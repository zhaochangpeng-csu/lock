
<file path=[Content_Types].xml><?xml version="1.0" encoding="utf-8"?>
<Types xmlns="http://schemas.openxmlformats.org/package/2006/content-types">
  <Default Extension="jpeg" ContentType="image/jpeg"/>
  <Default Extension="JPG" ContentType="image/.jpg"/>
  <Default Extension="xlsm" ContentType="application/vnd.ms-excel.sheet.macroEnabled.12"/>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51" r:id="rId3"/>
    <p:sldMasterId id="2147483663" r:id="rId4"/>
    <p:sldMasterId id="2147483675" r:id="rId5"/>
    <p:sldMasterId id="2147483687" r:id="rId6"/>
    <p:sldMasterId id="2147483699" r:id="rId7"/>
  </p:sldMasterIdLst>
  <p:notesMasterIdLst>
    <p:notesMasterId r:id="rId9"/>
  </p:notesMasterIdLst>
  <p:handoutMasterIdLst>
    <p:handoutMasterId r:id="rId47"/>
  </p:handoutMasterIdLst>
  <p:sldIdLst>
    <p:sldId id="256" r:id="rId8"/>
    <p:sldId id="257" r:id="rId10"/>
    <p:sldId id="258" r:id="rId11"/>
    <p:sldId id="259" r:id="rId12"/>
    <p:sldId id="260" r:id="rId13"/>
    <p:sldId id="262" r:id="rId14"/>
    <p:sldId id="263" r:id="rId15"/>
    <p:sldId id="264" r:id="rId16"/>
    <p:sldId id="268" r:id="rId17"/>
    <p:sldId id="265" r:id="rId18"/>
    <p:sldId id="291" r:id="rId19"/>
    <p:sldId id="267" r:id="rId20"/>
    <p:sldId id="292" r:id="rId21"/>
    <p:sldId id="261" r:id="rId22"/>
    <p:sldId id="300" r:id="rId23"/>
    <p:sldId id="269" r:id="rId24"/>
    <p:sldId id="266" r:id="rId25"/>
    <p:sldId id="270" r:id="rId26"/>
    <p:sldId id="299" r:id="rId27"/>
    <p:sldId id="271" r:id="rId28"/>
    <p:sldId id="272" r:id="rId29"/>
    <p:sldId id="276" r:id="rId30"/>
    <p:sldId id="273" r:id="rId31"/>
    <p:sldId id="274" r:id="rId32"/>
    <p:sldId id="275" r:id="rId33"/>
    <p:sldId id="281" r:id="rId34"/>
    <p:sldId id="278" r:id="rId35"/>
    <p:sldId id="279" r:id="rId36"/>
    <p:sldId id="280" r:id="rId37"/>
    <p:sldId id="290" r:id="rId38"/>
    <p:sldId id="282" r:id="rId39"/>
    <p:sldId id="283" r:id="rId40"/>
    <p:sldId id="284" r:id="rId41"/>
    <p:sldId id="288" r:id="rId42"/>
    <p:sldId id="289" r:id="rId43"/>
    <p:sldId id="293" r:id="rId44"/>
    <p:sldId id="298" r:id="rId45"/>
    <p:sldId id="302" r:id="rId46"/>
  </p:sldIdLst>
  <p:sldSz cx="24384000" cy="13716000"/>
  <p:notesSz cx="6858000" cy="9144000"/>
  <p:custDataLst>
    <p:tags r:id="rId51"/>
  </p:custDataLst>
  <p:defaultTextStyle>
    <a:defPPr>
      <a:defRPr lang="en-US"/>
    </a:defPPr>
    <a:lvl1pPr algn="ctr" rtl="0" fontAlgn="base">
      <a:spcBef>
        <a:spcPct val="0"/>
      </a:spcBef>
      <a:spcAft>
        <a:spcPct val="0"/>
      </a:spcAft>
      <a:defRPr sz="3200" kern="1200">
        <a:solidFill>
          <a:srgbClr val="000000"/>
        </a:solidFill>
        <a:latin typeface="Gill Sans" charset="0"/>
        <a:ea typeface="Heiti SC Light" charset="0"/>
        <a:cs typeface="Heiti SC Light" charset="0"/>
        <a:sym typeface="Gill Sans" charset="0"/>
      </a:defRPr>
    </a:lvl1pPr>
    <a:lvl2pPr marL="457200" algn="ctr" rtl="0" fontAlgn="base">
      <a:spcBef>
        <a:spcPct val="0"/>
      </a:spcBef>
      <a:spcAft>
        <a:spcPct val="0"/>
      </a:spcAft>
      <a:defRPr sz="3200" kern="1200">
        <a:solidFill>
          <a:srgbClr val="000000"/>
        </a:solidFill>
        <a:latin typeface="Gill Sans" charset="0"/>
        <a:ea typeface="Heiti SC Light" charset="0"/>
        <a:cs typeface="Heiti SC Light" charset="0"/>
        <a:sym typeface="Gill Sans" charset="0"/>
      </a:defRPr>
    </a:lvl2pPr>
    <a:lvl3pPr marL="914400" algn="ctr" rtl="0" fontAlgn="base">
      <a:spcBef>
        <a:spcPct val="0"/>
      </a:spcBef>
      <a:spcAft>
        <a:spcPct val="0"/>
      </a:spcAft>
      <a:defRPr sz="3200" kern="1200">
        <a:solidFill>
          <a:srgbClr val="000000"/>
        </a:solidFill>
        <a:latin typeface="Gill Sans" charset="0"/>
        <a:ea typeface="Heiti SC Light" charset="0"/>
        <a:cs typeface="Heiti SC Light" charset="0"/>
        <a:sym typeface="Gill Sans" charset="0"/>
      </a:defRPr>
    </a:lvl3pPr>
    <a:lvl4pPr marL="1371600" algn="ctr" rtl="0" fontAlgn="base">
      <a:spcBef>
        <a:spcPct val="0"/>
      </a:spcBef>
      <a:spcAft>
        <a:spcPct val="0"/>
      </a:spcAft>
      <a:defRPr sz="3200" kern="1200">
        <a:solidFill>
          <a:srgbClr val="000000"/>
        </a:solidFill>
        <a:latin typeface="Gill Sans" charset="0"/>
        <a:ea typeface="Heiti SC Light" charset="0"/>
        <a:cs typeface="Heiti SC Light" charset="0"/>
        <a:sym typeface="Gill Sans" charset="0"/>
      </a:defRPr>
    </a:lvl4pPr>
    <a:lvl5pPr marL="1828800" algn="ctr" rtl="0" fontAlgn="base">
      <a:spcBef>
        <a:spcPct val="0"/>
      </a:spcBef>
      <a:spcAft>
        <a:spcPct val="0"/>
      </a:spcAft>
      <a:defRPr sz="3200" kern="1200">
        <a:solidFill>
          <a:srgbClr val="000000"/>
        </a:solidFill>
        <a:latin typeface="Gill Sans" charset="0"/>
        <a:ea typeface="Heiti SC Light" charset="0"/>
        <a:cs typeface="Heiti SC Light" charset="0"/>
        <a:sym typeface="Gill Sans" charset="0"/>
      </a:defRPr>
    </a:lvl5pPr>
    <a:lvl6pPr marL="2286000" algn="l" defTabSz="457200" rtl="0" eaLnBrk="1" latinLnBrk="0" hangingPunct="1">
      <a:defRPr sz="3200" kern="1200">
        <a:solidFill>
          <a:srgbClr val="000000"/>
        </a:solidFill>
        <a:latin typeface="Gill Sans" charset="0"/>
        <a:ea typeface="Heiti SC Light" charset="0"/>
        <a:cs typeface="Heiti SC Light" charset="0"/>
        <a:sym typeface="Gill Sans" charset="0"/>
      </a:defRPr>
    </a:lvl6pPr>
    <a:lvl7pPr marL="2743200" algn="l" defTabSz="457200" rtl="0" eaLnBrk="1" latinLnBrk="0" hangingPunct="1">
      <a:defRPr sz="3200" kern="1200">
        <a:solidFill>
          <a:srgbClr val="000000"/>
        </a:solidFill>
        <a:latin typeface="Gill Sans" charset="0"/>
        <a:ea typeface="Heiti SC Light" charset="0"/>
        <a:cs typeface="Heiti SC Light" charset="0"/>
        <a:sym typeface="Gill Sans" charset="0"/>
      </a:defRPr>
    </a:lvl7pPr>
    <a:lvl8pPr marL="3200400" algn="l" defTabSz="457200" rtl="0" eaLnBrk="1" latinLnBrk="0" hangingPunct="1">
      <a:defRPr sz="3200" kern="1200">
        <a:solidFill>
          <a:srgbClr val="000000"/>
        </a:solidFill>
        <a:latin typeface="Gill Sans" charset="0"/>
        <a:ea typeface="Heiti SC Light" charset="0"/>
        <a:cs typeface="Heiti SC Light" charset="0"/>
        <a:sym typeface="Gill Sans" charset="0"/>
      </a:defRPr>
    </a:lvl8pPr>
    <a:lvl9pPr marL="3657600" algn="l" defTabSz="457200" rtl="0" eaLnBrk="1" latinLnBrk="0" hangingPunct="1">
      <a:defRPr sz="3200" kern="1200">
        <a:solidFill>
          <a:srgbClr val="000000"/>
        </a:solidFill>
        <a:latin typeface="Gill Sans" charset="0"/>
        <a:ea typeface="Heiti SC Light" charset="0"/>
        <a:cs typeface="Heiti SC Light" charset="0"/>
        <a:sym typeface="Gill Sans" charset="0"/>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836"/>
    <a:srgbClr val="4E6074"/>
    <a:srgbClr val="2E3844"/>
    <a:srgbClr val="394654"/>
    <a:srgbClr val="1B1B1B"/>
    <a:srgbClr val="374351"/>
    <a:srgbClr val="485A6B"/>
    <a:srgbClr val="262626"/>
    <a:srgbClr val="EFB133"/>
    <a:srgbClr val="1014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54" d="100"/>
          <a:sy n="54" d="100"/>
        </p:scale>
        <p:origin x="144" y="36"/>
      </p:cViewPr>
      <p:guideLst>
        <p:guide orient="horz" pos="4320"/>
        <p:guide pos="76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1" Type="http://schemas.openxmlformats.org/officeDocument/2006/relationships/tags" Target="tags/tag25.xml"/><Relationship Id="rId50" Type="http://schemas.openxmlformats.org/officeDocument/2006/relationships/tableStyles" Target="tableStyles.xml"/><Relationship Id="rId5" Type="http://schemas.openxmlformats.org/officeDocument/2006/relationships/slideMaster" Target="slideMasters/slideMaster4.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m"/></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m"/></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m"/></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2D68BE"/>
            </a:solidFill>
          </c:spPr>
          <c:invertIfNegative val="0"/>
          <c:dLbls>
            <c:delete val="1"/>
          </c:dLbls>
          <c:val>
            <c:numRef>
              <c:f>Sheet1!$B$2:$B$5</c:f>
              <c:numCache>
                <c:formatCode>General</c:formatCode>
                <c:ptCount val="4"/>
                <c:pt idx="0">
                  <c:v>20</c:v>
                </c:pt>
                <c:pt idx="1">
                  <c:v>28</c:v>
                </c:pt>
                <c:pt idx="2">
                  <c:v>55</c:v>
                </c:pt>
                <c:pt idx="3">
                  <c:v>90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Region 1</c:v>
                      </c:pt>
                    </c:strCache>
                  </c:strRef>
                </c15:tx>
              </c15:filteredSeriesTitle>
            </c:ext>
            <c:ext xmlns:c15="http://schemas.microsoft.com/office/drawing/2012/chart" uri="{02D57815-91ED-43cb-92C2-25804820EDAC}">
              <c15:filteredCategoryTitle>
                <c15:cat>
                  <c:numRef>
                    <c:extLst>
                      <c:ext uri="{02D57815-91ED-43cb-92C2-25804820EDAC}">
                        <c15:formulaRef>
                          <c15:sqref>Sheet1!$A$2:$A$5</c15:sqref>
                        </c15:formulaRef>
                      </c:ext>
                    </c:extLst>
                    <c:numCache>
                      <c:formatCode>General</c:formatCode>
                      <c:ptCount val="4"/>
                      <c:pt idx="0">
                        <c:v>2007</c:v>
                      </c:pt>
                      <c:pt idx="1">
                        <c:v>2008</c:v>
                      </c:pt>
                      <c:pt idx="2">
                        <c:v>2009</c:v>
                      </c:pt>
                      <c:pt idx="3">
                        <c:v>2010</c:v>
                      </c:pt>
                    </c:numCache>
                  </c:numRef>
                </c15:cat>
              </c15:filteredCategoryTitle>
            </c:ext>
          </c:extLst>
        </c:ser>
        <c:ser>
          <c:idx val="1"/>
          <c:order val="1"/>
          <c:spPr>
            <a:solidFill>
              <a:srgbClr val="CFD7DD"/>
            </a:solidFill>
            <a:ln>
              <a:noFill/>
            </a:ln>
          </c:spPr>
          <c:invertIfNegative val="0"/>
          <c:dLbls>
            <c:delete val="1"/>
          </c:dLbls>
          <c:val>
            <c:numRef>
              <c:f>Sheet1!$C$2:$C$5</c:f>
              <c:numCache>
                <c:formatCode>General</c:formatCode>
                <c:ptCount val="4"/>
                <c:pt idx="0">
                  <c:v>30</c:v>
                </c:pt>
                <c:pt idx="1">
                  <c:v>45</c:v>
                </c:pt>
                <c:pt idx="2">
                  <c:v>35</c:v>
                </c:pt>
                <c:pt idx="3">
                  <c:v>65</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Region 2</c:v>
                      </c:pt>
                    </c:strCache>
                  </c:strRef>
                </c15:tx>
              </c15:filteredSeriesTitle>
            </c:ext>
            <c:ext xmlns:c15="http://schemas.microsoft.com/office/drawing/2012/chart" uri="{02D57815-91ED-43cb-92C2-25804820EDAC}">
              <c15:filteredCategoryTitle>
                <c15:cat>
                  <c:numRef>
                    <c:extLst>
                      <c:ext uri="{02D57815-91ED-43cb-92C2-25804820EDAC}">
                        <c15:formulaRef>
                          <c15:sqref>Sheet1!$A$2:$A$5</c15:sqref>
                        </c15:formulaRef>
                      </c:ext>
                    </c:extLst>
                    <c:numCache>
                      <c:formatCode>General</c:formatCode>
                      <c:ptCount val="4"/>
                      <c:pt idx="0">
                        <c:v>2007</c:v>
                      </c:pt>
                      <c:pt idx="1">
                        <c:v>2008</c:v>
                      </c:pt>
                      <c:pt idx="2">
                        <c:v>2009</c:v>
                      </c:pt>
                      <c:pt idx="3">
                        <c:v>2010</c:v>
                      </c:pt>
                    </c:numCache>
                  </c:numRef>
                </c15:cat>
              </c15:filteredCategoryTitle>
            </c:ext>
          </c:extLst>
        </c:ser>
        <c:dLbls>
          <c:showLegendKey val="0"/>
          <c:showVal val="0"/>
          <c:showCatName val="0"/>
          <c:showSerName val="0"/>
          <c:showPercent val="0"/>
          <c:showBubbleSize val="0"/>
        </c:dLbls>
        <c:gapWidth val="58"/>
        <c:axId val="738910016"/>
        <c:axId val="738910576"/>
      </c:barChart>
      <c:catAx>
        <c:axId val="738910016"/>
        <c:scaling>
          <c:orientation val="minMax"/>
        </c:scaling>
        <c:delete val="0"/>
        <c:axPos val="b"/>
        <c:numFmt formatCode="General" sourceLinked="1"/>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lumMod val="50000"/>
                    <a:lumOff val="50000"/>
                  </a:schemeClr>
                </a:solidFill>
                <a:latin typeface="+mn-lt"/>
                <a:ea typeface="+mn-ea"/>
                <a:cs typeface="+mn-cs"/>
              </a:defRPr>
            </a:pPr>
          </a:p>
        </c:txPr>
        <c:crossAx val="738910576"/>
        <c:crosses val="autoZero"/>
        <c:auto val="1"/>
        <c:lblAlgn val="ctr"/>
        <c:lblOffset val="100"/>
        <c:noMultiLvlLbl val="0"/>
      </c:catAx>
      <c:valAx>
        <c:axId val="738910576"/>
        <c:scaling>
          <c:orientation val="minMax"/>
          <c:max val="100"/>
        </c:scaling>
        <c:delete val="0"/>
        <c:axPos val="l"/>
        <c:majorGridlines/>
        <c:numFmt formatCode="General"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800" b="0" i="0" u="none" strike="noStrike" kern="1200" baseline="0">
                <a:solidFill>
                  <a:schemeClr val="tx1">
                    <a:lumMod val="50000"/>
                    <a:lumOff val="50000"/>
                  </a:schemeClr>
                </a:solidFill>
                <a:latin typeface="+mn-lt"/>
                <a:ea typeface="+mn-ea"/>
                <a:cs typeface="+mn-cs"/>
              </a:defRPr>
            </a:pPr>
          </a:p>
        </c:txPr>
        <c:crossAx val="738910016"/>
        <c:crosses val="autoZero"/>
        <c:crossBetween val="between"/>
        <c:majorUnit val="25"/>
      </c:valAx>
      <c:spPr>
        <a:noFill/>
        <a:ln w="25414">
          <a:noFill/>
        </a:ln>
      </c:spPr>
    </c:plotArea>
    <c:plotVisOnly val="1"/>
    <c:dispBlanksAs val="gap"/>
    <c:showDLblsOverMax val="0"/>
    <c:extLst>
      <c:ext uri="{0b15fc19-7d7d-44ad-8c2d-2c3a37ce22c3}">
        <chartProps xmlns="https://web.wps.cn/et/2018/main" chartId="{6853f686-9496-46da-af94-ba269865f493}"/>
      </c:ext>
    </c:extLst>
  </c:chart>
  <c:txPr>
    <a:bodyPr/>
    <a:lstStyle/>
    <a:p>
      <a:pPr>
        <a:defRPr lang="zh-CN" sz="1800">
          <a:solidFill>
            <a:schemeClr val="bg1"/>
          </a:solidFill>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ED3B51"/>
            </a:solidFill>
          </c:spPr>
          <c:invertIfNegative val="0"/>
          <c:dLbls>
            <c:delete val="1"/>
          </c:dLbls>
          <c:val>
            <c:numRef>
              <c:f>Sheet1!$B$2:$B$5</c:f>
              <c:numCache>
                <c:formatCode>General</c:formatCode>
                <c:ptCount val="4"/>
                <c:pt idx="0">
                  <c:v>20</c:v>
                </c:pt>
                <c:pt idx="1">
                  <c:v>28</c:v>
                </c:pt>
                <c:pt idx="2">
                  <c:v>55</c:v>
                </c:pt>
                <c:pt idx="3">
                  <c:v>90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Region 1</c:v>
                      </c:pt>
                    </c:strCache>
                  </c:strRef>
                </c15:tx>
              </c15:filteredSeriesTitle>
            </c:ext>
            <c:ext xmlns:c15="http://schemas.microsoft.com/office/drawing/2012/chart" uri="{02D57815-91ED-43cb-92C2-25804820EDAC}">
              <c15:filteredCategoryTitle>
                <c15:cat>
                  <c:numRef>
                    <c:extLst>
                      <c:ext uri="{02D57815-91ED-43cb-92C2-25804820EDAC}">
                        <c15:formulaRef>
                          <c15:sqref>Sheet1!$A$2:$A$5</c15:sqref>
                        </c15:formulaRef>
                      </c:ext>
                    </c:extLst>
                    <c:numCache>
                      <c:formatCode>General</c:formatCode>
                      <c:ptCount val="4"/>
                      <c:pt idx="0">
                        <c:v>2007</c:v>
                      </c:pt>
                      <c:pt idx="1">
                        <c:v>2008</c:v>
                      </c:pt>
                      <c:pt idx="2">
                        <c:v>2009</c:v>
                      </c:pt>
                      <c:pt idx="3">
                        <c:v>2010</c:v>
                      </c:pt>
                    </c:numCache>
                  </c:numRef>
                </c15:cat>
              </c15:filteredCategoryTitle>
            </c:ext>
          </c:extLst>
        </c:ser>
        <c:ser>
          <c:idx val="1"/>
          <c:order val="1"/>
          <c:spPr>
            <a:solidFill>
              <a:srgbClr val="CFD7DD"/>
            </a:solidFill>
          </c:spPr>
          <c:invertIfNegative val="0"/>
          <c:dLbls>
            <c:delete val="1"/>
          </c:dLbls>
          <c:val>
            <c:numRef>
              <c:f>Sheet1!$C$2:$C$5</c:f>
              <c:numCache>
                <c:formatCode>General</c:formatCode>
                <c:ptCount val="4"/>
                <c:pt idx="0">
                  <c:v>30</c:v>
                </c:pt>
                <c:pt idx="1">
                  <c:v>45</c:v>
                </c:pt>
                <c:pt idx="2">
                  <c:v>35</c:v>
                </c:pt>
                <c:pt idx="3">
                  <c:v>65</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Region 2</c:v>
                      </c:pt>
                    </c:strCache>
                  </c:strRef>
                </c15:tx>
              </c15:filteredSeriesTitle>
            </c:ext>
            <c:ext xmlns:c15="http://schemas.microsoft.com/office/drawing/2012/chart" uri="{02D57815-91ED-43cb-92C2-25804820EDAC}">
              <c15:filteredCategoryTitle>
                <c15:cat>
                  <c:numRef>
                    <c:extLst>
                      <c:ext uri="{02D57815-91ED-43cb-92C2-25804820EDAC}">
                        <c15:formulaRef>
                          <c15:sqref>Sheet1!$A$2:$A$5</c15:sqref>
                        </c15:formulaRef>
                      </c:ext>
                    </c:extLst>
                    <c:numCache>
                      <c:formatCode>General</c:formatCode>
                      <c:ptCount val="4"/>
                      <c:pt idx="0">
                        <c:v>2007</c:v>
                      </c:pt>
                      <c:pt idx="1">
                        <c:v>2008</c:v>
                      </c:pt>
                      <c:pt idx="2">
                        <c:v>2009</c:v>
                      </c:pt>
                      <c:pt idx="3">
                        <c:v>2010</c:v>
                      </c:pt>
                    </c:numCache>
                  </c:numRef>
                </c15:cat>
              </c15:filteredCategoryTitle>
            </c:ext>
          </c:extLst>
        </c:ser>
        <c:dLbls>
          <c:showLegendKey val="0"/>
          <c:showVal val="0"/>
          <c:showCatName val="0"/>
          <c:showSerName val="0"/>
          <c:showPercent val="0"/>
          <c:showBubbleSize val="0"/>
        </c:dLbls>
        <c:gapWidth val="58"/>
        <c:axId val="738913936"/>
        <c:axId val="738914496"/>
      </c:barChart>
      <c:catAx>
        <c:axId val="738913936"/>
        <c:scaling>
          <c:orientation val="minMax"/>
        </c:scaling>
        <c:delete val="0"/>
        <c:axPos val="b"/>
        <c:numFmt formatCode="General" sourceLinked="1"/>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lumMod val="50000"/>
                    <a:lumOff val="50000"/>
                  </a:schemeClr>
                </a:solidFill>
                <a:latin typeface="+mn-lt"/>
                <a:ea typeface="+mn-ea"/>
                <a:cs typeface="+mn-cs"/>
              </a:defRPr>
            </a:pPr>
          </a:p>
        </c:txPr>
        <c:crossAx val="738914496"/>
        <c:crosses val="autoZero"/>
        <c:auto val="1"/>
        <c:lblAlgn val="ctr"/>
        <c:lblOffset val="100"/>
        <c:noMultiLvlLbl val="0"/>
      </c:catAx>
      <c:valAx>
        <c:axId val="738914496"/>
        <c:scaling>
          <c:orientation val="minMax"/>
          <c:max val="100"/>
        </c:scaling>
        <c:delete val="0"/>
        <c:axPos val="l"/>
        <c:majorGridlines/>
        <c:numFmt formatCode="General"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800" b="0" i="0" u="none" strike="noStrike" kern="1200" baseline="0">
                <a:solidFill>
                  <a:schemeClr val="tx1">
                    <a:lumMod val="50000"/>
                    <a:lumOff val="50000"/>
                  </a:schemeClr>
                </a:solidFill>
                <a:latin typeface="+mn-lt"/>
                <a:ea typeface="+mn-ea"/>
                <a:cs typeface="+mn-cs"/>
              </a:defRPr>
            </a:pPr>
          </a:p>
        </c:txPr>
        <c:crossAx val="738913936"/>
        <c:crosses val="autoZero"/>
        <c:crossBetween val="between"/>
        <c:majorUnit val="25"/>
      </c:valAx>
      <c:spPr>
        <a:noFill/>
        <a:ln w="25414">
          <a:noFill/>
        </a:ln>
      </c:spPr>
    </c:plotArea>
    <c:plotVisOnly val="1"/>
    <c:dispBlanksAs val="gap"/>
    <c:showDLblsOverMax val="0"/>
    <c:extLst>
      <c:ext uri="{0b15fc19-7d7d-44ad-8c2d-2c3a37ce22c3}">
        <chartProps xmlns="https://web.wps.cn/et/2018/main" chartId="{8130b7cc-f58f-4172-b3dc-2d3320ed5f5e}"/>
      </c:ext>
    </c:extLst>
  </c:chart>
  <c:txPr>
    <a:bodyPr/>
    <a:lstStyle/>
    <a:p>
      <a:pPr>
        <a:defRPr lang="zh-CN" sz="1800">
          <a:solidFill>
            <a:schemeClr val="bg1"/>
          </a:solidFill>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33BCDB"/>
            </a:solidFill>
          </c:spPr>
          <c:invertIfNegative val="0"/>
          <c:dLbls>
            <c:delete val="1"/>
          </c:dLbls>
          <c:val>
            <c:numRef>
              <c:f>Sheet1!$B$2:$B$5</c:f>
              <c:numCache>
                <c:formatCode>General</c:formatCode>
                <c:ptCount val="4"/>
                <c:pt idx="0">
                  <c:v>20</c:v>
                </c:pt>
                <c:pt idx="1">
                  <c:v>28</c:v>
                </c:pt>
                <c:pt idx="2">
                  <c:v>55</c:v>
                </c:pt>
                <c:pt idx="3">
                  <c:v>90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Region 1</c:v>
                      </c:pt>
                    </c:strCache>
                  </c:strRef>
                </c15:tx>
              </c15:filteredSeriesTitle>
            </c:ext>
            <c:ext xmlns:c15="http://schemas.microsoft.com/office/drawing/2012/chart" uri="{02D57815-91ED-43cb-92C2-25804820EDAC}">
              <c15:filteredCategoryTitle>
                <c15:cat>
                  <c:numRef>
                    <c:extLst>
                      <c:ext uri="{02D57815-91ED-43cb-92C2-25804820EDAC}">
                        <c15:formulaRef>
                          <c15:sqref>Sheet1!$A$2:$A$5</c15:sqref>
                        </c15:formulaRef>
                      </c:ext>
                    </c:extLst>
                    <c:numCache>
                      <c:formatCode>General</c:formatCode>
                      <c:ptCount val="4"/>
                      <c:pt idx="0">
                        <c:v>2007</c:v>
                      </c:pt>
                      <c:pt idx="1">
                        <c:v>2008</c:v>
                      </c:pt>
                      <c:pt idx="2">
                        <c:v>2009</c:v>
                      </c:pt>
                      <c:pt idx="3">
                        <c:v>2010</c:v>
                      </c:pt>
                    </c:numCache>
                  </c:numRef>
                </c15:cat>
              </c15:filteredCategoryTitle>
            </c:ext>
          </c:extLst>
        </c:ser>
        <c:ser>
          <c:idx val="1"/>
          <c:order val="1"/>
          <c:spPr>
            <a:solidFill>
              <a:srgbClr val="CFD7DD"/>
            </a:solidFill>
          </c:spPr>
          <c:invertIfNegative val="0"/>
          <c:dLbls>
            <c:delete val="1"/>
          </c:dLbls>
          <c:val>
            <c:numRef>
              <c:f>Sheet1!$C$2:$C$5</c:f>
              <c:numCache>
                <c:formatCode>General</c:formatCode>
                <c:ptCount val="4"/>
                <c:pt idx="0">
                  <c:v>30</c:v>
                </c:pt>
                <c:pt idx="1">
                  <c:v>45</c:v>
                </c:pt>
                <c:pt idx="2">
                  <c:v>35</c:v>
                </c:pt>
                <c:pt idx="3">
                  <c:v>65</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Region 2</c:v>
                      </c:pt>
                    </c:strCache>
                  </c:strRef>
                </c15:tx>
              </c15:filteredSeriesTitle>
            </c:ext>
            <c:ext xmlns:c15="http://schemas.microsoft.com/office/drawing/2012/chart" uri="{02D57815-91ED-43cb-92C2-25804820EDAC}">
              <c15:filteredCategoryTitle>
                <c15:cat>
                  <c:numRef>
                    <c:extLst>
                      <c:ext uri="{02D57815-91ED-43cb-92C2-25804820EDAC}">
                        <c15:formulaRef>
                          <c15:sqref>Sheet1!$A$2:$A$5</c15:sqref>
                        </c15:formulaRef>
                      </c:ext>
                    </c:extLst>
                    <c:numCache>
                      <c:formatCode>General</c:formatCode>
                      <c:ptCount val="4"/>
                      <c:pt idx="0">
                        <c:v>2007</c:v>
                      </c:pt>
                      <c:pt idx="1">
                        <c:v>2008</c:v>
                      </c:pt>
                      <c:pt idx="2">
                        <c:v>2009</c:v>
                      </c:pt>
                      <c:pt idx="3">
                        <c:v>2010</c:v>
                      </c:pt>
                    </c:numCache>
                  </c:numRef>
                </c15:cat>
              </c15:filteredCategoryTitle>
            </c:ext>
          </c:extLst>
        </c:ser>
        <c:dLbls>
          <c:showLegendKey val="0"/>
          <c:showVal val="0"/>
          <c:showCatName val="0"/>
          <c:showSerName val="0"/>
          <c:showPercent val="0"/>
          <c:showBubbleSize val="0"/>
        </c:dLbls>
        <c:gapWidth val="58"/>
        <c:axId val="738917296"/>
        <c:axId val="738917856"/>
      </c:barChart>
      <c:catAx>
        <c:axId val="738917296"/>
        <c:scaling>
          <c:orientation val="minMax"/>
        </c:scaling>
        <c:delete val="0"/>
        <c:axPos val="b"/>
        <c:numFmt formatCode="General" sourceLinked="1"/>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lumMod val="50000"/>
                    <a:lumOff val="50000"/>
                  </a:schemeClr>
                </a:solidFill>
                <a:latin typeface="+mn-lt"/>
                <a:ea typeface="+mn-ea"/>
                <a:cs typeface="+mn-cs"/>
              </a:defRPr>
            </a:pPr>
          </a:p>
        </c:txPr>
        <c:crossAx val="738917856"/>
        <c:crosses val="autoZero"/>
        <c:auto val="1"/>
        <c:lblAlgn val="ctr"/>
        <c:lblOffset val="100"/>
        <c:noMultiLvlLbl val="0"/>
      </c:catAx>
      <c:valAx>
        <c:axId val="738917856"/>
        <c:scaling>
          <c:orientation val="minMax"/>
          <c:max val="100"/>
        </c:scaling>
        <c:delete val="0"/>
        <c:axPos val="l"/>
        <c:majorGridlines/>
        <c:numFmt formatCode="General"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800" b="0" i="0" u="none" strike="noStrike" kern="1200" baseline="0">
                <a:solidFill>
                  <a:schemeClr val="tx1">
                    <a:lumMod val="50000"/>
                    <a:lumOff val="50000"/>
                  </a:schemeClr>
                </a:solidFill>
                <a:latin typeface="+mn-lt"/>
                <a:ea typeface="+mn-ea"/>
                <a:cs typeface="+mn-cs"/>
              </a:defRPr>
            </a:pPr>
          </a:p>
        </c:txPr>
        <c:crossAx val="738917296"/>
        <c:crosses val="autoZero"/>
        <c:crossBetween val="between"/>
        <c:majorUnit val="25"/>
      </c:valAx>
      <c:spPr>
        <a:noFill/>
        <a:ln w="25414">
          <a:noFill/>
        </a:ln>
      </c:spPr>
    </c:plotArea>
    <c:plotVisOnly val="1"/>
    <c:dispBlanksAs val="gap"/>
    <c:showDLblsOverMax val="0"/>
    <c:extLst>
      <c:ext uri="{0b15fc19-7d7d-44ad-8c2d-2c3a37ce22c3}">
        <chartProps xmlns="https://web.wps.cn/et/2018/main" chartId="{406cae26-02a6-4002-94f8-05a18bf31e5a}"/>
      </c:ext>
    </c:extLst>
  </c:chart>
  <c:txPr>
    <a:bodyPr/>
    <a:lstStyle/>
    <a:p>
      <a:pPr>
        <a:defRPr lang="zh-CN" sz="1800">
          <a:solidFill>
            <a:schemeClr val="bg1"/>
          </a:solidFill>
        </a:defRPr>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B3C98C28-D8B0-BE4F-A63D-ACB36ACCCFD4}" type="datetimeFigureOut">
              <a:rPr lang="en-US"/>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72E8B979-312B-1B41-A66C-931E3EF7A454}"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59E5F920-164D-044B-838F-18D8C1FFB962}" type="datetimeFigureOut">
              <a:rPr lang="en-US"/>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AE4E3FF9-DA4B-B946-9FFC-BC7FA1BAA2C1}"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MS PGothic" panose="020B0600070205080204" charset="-128"/>
        <a:cs typeface="MS PGothic" panose="020B0600070205080204" charset="-128"/>
      </a:defRPr>
    </a:lvl1pPr>
    <a:lvl2pPr marL="457200" algn="l" defTabSz="457200" rtl="0" fontAlgn="base">
      <a:spcBef>
        <a:spcPct val="30000"/>
      </a:spcBef>
      <a:spcAft>
        <a:spcPct val="0"/>
      </a:spcAft>
      <a:defRPr sz="1200" kern="1200">
        <a:solidFill>
          <a:schemeClr val="tx1"/>
        </a:solidFill>
        <a:latin typeface="+mn-lt"/>
        <a:ea typeface="MS PGothic" panose="020B0600070205080204" charset="-128"/>
        <a:cs typeface="+mn-cs"/>
      </a:defRPr>
    </a:lvl2pPr>
    <a:lvl3pPr marL="914400" algn="l" defTabSz="457200" rtl="0" fontAlgn="base">
      <a:spcBef>
        <a:spcPct val="30000"/>
      </a:spcBef>
      <a:spcAft>
        <a:spcPct val="0"/>
      </a:spcAft>
      <a:defRPr sz="1200" kern="1200">
        <a:solidFill>
          <a:schemeClr val="tx1"/>
        </a:solidFill>
        <a:latin typeface="+mn-lt"/>
        <a:ea typeface="MS PGothic" panose="020B0600070205080204" charset="-128"/>
        <a:cs typeface="+mn-cs"/>
      </a:defRPr>
    </a:lvl3pPr>
    <a:lvl4pPr marL="1371600" algn="l" defTabSz="457200" rtl="0" fontAlgn="base">
      <a:spcBef>
        <a:spcPct val="30000"/>
      </a:spcBef>
      <a:spcAft>
        <a:spcPct val="0"/>
      </a:spcAft>
      <a:defRPr sz="1200" kern="1200">
        <a:solidFill>
          <a:schemeClr val="tx1"/>
        </a:solidFill>
        <a:latin typeface="+mn-lt"/>
        <a:ea typeface="MS PGothic" panose="020B0600070205080204" charset="-128"/>
        <a:cs typeface="+mn-cs"/>
      </a:defRPr>
    </a:lvl4pPr>
    <a:lvl5pPr marL="1828800" algn="l" defTabSz="457200" rtl="0" fontAlgn="base">
      <a:spcBef>
        <a:spcPct val="30000"/>
      </a:spcBef>
      <a:spcAft>
        <a:spcPct val="0"/>
      </a:spcAft>
      <a:defRPr sz="1200" kern="1200">
        <a:solidFill>
          <a:schemeClr val="tx1"/>
        </a:solidFill>
        <a:latin typeface="+mn-lt"/>
        <a:ea typeface="MS PGothic" panose="020B060007020508020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4E3FF9-DA4B-B946-9FFC-BC7FA1BAA2C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idx="1"/>
          </p:nvPr>
        </p:nvSpPr>
        <p:spPr>
          <a:xfrm>
            <a:off x="1219200" y="3200400"/>
            <a:ext cx="21945600" cy="9051925"/>
          </a:xfrm>
          <a:prstGeom prst="rect">
            <a:avLst/>
          </a:prstGeom>
        </p:spPr>
        <p:txBody>
          <a:bodyPr vert="horz"/>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5638" y="8813800"/>
            <a:ext cx="20726400" cy="2724150"/>
          </a:xfrm>
          <a:prstGeom prst="rect">
            <a:avLst/>
          </a:prstGeom>
        </p:spPr>
        <p:txBody>
          <a:bodyPr vert="horz"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1925638" y="5813425"/>
            <a:ext cx="20726400" cy="3000375"/>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sz="half" idx="1"/>
          </p:nvPr>
        </p:nvSpPr>
        <p:spPr>
          <a:xfrm>
            <a:off x="1219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2268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3070225"/>
            <a:ext cx="10774363"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19200" y="4349750"/>
            <a:ext cx="10774363"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2387263" y="3070225"/>
            <a:ext cx="10777537"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2387263" y="4349750"/>
            <a:ext cx="10777537"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8021638" cy="2324100"/>
          </a:xfrm>
          <a:prstGeom prst="rect">
            <a:avLst/>
          </a:prstGeom>
        </p:spPr>
        <p:txBody>
          <a:bodyPr vert="horz"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9532938" y="546100"/>
            <a:ext cx="13631862" cy="11706225"/>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219200" y="2870200"/>
            <a:ext cx="8021638" cy="93821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79963" y="9601200"/>
            <a:ext cx="14630400" cy="1133475"/>
          </a:xfrm>
          <a:prstGeom prst="rect">
            <a:avLst/>
          </a:prstGeom>
        </p:spPr>
        <p:txBody>
          <a:bodyPr vert="horz"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4779963" y="1225550"/>
            <a:ext cx="14630400" cy="82296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charset="0"/>
            </a:endParaRPr>
          </a:p>
        </p:txBody>
      </p:sp>
      <p:sp>
        <p:nvSpPr>
          <p:cNvPr id="4" name="Text Placeholder 3"/>
          <p:cNvSpPr>
            <a:spLocks noGrp="1"/>
          </p:cNvSpPr>
          <p:nvPr>
            <p:ph type="body" sz="half" idx="2"/>
          </p:nvPr>
        </p:nvSpPr>
        <p:spPr>
          <a:xfrm>
            <a:off x="4779963" y="10734675"/>
            <a:ext cx="14630400" cy="16097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Vertical Text Placeholder 2"/>
          <p:cNvSpPr>
            <a:spLocks noGrp="1"/>
          </p:cNvSpPr>
          <p:nvPr>
            <p:ph type="body" orient="vert" idx="1"/>
          </p:nvPr>
        </p:nvSpPr>
        <p:spPr>
          <a:xfrm>
            <a:off x="1219200" y="3200400"/>
            <a:ext cx="21945600" cy="90519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549275"/>
            <a:ext cx="5486400" cy="1170305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549275"/>
            <a:ext cx="16306800" cy="1170305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260850"/>
            <a:ext cx="20726400" cy="2940050"/>
          </a:xfrm>
          <a:prstGeom prst="rect">
            <a:avLst/>
          </a:prstGeom>
        </p:spPr>
        <p:txBody>
          <a:bodyPr vert="horz"/>
          <a:lstStyle/>
          <a:p>
            <a:r>
              <a:rPr lang="en-US"/>
              <a:t>Click to edit Master title style</a:t>
            </a:r>
            <a:endParaRPr lang="en-US"/>
          </a:p>
        </p:txBody>
      </p:sp>
      <p:sp>
        <p:nvSpPr>
          <p:cNvPr id="3" name="Subtitle 2"/>
          <p:cNvSpPr>
            <a:spLocks noGrp="1"/>
          </p:cNvSpPr>
          <p:nvPr>
            <p:ph type="subTitle" idx="1"/>
          </p:nvPr>
        </p:nvSpPr>
        <p:spPr>
          <a:xfrm>
            <a:off x="3657600" y="7772400"/>
            <a:ext cx="17068800" cy="3505200"/>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idx="1"/>
          </p:nvPr>
        </p:nvSpPr>
        <p:spPr>
          <a:xfrm>
            <a:off x="1219200" y="3200400"/>
            <a:ext cx="21945600" cy="9051925"/>
          </a:xfrm>
          <a:prstGeom prst="rect">
            <a:avLst/>
          </a:prstGeom>
        </p:spPr>
        <p:txBody>
          <a:bodyPr vert="horz"/>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5638" y="8813800"/>
            <a:ext cx="20726400" cy="2724150"/>
          </a:xfrm>
          <a:prstGeom prst="rect">
            <a:avLst/>
          </a:prstGeom>
        </p:spPr>
        <p:txBody>
          <a:bodyPr vert="horz"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1925638" y="5813425"/>
            <a:ext cx="20726400" cy="3000375"/>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sz="half" idx="1"/>
          </p:nvPr>
        </p:nvSpPr>
        <p:spPr>
          <a:xfrm>
            <a:off x="1219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2268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3070225"/>
            <a:ext cx="10774363"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19200" y="4349750"/>
            <a:ext cx="10774363"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2387263" y="3070225"/>
            <a:ext cx="10777537"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2387263" y="4349750"/>
            <a:ext cx="10777537"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8021638" cy="2324100"/>
          </a:xfrm>
          <a:prstGeom prst="rect">
            <a:avLst/>
          </a:prstGeom>
        </p:spPr>
        <p:txBody>
          <a:bodyPr vert="horz"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9532938" y="546100"/>
            <a:ext cx="13631862" cy="11706225"/>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219200" y="2870200"/>
            <a:ext cx="8021638" cy="93821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79963" y="9601200"/>
            <a:ext cx="14630400" cy="1133475"/>
          </a:xfrm>
          <a:prstGeom prst="rect">
            <a:avLst/>
          </a:prstGeom>
        </p:spPr>
        <p:txBody>
          <a:bodyPr vert="horz"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4779963" y="1225550"/>
            <a:ext cx="14630400" cy="82296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charset="0"/>
            </a:endParaRPr>
          </a:p>
        </p:txBody>
      </p:sp>
      <p:sp>
        <p:nvSpPr>
          <p:cNvPr id="4" name="Text Placeholder 3"/>
          <p:cNvSpPr>
            <a:spLocks noGrp="1"/>
          </p:cNvSpPr>
          <p:nvPr>
            <p:ph type="body" sz="half" idx="2"/>
          </p:nvPr>
        </p:nvSpPr>
        <p:spPr>
          <a:xfrm>
            <a:off x="4779963" y="10734675"/>
            <a:ext cx="14630400" cy="16097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Vertical Text Placeholder 2"/>
          <p:cNvSpPr>
            <a:spLocks noGrp="1"/>
          </p:cNvSpPr>
          <p:nvPr>
            <p:ph type="body" orient="vert" idx="1"/>
          </p:nvPr>
        </p:nvSpPr>
        <p:spPr>
          <a:xfrm>
            <a:off x="1219200" y="3200400"/>
            <a:ext cx="21945600" cy="90519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549275"/>
            <a:ext cx="5486400" cy="1170305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549275"/>
            <a:ext cx="16306800" cy="1170305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260850"/>
            <a:ext cx="20726400" cy="2940050"/>
          </a:xfrm>
          <a:prstGeom prst="rect">
            <a:avLst/>
          </a:prstGeom>
        </p:spPr>
        <p:txBody>
          <a:bodyPr vert="horz"/>
          <a:lstStyle/>
          <a:p>
            <a:r>
              <a:rPr lang="en-US"/>
              <a:t>Click to edit Master title style</a:t>
            </a:r>
            <a:endParaRPr lang="en-US"/>
          </a:p>
        </p:txBody>
      </p:sp>
      <p:sp>
        <p:nvSpPr>
          <p:cNvPr id="3" name="Subtitle 2"/>
          <p:cNvSpPr>
            <a:spLocks noGrp="1"/>
          </p:cNvSpPr>
          <p:nvPr>
            <p:ph type="subTitle" idx="1"/>
          </p:nvPr>
        </p:nvSpPr>
        <p:spPr>
          <a:xfrm>
            <a:off x="3657600" y="7772400"/>
            <a:ext cx="17068800" cy="3505200"/>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idx="1"/>
          </p:nvPr>
        </p:nvSpPr>
        <p:spPr>
          <a:xfrm>
            <a:off x="1219200" y="3200400"/>
            <a:ext cx="21945600" cy="9051925"/>
          </a:xfrm>
          <a:prstGeom prst="rect">
            <a:avLst/>
          </a:prstGeom>
        </p:spPr>
        <p:txBody>
          <a:bodyPr vert="horz"/>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5638" y="8813800"/>
            <a:ext cx="20726400" cy="2724150"/>
          </a:xfrm>
          <a:prstGeom prst="rect">
            <a:avLst/>
          </a:prstGeom>
        </p:spPr>
        <p:txBody>
          <a:bodyPr vert="horz"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1925638" y="5813425"/>
            <a:ext cx="20726400" cy="3000375"/>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sz="half" idx="1"/>
          </p:nvPr>
        </p:nvSpPr>
        <p:spPr>
          <a:xfrm>
            <a:off x="1219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2268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3070225"/>
            <a:ext cx="10774363"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19200" y="4349750"/>
            <a:ext cx="10774363"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2387263" y="3070225"/>
            <a:ext cx="10777537"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2387263" y="4349750"/>
            <a:ext cx="10777537"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8021638" cy="2324100"/>
          </a:xfrm>
          <a:prstGeom prst="rect">
            <a:avLst/>
          </a:prstGeom>
        </p:spPr>
        <p:txBody>
          <a:bodyPr vert="horz"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9532938" y="546100"/>
            <a:ext cx="13631862" cy="11706225"/>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219200" y="2870200"/>
            <a:ext cx="8021638" cy="93821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79963" y="9601200"/>
            <a:ext cx="14630400" cy="1133475"/>
          </a:xfrm>
          <a:prstGeom prst="rect">
            <a:avLst/>
          </a:prstGeom>
        </p:spPr>
        <p:txBody>
          <a:bodyPr vert="horz"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4779963" y="1225550"/>
            <a:ext cx="14630400" cy="82296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charset="0"/>
            </a:endParaRPr>
          </a:p>
        </p:txBody>
      </p:sp>
      <p:sp>
        <p:nvSpPr>
          <p:cNvPr id="4" name="Text Placeholder 3"/>
          <p:cNvSpPr>
            <a:spLocks noGrp="1"/>
          </p:cNvSpPr>
          <p:nvPr>
            <p:ph type="body" sz="half" idx="2"/>
          </p:nvPr>
        </p:nvSpPr>
        <p:spPr>
          <a:xfrm>
            <a:off x="4779963" y="10734675"/>
            <a:ext cx="14630400" cy="16097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Vertical Text Placeholder 2"/>
          <p:cNvSpPr>
            <a:spLocks noGrp="1"/>
          </p:cNvSpPr>
          <p:nvPr>
            <p:ph type="body" orient="vert" idx="1"/>
          </p:nvPr>
        </p:nvSpPr>
        <p:spPr>
          <a:xfrm>
            <a:off x="1219200" y="3200400"/>
            <a:ext cx="21945600" cy="90519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549275"/>
            <a:ext cx="5486400" cy="1170305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549275"/>
            <a:ext cx="16306800" cy="1170305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260850"/>
            <a:ext cx="20726400" cy="2940050"/>
          </a:xfrm>
          <a:prstGeom prst="rect">
            <a:avLst/>
          </a:prstGeom>
        </p:spPr>
        <p:txBody>
          <a:bodyPr vert="horz"/>
          <a:lstStyle/>
          <a:p>
            <a:r>
              <a:rPr lang="en-US"/>
              <a:t>Click to edit Master title style</a:t>
            </a:r>
            <a:endParaRPr lang="en-US"/>
          </a:p>
        </p:txBody>
      </p:sp>
      <p:sp>
        <p:nvSpPr>
          <p:cNvPr id="3" name="Subtitle 2"/>
          <p:cNvSpPr>
            <a:spLocks noGrp="1"/>
          </p:cNvSpPr>
          <p:nvPr>
            <p:ph type="subTitle" idx="1"/>
          </p:nvPr>
        </p:nvSpPr>
        <p:spPr>
          <a:xfrm>
            <a:off x="3657600" y="7772400"/>
            <a:ext cx="17068800" cy="3505200"/>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idx="1"/>
          </p:nvPr>
        </p:nvSpPr>
        <p:spPr>
          <a:xfrm>
            <a:off x="1219200" y="3200400"/>
            <a:ext cx="21945600" cy="9051925"/>
          </a:xfrm>
          <a:prstGeom prst="rect">
            <a:avLst/>
          </a:prstGeom>
        </p:spPr>
        <p:txBody>
          <a:bodyPr vert="horz"/>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5638" y="8813800"/>
            <a:ext cx="20726400" cy="2724150"/>
          </a:xfrm>
          <a:prstGeom prst="rect">
            <a:avLst/>
          </a:prstGeom>
        </p:spPr>
        <p:txBody>
          <a:bodyPr vert="horz"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1925638" y="5813425"/>
            <a:ext cx="20726400" cy="3000375"/>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sz="half" idx="1"/>
          </p:nvPr>
        </p:nvSpPr>
        <p:spPr>
          <a:xfrm>
            <a:off x="1219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2268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3070225"/>
            <a:ext cx="10774363"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19200" y="4349750"/>
            <a:ext cx="10774363"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2387263" y="3070225"/>
            <a:ext cx="10777537"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2387263" y="4349750"/>
            <a:ext cx="10777537"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8021638" cy="2324100"/>
          </a:xfrm>
          <a:prstGeom prst="rect">
            <a:avLst/>
          </a:prstGeom>
        </p:spPr>
        <p:txBody>
          <a:bodyPr vert="horz"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9532938" y="546100"/>
            <a:ext cx="13631862" cy="11706225"/>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219200" y="2870200"/>
            <a:ext cx="8021638" cy="93821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79963" y="9601200"/>
            <a:ext cx="14630400" cy="1133475"/>
          </a:xfrm>
          <a:prstGeom prst="rect">
            <a:avLst/>
          </a:prstGeom>
        </p:spPr>
        <p:txBody>
          <a:bodyPr vert="horz"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4779963" y="1225550"/>
            <a:ext cx="14630400" cy="82296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charset="0"/>
            </a:endParaRPr>
          </a:p>
        </p:txBody>
      </p:sp>
      <p:sp>
        <p:nvSpPr>
          <p:cNvPr id="4" name="Text Placeholder 3"/>
          <p:cNvSpPr>
            <a:spLocks noGrp="1"/>
          </p:cNvSpPr>
          <p:nvPr>
            <p:ph type="body" sz="half" idx="2"/>
          </p:nvPr>
        </p:nvSpPr>
        <p:spPr>
          <a:xfrm>
            <a:off x="4779963" y="10734675"/>
            <a:ext cx="14630400" cy="16097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Vertical Text Placeholder 2"/>
          <p:cNvSpPr>
            <a:spLocks noGrp="1"/>
          </p:cNvSpPr>
          <p:nvPr>
            <p:ph type="body" orient="vert" idx="1"/>
          </p:nvPr>
        </p:nvSpPr>
        <p:spPr>
          <a:xfrm>
            <a:off x="1219200" y="3200400"/>
            <a:ext cx="21945600" cy="90519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549275"/>
            <a:ext cx="5486400" cy="1170305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549275"/>
            <a:ext cx="16306800" cy="1170305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260850"/>
            <a:ext cx="20726400" cy="2940050"/>
          </a:xfrm>
          <a:prstGeom prst="rect">
            <a:avLst/>
          </a:prstGeom>
        </p:spPr>
        <p:txBody>
          <a:bodyPr vert="horz"/>
          <a:lstStyle/>
          <a:p>
            <a:r>
              <a:rPr lang="en-US"/>
              <a:t>Click to edit Master title style</a:t>
            </a:r>
            <a:endParaRPr lang="en-US"/>
          </a:p>
        </p:txBody>
      </p:sp>
      <p:sp>
        <p:nvSpPr>
          <p:cNvPr id="3" name="Subtitle 2"/>
          <p:cNvSpPr>
            <a:spLocks noGrp="1"/>
          </p:cNvSpPr>
          <p:nvPr>
            <p:ph type="subTitle" idx="1"/>
          </p:nvPr>
        </p:nvSpPr>
        <p:spPr>
          <a:xfrm>
            <a:off x="3657600" y="7772400"/>
            <a:ext cx="17068800" cy="3505200"/>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idx="1"/>
          </p:nvPr>
        </p:nvSpPr>
        <p:spPr>
          <a:xfrm>
            <a:off x="1219200" y="3200400"/>
            <a:ext cx="21945600" cy="9051925"/>
          </a:xfrm>
          <a:prstGeom prst="rect">
            <a:avLst/>
          </a:prstGeom>
        </p:spPr>
        <p:txBody>
          <a:bodyPr vert="horz"/>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5638" y="8813800"/>
            <a:ext cx="20726400" cy="2724150"/>
          </a:xfrm>
          <a:prstGeom prst="rect">
            <a:avLst/>
          </a:prstGeom>
        </p:spPr>
        <p:txBody>
          <a:bodyPr vert="horz"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1925638" y="5813425"/>
            <a:ext cx="20726400" cy="3000375"/>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Content Placeholder 2"/>
          <p:cNvSpPr>
            <a:spLocks noGrp="1"/>
          </p:cNvSpPr>
          <p:nvPr>
            <p:ph sz="half" idx="1"/>
          </p:nvPr>
        </p:nvSpPr>
        <p:spPr>
          <a:xfrm>
            <a:off x="1219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2268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3070225"/>
            <a:ext cx="10774363"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19200" y="4349750"/>
            <a:ext cx="10774363"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2387263" y="3070225"/>
            <a:ext cx="10777537"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2387263" y="4349750"/>
            <a:ext cx="10777537"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8021638" cy="2324100"/>
          </a:xfrm>
          <a:prstGeom prst="rect">
            <a:avLst/>
          </a:prstGeom>
        </p:spPr>
        <p:txBody>
          <a:bodyPr vert="horz"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9532938" y="546100"/>
            <a:ext cx="13631862" cy="11706225"/>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219200" y="2870200"/>
            <a:ext cx="8021638" cy="93821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79963" y="9601200"/>
            <a:ext cx="14630400" cy="1133475"/>
          </a:xfrm>
          <a:prstGeom prst="rect">
            <a:avLst/>
          </a:prstGeom>
        </p:spPr>
        <p:txBody>
          <a:bodyPr vert="horz"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4779963" y="1225550"/>
            <a:ext cx="14630400" cy="82296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charset="0"/>
            </a:endParaRPr>
          </a:p>
        </p:txBody>
      </p:sp>
      <p:sp>
        <p:nvSpPr>
          <p:cNvPr id="4" name="Text Placeholder 3"/>
          <p:cNvSpPr>
            <a:spLocks noGrp="1"/>
          </p:cNvSpPr>
          <p:nvPr>
            <p:ph type="body" sz="half" idx="2"/>
          </p:nvPr>
        </p:nvSpPr>
        <p:spPr>
          <a:xfrm>
            <a:off x="4779963" y="10734675"/>
            <a:ext cx="14630400" cy="16097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endParaRPr lang="en-US"/>
          </a:p>
        </p:txBody>
      </p:sp>
      <p:sp>
        <p:nvSpPr>
          <p:cNvPr id="3" name="Vertical Text Placeholder 2"/>
          <p:cNvSpPr>
            <a:spLocks noGrp="1"/>
          </p:cNvSpPr>
          <p:nvPr>
            <p:ph type="body" orient="vert" idx="1"/>
          </p:nvPr>
        </p:nvSpPr>
        <p:spPr>
          <a:xfrm>
            <a:off x="1219200" y="3200400"/>
            <a:ext cx="21945600" cy="90519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549275"/>
            <a:ext cx="5486400" cy="11703050"/>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549275"/>
            <a:ext cx="16306800" cy="11703050"/>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2" Type="http://schemas.openxmlformats.org/officeDocument/2006/relationships/theme" Target="../theme/theme2.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3.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2" Type="http://schemas.openxmlformats.org/officeDocument/2006/relationships/theme" Target="../theme/theme4.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2" Type="http://schemas.openxmlformats.org/officeDocument/2006/relationships/theme" Target="../theme/theme5.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2" Type="http://schemas.openxmlformats.org/officeDocument/2006/relationships/theme" Target="../theme/theme6.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D283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hdr="0" ftr="0" dt="0"/>
  <p:txStyles>
    <p:titleStyle>
      <a:lvl1pPr algn="ctr" rtl="0" eaLnBrk="0" fontAlgn="base" hangingPunct="0">
        <a:spcBef>
          <a:spcPts val="200"/>
        </a:spcBef>
        <a:spcAft>
          <a:spcPct val="0"/>
        </a:spcAft>
        <a:defRPr sz="6400">
          <a:solidFill>
            <a:schemeClr val="tx1"/>
          </a:solidFill>
          <a:latin typeface="+mj-lt"/>
          <a:ea typeface="+mj-ea"/>
          <a:cs typeface="+mj-cs"/>
          <a:sym typeface="Gill Sans" charset="0"/>
        </a:defRPr>
      </a:lvl1pPr>
      <a:lvl2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2pPr>
      <a:lvl3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3pPr>
      <a:lvl4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4pPr>
      <a:lvl5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5pPr>
      <a:lvl6pPr marL="4572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6pPr>
      <a:lvl7pPr marL="9144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7pPr>
      <a:lvl8pPr marL="13716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8pPr>
      <a:lvl9pPr marL="18288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9pPr>
    </p:titleStyle>
    <p:bodyStyle>
      <a:lvl1pPr marL="863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192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2pPr>
      <a:lvl3pPr marL="15621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3pPr>
      <a:lvl4pPr marL="19050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4pPr>
      <a:lvl5pPr marL="2260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5pPr>
      <a:lvl6pPr marL="27178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6pPr>
      <a:lvl7pPr marL="31750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7pPr>
      <a:lvl8pPr marL="36322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8pPr>
      <a:lvl9pPr marL="40894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D283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p:hf hdr="0" ftr="0" dt="0"/>
  <p:txStyles>
    <p:titleStyle>
      <a:lvl1pPr algn="ctr" rtl="0" eaLnBrk="0" fontAlgn="base" hangingPunct="0">
        <a:spcBef>
          <a:spcPts val="200"/>
        </a:spcBef>
        <a:spcAft>
          <a:spcPct val="0"/>
        </a:spcAft>
        <a:defRPr sz="6400">
          <a:solidFill>
            <a:schemeClr val="tx1"/>
          </a:solidFill>
          <a:latin typeface="+mj-lt"/>
          <a:ea typeface="+mj-ea"/>
          <a:cs typeface="+mj-cs"/>
          <a:sym typeface="Gill Sans" charset="0"/>
        </a:defRPr>
      </a:lvl1pPr>
      <a:lvl2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2pPr>
      <a:lvl3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3pPr>
      <a:lvl4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4pPr>
      <a:lvl5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5pPr>
      <a:lvl6pPr marL="4572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6pPr>
      <a:lvl7pPr marL="9144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7pPr>
      <a:lvl8pPr marL="13716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8pPr>
      <a:lvl9pPr marL="18288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9pPr>
    </p:titleStyle>
    <p:bodyStyle>
      <a:lvl1pPr marL="863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192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2pPr>
      <a:lvl3pPr marL="15621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3pPr>
      <a:lvl4pPr marL="19050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4pPr>
      <a:lvl5pPr marL="2260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5pPr>
      <a:lvl6pPr marL="27178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6pPr>
      <a:lvl7pPr marL="31750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7pPr>
      <a:lvl8pPr marL="36322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8pPr>
      <a:lvl9pPr marL="40894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1D283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hf hdr="0" ftr="0" dt="0"/>
  <p:txStyles>
    <p:titleStyle>
      <a:lvl1pPr algn="ctr" rtl="0" eaLnBrk="0" fontAlgn="base" hangingPunct="0">
        <a:spcBef>
          <a:spcPts val="200"/>
        </a:spcBef>
        <a:spcAft>
          <a:spcPct val="0"/>
        </a:spcAft>
        <a:defRPr sz="6400">
          <a:solidFill>
            <a:schemeClr val="tx1"/>
          </a:solidFill>
          <a:latin typeface="+mj-lt"/>
          <a:ea typeface="+mj-ea"/>
          <a:cs typeface="+mj-cs"/>
          <a:sym typeface="Gill Sans" charset="0"/>
        </a:defRPr>
      </a:lvl1pPr>
      <a:lvl2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2pPr>
      <a:lvl3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3pPr>
      <a:lvl4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4pPr>
      <a:lvl5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5pPr>
      <a:lvl6pPr marL="4572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6pPr>
      <a:lvl7pPr marL="9144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7pPr>
      <a:lvl8pPr marL="13716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8pPr>
      <a:lvl9pPr marL="18288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9pPr>
    </p:titleStyle>
    <p:bodyStyle>
      <a:lvl1pPr marL="863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192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2pPr>
      <a:lvl3pPr marL="15621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3pPr>
      <a:lvl4pPr marL="19050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4pPr>
      <a:lvl5pPr marL="2260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5pPr>
      <a:lvl6pPr marL="27178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6pPr>
      <a:lvl7pPr marL="31750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7pPr>
      <a:lvl8pPr marL="36322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8pPr>
      <a:lvl9pPr marL="40894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1D283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hf hdr="0" ftr="0" dt="0"/>
  <p:txStyles>
    <p:titleStyle>
      <a:lvl1pPr algn="ctr" rtl="0" eaLnBrk="0" fontAlgn="base" hangingPunct="0">
        <a:spcBef>
          <a:spcPts val="200"/>
        </a:spcBef>
        <a:spcAft>
          <a:spcPct val="0"/>
        </a:spcAft>
        <a:defRPr sz="6400">
          <a:solidFill>
            <a:schemeClr val="tx1"/>
          </a:solidFill>
          <a:latin typeface="+mj-lt"/>
          <a:ea typeface="+mj-ea"/>
          <a:cs typeface="+mj-cs"/>
          <a:sym typeface="Gill Sans" charset="0"/>
        </a:defRPr>
      </a:lvl1pPr>
      <a:lvl2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2pPr>
      <a:lvl3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3pPr>
      <a:lvl4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4pPr>
      <a:lvl5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5pPr>
      <a:lvl6pPr marL="4572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6pPr>
      <a:lvl7pPr marL="9144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7pPr>
      <a:lvl8pPr marL="13716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8pPr>
      <a:lvl9pPr marL="18288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9pPr>
    </p:titleStyle>
    <p:bodyStyle>
      <a:lvl1pPr marL="863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192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2pPr>
      <a:lvl3pPr marL="15621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3pPr>
      <a:lvl4pPr marL="19050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4pPr>
      <a:lvl5pPr marL="2260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5pPr>
      <a:lvl6pPr marL="27178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6pPr>
      <a:lvl7pPr marL="31750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7pPr>
      <a:lvl8pPr marL="36322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8pPr>
      <a:lvl9pPr marL="40894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1D283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ransition/>
  <p:hf hdr="0" ftr="0" dt="0"/>
  <p:txStyles>
    <p:titleStyle>
      <a:lvl1pPr algn="ctr" rtl="0" eaLnBrk="0" fontAlgn="base" hangingPunct="0">
        <a:spcBef>
          <a:spcPts val="200"/>
        </a:spcBef>
        <a:spcAft>
          <a:spcPct val="0"/>
        </a:spcAft>
        <a:defRPr sz="6400">
          <a:solidFill>
            <a:schemeClr val="tx1"/>
          </a:solidFill>
          <a:latin typeface="+mj-lt"/>
          <a:ea typeface="+mj-ea"/>
          <a:cs typeface="+mj-cs"/>
          <a:sym typeface="Gill Sans" charset="0"/>
        </a:defRPr>
      </a:lvl1pPr>
      <a:lvl2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2pPr>
      <a:lvl3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3pPr>
      <a:lvl4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4pPr>
      <a:lvl5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5pPr>
      <a:lvl6pPr marL="4572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6pPr>
      <a:lvl7pPr marL="9144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7pPr>
      <a:lvl8pPr marL="13716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8pPr>
      <a:lvl9pPr marL="18288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9pPr>
    </p:titleStyle>
    <p:bodyStyle>
      <a:lvl1pPr marL="863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192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2pPr>
      <a:lvl3pPr marL="15621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3pPr>
      <a:lvl4pPr marL="19050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4pPr>
      <a:lvl5pPr marL="2260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5pPr>
      <a:lvl6pPr marL="27178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6pPr>
      <a:lvl7pPr marL="31750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7pPr>
      <a:lvl8pPr marL="36322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8pPr>
      <a:lvl9pPr marL="40894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1D2835"/>
        </a:solidFill>
        <a:effectLst/>
      </p:bgPr>
    </p:bg>
    <p:spTree>
      <p:nvGrpSpPr>
        <p:cNvPr id="1" name=""/>
        <p:cNvGrpSpPr/>
        <p:nvPr/>
      </p:nvGrpSpPr>
      <p:grpSpPr>
        <a:xfrm>
          <a:off x="0" y="0"/>
          <a:ext cx="0" cy="0"/>
          <a:chOff x="0" y="0"/>
          <a:chExt cx="0" cy="0"/>
        </a:xfrm>
      </p:grpSpPr>
      <p:sp>
        <p:nvSpPr>
          <p:cNvPr id="7170" name="AutoShape 1"/>
          <p:cNvSpPr/>
          <p:nvPr/>
        </p:nvSpPr>
        <p:spPr bwMode="auto">
          <a:xfrm>
            <a:off x="-12700" y="-114300"/>
            <a:ext cx="24384000" cy="13843000"/>
          </a:xfrm>
          <a:custGeom>
            <a:avLst/>
            <a:gdLst>
              <a:gd name="T0" fmla="*/ 2147483647 w 21600"/>
              <a:gd name="T1" fmla="*/ 2147483647 h 21600"/>
              <a:gd name="T2" fmla="*/ 0 w 21600"/>
              <a:gd name="T3" fmla="*/ 2147483647 h 21600"/>
              <a:gd name="T4" fmla="*/ 0 w 21600"/>
              <a:gd name="T5" fmla="*/ 0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chemeClr val="accent1"/>
          </a:solidFill>
          <a:ln>
            <a:noFill/>
          </a:ln>
        </p:spPr>
        <p:txBody>
          <a:bodyPr lIns="0" tIns="0" rIns="0" bIns="0"/>
          <a:lstStyle/>
          <a:p>
            <a:endParaRPr lang="en-US"/>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ransition/>
  <p:hf hdr="0" ftr="0" dt="0"/>
  <p:txStyles>
    <p:titleStyle>
      <a:lvl1pPr algn="ctr" rtl="0" eaLnBrk="0" fontAlgn="base" hangingPunct="0">
        <a:spcBef>
          <a:spcPts val="200"/>
        </a:spcBef>
        <a:spcAft>
          <a:spcPct val="0"/>
        </a:spcAft>
        <a:defRPr sz="6400">
          <a:solidFill>
            <a:schemeClr val="tx1"/>
          </a:solidFill>
          <a:latin typeface="+mj-lt"/>
          <a:ea typeface="+mj-ea"/>
          <a:cs typeface="+mj-cs"/>
          <a:sym typeface="Gill Sans" charset="0"/>
        </a:defRPr>
      </a:lvl1pPr>
      <a:lvl2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2pPr>
      <a:lvl3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3pPr>
      <a:lvl4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4pPr>
      <a:lvl5pPr algn="ctr" rtl="0" eaLnBrk="0" fontAlgn="base" hangingPunct="0">
        <a:spcBef>
          <a:spcPts val="200"/>
        </a:spcBef>
        <a:spcAft>
          <a:spcPct val="0"/>
        </a:spcAft>
        <a:defRPr sz="6400">
          <a:solidFill>
            <a:schemeClr val="tx1"/>
          </a:solidFill>
          <a:latin typeface="Gill Sans" charset="0"/>
          <a:ea typeface="Heiti SC Light" charset="0"/>
          <a:cs typeface="Heiti SC Light" charset="0"/>
          <a:sym typeface="Gill Sans" charset="0"/>
        </a:defRPr>
      </a:lvl5pPr>
      <a:lvl6pPr marL="4572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6pPr>
      <a:lvl7pPr marL="9144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7pPr>
      <a:lvl8pPr marL="13716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8pPr>
      <a:lvl9pPr marL="1828800" algn="ctr" rtl="0" fontAlgn="base">
        <a:spcBef>
          <a:spcPts val="200"/>
        </a:spcBef>
        <a:spcAft>
          <a:spcPct val="0"/>
        </a:spcAft>
        <a:defRPr sz="6400">
          <a:solidFill>
            <a:schemeClr val="tx1"/>
          </a:solidFill>
          <a:latin typeface="Gill Sans" charset="0"/>
          <a:ea typeface="Heiti SC Light" charset="0"/>
          <a:cs typeface="Heiti SC Light" charset="0"/>
          <a:sym typeface="Gill Sans" charset="0"/>
        </a:defRPr>
      </a:lvl9pPr>
    </p:titleStyle>
    <p:bodyStyle>
      <a:lvl1pPr marL="863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192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2pPr>
      <a:lvl3pPr marL="15621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3pPr>
      <a:lvl4pPr marL="19050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4pPr>
      <a:lvl5pPr marL="2260600" indent="-609600" algn="l" rtl="0" eaLnBrk="0" fontAlgn="base" hangingPunct="0">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5pPr>
      <a:lvl6pPr marL="27178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6pPr>
      <a:lvl7pPr marL="31750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7pPr>
      <a:lvl8pPr marL="36322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8pPr>
      <a:lvl9pPr marL="4089400" indent="-609600" algn="l" rtl="0" fontAlgn="base">
        <a:spcBef>
          <a:spcPts val="20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6.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6.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2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6.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4.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37.xml"/><Relationship Id="rId25" Type="http://schemas.openxmlformats.org/officeDocument/2006/relationships/slideLayout" Target="../slideLayouts/slideLayout4.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AutoShape 1"/>
          <p:cNvSpPr/>
          <p:nvPr/>
        </p:nvSpPr>
        <p:spPr bwMode="auto">
          <a:xfrm>
            <a:off x="-12700" y="12700"/>
            <a:ext cx="24382413" cy="13716000"/>
          </a:xfrm>
          <a:custGeom>
            <a:avLst/>
            <a:gdLst>
              <a:gd name="T0" fmla="*/ 2147483647 w 21600"/>
              <a:gd name="T1" fmla="*/ 2147483647 h 21600"/>
              <a:gd name="T2" fmla="*/ 0 w 21600"/>
              <a:gd name="T3" fmla="*/ 2147483647 h 21600"/>
              <a:gd name="T4" fmla="*/ 0 w 21600"/>
              <a:gd name="T5" fmla="*/ 0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18212C"/>
          </a:solidFill>
          <a:ln>
            <a:noFill/>
          </a:ln>
        </p:spPr>
        <p:txBody>
          <a:bodyPr lIns="0" tIns="0" rIns="0" bIns="0"/>
          <a:lstStyle/>
          <a:p>
            <a:endParaRPr lang="en-US"/>
          </a:p>
        </p:txBody>
      </p:sp>
      <p:sp>
        <p:nvSpPr>
          <p:cNvPr id="8194" name="AutoShape 2"/>
          <p:cNvSpPr/>
          <p:nvPr/>
        </p:nvSpPr>
        <p:spPr bwMode="auto">
          <a:xfrm>
            <a:off x="-787400" y="8407400"/>
            <a:ext cx="25755600" cy="5316538"/>
          </a:xfrm>
          <a:custGeom>
            <a:avLst/>
            <a:gdLst>
              <a:gd name="T0" fmla="*/ 2147483647 w 21600"/>
              <a:gd name="T1" fmla="*/ 2147483647 h 21189"/>
              <a:gd name="T2" fmla="*/ 2147483647 w 21600"/>
              <a:gd name="T3" fmla="*/ 2147483647 h 21189"/>
              <a:gd name="T4" fmla="*/ 2147483647 w 21600"/>
              <a:gd name="T5" fmla="*/ 2147483647 h 21189"/>
              <a:gd name="T6" fmla="*/ 2147483647 w 21600"/>
              <a:gd name="T7" fmla="*/ 2147483647 h 21189"/>
              <a:gd name="T8" fmla="*/ 2147483647 w 21600"/>
              <a:gd name="T9" fmla="*/ 2147483647 h 21189"/>
              <a:gd name="T10" fmla="*/ 2147483647 w 21600"/>
              <a:gd name="T11" fmla="*/ 2147483647 h 21189"/>
              <a:gd name="T12" fmla="*/ 2147483647 w 21600"/>
              <a:gd name="T13" fmla="*/ 2147483647 h 21189"/>
              <a:gd name="T14" fmla="*/ 2147483647 w 21600"/>
              <a:gd name="T15" fmla="*/ 2147483647 h 21189"/>
              <a:gd name="T16" fmla="*/ 2147483647 w 21600"/>
              <a:gd name="T17" fmla="*/ 2147483647 h 21189"/>
              <a:gd name="T18" fmla="*/ 2147483647 w 21600"/>
              <a:gd name="T19" fmla="*/ 2147483647 h 21189"/>
              <a:gd name="T20" fmla="*/ 2147483647 w 21600"/>
              <a:gd name="T21" fmla="*/ 2147483647 h 21189"/>
              <a:gd name="T22" fmla="*/ 2147483647 w 21600"/>
              <a:gd name="T23" fmla="*/ 2147483647 h 21189"/>
              <a:gd name="T24" fmla="*/ 2147483647 w 21600"/>
              <a:gd name="T25" fmla="*/ 2147483647 h 21189"/>
              <a:gd name="T26" fmla="*/ 2147483647 w 21600"/>
              <a:gd name="T27" fmla="*/ 2147483647 h 21189"/>
              <a:gd name="T28" fmla="*/ 2147483647 w 21600"/>
              <a:gd name="T29" fmla="*/ 2147483647 h 21189"/>
              <a:gd name="T30" fmla="*/ 2147483647 w 21600"/>
              <a:gd name="T31" fmla="*/ 2147483647 h 21189"/>
              <a:gd name="T32" fmla="*/ 2147483647 w 21600"/>
              <a:gd name="T33" fmla="*/ 2147483647 h 21189"/>
              <a:gd name="T34" fmla="*/ 2147483647 w 21600"/>
              <a:gd name="T35" fmla="*/ 2147483647 h 21189"/>
              <a:gd name="T36" fmla="*/ 2147483647 w 21600"/>
              <a:gd name="T37" fmla="*/ 2147483647 h 21189"/>
              <a:gd name="T38" fmla="*/ 2147483647 w 21600"/>
              <a:gd name="T39" fmla="*/ 2147483647 h 21189"/>
              <a:gd name="T40" fmla="*/ 2147483647 w 21600"/>
              <a:gd name="T41" fmla="*/ 2147483647 h 21189"/>
              <a:gd name="T42" fmla="*/ 2147483647 w 21600"/>
              <a:gd name="T43" fmla="*/ 2147483647 h 21189"/>
              <a:gd name="T44" fmla="*/ 2147483647 w 21600"/>
              <a:gd name="T45" fmla="*/ 2147483647 h 21189"/>
              <a:gd name="T46" fmla="*/ 2147483647 w 21600"/>
              <a:gd name="T47" fmla="*/ 2147483647 h 21189"/>
              <a:gd name="T48" fmla="*/ 2147483647 w 21600"/>
              <a:gd name="T49" fmla="*/ 2147483647 h 21189"/>
              <a:gd name="T50" fmla="*/ 2147483647 w 21600"/>
              <a:gd name="T51" fmla="*/ 2147483647 h 21189"/>
              <a:gd name="T52" fmla="*/ 2147483647 w 21600"/>
              <a:gd name="T53" fmla="*/ 2147483647 h 21189"/>
              <a:gd name="T54" fmla="*/ 2147483647 w 21600"/>
              <a:gd name="T55" fmla="*/ 2147483647 h 21189"/>
              <a:gd name="T56" fmla="*/ 2147483647 w 21600"/>
              <a:gd name="T57" fmla="*/ 2147483647 h 21189"/>
              <a:gd name="T58" fmla="*/ 2147483647 w 21600"/>
              <a:gd name="T59" fmla="*/ 2147483647 h 21189"/>
              <a:gd name="T60" fmla="*/ 2147483647 w 21600"/>
              <a:gd name="T61" fmla="*/ 2147483647 h 21189"/>
              <a:gd name="T62" fmla="*/ 2147483647 w 21600"/>
              <a:gd name="T63" fmla="*/ 2147483647 h 21189"/>
              <a:gd name="T64" fmla="*/ 0 w 21600"/>
              <a:gd name="T65" fmla="*/ 2147483647 h 21189"/>
              <a:gd name="T66" fmla="*/ 0 w 21600"/>
              <a:gd name="T67" fmla="*/ 2147483647 h 21189"/>
              <a:gd name="T68" fmla="*/ 2147483647 w 21600"/>
              <a:gd name="T69" fmla="*/ 2147483647 h 21189"/>
              <a:gd name="T70" fmla="*/ 2147483647 w 21600"/>
              <a:gd name="T71" fmla="*/ 2147483647 h 21189"/>
              <a:gd name="T72" fmla="*/ 2147483647 w 21600"/>
              <a:gd name="T73" fmla="*/ 2147483647 h 21189"/>
              <a:gd name="T74" fmla="*/ 2147483647 w 21600"/>
              <a:gd name="T75" fmla="*/ 2147483647 h 21189"/>
              <a:gd name="T76" fmla="*/ 2147483647 w 21600"/>
              <a:gd name="T77" fmla="*/ 2147483647 h 21189"/>
              <a:gd name="T78" fmla="*/ 2147483647 w 21600"/>
              <a:gd name="T79" fmla="*/ 2147483647 h 21189"/>
              <a:gd name="T80" fmla="*/ 2147483647 w 21600"/>
              <a:gd name="T81" fmla="*/ 2147483647 h 21189"/>
              <a:gd name="T82" fmla="*/ 2147483647 w 21600"/>
              <a:gd name="T83" fmla="*/ 2147483647 h 21189"/>
              <a:gd name="T84" fmla="*/ 2147483647 w 21600"/>
              <a:gd name="T85" fmla="*/ 2147483647 h 21189"/>
              <a:gd name="T86" fmla="*/ 2147483647 w 21600"/>
              <a:gd name="T87" fmla="*/ 2147483647 h 21189"/>
              <a:gd name="T88" fmla="*/ 2147483647 w 21600"/>
              <a:gd name="T89" fmla="*/ 2147483647 h 211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600" h="21189">
                <a:moveTo>
                  <a:pt x="5815" y="9776"/>
                </a:moveTo>
                <a:cubicBezTo>
                  <a:pt x="6029" y="9763"/>
                  <a:pt x="6056" y="9775"/>
                  <a:pt x="5815" y="9776"/>
                </a:cubicBezTo>
                <a:cubicBezTo>
                  <a:pt x="5815" y="9776"/>
                  <a:pt x="5815" y="9776"/>
                  <a:pt x="5815" y="9776"/>
                </a:cubicBezTo>
                <a:close/>
                <a:moveTo>
                  <a:pt x="5673" y="9762"/>
                </a:moveTo>
                <a:cubicBezTo>
                  <a:pt x="5714" y="9755"/>
                  <a:pt x="5754" y="9752"/>
                  <a:pt x="5792" y="9752"/>
                </a:cubicBezTo>
                <a:cubicBezTo>
                  <a:pt x="5800" y="9752"/>
                  <a:pt x="5807" y="9752"/>
                  <a:pt x="5815" y="9752"/>
                </a:cubicBezTo>
                <a:cubicBezTo>
                  <a:pt x="5774" y="9752"/>
                  <a:pt x="5726" y="9757"/>
                  <a:pt x="5673" y="9762"/>
                </a:cubicBezTo>
                <a:close/>
                <a:moveTo>
                  <a:pt x="18267" y="7961"/>
                </a:moveTo>
                <a:cubicBezTo>
                  <a:pt x="18273" y="7969"/>
                  <a:pt x="18279" y="7976"/>
                  <a:pt x="18286" y="7984"/>
                </a:cubicBezTo>
                <a:cubicBezTo>
                  <a:pt x="18320" y="8024"/>
                  <a:pt x="18355" y="8068"/>
                  <a:pt x="18390" y="8116"/>
                </a:cubicBezTo>
                <a:cubicBezTo>
                  <a:pt x="18343" y="8057"/>
                  <a:pt x="18302" y="8005"/>
                  <a:pt x="18267" y="7961"/>
                </a:cubicBezTo>
                <a:cubicBezTo>
                  <a:pt x="18056" y="7714"/>
                  <a:pt x="18081" y="7730"/>
                  <a:pt x="18267" y="7961"/>
                </a:cubicBezTo>
                <a:close/>
                <a:moveTo>
                  <a:pt x="19623" y="12306"/>
                </a:moveTo>
                <a:cubicBezTo>
                  <a:pt x="19014" y="11268"/>
                  <a:pt x="18338" y="10417"/>
                  <a:pt x="17607" y="9954"/>
                </a:cubicBezTo>
                <a:cubicBezTo>
                  <a:pt x="13941" y="7636"/>
                  <a:pt x="13160" y="6834"/>
                  <a:pt x="13160" y="6834"/>
                </a:cubicBezTo>
                <a:cubicBezTo>
                  <a:pt x="13160" y="6834"/>
                  <a:pt x="15518" y="7057"/>
                  <a:pt x="17903" y="8145"/>
                </a:cubicBezTo>
                <a:cubicBezTo>
                  <a:pt x="17896" y="8135"/>
                  <a:pt x="17890" y="8125"/>
                  <a:pt x="17883" y="8116"/>
                </a:cubicBezTo>
                <a:cubicBezTo>
                  <a:pt x="17891" y="8126"/>
                  <a:pt x="17898" y="8136"/>
                  <a:pt x="17906" y="8146"/>
                </a:cubicBezTo>
                <a:cubicBezTo>
                  <a:pt x="18368" y="8357"/>
                  <a:pt x="18830" y="8600"/>
                  <a:pt x="19277" y="8880"/>
                </a:cubicBezTo>
                <a:cubicBezTo>
                  <a:pt x="19010" y="8214"/>
                  <a:pt x="18729" y="7550"/>
                  <a:pt x="18462" y="6939"/>
                </a:cubicBezTo>
                <a:cubicBezTo>
                  <a:pt x="16931" y="5794"/>
                  <a:pt x="15492" y="4810"/>
                  <a:pt x="15070" y="4694"/>
                </a:cubicBezTo>
                <a:cubicBezTo>
                  <a:pt x="14600" y="4565"/>
                  <a:pt x="15868" y="4478"/>
                  <a:pt x="17628" y="5105"/>
                </a:cubicBezTo>
                <a:cubicBezTo>
                  <a:pt x="17350" y="4521"/>
                  <a:pt x="16888" y="4429"/>
                  <a:pt x="16861" y="4387"/>
                </a:cubicBezTo>
                <a:cubicBezTo>
                  <a:pt x="16362" y="3603"/>
                  <a:pt x="15987" y="3643"/>
                  <a:pt x="14894" y="2363"/>
                </a:cubicBezTo>
                <a:cubicBezTo>
                  <a:pt x="12876" y="0"/>
                  <a:pt x="13126" y="481"/>
                  <a:pt x="11368" y="35"/>
                </a:cubicBezTo>
                <a:cubicBezTo>
                  <a:pt x="9611" y="-411"/>
                  <a:pt x="6913" y="3535"/>
                  <a:pt x="5395" y="5140"/>
                </a:cubicBezTo>
                <a:cubicBezTo>
                  <a:pt x="4681" y="5894"/>
                  <a:pt x="4025" y="6844"/>
                  <a:pt x="3431" y="7890"/>
                </a:cubicBezTo>
                <a:cubicBezTo>
                  <a:pt x="6363" y="6387"/>
                  <a:pt x="10536" y="6384"/>
                  <a:pt x="10536" y="6384"/>
                </a:cubicBezTo>
                <a:cubicBezTo>
                  <a:pt x="10536" y="6384"/>
                  <a:pt x="9039" y="6834"/>
                  <a:pt x="5937" y="8439"/>
                </a:cubicBezTo>
                <a:cubicBezTo>
                  <a:pt x="5192" y="8824"/>
                  <a:pt x="4451" y="9462"/>
                  <a:pt x="3757" y="10208"/>
                </a:cubicBezTo>
                <a:cubicBezTo>
                  <a:pt x="4622" y="9922"/>
                  <a:pt x="5381" y="9820"/>
                  <a:pt x="5780" y="9786"/>
                </a:cubicBezTo>
                <a:cubicBezTo>
                  <a:pt x="4609" y="9982"/>
                  <a:pt x="2597" y="13065"/>
                  <a:pt x="1316" y="15451"/>
                </a:cubicBezTo>
                <a:cubicBezTo>
                  <a:pt x="793" y="16426"/>
                  <a:pt x="324" y="18865"/>
                  <a:pt x="0" y="21050"/>
                </a:cubicBezTo>
                <a:lnTo>
                  <a:pt x="0" y="21189"/>
                </a:lnTo>
                <a:lnTo>
                  <a:pt x="56" y="21189"/>
                </a:lnTo>
                <a:cubicBezTo>
                  <a:pt x="1087" y="16044"/>
                  <a:pt x="3470" y="14141"/>
                  <a:pt x="2054" y="16374"/>
                </a:cubicBezTo>
                <a:cubicBezTo>
                  <a:pt x="1443" y="17336"/>
                  <a:pt x="1004" y="19200"/>
                  <a:pt x="685" y="21189"/>
                </a:cubicBezTo>
                <a:lnTo>
                  <a:pt x="21218" y="21189"/>
                </a:lnTo>
                <a:cubicBezTo>
                  <a:pt x="21080" y="20160"/>
                  <a:pt x="20901" y="19213"/>
                  <a:pt x="20671" y="18433"/>
                </a:cubicBezTo>
                <a:cubicBezTo>
                  <a:pt x="19853" y="15658"/>
                  <a:pt x="20771" y="17505"/>
                  <a:pt x="21501" y="21189"/>
                </a:cubicBezTo>
                <a:lnTo>
                  <a:pt x="21600" y="21189"/>
                </a:lnTo>
                <a:lnTo>
                  <a:pt x="21600" y="19421"/>
                </a:lnTo>
                <a:cubicBezTo>
                  <a:pt x="21536" y="19015"/>
                  <a:pt x="21461" y="18650"/>
                  <a:pt x="21381" y="18342"/>
                </a:cubicBezTo>
                <a:cubicBezTo>
                  <a:pt x="20898" y="16482"/>
                  <a:pt x="20263" y="14245"/>
                  <a:pt x="19623" y="12306"/>
                </a:cubicBezTo>
                <a:close/>
                <a:moveTo>
                  <a:pt x="19623" y="12306"/>
                </a:moveTo>
              </a:path>
            </a:pathLst>
          </a:custGeom>
          <a:solidFill>
            <a:schemeClr val="accent1"/>
          </a:solidFill>
          <a:ln>
            <a:noFill/>
          </a:ln>
        </p:spPr>
        <p:txBody>
          <a:bodyPr lIns="0" tIns="0" rIns="0" bIns="0"/>
          <a:lstStyle/>
          <a:p>
            <a:endParaRPr lang="en-US"/>
          </a:p>
        </p:txBody>
      </p:sp>
      <p:sp>
        <p:nvSpPr>
          <p:cNvPr id="8195" name="AutoShape 9"/>
          <p:cNvSpPr/>
          <p:nvPr/>
        </p:nvSpPr>
        <p:spPr bwMode="auto">
          <a:xfrm>
            <a:off x="12700" y="12700"/>
            <a:ext cx="24382413" cy="7707313"/>
          </a:xfrm>
          <a:custGeom>
            <a:avLst/>
            <a:gdLst>
              <a:gd name="T0" fmla="*/ 0 w 21600"/>
              <a:gd name="T1" fmla="*/ 2147483647 h 21600"/>
              <a:gd name="T2" fmla="*/ 2147483647 w 21600"/>
              <a:gd name="T3" fmla="*/ 2147483647 h 21600"/>
              <a:gd name="T4" fmla="*/ 0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0 h 21600"/>
              <a:gd name="T54" fmla="*/ 0 w 21600"/>
              <a:gd name="T55" fmla="*/ 0 h 21600"/>
              <a:gd name="T56" fmla="*/ 0 w 21600"/>
              <a:gd name="T57" fmla="*/ 2147483647 h 21600"/>
              <a:gd name="T58" fmla="*/ 0 w 21600"/>
              <a:gd name="T59" fmla="*/ 2147483647 h 216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1600" h="21600">
                <a:moveTo>
                  <a:pt x="0" y="12713"/>
                </a:moveTo>
                <a:cubicBezTo>
                  <a:pt x="22" y="13340"/>
                  <a:pt x="44" y="13943"/>
                  <a:pt x="63" y="14503"/>
                </a:cubicBezTo>
                <a:cubicBezTo>
                  <a:pt x="41" y="14567"/>
                  <a:pt x="20" y="14631"/>
                  <a:pt x="0" y="14695"/>
                </a:cubicBezTo>
                <a:lnTo>
                  <a:pt x="0" y="21600"/>
                </a:lnTo>
                <a:cubicBezTo>
                  <a:pt x="327" y="19856"/>
                  <a:pt x="793" y="17909"/>
                  <a:pt x="1316" y="17130"/>
                </a:cubicBezTo>
                <a:cubicBezTo>
                  <a:pt x="2596" y="15225"/>
                  <a:pt x="4608" y="12763"/>
                  <a:pt x="5779" y="12607"/>
                </a:cubicBezTo>
                <a:cubicBezTo>
                  <a:pt x="5380" y="12634"/>
                  <a:pt x="4621" y="12716"/>
                  <a:pt x="3756" y="12945"/>
                </a:cubicBezTo>
                <a:cubicBezTo>
                  <a:pt x="4450" y="12349"/>
                  <a:pt x="5191" y="11839"/>
                  <a:pt x="5936" y="11532"/>
                </a:cubicBezTo>
                <a:cubicBezTo>
                  <a:pt x="9037" y="10250"/>
                  <a:pt x="10534" y="9892"/>
                  <a:pt x="10534" y="9892"/>
                </a:cubicBezTo>
                <a:cubicBezTo>
                  <a:pt x="10534" y="9892"/>
                  <a:pt x="6362" y="9893"/>
                  <a:pt x="3431" y="11094"/>
                </a:cubicBezTo>
                <a:cubicBezTo>
                  <a:pt x="4025" y="10259"/>
                  <a:pt x="4680" y="9500"/>
                  <a:pt x="5393" y="8898"/>
                </a:cubicBezTo>
                <a:cubicBezTo>
                  <a:pt x="6912" y="7616"/>
                  <a:pt x="9384" y="6478"/>
                  <a:pt x="11141" y="6833"/>
                </a:cubicBezTo>
                <a:cubicBezTo>
                  <a:pt x="12898" y="7189"/>
                  <a:pt x="12790" y="6683"/>
                  <a:pt x="14959" y="7403"/>
                </a:cubicBezTo>
                <a:cubicBezTo>
                  <a:pt x="16092" y="7779"/>
                  <a:pt x="17019" y="8115"/>
                  <a:pt x="17127" y="8115"/>
                </a:cubicBezTo>
                <a:cubicBezTo>
                  <a:pt x="17156" y="8115"/>
                  <a:pt x="17347" y="8404"/>
                  <a:pt x="17625" y="8870"/>
                </a:cubicBezTo>
                <a:cubicBezTo>
                  <a:pt x="15865" y="8369"/>
                  <a:pt x="14598" y="8439"/>
                  <a:pt x="15067" y="8542"/>
                </a:cubicBezTo>
                <a:cubicBezTo>
                  <a:pt x="15489" y="8634"/>
                  <a:pt x="16928" y="9420"/>
                  <a:pt x="18459" y="10334"/>
                </a:cubicBezTo>
                <a:cubicBezTo>
                  <a:pt x="18726" y="10822"/>
                  <a:pt x="19007" y="11352"/>
                  <a:pt x="19274" y="11884"/>
                </a:cubicBezTo>
                <a:cubicBezTo>
                  <a:pt x="18827" y="11661"/>
                  <a:pt x="18365" y="11466"/>
                  <a:pt x="17903" y="11298"/>
                </a:cubicBezTo>
                <a:cubicBezTo>
                  <a:pt x="17895" y="11290"/>
                  <a:pt x="17888" y="11282"/>
                  <a:pt x="17880" y="11274"/>
                </a:cubicBezTo>
                <a:cubicBezTo>
                  <a:pt x="17887" y="11281"/>
                  <a:pt x="17893" y="11289"/>
                  <a:pt x="17900" y="11297"/>
                </a:cubicBezTo>
                <a:cubicBezTo>
                  <a:pt x="15516" y="10429"/>
                  <a:pt x="13158" y="10250"/>
                  <a:pt x="13158" y="10250"/>
                </a:cubicBezTo>
                <a:cubicBezTo>
                  <a:pt x="13158" y="10250"/>
                  <a:pt x="13939" y="10891"/>
                  <a:pt x="17605" y="12742"/>
                </a:cubicBezTo>
                <a:cubicBezTo>
                  <a:pt x="18336" y="13111"/>
                  <a:pt x="19012" y="13790"/>
                  <a:pt x="19621" y="14619"/>
                </a:cubicBezTo>
                <a:cubicBezTo>
                  <a:pt x="20261" y="16168"/>
                  <a:pt x="20896" y="17953"/>
                  <a:pt x="21379" y="19439"/>
                </a:cubicBezTo>
                <a:cubicBezTo>
                  <a:pt x="21459" y="19684"/>
                  <a:pt x="21533" y="19975"/>
                  <a:pt x="21600" y="20300"/>
                </a:cubicBezTo>
                <a:lnTo>
                  <a:pt x="21600" y="0"/>
                </a:lnTo>
                <a:lnTo>
                  <a:pt x="0" y="0"/>
                </a:lnTo>
                <a:cubicBezTo>
                  <a:pt x="0" y="0"/>
                  <a:pt x="0" y="12713"/>
                  <a:pt x="0" y="12713"/>
                </a:cubicBezTo>
                <a:close/>
                <a:moveTo>
                  <a:pt x="0" y="12713"/>
                </a:moveTo>
              </a:path>
            </a:pathLst>
          </a:custGeom>
          <a:solidFill>
            <a:srgbClr val="10161D">
              <a:alpha val="50195"/>
            </a:srgbClr>
          </a:solidFill>
          <a:ln>
            <a:noFill/>
          </a:ln>
        </p:spPr>
        <p:txBody>
          <a:bodyPr lIns="0" tIns="0" rIns="0" bIns="0"/>
          <a:lstStyle/>
          <a:p>
            <a:endParaRPr lang="en-US"/>
          </a:p>
        </p:txBody>
      </p:sp>
      <p:grpSp>
        <p:nvGrpSpPr>
          <p:cNvPr id="8308" name="Group 106"/>
          <p:cNvGrpSpPr/>
          <p:nvPr/>
        </p:nvGrpSpPr>
        <p:grpSpPr bwMode="auto">
          <a:xfrm>
            <a:off x="6858000" y="9372600"/>
            <a:ext cx="1752600" cy="1752600"/>
            <a:chOff x="4771655" y="5504679"/>
            <a:chExt cx="3932238" cy="3932238"/>
          </a:xfrm>
        </p:grpSpPr>
        <p:sp>
          <p:nvSpPr>
            <p:cNvPr id="8310" name="AutoShape 23"/>
            <p:cNvSpPr/>
            <p:nvPr/>
          </p:nvSpPr>
          <p:spPr bwMode="auto">
            <a:xfrm>
              <a:off x="4771655" y="5504679"/>
              <a:ext cx="3932238" cy="3932238"/>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4849C4"/>
            </a:solidFill>
            <a:ln>
              <a:noFill/>
            </a:ln>
          </p:spPr>
          <p:txBody>
            <a:bodyPr lIns="0" tIns="0" rIns="0" bIns="0"/>
            <a:lstStyle/>
            <a:p>
              <a:endParaRPr lang="en-US"/>
            </a:p>
          </p:txBody>
        </p:sp>
        <p:sp>
          <p:nvSpPr>
            <p:cNvPr id="8311" name="AutoShape 58"/>
            <p:cNvSpPr/>
            <p:nvPr/>
          </p:nvSpPr>
          <p:spPr bwMode="auto">
            <a:xfrm>
              <a:off x="5571755" y="5542778"/>
              <a:ext cx="3108326" cy="2495549"/>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0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6B6EDB">
                <a:alpha val="70195"/>
              </a:srgbClr>
            </a:solidFill>
            <a:ln>
              <a:noFill/>
            </a:ln>
          </p:spPr>
          <p:txBody>
            <a:bodyPr lIns="0" tIns="0" rIns="0" bIns="0"/>
            <a:lstStyle/>
            <a:p>
              <a:endParaRPr lang="en-US"/>
            </a:p>
          </p:txBody>
        </p:sp>
      </p:grpSp>
      <p:sp>
        <p:nvSpPr>
          <p:cNvPr id="8197" name="Line 3"/>
          <p:cNvSpPr>
            <a:spLocks noChangeShapeType="1"/>
          </p:cNvSpPr>
          <p:nvPr/>
        </p:nvSpPr>
        <p:spPr bwMode="auto">
          <a:xfrm>
            <a:off x="12663488" y="11361738"/>
            <a:ext cx="0" cy="4906962"/>
          </a:xfrm>
          <a:prstGeom prst="line">
            <a:avLst/>
          </a:prstGeom>
          <a:noFill/>
          <a:ln w="76200">
            <a:solidFill>
              <a:srgbClr val="61768D"/>
            </a:solidFill>
            <a:prstDash val="sysDot"/>
            <a:miter lim="800000"/>
          </a:ln>
        </p:spPr>
        <p:txBody>
          <a:bodyPr lIns="0" tIns="0" rIns="0" bIns="0"/>
          <a:lstStyle/>
          <a:p>
            <a:endParaRPr lang="en-US"/>
          </a:p>
        </p:txBody>
      </p:sp>
      <p:grpSp>
        <p:nvGrpSpPr>
          <p:cNvPr id="8198" name="Group 8"/>
          <p:cNvGrpSpPr/>
          <p:nvPr/>
        </p:nvGrpSpPr>
        <p:grpSpPr bwMode="auto">
          <a:xfrm>
            <a:off x="469900" y="190500"/>
            <a:ext cx="6883400" cy="5143500"/>
            <a:chOff x="469900" y="190500"/>
            <a:chExt cx="6883400" cy="5143500"/>
          </a:xfrm>
        </p:grpSpPr>
        <p:sp>
          <p:nvSpPr>
            <p:cNvPr id="8298" name="AutoShape 4"/>
            <p:cNvSpPr/>
            <p:nvPr/>
          </p:nvSpPr>
          <p:spPr bwMode="auto">
            <a:xfrm>
              <a:off x="6388100" y="4508500"/>
              <a:ext cx="158750" cy="1588"/>
            </a:xfrm>
            <a:custGeom>
              <a:avLst/>
              <a:gdLst>
                <a:gd name="T0" fmla="*/ 53157386 w 21600"/>
                <a:gd name="T1" fmla="*/ 0 h 21600"/>
                <a:gd name="T2" fmla="*/ 0 w 21600"/>
                <a:gd name="T3" fmla="*/ 1 h 21600"/>
                <a:gd name="T4" fmla="*/ 63022214 w 21600"/>
                <a:gd name="T5" fmla="*/ 0 h 21600"/>
                <a:gd name="T6" fmla="*/ 53157386 w 21600"/>
                <a:gd name="T7" fmla="*/ 0 h 21600"/>
                <a:gd name="T8" fmla="*/ 53157386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8219" y="0"/>
                  </a:moveTo>
                  <a:cubicBezTo>
                    <a:pt x="12303" y="0"/>
                    <a:pt x="6223" y="7515"/>
                    <a:pt x="0" y="21600"/>
                  </a:cubicBezTo>
                  <a:cubicBezTo>
                    <a:pt x="8167" y="12147"/>
                    <a:pt x="15403" y="0"/>
                    <a:pt x="21600" y="0"/>
                  </a:cubicBezTo>
                  <a:cubicBezTo>
                    <a:pt x="20501" y="0"/>
                    <a:pt x="19391" y="0"/>
                    <a:pt x="18219" y="0"/>
                  </a:cubicBezTo>
                  <a:close/>
                  <a:moveTo>
                    <a:pt x="18219" y="0"/>
                  </a:moveTo>
                </a:path>
              </a:pathLst>
            </a:custGeom>
            <a:solidFill>
              <a:srgbClr val="314456"/>
            </a:solidFill>
            <a:ln>
              <a:noFill/>
            </a:ln>
          </p:spPr>
          <p:txBody>
            <a:bodyPr lIns="0" tIns="0" rIns="0" bIns="0"/>
            <a:lstStyle/>
            <a:p>
              <a:endParaRPr lang="en-US"/>
            </a:p>
          </p:txBody>
        </p:sp>
        <p:sp>
          <p:nvSpPr>
            <p:cNvPr id="8299" name="AutoShape 5"/>
            <p:cNvSpPr/>
            <p:nvPr/>
          </p:nvSpPr>
          <p:spPr bwMode="auto">
            <a:xfrm>
              <a:off x="6553200" y="4508500"/>
              <a:ext cx="192088" cy="1588"/>
            </a:xfrm>
            <a:custGeom>
              <a:avLst/>
              <a:gdLst>
                <a:gd name="T0" fmla="*/ 0 w 15305"/>
                <a:gd name="T1" fmla="*/ 7 h 9875"/>
                <a:gd name="T2" fmla="*/ 0 w 15305"/>
                <a:gd name="T3" fmla="*/ 7 h 9875"/>
                <a:gd name="T4" fmla="*/ 0 w 15305"/>
                <a:gd name="T5" fmla="*/ 7 h 9875"/>
                <a:gd name="T6" fmla="*/ 0 w 15305"/>
                <a:gd name="T7" fmla="*/ 7 h 98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305" h="9875">
                  <a:moveTo>
                    <a:pt x="0" y="9875"/>
                  </a:moveTo>
                  <a:cubicBezTo>
                    <a:pt x="21600" y="8664"/>
                    <a:pt x="19176" y="-11725"/>
                    <a:pt x="0" y="9875"/>
                  </a:cubicBezTo>
                  <a:cubicBezTo>
                    <a:pt x="0" y="9875"/>
                    <a:pt x="0" y="9875"/>
                    <a:pt x="0" y="9875"/>
                  </a:cubicBezTo>
                  <a:close/>
                  <a:moveTo>
                    <a:pt x="0" y="9875"/>
                  </a:moveTo>
                </a:path>
              </a:pathLst>
            </a:custGeom>
            <a:solidFill>
              <a:srgbClr val="314456"/>
            </a:solidFill>
            <a:ln>
              <a:noFill/>
            </a:ln>
          </p:spPr>
          <p:txBody>
            <a:bodyPr lIns="0" tIns="0" rIns="0" bIns="0"/>
            <a:lstStyle/>
            <a:p>
              <a:endParaRPr lang="en-US"/>
            </a:p>
          </p:txBody>
        </p:sp>
        <p:sp>
          <p:nvSpPr>
            <p:cNvPr id="8300" name="AutoShape 26"/>
            <p:cNvSpPr/>
            <p:nvPr/>
          </p:nvSpPr>
          <p:spPr bwMode="auto">
            <a:xfrm>
              <a:off x="2501900" y="1816100"/>
              <a:ext cx="155575" cy="155575"/>
            </a:xfrm>
            <a:custGeom>
              <a:avLst/>
              <a:gdLst>
                <a:gd name="T0" fmla="*/ 58129677 w 21600"/>
                <a:gd name="T1" fmla="*/ 29065047 h 21600"/>
                <a:gd name="T2" fmla="*/ 29065047 w 21600"/>
                <a:gd name="T3" fmla="*/ 58129677 h 21600"/>
                <a:gd name="T4" fmla="*/ 0 w 21600"/>
                <a:gd name="T5" fmla="*/ 29065047 h 21600"/>
                <a:gd name="T6" fmla="*/ 29065047 w 21600"/>
                <a:gd name="T7" fmla="*/ 0 h 21600"/>
                <a:gd name="T8" fmla="*/ 58129677 w 21600"/>
                <a:gd name="T9" fmla="*/ 29065047 h 21600"/>
                <a:gd name="T10" fmla="*/ 58129677 w 21600"/>
                <a:gd name="T11" fmla="*/ 290650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1" name="AutoShape 27"/>
            <p:cNvSpPr/>
            <p:nvPr/>
          </p:nvSpPr>
          <p:spPr bwMode="auto">
            <a:xfrm>
              <a:off x="1524000" y="2705100"/>
              <a:ext cx="266700" cy="266700"/>
            </a:xfrm>
            <a:custGeom>
              <a:avLst/>
              <a:gdLst>
                <a:gd name="T0" fmla="*/ 502031289 w 21600"/>
                <a:gd name="T1" fmla="*/ 251015645 h 21600"/>
                <a:gd name="T2" fmla="*/ 251015645 w 21600"/>
                <a:gd name="T3" fmla="*/ 502031289 h 21600"/>
                <a:gd name="T4" fmla="*/ 0 w 21600"/>
                <a:gd name="T5" fmla="*/ 251015645 h 21600"/>
                <a:gd name="T6" fmla="*/ 251015645 w 21600"/>
                <a:gd name="T7" fmla="*/ 0 h 21600"/>
                <a:gd name="T8" fmla="*/ 502031289 w 21600"/>
                <a:gd name="T9" fmla="*/ 251015645 h 21600"/>
                <a:gd name="T10" fmla="*/ 502031289 w 21600"/>
                <a:gd name="T11" fmla="*/ 25101564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2" name="AutoShape 28"/>
            <p:cNvSpPr/>
            <p:nvPr/>
          </p:nvSpPr>
          <p:spPr bwMode="auto">
            <a:xfrm>
              <a:off x="3822700" y="2705100"/>
              <a:ext cx="266700" cy="266700"/>
            </a:xfrm>
            <a:custGeom>
              <a:avLst/>
              <a:gdLst>
                <a:gd name="T0" fmla="*/ 502031289 w 21600"/>
                <a:gd name="T1" fmla="*/ 251015645 h 21600"/>
                <a:gd name="T2" fmla="*/ 251015645 w 21600"/>
                <a:gd name="T3" fmla="*/ 502031289 h 21600"/>
                <a:gd name="T4" fmla="*/ 0 w 21600"/>
                <a:gd name="T5" fmla="*/ 251015645 h 21600"/>
                <a:gd name="T6" fmla="*/ 251015645 w 21600"/>
                <a:gd name="T7" fmla="*/ 0 h 21600"/>
                <a:gd name="T8" fmla="*/ 502031289 w 21600"/>
                <a:gd name="T9" fmla="*/ 251015645 h 21600"/>
                <a:gd name="T10" fmla="*/ 502031289 w 21600"/>
                <a:gd name="T11" fmla="*/ 25101564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3" name="AutoShape 29"/>
            <p:cNvSpPr/>
            <p:nvPr/>
          </p:nvSpPr>
          <p:spPr bwMode="auto">
            <a:xfrm>
              <a:off x="2654300" y="3187700"/>
              <a:ext cx="117475" cy="117475"/>
            </a:xfrm>
            <a:custGeom>
              <a:avLst/>
              <a:gdLst>
                <a:gd name="T0" fmla="*/ 18898198 w 21600"/>
                <a:gd name="T1" fmla="*/ 9449189 h 21600"/>
                <a:gd name="T2" fmla="*/ 9449189 w 21600"/>
                <a:gd name="T3" fmla="*/ 18898198 h 21600"/>
                <a:gd name="T4" fmla="*/ 0 w 21600"/>
                <a:gd name="T5" fmla="*/ 9449189 h 21600"/>
                <a:gd name="T6" fmla="*/ 9449189 w 21600"/>
                <a:gd name="T7" fmla="*/ 0 h 21600"/>
                <a:gd name="T8" fmla="*/ 18898198 w 21600"/>
                <a:gd name="T9" fmla="*/ 9449189 h 21600"/>
                <a:gd name="T10" fmla="*/ 18898198 w 21600"/>
                <a:gd name="T11" fmla="*/ 944918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4" name="AutoShape 43"/>
            <p:cNvSpPr/>
            <p:nvPr/>
          </p:nvSpPr>
          <p:spPr bwMode="auto">
            <a:xfrm>
              <a:off x="800100" y="5105400"/>
              <a:ext cx="228600" cy="228600"/>
            </a:xfrm>
            <a:custGeom>
              <a:avLst/>
              <a:gdLst>
                <a:gd name="T0" fmla="*/ 270984006 w 21600"/>
                <a:gd name="T1" fmla="*/ 135492003 h 21600"/>
                <a:gd name="T2" fmla="*/ 135492003 w 21600"/>
                <a:gd name="T3" fmla="*/ 270984006 h 21600"/>
                <a:gd name="T4" fmla="*/ 0 w 21600"/>
                <a:gd name="T5" fmla="*/ 135492003 h 21600"/>
                <a:gd name="T6" fmla="*/ 135492003 w 21600"/>
                <a:gd name="T7" fmla="*/ 0 h 21600"/>
                <a:gd name="T8" fmla="*/ 270984006 w 21600"/>
                <a:gd name="T9" fmla="*/ 135492003 h 21600"/>
                <a:gd name="T10" fmla="*/ 270984006 w 21600"/>
                <a:gd name="T11" fmla="*/ 13549200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0" y="21600"/>
                  </a:cubicBezTo>
                  <a:cubicBezTo>
                    <a:pt x="4835" y="21600"/>
                    <a:pt x="0" y="16764"/>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5" name="AutoShape 44"/>
            <p:cNvSpPr/>
            <p:nvPr/>
          </p:nvSpPr>
          <p:spPr bwMode="auto">
            <a:xfrm>
              <a:off x="469900" y="444500"/>
              <a:ext cx="241300" cy="241300"/>
            </a:xfrm>
            <a:custGeom>
              <a:avLst/>
              <a:gdLst>
                <a:gd name="T0" fmla="*/ 336409356 w 21600"/>
                <a:gd name="T1" fmla="*/ 168204678 h 21600"/>
                <a:gd name="T2" fmla="*/ 168204678 w 21600"/>
                <a:gd name="T3" fmla="*/ 336409356 h 21600"/>
                <a:gd name="T4" fmla="*/ 0 w 21600"/>
                <a:gd name="T5" fmla="*/ 168204678 h 21600"/>
                <a:gd name="T6" fmla="*/ 168204678 w 21600"/>
                <a:gd name="T7" fmla="*/ 0 h 21600"/>
                <a:gd name="T8" fmla="*/ 336409356 w 21600"/>
                <a:gd name="T9" fmla="*/ 168204678 h 21600"/>
                <a:gd name="T10" fmla="*/ 336409356 w 21600"/>
                <a:gd name="T11" fmla="*/ 16820467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6" name="AutoShape 48"/>
            <p:cNvSpPr/>
            <p:nvPr/>
          </p:nvSpPr>
          <p:spPr bwMode="auto">
            <a:xfrm>
              <a:off x="6388100" y="3251200"/>
              <a:ext cx="79375" cy="79375"/>
            </a:xfrm>
            <a:custGeom>
              <a:avLst/>
              <a:gdLst>
                <a:gd name="T0" fmla="*/ 3938893 w 21600"/>
                <a:gd name="T1" fmla="*/ 1969466 h 21600"/>
                <a:gd name="T2" fmla="*/ 1969613 w 21600"/>
                <a:gd name="T3" fmla="*/ 3938893 h 21600"/>
                <a:gd name="T4" fmla="*/ 0 w 21600"/>
                <a:gd name="T5" fmla="*/ 1969466 h 21600"/>
                <a:gd name="T6" fmla="*/ 1969613 w 21600"/>
                <a:gd name="T7" fmla="*/ 0 h 21600"/>
                <a:gd name="T8" fmla="*/ 3938893 w 21600"/>
                <a:gd name="T9" fmla="*/ 1969466 h 21600"/>
                <a:gd name="T10" fmla="*/ 3938893 w 21600"/>
                <a:gd name="T11" fmla="*/ 196946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1" y="21600"/>
                  </a:cubicBezTo>
                  <a:cubicBezTo>
                    <a:pt x="4835" y="21600"/>
                    <a:pt x="0" y="16764"/>
                    <a:pt x="0" y="10800"/>
                  </a:cubicBezTo>
                  <a:cubicBezTo>
                    <a:pt x="0" y="4835"/>
                    <a:pt x="4835" y="0"/>
                    <a:pt x="10801"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7" name="AutoShape 49"/>
            <p:cNvSpPr/>
            <p:nvPr/>
          </p:nvSpPr>
          <p:spPr bwMode="auto">
            <a:xfrm>
              <a:off x="7099300" y="190500"/>
              <a:ext cx="254000" cy="254000"/>
            </a:xfrm>
            <a:custGeom>
              <a:avLst/>
              <a:gdLst>
                <a:gd name="T0" fmla="*/ 413022427 w 21600"/>
                <a:gd name="T1" fmla="*/ 206511219 h 21600"/>
                <a:gd name="T2" fmla="*/ 206511219 w 21600"/>
                <a:gd name="T3" fmla="*/ 413022427 h 21600"/>
                <a:gd name="T4" fmla="*/ 0 w 21600"/>
                <a:gd name="T5" fmla="*/ 206511219 h 21600"/>
                <a:gd name="T6" fmla="*/ 206511219 w 21600"/>
                <a:gd name="T7" fmla="*/ 0 h 21600"/>
                <a:gd name="T8" fmla="*/ 413022427 w 21600"/>
                <a:gd name="T9" fmla="*/ 206511219 h 21600"/>
                <a:gd name="T10" fmla="*/ 413022427 w 21600"/>
                <a:gd name="T11" fmla="*/ 20651121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grpSp>
      <p:grpSp>
        <p:nvGrpSpPr>
          <p:cNvPr id="8199" name="Group 3"/>
          <p:cNvGrpSpPr/>
          <p:nvPr/>
        </p:nvGrpSpPr>
        <p:grpSpPr bwMode="auto">
          <a:xfrm>
            <a:off x="16002000" y="7162800"/>
            <a:ext cx="831850" cy="498475"/>
            <a:chOff x="9093200" y="3505200"/>
            <a:chExt cx="831850" cy="498475"/>
          </a:xfrm>
        </p:grpSpPr>
        <p:sp>
          <p:nvSpPr>
            <p:cNvPr id="8296" name="AutoShape 55"/>
            <p:cNvSpPr/>
            <p:nvPr/>
          </p:nvSpPr>
          <p:spPr bwMode="auto">
            <a:xfrm>
              <a:off x="9207500" y="3505200"/>
              <a:ext cx="536575" cy="482600"/>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16765"/>
                    <a:pt x="4835" y="21600"/>
                    <a:pt x="10800" y="21600"/>
                  </a:cubicBezTo>
                  <a:cubicBezTo>
                    <a:pt x="16764" y="21600"/>
                    <a:pt x="21600" y="16765"/>
                    <a:pt x="21600" y="10800"/>
                  </a:cubicBezTo>
                  <a:cubicBezTo>
                    <a:pt x="21600" y="4835"/>
                    <a:pt x="16764" y="0"/>
                    <a:pt x="10800" y="0"/>
                  </a:cubicBezTo>
                  <a:cubicBezTo>
                    <a:pt x="4835" y="0"/>
                    <a:pt x="0" y="4835"/>
                    <a:pt x="0" y="10800"/>
                  </a:cubicBezTo>
                  <a:close/>
                  <a:moveTo>
                    <a:pt x="0" y="10800"/>
                  </a:moveTo>
                </a:path>
              </a:pathLst>
            </a:custGeom>
            <a:solidFill>
              <a:srgbClr val="2F87CD"/>
            </a:solidFill>
            <a:ln>
              <a:noFill/>
            </a:ln>
          </p:spPr>
          <p:txBody>
            <a:bodyPr lIns="0" tIns="0" rIns="0" bIns="0"/>
            <a:lstStyle/>
            <a:p>
              <a:endParaRPr lang="en-US"/>
            </a:p>
          </p:txBody>
        </p:sp>
        <p:sp>
          <p:nvSpPr>
            <p:cNvPr id="8297" name="AutoShape 56"/>
            <p:cNvSpPr/>
            <p:nvPr/>
          </p:nvSpPr>
          <p:spPr bwMode="auto">
            <a:xfrm>
              <a:off x="9093200" y="3556000"/>
              <a:ext cx="831850" cy="447675"/>
            </a:xfrm>
            <a:custGeom>
              <a:avLst/>
              <a:gdLst>
                <a:gd name="T0" fmla="*/ 2147483647 w 17107"/>
                <a:gd name="T1" fmla="*/ 2147483647 h 17923"/>
                <a:gd name="T2" fmla="*/ 2147483647 w 17107"/>
                <a:gd name="T3" fmla="*/ 2147483647 h 17923"/>
                <a:gd name="T4" fmla="*/ 2147483647 w 17107"/>
                <a:gd name="T5" fmla="*/ 669095659 h 17923"/>
                <a:gd name="T6" fmla="*/ 2147483647 w 17107"/>
                <a:gd name="T7" fmla="*/ 497431317 h 17923"/>
                <a:gd name="T8" fmla="*/ 2147483647 w 17107"/>
                <a:gd name="T9" fmla="*/ 1089467855 h 17923"/>
                <a:gd name="T10" fmla="*/ 2147483647 w 17107"/>
                <a:gd name="T11" fmla="*/ 2147483647 h 17923"/>
                <a:gd name="T12" fmla="*/ 2147483647 w 17107"/>
                <a:gd name="T13" fmla="*/ 2147483647 h 17923"/>
                <a:gd name="T14" fmla="*/ 2147483647 w 17107"/>
                <a:gd name="T15" fmla="*/ 2147483647 h 179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107" h="17923">
                  <a:moveTo>
                    <a:pt x="13435" y="9639"/>
                  </a:moveTo>
                  <a:cubicBezTo>
                    <a:pt x="13435" y="9639"/>
                    <a:pt x="17257" y="15537"/>
                    <a:pt x="13435" y="13665"/>
                  </a:cubicBezTo>
                  <a:cubicBezTo>
                    <a:pt x="9614" y="11794"/>
                    <a:pt x="689" y="2160"/>
                    <a:pt x="2384" y="1719"/>
                  </a:cubicBezTo>
                  <a:cubicBezTo>
                    <a:pt x="4079" y="1278"/>
                    <a:pt x="4079" y="1278"/>
                    <a:pt x="4079" y="1278"/>
                  </a:cubicBezTo>
                  <a:cubicBezTo>
                    <a:pt x="4079" y="1278"/>
                    <a:pt x="-2052" y="-2437"/>
                    <a:pt x="720" y="2799"/>
                  </a:cubicBezTo>
                  <a:cubicBezTo>
                    <a:pt x="3492" y="8035"/>
                    <a:pt x="11721" y="19163"/>
                    <a:pt x="15634" y="17809"/>
                  </a:cubicBezTo>
                  <a:cubicBezTo>
                    <a:pt x="19548" y="16456"/>
                    <a:pt x="14548" y="9438"/>
                    <a:pt x="13435" y="9639"/>
                  </a:cubicBezTo>
                  <a:close/>
                  <a:moveTo>
                    <a:pt x="13435" y="9639"/>
                  </a:moveTo>
                </a:path>
              </a:pathLst>
            </a:custGeom>
            <a:solidFill>
              <a:srgbClr val="F6F6F6">
                <a:alpha val="79999"/>
              </a:srgbClr>
            </a:solidFill>
            <a:ln>
              <a:noFill/>
            </a:ln>
          </p:spPr>
          <p:txBody>
            <a:bodyPr lIns="0" tIns="0" rIns="0" bIns="0"/>
            <a:lstStyle/>
            <a:p>
              <a:endParaRPr lang="en-US"/>
            </a:p>
          </p:txBody>
        </p:sp>
      </p:grpSp>
      <p:grpSp>
        <p:nvGrpSpPr>
          <p:cNvPr id="8200" name="Group 10"/>
          <p:cNvGrpSpPr/>
          <p:nvPr/>
        </p:nvGrpSpPr>
        <p:grpSpPr bwMode="auto">
          <a:xfrm>
            <a:off x="11468100" y="317500"/>
            <a:ext cx="12700000" cy="5856288"/>
            <a:chOff x="11468100" y="317500"/>
            <a:chExt cx="12700000" cy="5856288"/>
          </a:xfrm>
        </p:grpSpPr>
        <p:sp>
          <p:nvSpPr>
            <p:cNvPr id="8280" name="AutoShape 6"/>
            <p:cNvSpPr/>
            <p:nvPr/>
          </p:nvSpPr>
          <p:spPr bwMode="auto">
            <a:xfrm>
              <a:off x="20434300" y="3937000"/>
              <a:ext cx="166688" cy="50800"/>
            </a:xfrm>
            <a:custGeom>
              <a:avLst/>
              <a:gdLst>
                <a:gd name="T0" fmla="*/ 216735232 w 15272"/>
                <a:gd name="T1" fmla="*/ 1731798 h 15667"/>
                <a:gd name="T2" fmla="*/ 216735232 w 15272"/>
                <a:gd name="T3" fmla="*/ 1731798 h 15667"/>
                <a:gd name="T4" fmla="*/ 216735232 w 15272"/>
                <a:gd name="T5" fmla="*/ 1731798 h 15667"/>
                <a:gd name="T6" fmla="*/ 216735232 w 15272"/>
                <a:gd name="T7" fmla="*/ 1731798 h 156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272" h="15667">
                  <a:moveTo>
                    <a:pt x="15272" y="15667"/>
                  </a:moveTo>
                  <a:cubicBezTo>
                    <a:pt x="-3814" y="-4498"/>
                    <a:pt x="-6328" y="-5933"/>
                    <a:pt x="15272" y="15667"/>
                  </a:cubicBezTo>
                  <a:cubicBezTo>
                    <a:pt x="15272" y="15667"/>
                    <a:pt x="15272" y="15667"/>
                    <a:pt x="15272" y="15667"/>
                  </a:cubicBezTo>
                  <a:close/>
                  <a:moveTo>
                    <a:pt x="15272" y="15667"/>
                  </a:moveTo>
                </a:path>
              </a:pathLst>
            </a:custGeom>
            <a:solidFill>
              <a:srgbClr val="314456"/>
            </a:solidFill>
            <a:ln>
              <a:noFill/>
            </a:ln>
          </p:spPr>
          <p:txBody>
            <a:bodyPr lIns="0" tIns="0" rIns="0" bIns="0"/>
            <a:lstStyle/>
            <a:p>
              <a:endParaRPr lang="en-US"/>
            </a:p>
          </p:txBody>
        </p:sp>
        <p:sp>
          <p:nvSpPr>
            <p:cNvPr id="8281" name="AutoShape 7"/>
            <p:cNvSpPr/>
            <p:nvPr/>
          </p:nvSpPr>
          <p:spPr bwMode="auto">
            <a:xfrm>
              <a:off x="20599400" y="3987800"/>
              <a:ext cx="138113" cy="42863"/>
            </a:xfrm>
            <a:custGeom>
              <a:avLst/>
              <a:gdLst>
                <a:gd name="T0" fmla="*/ 0 w 21600"/>
                <a:gd name="T1" fmla="*/ 0 h 21600"/>
                <a:gd name="T2" fmla="*/ 36105795 w 21600"/>
                <a:gd name="T3" fmla="*/ 334941 h 21600"/>
                <a:gd name="T4" fmla="*/ 5681758 w 21600"/>
                <a:gd name="T5" fmla="*/ 49279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6204" y="6131"/>
                    <a:pt x="13441" y="13356"/>
                    <a:pt x="21600" y="21600"/>
                  </a:cubicBezTo>
                  <a:cubicBezTo>
                    <a:pt x="15423" y="14892"/>
                    <a:pt x="9350" y="8728"/>
                    <a:pt x="3399" y="3178"/>
                  </a:cubicBezTo>
                  <a:cubicBezTo>
                    <a:pt x="2220" y="2080"/>
                    <a:pt x="1104" y="1034"/>
                    <a:pt x="0" y="0"/>
                  </a:cubicBezTo>
                  <a:close/>
                  <a:moveTo>
                    <a:pt x="0" y="0"/>
                  </a:moveTo>
                </a:path>
              </a:pathLst>
            </a:custGeom>
            <a:solidFill>
              <a:srgbClr val="314456"/>
            </a:solidFill>
            <a:ln>
              <a:noFill/>
            </a:ln>
          </p:spPr>
          <p:txBody>
            <a:bodyPr lIns="0" tIns="0" rIns="0" bIns="0"/>
            <a:lstStyle/>
            <a:p>
              <a:endParaRPr lang="en-US"/>
            </a:p>
          </p:txBody>
        </p:sp>
        <p:sp>
          <p:nvSpPr>
            <p:cNvPr id="8282" name="AutoShape 35"/>
            <p:cNvSpPr/>
            <p:nvPr/>
          </p:nvSpPr>
          <p:spPr bwMode="auto">
            <a:xfrm>
              <a:off x="22987000" y="4356100"/>
              <a:ext cx="149225" cy="149225"/>
            </a:xfrm>
            <a:custGeom>
              <a:avLst/>
              <a:gdLst>
                <a:gd name="T0" fmla="*/ 49204553 w 21600"/>
                <a:gd name="T1" fmla="*/ 24602442 h 21600"/>
                <a:gd name="T2" fmla="*/ 24602442 w 21600"/>
                <a:gd name="T3" fmla="*/ 49204553 h 21600"/>
                <a:gd name="T4" fmla="*/ 0 w 21600"/>
                <a:gd name="T5" fmla="*/ 24602442 h 21600"/>
                <a:gd name="T6" fmla="*/ 24602442 w 21600"/>
                <a:gd name="T7" fmla="*/ 0 h 21600"/>
                <a:gd name="T8" fmla="*/ 49204553 w 21600"/>
                <a:gd name="T9" fmla="*/ 24602442 h 21600"/>
                <a:gd name="T10" fmla="*/ 49204553 w 21600"/>
                <a:gd name="T11" fmla="*/ 24602442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0" y="21600"/>
                  </a:cubicBezTo>
                  <a:cubicBezTo>
                    <a:pt x="4835" y="21600"/>
                    <a:pt x="0" y="16764"/>
                    <a:pt x="0" y="10800"/>
                  </a:cubicBezTo>
                  <a:cubicBezTo>
                    <a:pt x="0" y="4836"/>
                    <a:pt x="4835" y="0"/>
                    <a:pt x="10800" y="0"/>
                  </a:cubicBezTo>
                  <a:cubicBezTo>
                    <a:pt x="16765"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83" name="AutoShape 38"/>
            <p:cNvSpPr/>
            <p:nvPr/>
          </p:nvSpPr>
          <p:spPr bwMode="auto">
            <a:xfrm>
              <a:off x="20256500" y="5994400"/>
              <a:ext cx="179388" cy="179388"/>
            </a:xfrm>
            <a:custGeom>
              <a:avLst/>
              <a:gdLst>
                <a:gd name="T0" fmla="*/ 102757184 w 21600"/>
                <a:gd name="T1" fmla="*/ 51378625 h 21600"/>
                <a:gd name="T2" fmla="*/ 51374007 w 21600"/>
                <a:gd name="T3" fmla="*/ 102757184 h 21600"/>
                <a:gd name="T4" fmla="*/ 0 w 21600"/>
                <a:gd name="T5" fmla="*/ 51378625 h 21600"/>
                <a:gd name="T6" fmla="*/ 51374007 w 21600"/>
                <a:gd name="T7" fmla="*/ 0 h 21600"/>
                <a:gd name="T8" fmla="*/ 102757184 w 21600"/>
                <a:gd name="T9" fmla="*/ 51378625 h 21600"/>
                <a:gd name="T10" fmla="*/ 102757184 w 21600"/>
                <a:gd name="T11" fmla="*/ 5137862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799" y="21600"/>
                  </a:cubicBezTo>
                  <a:cubicBezTo>
                    <a:pt x="4835" y="21600"/>
                    <a:pt x="0" y="16764"/>
                    <a:pt x="0" y="10800"/>
                  </a:cubicBezTo>
                  <a:cubicBezTo>
                    <a:pt x="0" y="4835"/>
                    <a:pt x="4835" y="0"/>
                    <a:pt x="10799"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grpSp>
          <p:nvGrpSpPr>
            <p:cNvPr id="8284" name="Group 9"/>
            <p:cNvGrpSpPr/>
            <p:nvPr/>
          </p:nvGrpSpPr>
          <p:grpSpPr bwMode="auto">
            <a:xfrm>
              <a:off x="11468100" y="317500"/>
              <a:ext cx="12700000" cy="3136900"/>
              <a:chOff x="11468100" y="317500"/>
              <a:chExt cx="12700000" cy="3136900"/>
            </a:xfrm>
          </p:grpSpPr>
          <p:sp>
            <p:nvSpPr>
              <p:cNvPr id="8286" name="AutoShape 30"/>
              <p:cNvSpPr/>
              <p:nvPr/>
            </p:nvSpPr>
            <p:spPr bwMode="auto">
              <a:xfrm>
                <a:off x="24066500" y="1587500"/>
                <a:ext cx="101600" cy="101600"/>
              </a:xfrm>
              <a:custGeom>
                <a:avLst/>
                <a:gdLst>
                  <a:gd name="T0" fmla="*/ 10573366 w 21600"/>
                  <a:gd name="T1" fmla="*/ 5286685 h 21600"/>
                  <a:gd name="T2" fmla="*/ 5286685 w 21600"/>
                  <a:gd name="T3" fmla="*/ 10573366 h 21600"/>
                  <a:gd name="T4" fmla="*/ 0 w 21600"/>
                  <a:gd name="T5" fmla="*/ 5286685 h 21600"/>
                  <a:gd name="T6" fmla="*/ 5286685 w 21600"/>
                  <a:gd name="T7" fmla="*/ 0 h 21600"/>
                  <a:gd name="T8" fmla="*/ 10573366 w 21600"/>
                  <a:gd name="T9" fmla="*/ 5286685 h 21600"/>
                  <a:gd name="T10" fmla="*/ 10573366 w 21600"/>
                  <a:gd name="T11" fmla="*/ 528668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4" y="21600"/>
                      <a:pt x="10800" y="21600"/>
                    </a:cubicBezTo>
                    <a:cubicBezTo>
                      <a:pt x="4836" y="21600"/>
                      <a:pt x="0" y="16764"/>
                      <a:pt x="0" y="10800"/>
                    </a:cubicBezTo>
                    <a:cubicBezTo>
                      <a:pt x="0" y="4836"/>
                      <a:pt x="4836" y="0"/>
                      <a:pt x="10800" y="0"/>
                    </a:cubicBezTo>
                    <a:cubicBezTo>
                      <a:pt x="16764"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87" name="AutoShape 31"/>
              <p:cNvSpPr/>
              <p:nvPr/>
            </p:nvSpPr>
            <p:spPr bwMode="auto">
              <a:xfrm>
                <a:off x="23304500" y="2247900"/>
                <a:ext cx="50800" cy="50800"/>
              </a:xfrm>
              <a:custGeom>
                <a:avLst/>
                <a:gdLst>
                  <a:gd name="T0" fmla="*/ 660835 w 21600"/>
                  <a:gd name="T1" fmla="*/ 330419 h 21600"/>
                  <a:gd name="T2" fmla="*/ 330419 w 21600"/>
                  <a:gd name="T3" fmla="*/ 660835 h 21600"/>
                  <a:gd name="T4" fmla="*/ 0 w 21600"/>
                  <a:gd name="T5" fmla="*/ 330419 h 21600"/>
                  <a:gd name="T6" fmla="*/ 330419 w 21600"/>
                  <a:gd name="T7" fmla="*/ 0 h 21600"/>
                  <a:gd name="T8" fmla="*/ 660835 w 21600"/>
                  <a:gd name="T9" fmla="*/ 330419 h 21600"/>
                  <a:gd name="T10" fmla="*/ 660835 w 21600"/>
                  <a:gd name="T11" fmla="*/ 33041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4" y="21600"/>
                      <a:pt x="10800" y="21600"/>
                    </a:cubicBezTo>
                    <a:cubicBezTo>
                      <a:pt x="4836" y="21600"/>
                      <a:pt x="0" y="16764"/>
                      <a:pt x="0" y="10800"/>
                    </a:cubicBezTo>
                    <a:cubicBezTo>
                      <a:pt x="0" y="4836"/>
                      <a:pt x="4836" y="0"/>
                      <a:pt x="10800" y="0"/>
                    </a:cubicBezTo>
                    <a:cubicBezTo>
                      <a:pt x="16764" y="0"/>
                      <a:pt x="21600" y="4836"/>
                      <a:pt x="21600" y="10800"/>
                    </a:cubicBezTo>
                    <a:close/>
                    <a:moveTo>
                      <a:pt x="21600" y="10800"/>
                    </a:moveTo>
                  </a:path>
                </a:pathLst>
              </a:custGeom>
              <a:solidFill>
                <a:srgbClr val="31AACC"/>
              </a:solidFill>
              <a:ln>
                <a:noFill/>
              </a:ln>
            </p:spPr>
            <p:txBody>
              <a:bodyPr lIns="0" tIns="0" rIns="0" bIns="0"/>
              <a:lstStyle/>
              <a:p>
                <a:endParaRPr lang="en-US"/>
              </a:p>
            </p:txBody>
          </p:sp>
          <p:sp>
            <p:nvSpPr>
              <p:cNvPr id="8288" name="AutoShape 32"/>
              <p:cNvSpPr/>
              <p:nvPr/>
            </p:nvSpPr>
            <p:spPr bwMode="auto">
              <a:xfrm>
                <a:off x="21780500" y="444500"/>
                <a:ext cx="228600" cy="228600"/>
              </a:xfrm>
              <a:custGeom>
                <a:avLst/>
                <a:gdLst>
                  <a:gd name="T0" fmla="*/ 270984006 w 21600"/>
                  <a:gd name="T1" fmla="*/ 135492003 h 21600"/>
                  <a:gd name="T2" fmla="*/ 135492003 w 21600"/>
                  <a:gd name="T3" fmla="*/ 270984006 h 21600"/>
                  <a:gd name="T4" fmla="*/ 0 w 21600"/>
                  <a:gd name="T5" fmla="*/ 135492003 h 21600"/>
                  <a:gd name="T6" fmla="*/ 135492003 w 21600"/>
                  <a:gd name="T7" fmla="*/ 0 h 21600"/>
                  <a:gd name="T8" fmla="*/ 270984006 w 21600"/>
                  <a:gd name="T9" fmla="*/ 135492003 h 21600"/>
                  <a:gd name="T10" fmla="*/ 270984006 w 21600"/>
                  <a:gd name="T11" fmla="*/ 13549200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89" name="AutoShape 33"/>
              <p:cNvSpPr/>
              <p:nvPr/>
            </p:nvSpPr>
            <p:spPr bwMode="auto">
              <a:xfrm>
                <a:off x="21704300" y="2298700"/>
                <a:ext cx="195263" cy="195263"/>
              </a:xfrm>
              <a:custGeom>
                <a:avLst/>
                <a:gdLst>
                  <a:gd name="T0" fmla="*/ 144250876 w 21600"/>
                  <a:gd name="T1" fmla="*/ 72125849 h 21600"/>
                  <a:gd name="T2" fmla="*/ 72125849 w 21600"/>
                  <a:gd name="T3" fmla="*/ 144250876 h 21600"/>
                  <a:gd name="T4" fmla="*/ 0 w 21600"/>
                  <a:gd name="T5" fmla="*/ 72125849 h 21600"/>
                  <a:gd name="T6" fmla="*/ 72125849 w 21600"/>
                  <a:gd name="T7" fmla="*/ 0 h 21600"/>
                  <a:gd name="T8" fmla="*/ 144250876 w 21600"/>
                  <a:gd name="T9" fmla="*/ 72125849 h 21600"/>
                  <a:gd name="T10" fmla="*/ 144250876 w 21600"/>
                  <a:gd name="T11" fmla="*/ 7212584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0" name="AutoShape 37"/>
              <p:cNvSpPr/>
              <p:nvPr/>
            </p:nvSpPr>
            <p:spPr bwMode="auto">
              <a:xfrm>
                <a:off x="22593300" y="1409700"/>
                <a:ext cx="177800" cy="177800"/>
              </a:xfrm>
              <a:custGeom>
                <a:avLst/>
                <a:gdLst>
                  <a:gd name="T0" fmla="*/ 99166649 w 21600"/>
                  <a:gd name="T1" fmla="*/ 49583358 h 21600"/>
                  <a:gd name="T2" fmla="*/ 49583358 w 21600"/>
                  <a:gd name="T3" fmla="*/ 99166649 h 21600"/>
                  <a:gd name="T4" fmla="*/ 0 w 21600"/>
                  <a:gd name="T5" fmla="*/ 49583358 h 21600"/>
                  <a:gd name="T6" fmla="*/ 49583358 w 21600"/>
                  <a:gd name="T7" fmla="*/ 0 h 21600"/>
                  <a:gd name="T8" fmla="*/ 99166649 w 21600"/>
                  <a:gd name="T9" fmla="*/ 49583358 h 21600"/>
                  <a:gd name="T10" fmla="*/ 99166649 w 21600"/>
                  <a:gd name="T11" fmla="*/ 4958335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1" name="AutoShape 39"/>
              <p:cNvSpPr/>
              <p:nvPr/>
            </p:nvSpPr>
            <p:spPr bwMode="auto">
              <a:xfrm>
                <a:off x="12090400" y="3187700"/>
                <a:ext cx="266700" cy="266700"/>
              </a:xfrm>
              <a:custGeom>
                <a:avLst/>
                <a:gdLst>
                  <a:gd name="T0" fmla="*/ 502031289 w 21600"/>
                  <a:gd name="T1" fmla="*/ 251015645 h 21600"/>
                  <a:gd name="T2" fmla="*/ 251015645 w 21600"/>
                  <a:gd name="T3" fmla="*/ 502031289 h 21600"/>
                  <a:gd name="T4" fmla="*/ 0 w 21600"/>
                  <a:gd name="T5" fmla="*/ 251015645 h 21600"/>
                  <a:gd name="T6" fmla="*/ 251015645 w 21600"/>
                  <a:gd name="T7" fmla="*/ 0 h 21600"/>
                  <a:gd name="T8" fmla="*/ 502031289 w 21600"/>
                  <a:gd name="T9" fmla="*/ 251015645 h 21600"/>
                  <a:gd name="T10" fmla="*/ 502031289 w 21600"/>
                  <a:gd name="T11" fmla="*/ 25101564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2" name="AutoShape 40"/>
              <p:cNvSpPr/>
              <p:nvPr/>
            </p:nvSpPr>
            <p:spPr bwMode="auto">
              <a:xfrm>
                <a:off x="13398500" y="2705100"/>
                <a:ext cx="133350" cy="133350"/>
              </a:xfrm>
              <a:custGeom>
                <a:avLst/>
                <a:gdLst>
                  <a:gd name="T0" fmla="*/ 31376959 w 21600"/>
                  <a:gd name="T1" fmla="*/ 15688498 h 21600"/>
                  <a:gd name="T2" fmla="*/ 15688498 w 21600"/>
                  <a:gd name="T3" fmla="*/ 31376959 h 21600"/>
                  <a:gd name="T4" fmla="*/ 0 w 21600"/>
                  <a:gd name="T5" fmla="*/ 15688498 h 21600"/>
                  <a:gd name="T6" fmla="*/ 15688498 w 21600"/>
                  <a:gd name="T7" fmla="*/ 0 h 21600"/>
                  <a:gd name="T8" fmla="*/ 31376959 w 21600"/>
                  <a:gd name="T9" fmla="*/ 15688498 h 21600"/>
                  <a:gd name="T10" fmla="*/ 31376959 w 21600"/>
                  <a:gd name="T11" fmla="*/ 1568849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6" y="21600"/>
                      <a:pt x="10800" y="21600"/>
                    </a:cubicBezTo>
                    <a:cubicBezTo>
                      <a:pt x="4834" y="21600"/>
                      <a:pt x="0" y="16765"/>
                      <a:pt x="0" y="10800"/>
                    </a:cubicBezTo>
                    <a:cubicBezTo>
                      <a:pt x="0" y="4835"/>
                      <a:pt x="4834" y="0"/>
                      <a:pt x="10800" y="0"/>
                    </a:cubicBezTo>
                    <a:cubicBezTo>
                      <a:pt x="16766"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3" name="AutoShape 50"/>
              <p:cNvSpPr/>
              <p:nvPr/>
            </p:nvSpPr>
            <p:spPr bwMode="auto">
              <a:xfrm>
                <a:off x="11468100" y="317500"/>
                <a:ext cx="174625" cy="174625"/>
              </a:xfrm>
              <a:custGeom>
                <a:avLst/>
                <a:gdLst>
                  <a:gd name="T0" fmla="*/ 92270815 w 21600"/>
                  <a:gd name="T1" fmla="*/ 46135666 h 21600"/>
                  <a:gd name="T2" fmla="*/ 46135666 w 21600"/>
                  <a:gd name="T3" fmla="*/ 92270815 h 21600"/>
                  <a:gd name="T4" fmla="*/ 0 w 21600"/>
                  <a:gd name="T5" fmla="*/ 46135666 h 21600"/>
                  <a:gd name="T6" fmla="*/ 46135666 w 21600"/>
                  <a:gd name="T7" fmla="*/ 0 h 21600"/>
                  <a:gd name="T8" fmla="*/ 92270815 w 21600"/>
                  <a:gd name="T9" fmla="*/ 46135666 h 21600"/>
                  <a:gd name="T10" fmla="*/ 92270815 w 21600"/>
                  <a:gd name="T11" fmla="*/ 4613566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4" y="21600"/>
                      <a:pt x="10800" y="21600"/>
                    </a:cubicBezTo>
                    <a:cubicBezTo>
                      <a:pt x="4836" y="21600"/>
                      <a:pt x="0" y="16764"/>
                      <a:pt x="0" y="10800"/>
                    </a:cubicBezTo>
                    <a:cubicBezTo>
                      <a:pt x="0" y="4836"/>
                      <a:pt x="4836" y="0"/>
                      <a:pt x="10800" y="0"/>
                    </a:cubicBezTo>
                    <a:cubicBezTo>
                      <a:pt x="16764"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94" name="AutoShape 51"/>
              <p:cNvSpPr/>
              <p:nvPr/>
            </p:nvSpPr>
            <p:spPr bwMode="auto">
              <a:xfrm>
                <a:off x="14160500" y="558800"/>
                <a:ext cx="157163" cy="157163"/>
              </a:xfrm>
              <a:custGeom>
                <a:avLst/>
                <a:gdLst>
                  <a:gd name="T0" fmla="*/ 60539653 w 21600"/>
                  <a:gd name="T1" fmla="*/ 30270038 h 21600"/>
                  <a:gd name="T2" fmla="*/ 30270038 w 21600"/>
                  <a:gd name="T3" fmla="*/ 60539653 h 21600"/>
                  <a:gd name="T4" fmla="*/ 0 w 21600"/>
                  <a:gd name="T5" fmla="*/ 30270038 h 21600"/>
                  <a:gd name="T6" fmla="*/ 30270038 w 21600"/>
                  <a:gd name="T7" fmla="*/ 0 h 21600"/>
                  <a:gd name="T8" fmla="*/ 60539653 w 21600"/>
                  <a:gd name="T9" fmla="*/ 30270038 h 21600"/>
                  <a:gd name="T10" fmla="*/ 60539653 w 21600"/>
                  <a:gd name="T11" fmla="*/ 3027003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0" y="21600"/>
                    </a:cubicBezTo>
                    <a:cubicBezTo>
                      <a:pt x="4835" y="21600"/>
                      <a:pt x="0" y="16764"/>
                      <a:pt x="0" y="10800"/>
                    </a:cubicBezTo>
                    <a:cubicBezTo>
                      <a:pt x="0" y="4836"/>
                      <a:pt x="4835" y="0"/>
                      <a:pt x="10800" y="0"/>
                    </a:cubicBezTo>
                    <a:cubicBezTo>
                      <a:pt x="16765"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95" name="AutoShape 52"/>
              <p:cNvSpPr/>
              <p:nvPr/>
            </p:nvSpPr>
            <p:spPr bwMode="auto">
              <a:xfrm>
                <a:off x="17183100" y="3251200"/>
                <a:ext cx="76200" cy="76200"/>
              </a:xfrm>
              <a:custGeom>
                <a:avLst/>
                <a:gdLst>
                  <a:gd name="T0" fmla="*/ 3345487 w 21600"/>
                  <a:gd name="T1" fmla="*/ 1672738 h 21600"/>
                  <a:gd name="T2" fmla="*/ 1672738 w 21600"/>
                  <a:gd name="T3" fmla="*/ 3345487 h 21600"/>
                  <a:gd name="T4" fmla="*/ 0 w 21600"/>
                  <a:gd name="T5" fmla="*/ 1672738 h 21600"/>
                  <a:gd name="T6" fmla="*/ 1672738 w 21600"/>
                  <a:gd name="T7" fmla="*/ 0 h 21600"/>
                  <a:gd name="T8" fmla="*/ 3345487 w 21600"/>
                  <a:gd name="T9" fmla="*/ 1672738 h 21600"/>
                  <a:gd name="T10" fmla="*/ 3345487 w 21600"/>
                  <a:gd name="T11" fmla="*/ 167273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6" y="21600"/>
                      <a:pt x="10800" y="21600"/>
                    </a:cubicBezTo>
                    <a:cubicBezTo>
                      <a:pt x="4834" y="21600"/>
                      <a:pt x="0" y="16764"/>
                      <a:pt x="0" y="10800"/>
                    </a:cubicBezTo>
                    <a:cubicBezTo>
                      <a:pt x="0" y="4836"/>
                      <a:pt x="4834" y="0"/>
                      <a:pt x="10800" y="0"/>
                    </a:cubicBezTo>
                    <a:cubicBezTo>
                      <a:pt x="16766" y="0"/>
                      <a:pt x="21600" y="4836"/>
                      <a:pt x="21600" y="10800"/>
                    </a:cubicBezTo>
                    <a:close/>
                    <a:moveTo>
                      <a:pt x="21600" y="10800"/>
                    </a:moveTo>
                  </a:path>
                </a:pathLst>
              </a:custGeom>
              <a:solidFill>
                <a:srgbClr val="97A8B1"/>
              </a:solidFill>
              <a:ln>
                <a:noFill/>
              </a:ln>
            </p:spPr>
            <p:txBody>
              <a:bodyPr lIns="0" tIns="0" rIns="0" bIns="0"/>
              <a:lstStyle/>
              <a:p>
                <a:endParaRPr lang="en-US"/>
              </a:p>
            </p:txBody>
          </p:sp>
        </p:grpSp>
        <p:sp>
          <p:nvSpPr>
            <p:cNvPr id="8285" name="AutoShape 102"/>
            <p:cNvSpPr/>
            <p:nvPr/>
          </p:nvSpPr>
          <p:spPr bwMode="auto">
            <a:xfrm>
              <a:off x="18770600" y="5410200"/>
              <a:ext cx="63500" cy="19050"/>
            </a:xfrm>
            <a:custGeom>
              <a:avLst/>
              <a:gdLst>
                <a:gd name="T0" fmla="*/ 1358579 w 9804"/>
                <a:gd name="T1" fmla="*/ 4536 h 14765"/>
                <a:gd name="T2" fmla="*/ 0 w 9804"/>
                <a:gd name="T3" fmla="*/ 40915 h 14765"/>
                <a:gd name="T4" fmla="*/ 1358579 w 9804"/>
                <a:gd name="T5" fmla="*/ 4536 h 14765"/>
                <a:gd name="T6" fmla="*/ 1358579 w 9804"/>
                <a:gd name="T7" fmla="*/ 4536 h 147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04" h="14765">
                  <a:moveTo>
                    <a:pt x="772" y="1637"/>
                  </a:moveTo>
                  <a:cubicBezTo>
                    <a:pt x="772" y="1637"/>
                    <a:pt x="529" y="6302"/>
                    <a:pt x="0" y="14765"/>
                  </a:cubicBezTo>
                  <a:cubicBezTo>
                    <a:pt x="21600" y="-6835"/>
                    <a:pt x="772" y="1637"/>
                    <a:pt x="772" y="1637"/>
                  </a:cubicBezTo>
                  <a:close/>
                  <a:moveTo>
                    <a:pt x="772" y="1637"/>
                  </a:moveTo>
                </a:path>
              </a:pathLst>
            </a:custGeom>
            <a:solidFill>
              <a:srgbClr val="E43F13"/>
            </a:solidFill>
            <a:ln>
              <a:noFill/>
            </a:ln>
          </p:spPr>
          <p:txBody>
            <a:bodyPr lIns="0" tIns="0" rIns="0" bIns="0"/>
            <a:lstStyle/>
            <a:p>
              <a:endParaRPr lang="en-US"/>
            </a:p>
          </p:txBody>
        </p:sp>
      </p:grpSp>
      <p:sp>
        <p:nvSpPr>
          <p:cNvPr id="7262" name="Rectangle 104"/>
          <p:cNvSpPr/>
          <p:nvPr/>
        </p:nvSpPr>
        <p:spPr bwMode="auto">
          <a:xfrm>
            <a:off x="6574408" y="950317"/>
            <a:ext cx="11208197" cy="1538883"/>
          </a:xfrm>
          <a:prstGeom prst="rect">
            <a:avLst/>
          </a:prstGeom>
          <a:noFill/>
          <a:ln>
            <a:noFill/>
          </a:ln>
        </p:spPr>
        <p:txBody>
          <a:bodyPr wrap="none" lIns="0" tIns="0" rIns="0" bIns="0" anchor="ctr">
            <a:spAutoFit/>
          </a:bodyPr>
          <a:lstStyle/>
          <a:p>
            <a:r>
              <a:rPr lang="en-US" altLang="zh-CN" sz="10000" b="1" dirty="0">
                <a:solidFill>
                  <a:srgbClr val="FFFFFF"/>
                </a:solidFill>
                <a:latin typeface="+mn-ea"/>
                <a:ea typeface="+mn-ea"/>
                <a:cs typeface="MS PGothic" panose="020B0600070205080204" charset="-128"/>
                <a:sym typeface="Diavlo Black Regular" charset="0"/>
              </a:rPr>
              <a:t>XXXX</a:t>
            </a:r>
            <a:r>
              <a:rPr lang="zh-CN" altLang="en-US" sz="10000" b="1" dirty="0">
                <a:solidFill>
                  <a:srgbClr val="FFFFFF"/>
                </a:solidFill>
                <a:latin typeface="+mn-ea"/>
                <a:ea typeface="+mn-ea"/>
                <a:cs typeface="MS PGothic" panose="020B0600070205080204" charset="-128"/>
                <a:sym typeface="Diavlo Black Regular" charset="0"/>
              </a:rPr>
              <a:t>设计</a:t>
            </a:r>
            <a:r>
              <a:rPr lang="en-US" altLang="zh-CN" sz="10000" b="1" dirty="0">
                <a:solidFill>
                  <a:srgbClr val="FFFFFF"/>
                </a:solidFill>
                <a:latin typeface="+mn-ea"/>
                <a:ea typeface="+mn-ea"/>
                <a:cs typeface="MS PGothic" panose="020B0600070205080204" charset="-128"/>
                <a:sym typeface="Diavlo Black Regular" charset="0"/>
              </a:rPr>
              <a:t>PPT</a:t>
            </a:r>
            <a:r>
              <a:rPr lang="zh-CN" altLang="en-US" sz="10000" b="1" dirty="0">
                <a:solidFill>
                  <a:srgbClr val="FFFFFF"/>
                </a:solidFill>
                <a:latin typeface="+mn-ea"/>
                <a:ea typeface="+mn-ea"/>
                <a:cs typeface="MS PGothic" panose="020B0600070205080204" charset="-128"/>
                <a:sym typeface="Diavlo Black Regular" charset="0"/>
              </a:rPr>
              <a:t>模版</a:t>
            </a:r>
            <a:endParaRPr lang="en-US" sz="10000" b="1" dirty="0">
              <a:solidFill>
                <a:srgbClr val="FFFFFF"/>
              </a:solidFill>
              <a:latin typeface="+mn-ea"/>
              <a:ea typeface="+mn-ea"/>
              <a:cs typeface="MS PGothic" panose="020B0600070205080204" charset="-128"/>
              <a:sym typeface="Diavlo Black Regular" charset="0"/>
            </a:endParaRPr>
          </a:p>
        </p:txBody>
      </p:sp>
      <p:grpSp>
        <p:nvGrpSpPr>
          <p:cNvPr id="6" name="Group 5"/>
          <p:cNvGrpSpPr/>
          <p:nvPr/>
        </p:nvGrpSpPr>
        <p:grpSpPr bwMode="auto">
          <a:xfrm>
            <a:off x="2451100" y="5321300"/>
            <a:ext cx="3932238" cy="3932238"/>
            <a:chOff x="2451100" y="5321300"/>
            <a:chExt cx="3932238" cy="3932238"/>
          </a:xfrm>
        </p:grpSpPr>
        <p:sp>
          <p:nvSpPr>
            <p:cNvPr id="8277" name="AutoShape 23"/>
            <p:cNvSpPr/>
            <p:nvPr/>
          </p:nvSpPr>
          <p:spPr bwMode="auto">
            <a:xfrm>
              <a:off x="2451100" y="5321300"/>
              <a:ext cx="3932238" cy="3932238"/>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solidFill>
            <a:ln>
              <a:noFill/>
            </a:ln>
          </p:spPr>
          <p:txBody>
            <a:bodyPr lIns="0" tIns="0" rIns="0" bIns="0"/>
            <a:lstStyle/>
            <a:p>
              <a:endParaRPr lang="en-US"/>
            </a:p>
          </p:txBody>
        </p:sp>
        <p:sp>
          <p:nvSpPr>
            <p:cNvPr id="8278" name="AutoShape 58"/>
            <p:cNvSpPr/>
            <p:nvPr/>
          </p:nvSpPr>
          <p:spPr bwMode="auto">
            <a:xfrm>
              <a:off x="3251200" y="5359400"/>
              <a:ext cx="3108325" cy="249555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0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338BDB">
                <a:alpha val="70195"/>
              </a:srgbClr>
            </a:solidFill>
            <a:ln>
              <a:noFill/>
            </a:ln>
          </p:spPr>
          <p:txBody>
            <a:bodyPr lIns="0" tIns="0" rIns="0" bIns="0"/>
            <a:lstStyle/>
            <a:p>
              <a:endParaRPr lang="en-US"/>
            </a:p>
          </p:txBody>
        </p:sp>
      </p:grpSp>
      <p:grpSp>
        <p:nvGrpSpPr>
          <p:cNvPr id="3" name="Group 2"/>
          <p:cNvGrpSpPr/>
          <p:nvPr/>
        </p:nvGrpSpPr>
        <p:grpSpPr bwMode="auto">
          <a:xfrm>
            <a:off x="17907000" y="4343400"/>
            <a:ext cx="1863725" cy="1873250"/>
            <a:chOff x="19659600" y="3937000"/>
            <a:chExt cx="1863725" cy="1873250"/>
          </a:xfrm>
        </p:grpSpPr>
        <p:sp>
          <p:nvSpPr>
            <p:cNvPr id="8274" name="AutoShape 25"/>
            <p:cNvSpPr/>
            <p:nvPr/>
          </p:nvSpPr>
          <p:spPr bwMode="auto">
            <a:xfrm>
              <a:off x="19659600" y="3937000"/>
              <a:ext cx="1863725" cy="1873250"/>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16765"/>
                    <a:pt x="4835" y="21600"/>
                    <a:pt x="10800" y="21600"/>
                  </a:cubicBezTo>
                  <a:cubicBezTo>
                    <a:pt x="16765" y="21600"/>
                    <a:pt x="21600" y="16765"/>
                    <a:pt x="21600" y="10800"/>
                  </a:cubicBezTo>
                  <a:cubicBezTo>
                    <a:pt x="21600" y="4835"/>
                    <a:pt x="16765" y="0"/>
                    <a:pt x="10800" y="0"/>
                  </a:cubicBezTo>
                  <a:cubicBezTo>
                    <a:pt x="4835" y="0"/>
                    <a:pt x="0" y="4835"/>
                    <a:pt x="0" y="10800"/>
                  </a:cubicBezTo>
                  <a:close/>
                  <a:moveTo>
                    <a:pt x="0" y="10800"/>
                  </a:moveTo>
                </a:path>
              </a:pathLst>
            </a:custGeom>
            <a:solidFill>
              <a:srgbClr val="A8BCC8"/>
            </a:solidFill>
            <a:ln>
              <a:noFill/>
            </a:ln>
          </p:spPr>
          <p:txBody>
            <a:bodyPr lIns="0" tIns="0" rIns="0" bIns="0"/>
            <a:lstStyle/>
            <a:p>
              <a:endParaRPr lang="en-US"/>
            </a:p>
          </p:txBody>
        </p:sp>
        <p:sp>
          <p:nvSpPr>
            <p:cNvPr id="8275" name="AutoShape 59"/>
            <p:cNvSpPr/>
            <p:nvPr/>
          </p:nvSpPr>
          <p:spPr bwMode="auto">
            <a:xfrm>
              <a:off x="19672300" y="4114800"/>
              <a:ext cx="1374775" cy="1692275"/>
            </a:xfrm>
            <a:custGeom>
              <a:avLst/>
              <a:gdLst>
                <a:gd name="T0" fmla="*/ 2147483647 w 21600"/>
                <a:gd name="T1" fmla="*/ 0 h 21600"/>
                <a:gd name="T2" fmla="*/ 2147483647 w 21600"/>
                <a:gd name="T3" fmla="*/ 1205609929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0 h 21600"/>
                <a:gd name="T14" fmla="*/ 2147483647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6965" y="0"/>
                  </a:moveTo>
                  <a:cubicBezTo>
                    <a:pt x="6620" y="0"/>
                    <a:pt x="6278" y="13"/>
                    <a:pt x="5938" y="32"/>
                  </a:cubicBezTo>
                  <a:cubicBezTo>
                    <a:pt x="2336" y="2210"/>
                    <a:pt x="0" y="5705"/>
                    <a:pt x="0" y="9646"/>
                  </a:cubicBezTo>
                  <a:cubicBezTo>
                    <a:pt x="0" y="16248"/>
                    <a:pt x="6552" y="21600"/>
                    <a:pt x="14635" y="21600"/>
                  </a:cubicBezTo>
                  <a:cubicBezTo>
                    <a:pt x="14980" y="21600"/>
                    <a:pt x="15322" y="21587"/>
                    <a:pt x="15662" y="21568"/>
                  </a:cubicBezTo>
                  <a:cubicBezTo>
                    <a:pt x="19264" y="19390"/>
                    <a:pt x="21600" y="15895"/>
                    <a:pt x="21600" y="11954"/>
                  </a:cubicBezTo>
                  <a:cubicBezTo>
                    <a:pt x="21600" y="5352"/>
                    <a:pt x="15048" y="0"/>
                    <a:pt x="6965" y="0"/>
                  </a:cubicBezTo>
                  <a:close/>
                  <a:moveTo>
                    <a:pt x="6965" y="0"/>
                  </a:moveTo>
                </a:path>
              </a:pathLst>
            </a:custGeom>
            <a:solidFill>
              <a:srgbClr val="BFD3DD"/>
            </a:solidFill>
            <a:ln>
              <a:noFill/>
            </a:ln>
          </p:spPr>
          <p:txBody>
            <a:bodyPr lIns="0" tIns="0" rIns="0" bIns="0"/>
            <a:lstStyle/>
            <a:p>
              <a:endParaRPr lang="en-US"/>
            </a:p>
          </p:txBody>
        </p:sp>
      </p:grpSp>
      <p:grpSp>
        <p:nvGrpSpPr>
          <p:cNvPr id="8270" name="Group 1"/>
          <p:cNvGrpSpPr/>
          <p:nvPr/>
        </p:nvGrpSpPr>
        <p:grpSpPr bwMode="auto">
          <a:xfrm>
            <a:off x="7162800" y="4343400"/>
            <a:ext cx="2057400" cy="2057400"/>
            <a:chOff x="4771655" y="5504679"/>
            <a:chExt cx="3932238" cy="3932238"/>
          </a:xfrm>
        </p:grpSpPr>
        <p:sp>
          <p:nvSpPr>
            <p:cNvPr id="8272" name="AutoShape 23"/>
            <p:cNvSpPr/>
            <p:nvPr/>
          </p:nvSpPr>
          <p:spPr bwMode="auto">
            <a:xfrm>
              <a:off x="4771655" y="5504679"/>
              <a:ext cx="3932238" cy="3932238"/>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76AC42"/>
            </a:solidFill>
            <a:ln>
              <a:noFill/>
            </a:ln>
          </p:spPr>
          <p:txBody>
            <a:bodyPr lIns="0" tIns="0" rIns="0" bIns="0"/>
            <a:lstStyle/>
            <a:p>
              <a:endParaRPr lang="en-US"/>
            </a:p>
          </p:txBody>
        </p:sp>
        <p:sp>
          <p:nvSpPr>
            <p:cNvPr id="8273" name="AutoShape 58"/>
            <p:cNvSpPr/>
            <p:nvPr/>
          </p:nvSpPr>
          <p:spPr bwMode="auto">
            <a:xfrm>
              <a:off x="5571755" y="5542778"/>
              <a:ext cx="3108326" cy="2495549"/>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0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8DCB52">
                <a:alpha val="70195"/>
              </a:srgbClr>
            </a:solidFill>
            <a:ln>
              <a:noFill/>
            </a:ln>
          </p:spPr>
          <p:txBody>
            <a:bodyPr lIns="0" tIns="0" rIns="0" bIns="0"/>
            <a:lstStyle/>
            <a:p>
              <a:endParaRPr lang="en-US"/>
            </a:p>
          </p:txBody>
        </p:sp>
      </p:grpSp>
      <p:grpSp>
        <p:nvGrpSpPr>
          <p:cNvPr id="16" name="Group 15"/>
          <p:cNvGrpSpPr/>
          <p:nvPr/>
        </p:nvGrpSpPr>
        <p:grpSpPr bwMode="auto">
          <a:xfrm>
            <a:off x="8813800" y="3619500"/>
            <a:ext cx="9952038" cy="9729788"/>
            <a:chOff x="8813800" y="3619500"/>
            <a:chExt cx="9952038" cy="9729788"/>
          </a:xfrm>
        </p:grpSpPr>
        <p:grpSp>
          <p:nvGrpSpPr>
            <p:cNvPr id="8210" name="Group 14"/>
            <p:cNvGrpSpPr/>
            <p:nvPr/>
          </p:nvGrpSpPr>
          <p:grpSpPr bwMode="auto">
            <a:xfrm>
              <a:off x="10883900" y="3619500"/>
              <a:ext cx="7881938" cy="4933950"/>
              <a:chOff x="10883900" y="3619500"/>
              <a:chExt cx="7881938" cy="4933950"/>
            </a:xfrm>
          </p:grpSpPr>
          <p:grpSp>
            <p:nvGrpSpPr>
              <p:cNvPr id="8226" name="Group 13"/>
              <p:cNvGrpSpPr/>
              <p:nvPr/>
            </p:nvGrpSpPr>
            <p:grpSpPr bwMode="auto">
              <a:xfrm>
                <a:off x="10883900" y="3619500"/>
                <a:ext cx="7881938" cy="4933950"/>
                <a:chOff x="10883900" y="3619500"/>
                <a:chExt cx="7881938" cy="4933950"/>
              </a:xfrm>
            </p:grpSpPr>
            <p:sp>
              <p:nvSpPr>
                <p:cNvPr id="8228" name="AutoShape 60"/>
                <p:cNvSpPr/>
                <p:nvPr/>
              </p:nvSpPr>
              <p:spPr bwMode="auto">
                <a:xfrm>
                  <a:off x="11493500" y="4775200"/>
                  <a:ext cx="2235200" cy="27686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8229" name="AutoShape 61"/>
                <p:cNvSpPr/>
                <p:nvPr/>
              </p:nvSpPr>
              <p:spPr bwMode="auto">
                <a:xfrm>
                  <a:off x="11747500" y="4902200"/>
                  <a:ext cx="1739900" cy="3651250"/>
                </a:xfrm>
                <a:custGeom>
                  <a:avLst/>
                  <a:gdLst>
                    <a:gd name="T0" fmla="*/ 2147483647 w 21600"/>
                    <a:gd name="T1" fmla="*/ 0 h 21600"/>
                    <a:gd name="T2" fmla="*/ 0 w 21600"/>
                    <a:gd name="T3" fmla="*/ 2147483647 h 21600"/>
                    <a:gd name="T4" fmla="*/ 0 w 21600"/>
                    <a:gd name="T5" fmla="*/ 2147483647 h 21600"/>
                    <a:gd name="T6" fmla="*/ 0 w 21600"/>
                    <a:gd name="T7" fmla="*/ 2147483647 h 21600"/>
                    <a:gd name="T8" fmla="*/ 0 w 21600"/>
                    <a:gd name="T9" fmla="*/ 2147483647 h 21600"/>
                    <a:gd name="T10" fmla="*/ 2147483647 w 21600"/>
                    <a:gd name="T11" fmla="*/ 2147483647 h 21600"/>
                    <a:gd name="T12" fmla="*/ 0 w 21600"/>
                    <a:gd name="T13" fmla="*/ 2147483647 h 21600"/>
                    <a:gd name="T14" fmla="*/ 0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0 h 21600"/>
                    <a:gd name="T44" fmla="*/ 2147483647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8230" name="AutoShape 62"/>
                <p:cNvSpPr/>
                <p:nvPr/>
              </p:nvSpPr>
              <p:spPr bwMode="auto">
                <a:xfrm>
                  <a:off x="12992100" y="4025900"/>
                  <a:ext cx="1220788" cy="1690688"/>
                </a:xfrm>
                <a:custGeom>
                  <a:avLst/>
                  <a:gdLst>
                    <a:gd name="T0" fmla="*/ 2147483647 w 19437"/>
                    <a:gd name="T1" fmla="*/ 2147483647 h 21352"/>
                    <a:gd name="T2" fmla="*/ 2147483647 w 19437"/>
                    <a:gd name="T3" fmla="*/ 2147483647 h 21352"/>
                    <a:gd name="T4" fmla="*/ 2147483647 w 19437"/>
                    <a:gd name="T5" fmla="*/ 2147483647 h 21352"/>
                    <a:gd name="T6" fmla="*/ 2147483647 w 19437"/>
                    <a:gd name="T7" fmla="*/ 2147483647 h 21352"/>
                    <a:gd name="T8" fmla="*/ 2147483647 w 19437"/>
                    <a:gd name="T9" fmla="*/ 2147483647 h 21352"/>
                    <a:gd name="T10" fmla="*/ 2147483647 w 19437"/>
                    <a:gd name="T11" fmla="*/ 2147483647 h 21352"/>
                    <a:gd name="T12" fmla="*/ 2147483647 w 19437"/>
                    <a:gd name="T13" fmla="*/ 2147483647 h 21352"/>
                    <a:gd name="T14" fmla="*/ 2147483647 w 19437"/>
                    <a:gd name="T15" fmla="*/ 2147483647 h 21352"/>
                    <a:gd name="T16" fmla="*/ 2147483647 w 19437"/>
                    <a:gd name="T17" fmla="*/ 2147483647 h 21352"/>
                    <a:gd name="T18" fmla="*/ 2147483647 w 19437"/>
                    <a:gd name="T19" fmla="*/ 2147483647 h 21352"/>
                    <a:gd name="T20" fmla="*/ 2147483647 w 19437"/>
                    <a:gd name="T21" fmla="*/ 2147483647 h 21352"/>
                    <a:gd name="T22" fmla="*/ 2147483647 w 19437"/>
                    <a:gd name="T23" fmla="*/ 2147483647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8231" name="AutoShape 63"/>
                <p:cNvSpPr/>
                <p:nvPr/>
              </p:nvSpPr>
              <p:spPr bwMode="auto">
                <a:xfrm>
                  <a:off x="10883900" y="4965700"/>
                  <a:ext cx="1320800" cy="1906588"/>
                </a:xfrm>
                <a:custGeom>
                  <a:avLst/>
                  <a:gdLst>
                    <a:gd name="T0" fmla="*/ 2147483647 w 19330"/>
                    <a:gd name="T1" fmla="*/ 0 h 20287"/>
                    <a:gd name="T2" fmla="*/ 2147483647 w 19330"/>
                    <a:gd name="T3" fmla="*/ 2147483647 h 20287"/>
                    <a:gd name="T4" fmla="*/ 893572242 w 19330"/>
                    <a:gd name="T5" fmla="*/ 2147483647 h 20287"/>
                    <a:gd name="T6" fmla="*/ 2147483647 w 19330"/>
                    <a:gd name="T7" fmla="*/ 2147483647 h 20287"/>
                    <a:gd name="T8" fmla="*/ 2147483647 w 19330"/>
                    <a:gd name="T9" fmla="*/ 2147483647 h 20287"/>
                    <a:gd name="T10" fmla="*/ 2147483647 w 19330"/>
                    <a:gd name="T11" fmla="*/ 2147483647 h 20287"/>
                    <a:gd name="T12" fmla="*/ 2147483647 w 19330"/>
                    <a:gd name="T13" fmla="*/ 2147483647 h 20287"/>
                    <a:gd name="T14" fmla="*/ 2147483647 w 19330"/>
                    <a:gd name="T15" fmla="*/ 2147483647 h 20287"/>
                    <a:gd name="T16" fmla="*/ 2147483647 w 19330"/>
                    <a:gd name="T17" fmla="*/ 0 h 20287"/>
                    <a:gd name="T18" fmla="*/ 2147483647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7"/>
                      </a:cubicBezTo>
                      <a:cubicBezTo>
                        <a:pt x="2635"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8232" name="AutoShape 64"/>
                <p:cNvSpPr/>
                <p:nvPr/>
              </p:nvSpPr>
              <p:spPr bwMode="auto">
                <a:xfrm>
                  <a:off x="13144500" y="5118100"/>
                  <a:ext cx="1801813" cy="750888"/>
                </a:xfrm>
                <a:custGeom>
                  <a:avLst/>
                  <a:gdLst>
                    <a:gd name="T0" fmla="*/ 2147483647 w 21114"/>
                    <a:gd name="T1" fmla="*/ 2147483647 h 20825"/>
                    <a:gd name="T2" fmla="*/ 2147483647 w 21114"/>
                    <a:gd name="T3" fmla="*/ 2147483647 h 20825"/>
                    <a:gd name="T4" fmla="*/ 2147483647 w 21114"/>
                    <a:gd name="T5" fmla="*/ 2147483647 h 20825"/>
                    <a:gd name="T6" fmla="*/ 2147483647 w 21114"/>
                    <a:gd name="T7" fmla="*/ 2147483647 h 20825"/>
                    <a:gd name="T8" fmla="*/ 2147483647 w 21114"/>
                    <a:gd name="T9" fmla="*/ 2147483647 h 20825"/>
                    <a:gd name="T10" fmla="*/ 2147483647 w 21114"/>
                    <a:gd name="T11" fmla="*/ 2147483647 h 20825"/>
                    <a:gd name="T12" fmla="*/ 2147483647 w 21114"/>
                    <a:gd name="T13" fmla="*/ 0 h 20825"/>
                    <a:gd name="T14" fmla="*/ 0 w 21114"/>
                    <a:gd name="T15" fmla="*/ 2147483647 h 20825"/>
                    <a:gd name="T16" fmla="*/ 2147483647 w 21114"/>
                    <a:gd name="T17" fmla="*/ 2147483647 h 20825"/>
                    <a:gd name="T18" fmla="*/ 2147483647 w 21114"/>
                    <a:gd name="T19" fmla="*/ 2147483647 h 20825"/>
                    <a:gd name="T20" fmla="*/ 2147483647 w 21114"/>
                    <a:gd name="T21" fmla="*/ 2147483647 h 20825"/>
                    <a:gd name="T22" fmla="*/ 2147483647 w 21114"/>
                    <a:gd name="T23" fmla="*/ 2147483647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4"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8233" name="AutoShape 65"/>
                <p:cNvSpPr/>
                <p:nvPr/>
              </p:nvSpPr>
              <p:spPr bwMode="auto">
                <a:xfrm>
                  <a:off x="11836400" y="3619500"/>
                  <a:ext cx="1536700" cy="22606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8234" name="AutoShape 66"/>
                <p:cNvSpPr/>
                <p:nvPr/>
              </p:nvSpPr>
              <p:spPr bwMode="auto">
                <a:xfrm>
                  <a:off x="11988800" y="4114800"/>
                  <a:ext cx="1244600" cy="10668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8235" name="AutoShape 67"/>
                <p:cNvSpPr/>
                <p:nvPr/>
              </p:nvSpPr>
              <p:spPr bwMode="auto">
                <a:xfrm>
                  <a:off x="13385800" y="4076700"/>
                  <a:ext cx="65088" cy="104775"/>
                </a:xfrm>
                <a:custGeom>
                  <a:avLst/>
                  <a:gdLst>
                    <a:gd name="T0" fmla="*/ 0 w 21600"/>
                    <a:gd name="T1" fmla="*/ 11958310 h 21600"/>
                    <a:gd name="T2" fmla="*/ 1780913 w 21600"/>
                    <a:gd name="T3" fmla="*/ 11212550 h 21600"/>
                    <a:gd name="T4" fmla="*/ 1659458 w 21600"/>
                    <a:gd name="T5" fmla="*/ 0 h 21600"/>
                    <a:gd name="T6" fmla="*/ 0 w 21600"/>
                    <a:gd name="T7" fmla="*/ 11958310 h 21600"/>
                    <a:gd name="T8" fmla="*/ 0 w 21600"/>
                    <a:gd name="T9" fmla="*/ 1195831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8236" name="AutoShape 68"/>
                <p:cNvSpPr/>
                <p:nvPr/>
              </p:nvSpPr>
              <p:spPr bwMode="auto">
                <a:xfrm>
                  <a:off x="14020800" y="4597400"/>
                  <a:ext cx="61913" cy="30163"/>
                </a:xfrm>
                <a:custGeom>
                  <a:avLst/>
                  <a:gdLst>
                    <a:gd name="T0" fmla="*/ 1458031 w 21600"/>
                    <a:gd name="T1" fmla="*/ 56976 h 21600"/>
                    <a:gd name="T2" fmla="*/ 0 w 21600"/>
                    <a:gd name="T3" fmla="*/ 0 h 21600"/>
                    <a:gd name="T4" fmla="*/ 10459 w 21600"/>
                    <a:gd name="T5" fmla="*/ 82137 h 21600"/>
                    <a:gd name="T6" fmla="*/ 1458031 w 21600"/>
                    <a:gd name="T7" fmla="*/ 56976 h 21600"/>
                    <a:gd name="T8" fmla="*/ 1458031 w 21600"/>
                    <a:gd name="T9" fmla="*/ 5697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8237" name="AutoShape 69"/>
                <p:cNvSpPr/>
                <p:nvPr/>
              </p:nvSpPr>
              <p:spPr bwMode="auto">
                <a:xfrm>
                  <a:off x="13817600" y="4229100"/>
                  <a:ext cx="95250" cy="44450"/>
                </a:xfrm>
                <a:custGeom>
                  <a:avLst/>
                  <a:gdLst>
                    <a:gd name="T0" fmla="*/ 0 w 21600"/>
                    <a:gd name="T1" fmla="*/ 209501 h 21600"/>
                    <a:gd name="T2" fmla="*/ 2409490 w 21600"/>
                    <a:gd name="T3" fmla="*/ 387369 h 21600"/>
                    <a:gd name="T4" fmla="*/ 8167679 w 21600"/>
                    <a:gd name="T5" fmla="*/ 0 h 21600"/>
                    <a:gd name="T6" fmla="*/ 0 w 21600"/>
                    <a:gd name="T7" fmla="*/ 209501 h 21600"/>
                    <a:gd name="T8" fmla="*/ 0 w 21600"/>
                    <a:gd name="T9" fmla="*/ 209501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8238" name="AutoShape 70"/>
                <p:cNvSpPr/>
                <p:nvPr/>
              </p:nvSpPr>
              <p:spPr bwMode="auto">
                <a:xfrm>
                  <a:off x="13754100" y="4165600"/>
                  <a:ext cx="112713" cy="63500"/>
                </a:xfrm>
                <a:custGeom>
                  <a:avLst/>
                  <a:gdLst>
                    <a:gd name="T0" fmla="*/ 3897803 w 21600"/>
                    <a:gd name="T1" fmla="*/ 1613367 h 21600"/>
                    <a:gd name="T2" fmla="*/ 16015281 w 21600"/>
                    <a:gd name="T3" fmla="*/ 0 h 21600"/>
                    <a:gd name="T4" fmla="*/ 0 w 21600"/>
                    <a:gd name="T5" fmla="*/ 1250503 h 21600"/>
                    <a:gd name="T6" fmla="*/ 3897803 w 21600"/>
                    <a:gd name="T7" fmla="*/ 1613367 h 21600"/>
                    <a:gd name="T8" fmla="*/ 3897803 w 21600"/>
                    <a:gd name="T9" fmla="*/ 1613367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8239" name="AutoShape 71"/>
                <p:cNvSpPr/>
                <p:nvPr/>
              </p:nvSpPr>
              <p:spPr bwMode="auto">
                <a:xfrm>
                  <a:off x="13982700" y="4457700"/>
                  <a:ext cx="120650" cy="17463"/>
                </a:xfrm>
                <a:custGeom>
                  <a:avLst/>
                  <a:gdLst>
                    <a:gd name="T0" fmla="*/ 0 w 21600"/>
                    <a:gd name="T1" fmla="*/ 0 h 21600"/>
                    <a:gd name="T2" fmla="*/ 1437735 w 21600"/>
                    <a:gd name="T3" fmla="*/ 9228 h 21600"/>
                    <a:gd name="T4" fmla="*/ 21025569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8240" name="AutoShape 72"/>
                <p:cNvSpPr/>
                <p:nvPr/>
              </p:nvSpPr>
              <p:spPr bwMode="auto">
                <a:xfrm>
                  <a:off x="13728700" y="5219700"/>
                  <a:ext cx="57150" cy="66675"/>
                </a:xfrm>
                <a:custGeom>
                  <a:avLst/>
                  <a:gdLst>
                    <a:gd name="T0" fmla="*/ 1058529 w 21600"/>
                    <a:gd name="T1" fmla="*/ 1961063 h 21600"/>
                    <a:gd name="T2" fmla="*/ 525396 w 21600"/>
                    <a:gd name="T3" fmla="*/ 0 h 21600"/>
                    <a:gd name="T4" fmla="*/ 0 w 21600"/>
                    <a:gd name="T5" fmla="*/ 660126 h 21600"/>
                    <a:gd name="T6" fmla="*/ 1058529 w 21600"/>
                    <a:gd name="T7" fmla="*/ 1961063 h 21600"/>
                    <a:gd name="T8" fmla="*/ 1058529 w 21600"/>
                    <a:gd name="T9" fmla="*/ 1961063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8241" name="AutoShape 73"/>
                <p:cNvSpPr/>
                <p:nvPr/>
              </p:nvSpPr>
              <p:spPr bwMode="auto">
                <a:xfrm>
                  <a:off x="13474700" y="4076700"/>
                  <a:ext cx="52388" cy="96838"/>
                </a:xfrm>
                <a:custGeom>
                  <a:avLst/>
                  <a:gdLst>
                    <a:gd name="T0" fmla="*/ 604065 w 21600"/>
                    <a:gd name="T1" fmla="*/ 8595650 h 21600"/>
                    <a:gd name="T2" fmla="*/ 747422 w 21600"/>
                    <a:gd name="T3" fmla="*/ 0 h 21600"/>
                    <a:gd name="T4" fmla="*/ 0 w 21600"/>
                    <a:gd name="T5" fmla="*/ 8726135 h 21600"/>
                    <a:gd name="T6" fmla="*/ 604065 w 21600"/>
                    <a:gd name="T7" fmla="*/ 8595650 h 21600"/>
                    <a:gd name="T8" fmla="*/ 604065 w 21600"/>
                    <a:gd name="T9" fmla="*/ 859565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8242" name="AutoShape 74"/>
                <p:cNvSpPr/>
                <p:nvPr/>
              </p:nvSpPr>
              <p:spPr bwMode="auto">
                <a:xfrm>
                  <a:off x="13868400" y="5080000"/>
                  <a:ext cx="39688" cy="55563"/>
                </a:xfrm>
                <a:custGeom>
                  <a:avLst/>
                  <a:gdLst>
                    <a:gd name="T0" fmla="*/ 246192 w 21600"/>
                    <a:gd name="T1" fmla="*/ 945759 h 21600"/>
                    <a:gd name="T2" fmla="*/ 89982 w 21600"/>
                    <a:gd name="T3" fmla="*/ 0 h 21600"/>
                    <a:gd name="T4" fmla="*/ 0 w 21600"/>
                    <a:gd name="T5" fmla="*/ 355711 h 21600"/>
                    <a:gd name="T6" fmla="*/ 246192 w 21600"/>
                    <a:gd name="T7" fmla="*/ 945759 h 21600"/>
                    <a:gd name="T8" fmla="*/ 246192 w 21600"/>
                    <a:gd name="T9" fmla="*/ 945759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8243" name="AutoShape 75"/>
                <p:cNvSpPr/>
                <p:nvPr/>
              </p:nvSpPr>
              <p:spPr bwMode="auto">
                <a:xfrm>
                  <a:off x="13563600" y="4114800"/>
                  <a:ext cx="68263" cy="61913"/>
                </a:xfrm>
                <a:custGeom>
                  <a:avLst/>
                  <a:gdLst>
                    <a:gd name="T0" fmla="*/ 907158 w 21600"/>
                    <a:gd name="T1" fmla="*/ 1424756 h 21600"/>
                    <a:gd name="T2" fmla="*/ 1343969 w 21600"/>
                    <a:gd name="T3" fmla="*/ 1458031 h 21600"/>
                    <a:gd name="T4" fmla="*/ 2154665 w 21600"/>
                    <a:gd name="T5" fmla="*/ 0 h 21600"/>
                    <a:gd name="T6" fmla="*/ 0 w 21600"/>
                    <a:gd name="T7" fmla="*/ 1405915 h 21600"/>
                    <a:gd name="T8" fmla="*/ 907158 w 21600"/>
                    <a:gd name="T9" fmla="*/ 1424756 h 21600"/>
                    <a:gd name="T10" fmla="*/ 907158 w 21600"/>
                    <a:gd name="T11" fmla="*/ 142475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8244" name="AutoShape 76"/>
                <p:cNvSpPr/>
                <p:nvPr/>
              </p:nvSpPr>
              <p:spPr bwMode="auto">
                <a:xfrm>
                  <a:off x="13919200" y="4991100"/>
                  <a:ext cx="42863" cy="50800"/>
                </a:xfrm>
                <a:custGeom>
                  <a:avLst/>
                  <a:gdLst>
                    <a:gd name="T0" fmla="*/ 110394 w 21600"/>
                    <a:gd name="T1" fmla="*/ 0 h 21600"/>
                    <a:gd name="T2" fmla="*/ 0 w 21600"/>
                    <a:gd name="T3" fmla="*/ 348991 h 21600"/>
                    <a:gd name="T4" fmla="*/ 334941 w 21600"/>
                    <a:gd name="T5" fmla="*/ 660835 h 21600"/>
                    <a:gd name="T6" fmla="*/ 110394 w 21600"/>
                    <a:gd name="T7" fmla="*/ 0 h 21600"/>
                    <a:gd name="T8" fmla="*/ 110394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8245" name="AutoShape 77"/>
                <p:cNvSpPr/>
                <p:nvPr/>
              </p:nvSpPr>
              <p:spPr bwMode="auto">
                <a:xfrm>
                  <a:off x="13804900" y="5143500"/>
                  <a:ext cx="73025" cy="90488"/>
                </a:xfrm>
                <a:custGeom>
                  <a:avLst/>
                  <a:gdLst>
                    <a:gd name="T0" fmla="*/ 926505 w 21600"/>
                    <a:gd name="T1" fmla="*/ 0 h 21600"/>
                    <a:gd name="T2" fmla="*/ 0 w 21600"/>
                    <a:gd name="T3" fmla="*/ 1922204 h 21600"/>
                    <a:gd name="T4" fmla="*/ 2821791 w 21600"/>
                    <a:gd name="T5" fmla="*/ 6652778 h 21600"/>
                    <a:gd name="T6" fmla="*/ 926505 w 21600"/>
                    <a:gd name="T7" fmla="*/ 0 h 21600"/>
                    <a:gd name="T8" fmla="*/ 926505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8246" name="AutoShape 78"/>
                <p:cNvSpPr/>
                <p:nvPr/>
              </p:nvSpPr>
              <p:spPr bwMode="auto">
                <a:xfrm>
                  <a:off x="14008100" y="4787900"/>
                  <a:ext cx="77788" cy="33338"/>
                </a:xfrm>
                <a:custGeom>
                  <a:avLst/>
                  <a:gdLst>
                    <a:gd name="T0" fmla="*/ 224238 w 21600"/>
                    <a:gd name="T1" fmla="*/ 0 h 21600"/>
                    <a:gd name="T2" fmla="*/ 0 w 21600"/>
                    <a:gd name="T3" fmla="*/ 85370 h 21600"/>
                    <a:gd name="T4" fmla="*/ 3633204 w 21600"/>
                    <a:gd name="T5" fmla="*/ 122574 h 21600"/>
                    <a:gd name="T6" fmla="*/ 224238 w 21600"/>
                    <a:gd name="T7" fmla="*/ 0 h 21600"/>
                    <a:gd name="T8" fmla="*/ 224238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8247" name="AutoShape 79"/>
                <p:cNvSpPr/>
                <p:nvPr/>
              </p:nvSpPr>
              <p:spPr bwMode="auto">
                <a:xfrm>
                  <a:off x="13652500" y="4114800"/>
                  <a:ext cx="138113" cy="85725"/>
                </a:xfrm>
                <a:custGeom>
                  <a:avLst/>
                  <a:gdLst>
                    <a:gd name="T0" fmla="*/ 15550686 w 21600"/>
                    <a:gd name="T1" fmla="*/ 5358813 h 21600"/>
                    <a:gd name="T2" fmla="*/ 36105795 w 21600"/>
                    <a:gd name="T3" fmla="*/ 0 h 21600"/>
                    <a:gd name="T4" fmla="*/ 0 w 21600"/>
                    <a:gd name="T5" fmla="*/ 4326493 h 21600"/>
                    <a:gd name="T6" fmla="*/ 15550686 w 21600"/>
                    <a:gd name="T7" fmla="*/ 5358813 h 21600"/>
                    <a:gd name="T8" fmla="*/ 15550686 w 21600"/>
                    <a:gd name="T9" fmla="*/ 5358813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8248" name="AutoShape 80"/>
                <p:cNvSpPr/>
                <p:nvPr/>
              </p:nvSpPr>
              <p:spPr bwMode="auto">
                <a:xfrm>
                  <a:off x="13970000" y="4902200"/>
                  <a:ext cx="44450" cy="42863"/>
                </a:xfrm>
                <a:custGeom>
                  <a:avLst/>
                  <a:gdLst>
                    <a:gd name="T0" fmla="*/ 0 w 21600"/>
                    <a:gd name="T1" fmla="*/ 111634 h 21600"/>
                    <a:gd name="T2" fmla="*/ 387369 w 21600"/>
                    <a:gd name="T3" fmla="*/ 334941 h 21600"/>
                    <a:gd name="T4" fmla="*/ 42162 w 21600"/>
                    <a:gd name="T5" fmla="*/ 0 h 21600"/>
                    <a:gd name="T6" fmla="*/ 0 w 21600"/>
                    <a:gd name="T7" fmla="*/ 111634 h 21600"/>
                    <a:gd name="T8" fmla="*/ 0 w 21600"/>
                    <a:gd name="T9" fmla="*/ 111634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8249" name="AutoShape 81"/>
                <p:cNvSpPr/>
                <p:nvPr/>
              </p:nvSpPr>
              <p:spPr bwMode="auto">
                <a:xfrm>
                  <a:off x="14020800" y="4699000"/>
                  <a:ext cx="88900" cy="36513"/>
                </a:xfrm>
                <a:custGeom>
                  <a:avLst/>
                  <a:gdLst>
                    <a:gd name="T0" fmla="*/ 307042 w 21600"/>
                    <a:gd name="T1" fmla="*/ 0 h 21600"/>
                    <a:gd name="T2" fmla="*/ 0 w 21600"/>
                    <a:gd name="T3" fmla="*/ 176371 h 21600"/>
                    <a:gd name="T4" fmla="*/ 6197910 w 21600"/>
                    <a:gd name="T5" fmla="*/ 176371 h 21600"/>
                    <a:gd name="T6" fmla="*/ 307042 w 21600"/>
                    <a:gd name="T7" fmla="*/ 0 h 21600"/>
                    <a:gd name="T8" fmla="*/ 307042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8250" name="AutoShape 82"/>
                <p:cNvSpPr/>
                <p:nvPr/>
              </p:nvSpPr>
              <p:spPr bwMode="auto">
                <a:xfrm>
                  <a:off x="14008100" y="4495800"/>
                  <a:ext cx="130175" cy="36513"/>
                </a:xfrm>
                <a:custGeom>
                  <a:avLst/>
                  <a:gdLst>
                    <a:gd name="T0" fmla="*/ 0 w 21600"/>
                    <a:gd name="T1" fmla="*/ 0 h 21600"/>
                    <a:gd name="T2" fmla="*/ 2237250 w 21600"/>
                    <a:gd name="T3" fmla="*/ 176371 h 21600"/>
                    <a:gd name="T4" fmla="*/ 28493704 w 21600"/>
                    <a:gd name="T5" fmla="*/ 109417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8251" name="AutoShape 83"/>
                <p:cNvSpPr/>
                <p:nvPr/>
              </p:nvSpPr>
              <p:spPr bwMode="auto">
                <a:xfrm>
                  <a:off x="13881100" y="4267200"/>
                  <a:ext cx="161925" cy="53975"/>
                </a:xfrm>
                <a:custGeom>
                  <a:avLst/>
                  <a:gdLst>
                    <a:gd name="T0" fmla="*/ 9253609 w 21600"/>
                    <a:gd name="T1" fmla="*/ 842187 h 21600"/>
                    <a:gd name="T2" fmla="*/ 68217263 w 21600"/>
                    <a:gd name="T3" fmla="*/ 0 h 21600"/>
                    <a:gd name="T4" fmla="*/ 0 w 21600"/>
                    <a:gd name="T5" fmla="*/ 493499 h 21600"/>
                    <a:gd name="T6" fmla="*/ 9253609 w 21600"/>
                    <a:gd name="T7" fmla="*/ 842187 h 21600"/>
                    <a:gd name="T8" fmla="*/ 9253609 w 21600"/>
                    <a:gd name="T9" fmla="*/ 842187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8252" name="AutoShape 84"/>
                <p:cNvSpPr/>
                <p:nvPr/>
              </p:nvSpPr>
              <p:spPr bwMode="auto">
                <a:xfrm>
                  <a:off x="13931900" y="4343400"/>
                  <a:ext cx="133350" cy="52388"/>
                </a:xfrm>
                <a:custGeom>
                  <a:avLst/>
                  <a:gdLst>
                    <a:gd name="T0" fmla="*/ 8850977 w 21600"/>
                    <a:gd name="T1" fmla="*/ 747422 h 21600"/>
                    <a:gd name="T2" fmla="*/ 31376959 w 21600"/>
                    <a:gd name="T3" fmla="*/ 0 h 21600"/>
                    <a:gd name="T4" fmla="*/ 0 w 21600"/>
                    <a:gd name="T5" fmla="*/ 0 h 21600"/>
                    <a:gd name="T6" fmla="*/ 8850977 w 21600"/>
                    <a:gd name="T7" fmla="*/ 747422 h 21600"/>
                    <a:gd name="T8" fmla="*/ 8850977 w 21600"/>
                    <a:gd name="T9" fmla="*/ 747422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8253" name="AutoShape 85"/>
                <p:cNvSpPr/>
                <p:nvPr/>
              </p:nvSpPr>
              <p:spPr bwMode="auto">
                <a:xfrm>
                  <a:off x="12446000" y="4191000"/>
                  <a:ext cx="731838" cy="844550"/>
                </a:xfrm>
                <a:custGeom>
                  <a:avLst/>
                  <a:gdLst>
                    <a:gd name="T0" fmla="*/ 2147483647 w 18678"/>
                    <a:gd name="T1" fmla="*/ 388183038 h 20585"/>
                    <a:gd name="T2" fmla="*/ 2147483647 w 18678"/>
                    <a:gd name="T3" fmla="*/ 2147483647 h 20585"/>
                    <a:gd name="T4" fmla="*/ 2147483647 w 18678"/>
                    <a:gd name="T5" fmla="*/ 2147483647 h 20585"/>
                    <a:gd name="T6" fmla="*/ 2147483647 w 18678"/>
                    <a:gd name="T7" fmla="*/ 2147483647 h 20585"/>
                    <a:gd name="T8" fmla="*/ 2147483647 w 18678"/>
                    <a:gd name="T9" fmla="*/ 2147483647 h 20585"/>
                    <a:gd name="T10" fmla="*/ 1237337134 w 18678"/>
                    <a:gd name="T11" fmla="*/ 2147483647 h 20585"/>
                    <a:gd name="T12" fmla="*/ 2147483647 w 18678"/>
                    <a:gd name="T13" fmla="*/ 388183038 h 20585"/>
                    <a:gd name="T14" fmla="*/ 2147483647 w 18678"/>
                    <a:gd name="T15" fmla="*/ 388183038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sp>
              <p:nvSpPr>
                <p:cNvPr id="8254" name="AutoShape 86"/>
                <p:cNvSpPr/>
                <p:nvPr/>
              </p:nvSpPr>
              <p:spPr bwMode="auto">
                <a:xfrm>
                  <a:off x="11887200" y="7696200"/>
                  <a:ext cx="515938" cy="212725"/>
                </a:xfrm>
                <a:custGeom>
                  <a:avLst/>
                  <a:gdLst>
                    <a:gd name="T0" fmla="*/ 1259321310 w 18193"/>
                    <a:gd name="T1" fmla="*/ 0 h 20862"/>
                    <a:gd name="T2" fmla="*/ 2147483647 w 18193"/>
                    <a:gd name="T3" fmla="*/ 50939409 h 20862"/>
                    <a:gd name="T4" fmla="*/ 2147483647 w 18193"/>
                    <a:gd name="T5" fmla="*/ 63566435 h 20862"/>
                    <a:gd name="T6" fmla="*/ 2147483647 w 18193"/>
                    <a:gd name="T7" fmla="*/ 101890564 h 20862"/>
                    <a:gd name="T8" fmla="*/ 2147483647 w 18193"/>
                    <a:gd name="T9" fmla="*/ 174083741 h 20862"/>
                    <a:gd name="T10" fmla="*/ 2147483647 w 18193"/>
                    <a:gd name="T11" fmla="*/ 148592297 h 20862"/>
                    <a:gd name="T12" fmla="*/ 2147483647 w 18193"/>
                    <a:gd name="T13" fmla="*/ 225000890 h 20862"/>
                    <a:gd name="T14" fmla="*/ 616397904 w 18193"/>
                    <a:gd name="T15" fmla="*/ 112766051 h 20862"/>
                    <a:gd name="T16" fmla="*/ 1259321310 w 18193"/>
                    <a:gd name="T17" fmla="*/ 0 h 20862"/>
                    <a:gd name="T18" fmla="*/ 125932131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8255" name="AutoShape 87"/>
                <p:cNvSpPr/>
                <p:nvPr/>
              </p:nvSpPr>
              <p:spPr bwMode="auto">
                <a:xfrm>
                  <a:off x="12850813" y="7696200"/>
                  <a:ext cx="517525" cy="212725"/>
                </a:xfrm>
                <a:custGeom>
                  <a:avLst/>
                  <a:gdLst>
                    <a:gd name="T0" fmla="*/ 1274246681 w 18193"/>
                    <a:gd name="T1" fmla="*/ 0 h 20862"/>
                    <a:gd name="T2" fmla="*/ 2147483647 w 18193"/>
                    <a:gd name="T3" fmla="*/ 50939409 h 20862"/>
                    <a:gd name="T4" fmla="*/ 2147483647 w 18193"/>
                    <a:gd name="T5" fmla="*/ 63566435 h 20862"/>
                    <a:gd name="T6" fmla="*/ 2147483647 w 18193"/>
                    <a:gd name="T7" fmla="*/ 101890564 h 20862"/>
                    <a:gd name="T8" fmla="*/ 2147483647 w 18193"/>
                    <a:gd name="T9" fmla="*/ 174083741 h 20862"/>
                    <a:gd name="T10" fmla="*/ 2147483647 w 18193"/>
                    <a:gd name="T11" fmla="*/ 148592297 h 20862"/>
                    <a:gd name="T12" fmla="*/ 2147483647 w 18193"/>
                    <a:gd name="T13" fmla="*/ 225000890 h 20862"/>
                    <a:gd name="T14" fmla="*/ 624014367 w 18193"/>
                    <a:gd name="T15" fmla="*/ 112766051 h 20862"/>
                    <a:gd name="T16" fmla="*/ 1274246681 w 18193"/>
                    <a:gd name="T17" fmla="*/ 0 h 20862"/>
                    <a:gd name="T18" fmla="*/ 1274246681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8256" name="AutoShape 88"/>
                <p:cNvSpPr/>
                <p:nvPr/>
              </p:nvSpPr>
              <p:spPr bwMode="auto">
                <a:xfrm>
                  <a:off x="11925300" y="6997700"/>
                  <a:ext cx="547688" cy="188913"/>
                </a:xfrm>
                <a:custGeom>
                  <a:avLst/>
                  <a:gdLst>
                    <a:gd name="T0" fmla="*/ 2147483647 w 18187"/>
                    <a:gd name="T1" fmla="*/ 56010998 h 19211"/>
                    <a:gd name="T2" fmla="*/ 2147483647 w 18187"/>
                    <a:gd name="T3" fmla="*/ 47361525 h 19211"/>
                    <a:gd name="T4" fmla="*/ 1098750092 w 18187"/>
                    <a:gd name="T5" fmla="*/ 34438807 h 19211"/>
                    <a:gd name="T6" fmla="*/ 2147483647 w 18187"/>
                    <a:gd name="T7" fmla="*/ 120278570 h 19211"/>
                    <a:gd name="T8" fmla="*/ 2147483647 w 18187"/>
                    <a:gd name="T9" fmla="*/ 149574914 h 19211"/>
                    <a:gd name="T10" fmla="*/ 348690036 w 18187"/>
                    <a:gd name="T11" fmla="*/ 93040002 h 19211"/>
                    <a:gd name="T12" fmla="*/ 2147483647 w 18187"/>
                    <a:gd name="T13" fmla="*/ 172642842 h 19211"/>
                    <a:gd name="T14" fmla="*/ 2147483647 w 18187"/>
                    <a:gd name="T15" fmla="*/ 141710927 h 19211"/>
                    <a:gd name="T16" fmla="*/ 2147483647 w 18187"/>
                    <a:gd name="T17" fmla="*/ 56010998 h 19211"/>
                    <a:gd name="T18" fmla="*/ 2147483647 w 18187"/>
                    <a:gd name="T19" fmla="*/ 56010998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8257" name="AutoShape 89"/>
                <p:cNvSpPr/>
                <p:nvPr/>
              </p:nvSpPr>
              <p:spPr bwMode="auto">
                <a:xfrm>
                  <a:off x="12750800" y="6997700"/>
                  <a:ext cx="533400" cy="174625"/>
                </a:xfrm>
                <a:custGeom>
                  <a:avLst/>
                  <a:gdLst>
                    <a:gd name="T0" fmla="*/ 1369530441 w 18187"/>
                    <a:gd name="T1" fmla="*/ 24992928 h 19275"/>
                    <a:gd name="T2" fmla="*/ 2147483647 w 18187"/>
                    <a:gd name="T3" fmla="*/ 30085835 h 19275"/>
                    <a:gd name="T4" fmla="*/ 2147483647 w 18187"/>
                    <a:gd name="T5" fmla="*/ 25720953 h 19275"/>
                    <a:gd name="T6" fmla="*/ 2147483647 w 18187"/>
                    <a:gd name="T7" fmla="*/ 77788856 h 19275"/>
                    <a:gd name="T8" fmla="*/ 2147483647 w 18187"/>
                    <a:gd name="T9" fmla="*/ 106702788 h 19275"/>
                    <a:gd name="T10" fmla="*/ 2147483647 w 18187"/>
                    <a:gd name="T11" fmla="*/ 72365832 h 19275"/>
                    <a:gd name="T12" fmla="*/ 2147483647 w 18187"/>
                    <a:gd name="T13" fmla="*/ 128348098 h 19275"/>
                    <a:gd name="T14" fmla="*/ 875296994 w 18187"/>
                    <a:gd name="T15" fmla="*/ 91039781 h 19275"/>
                    <a:gd name="T16" fmla="*/ 1369530441 w 18187"/>
                    <a:gd name="T17" fmla="*/ 24992928 h 19275"/>
                    <a:gd name="T18" fmla="*/ 1369530441 w 18187"/>
                    <a:gd name="T19" fmla="*/ 24992928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8258" name="AutoShape 90"/>
                <p:cNvSpPr/>
                <p:nvPr/>
              </p:nvSpPr>
              <p:spPr bwMode="auto">
                <a:xfrm>
                  <a:off x="11988800" y="6235700"/>
                  <a:ext cx="1206500" cy="8382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8259" name="AutoShape 91"/>
                <p:cNvSpPr/>
                <p:nvPr/>
              </p:nvSpPr>
              <p:spPr bwMode="auto">
                <a:xfrm>
                  <a:off x="11988800" y="6337300"/>
                  <a:ext cx="1206500" cy="8382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8260" name="AutoShape 92"/>
                <p:cNvSpPr/>
                <p:nvPr/>
              </p:nvSpPr>
              <p:spPr bwMode="auto">
                <a:xfrm>
                  <a:off x="12217400" y="6629400"/>
                  <a:ext cx="152400" cy="139700"/>
                </a:xfrm>
                <a:custGeom>
                  <a:avLst/>
                  <a:gdLst>
                    <a:gd name="T0" fmla="*/ 53527720 w 21600"/>
                    <a:gd name="T1" fmla="*/ 19537420 h 21600"/>
                    <a:gd name="T2" fmla="*/ 28471170 w 21600"/>
                    <a:gd name="T3" fmla="*/ 37794147 h 21600"/>
                    <a:gd name="T4" fmla="*/ 27177612 w 21600"/>
                    <a:gd name="T5" fmla="*/ 37794147 h 21600"/>
                    <a:gd name="T6" fmla="*/ 0 w 21600"/>
                    <a:gd name="T7" fmla="*/ 19537420 h 21600"/>
                    <a:gd name="T8" fmla="*/ 0 w 21600"/>
                    <a:gd name="T9" fmla="*/ 18531289 h 21600"/>
                    <a:gd name="T10" fmla="*/ 27177612 w 21600"/>
                    <a:gd name="T11" fmla="*/ 0 h 21600"/>
                    <a:gd name="T12" fmla="*/ 28471170 w 21600"/>
                    <a:gd name="T13" fmla="*/ 0 h 21600"/>
                    <a:gd name="T14" fmla="*/ 53527720 w 21600"/>
                    <a:gd name="T15" fmla="*/ 18531289 h 21600"/>
                    <a:gd name="T16" fmla="*/ 53527720 w 21600"/>
                    <a:gd name="T17" fmla="*/ 19537420 h 21600"/>
                    <a:gd name="T18" fmla="*/ 53527720 w 21600"/>
                    <a:gd name="T19" fmla="*/ 1953742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8261" name="AutoShape 93"/>
                <p:cNvSpPr/>
                <p:nvPr/>
              </p:nvSpPr>
              <p:spPr bwMode="auto">
                <a:xfrm>
                  <a:off x="12420600" y="6629400"/>
                  <a:ext cx="144463" cy="144463"/>
                </a:xfrm>
                <a:custGeom>
                  <a:avLst/>
                  <a:gdLst>
                    <a:gd name="T0" fmla="*/ 43218046 w 21600"/>
                    <a:gd name="T1" fmla="*/ 21609184 h 21600"/>
                    <a:gd name="T2" fmla="*/ 21613069 w 21600"/>
                    <a:gd name="T3" fmla="*/ 43218046 h 21600"/>
                    <a:gd name="T4" fmla="*/ 0 w 21600"/>
                    <a:gd name="T5" fmla="*/ 21609184 h 21600"/>
                    <a:gd name="T6" fmla="*/ 21613069 w 21600"/>
                    <a:gd name="T7" fmla="*/ 0 h 21600"/>
                    <a:gd name="T8" fmla="*/ 43218046 w 21600"/>
                    <a:gd name="T9" fmla="*/ 21609184 h 21600"/>
                    <a:gd name="T10" fmla="*/ 43218046 w 21600"/>
                    <a:gd name="T11" fmla="*/ 21609184 h 21600"/>
                    <a:gd name="T12" fmla="*/ 43218046 w 21600"/>
                    <a:gd name="T13" fmla="*/ 21609184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8262" name="AutoShape 94"/>
                <p:cNvSpPr/>
                <p:nvPr/>
              </p:nvSpPr>
              <p:spPr bwMode="auto">
                <a:xfrm>
                  <a:off x="12611100" y="6629400"/>
                  <a:ext cx="144463" cy="144463"/>
                </a:xfrm>
                <a:custGeom>
                  <a:avLst/>
                  <a:gdLst>
                    <a:gd name="T0" fmla="*/ 43218046 w 21600"/>
                    <a:gd name="T1" fmla="*/ 21609184 h 21600"/>
                    <a:gd name="T2" fmla="*/ 21609184 w 21600"/>
                    <a:gd name="T3" fmla="*/ 43218046 h 21600"/>
                    <a:gd name="T4" fmla="*/ 0 w 21600"/>
                    <a:gd name="T5" fmla="*/ 21609184 h 21600"/>
                    <a:gd name="T6" fmla="*/ 21609184 w 21600"/>
                    <a:gd name="T7" fmla="*/ 0 h 21600"/>
                    <a:gd name="T8" fmla="*/ 43218046 w 21600"/>
                    <a:gd name="T9" fmla="*/ 21609184 h 21600"/>
                    <a:gd name="T10" fmla="*/ 43218046 w 21600"/>
                    <a:gd name="T11" fmla="*/ 21609184 h 21600"/>
                    <a:gd name="T12" fmla="*/ 43218046 w 21600"/>
                    <a:gd name="T13" fmla="*/ 21609184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8263" name="AutoShape 95"/>
                <p:cNvSpPr/>
                <p:nvPr/>
              </p:nvSpPr>
              <p:spPr bwMode="auto">
                <a:xfrm>
                  <a:off x="12814300" y="6629400"/>
                  <a:ext cx="152400" cy="152400"/>
                </a:xfrm>
                <a:custGeom>
                  <a:avLst/>
                  <a:gdLst>
                    <a:gd name="T0" fmla="*/ 53527720 w 21600"/>
                    <a:gd name="T1" fmla="*/ 28050074 h 21600"/>
                    <a:gd name="T2" fmla="*/ 28050074 w 21600"/>
                    <a:gd name="T3" fmla="*/ 53527720 h 21600"/>
                    <a:gd name="T4" fmla="*/ 25477646 w 21600"/>
                    <a:gd name="T5" fmla="*/ 53527720 h 21600"/>
                    <a:gd name="T6" fmla="*/ 0 w 21600"/>
                    <a:gd name="T7" fmla="*/ 28050074 h 21600"/>
                    <a:gd name="T8" fmla="*/ 0 w 21600"/>
                    <a:gd name="T9" fmla="*/ 25477646 h 21600"/>
                    <a:gd name="T10" fmla="*/ 25477646 w 21600"/>
                    <a:gd name="T11" fmla="*/ 0 h 21600"/>
                    <a:gd name="T12" fmla="*/ 28050074 w 21600"/>
                    <a:gd name="T13" fmla="*/ 0 h 21600"/>
                    <a:gd name="T14" fmla="*/ 53527720 w 21600"/>
                    <a:gd name="T15" fmla="*/ 25477646 h 21600"/>
                    <a:gd name="T16" fmla="*/ 53527720 w 21600"/>
                    <a:gd name="T17" fmla="*/ 28050074 h 21600"/>
                    <a:gd name="T18" fmla="*/ 53527720 w 21600"/>
                    <a:gd name="T19" fmla="*/ 28050074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8264" name="AutoShape 96"/>
                <p:cNvSpPr/>
                <p:nvPr/>
              </p:nvSpPr>
              <p:spPr bwMode="auto">
                <a:xfrm>
                  <a:off x="12217400" y="6858000"/>
                  <a:ext cx="723900" cy="50800"/>
                </a:xfrm>
                <a:custGeom>
                  <a:avLst/>
                  <a:gdLst>
                    <a:gd name="T0" fmla="*/ 2147483647 w 21600"/>
                    <a:gd name="T1" fmla="*/ 424951 h 21600"/>
                    <a:gd name="T2" fmla="*/ 2147483647 w 21600"/>
                    <a:gd name="T3" fmla="*/ 660835 h 21600"/>
                    <a:gd name="T4" fmla="*/ 682489535 w 21600"/>
                    <a:gd name="T5" fmla="*/ 660835 h 21600"/>
                    <a:gd name="T6" fmla="*/ 0 w 21600"/>
                    <a:gd name="T7" fmla="*/ 424951 h 21600"/>
                    <a:gd name="T8" fmla="*/ 0 w 21600"/>
                    <a:gd name="T9" fmla="*/ 235884 h 21600"/>
                    <a:gd name="T10" fmla="*/ 682489535 w 21600"/>
                    <a:gd name="T11" fmla="*/ 0 h 21600"/>
                    <a:gd name="T12" fmla="*/ 2147483647 w 21600"/>
                    <a:gd name="T13" fmla="*/ 0 h 21600"/>
                    <a:gd name="T14" fmla="*/ 2147483647 w 21600"/>
                    <a:gd name="T15" fmla="*/ 235884 h 21600"/>
                    <a:gd name="T16" fmla="*/ 2147483647 w 21600"/>
                    <a:gd name="T17" fmla="*/ 424951 h 21600"/>
                    <a:gd name="T18" fmla="*/ 2147483647 w 21600"/>
                    <a:gd name="T19" fmla="*/ 42495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8265" name="AutoShape 97"/>
                <p:cNvSpPr/>
                <p:nvPr/>
              </p:nvSpPr>
              <p:spPr bwMode="auto">
                <a:xfrm>
                  <a:off x="12268200" y="6972300"/>
                  <a:ext cx="622300" cy="50800"/>
                </a:xfrm>
                <a:custGeom>
                  <a:avLst/>
                  <a:gdLst>
                    <a:gd name="T0" fmla="*/ 2147483647 w 21600"/>
                    <a:gd name="T1" fmla="*/ 385614 h 21600"/>
                    <a:gd name="T2" fmla="*/ 2147483647 w 21600"/>
                    <a:gd name="T3" fmla="*/ 660835 h 21600"/>
                    <a:gd name="T4" fmla="*/ 505692994 w 21600"/>
                    <a:gd name="T5" fmla="*/ 660835 h 21600"/>
                    <a:gd name="T6" fmla="*/ 0 w 21600"/>
                    <a:gd name="T7" fmla="*/ 385614 h 21600"/>
                    <a:gd name="T8" fmla="*/ 0 w 21600"/>
                    <a:gd name="T9" fmla="*/ 275221 h 21600"/>
                    <a:gd name="T10" fmla="*/ 505692994 w 21600"/>
                    <a:gd name="T11" fmla="*/ 0 h 21600"/>
                    <a:gd name="T12" fmla="*/ 2147483647 w 21600"/>
                    <a:gd name="T13" fmla="*/ 0 h 21600"/>
                    <a:gd name="T14" fmla="*/ 2147483647 w 21600"/>
                    <a:gd name="T15" fmla="*/ 275221 h 21600"/>
                    <a:gd name="T16" fmla="*/ 2147483647 w 21600"/>
                    <a:gd name="T17" fmla="*/ 385614 h 21600"/>
                    <a:gd name="T18" fmla="*/ 2147483647 w 21600"/>
                    <a:gd name="T19" fmla="*/ 385614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sp>
              <p:nvSpPr>
                <p:cNvPr id="8266" name="AutoShape 98"/>
                <p:cNvSpPr/>
                <p:nvPr/>
              </p:nvSpPr>
              <p:spPr bwMode="auto">
                <a:xfrm>
                  <a:off x="11176000" y="5549900"/>
                  <a:ext cx="173038" cy="176213"/>
                </a:xfrm>
                <a:custGeom>
                  <a:avLst/>
                  <a:gdLst>
                    <a:gd name="T0" fmla="*/ 72904781 w 18401"/>
                    <a:gd name="T1" fmla="*/ 0 h 18929"/>
                    <a:gd name="T2" fmla="*/ 143659117 w 18401"/>
                    <a:gd name="T3" fmla="*/ 60635825 h 18929"/>
                    <a:gd name="T4" fmla="*/ 64850215 w 18401"/>
                    <a:gd name="T5" fmla="*/ 63061623 h 18929"/>
                    <a:gd name="T6" fmla="*/ 64850215 w 18401"/>
                    <a:gd name="T7" fmla="*/ 126107998 h 18929"/>
                    <a:gd name="T8" fmla="*/ 11549678 w 18401"/>
                    <a:gd name="T9" fmla="*/ 126107998 h 18929"/>
                    <a:gd name="T10" fmla="*/ 72904781 w 18401"/>
                    <a:gd name="T11" fmla="*/ 0 h 18929"/>
                    <a:gd name="T12" fmla="*/ 72904781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2"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sp>
              <p:nvSpPr>
                <p:cNvPr id="8267" name="AutoShape 99"/>
                <p:cNvSpPr/>
                <p:nvPr/>
              </p:nvSpPr>
              <p:spPr bwMode="auto">
                <a:xfrm>
                  <a:off x="13449300" y="5600700"/>
                  <a:ext cx="180975" cy="158750"/>
                </a:xfrm>
                <a:custGeom>
                  <a:avLst/>
                  <a:gdLst>
                    <a:gd name="T0" fmla="*/ 0 w 19296"/>
                    <a:gd name="T1" fmla="*/ 67431036 h 18382"/>
                    <a:gd name="T2" fmla="*/ 39446538 w 19296"/>
                    <a:gd name="T3" fmla="*/ 278275 h 18382"/>
                    <a:gd name="T4" fmla="*/ 63285708 w 19296"/>
                    <a:gd name="T5" fmla="*/ 57145172 h 18382"/>
                    <a:gd name="T6" fmla="*/ 125209386 w 19296"/>
                    <a:gd name="T7" fmla="*/ 43160793 h 18382"/>
                    <a:gd name="T8" fmla="*/ 140429003 w 19296"/>
                    <a:gd name="T9" fmla="*/ 83890765 h 18382"/>
                    <a:gd name="T10" fmla="*/ 0 w 19296"/>
                    <a:gd name="T11" fmla="*/ 67431036 h 18382"/>
                    <a:gd name="T12" fmla="*/ 0 w 19296"/>
                    <a:gd name="T13" fmla="*/ 67431036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sp>
              <p:nvSpPr>
                <p:cNvPr id="8268" name="AutoShape 100"/>
                <p:cNvSpPr/>
                <p:nvPr/>
              </p:nvSpPr>
              <p:spPr bwMode="auto">
                <a:xfrm>
                  <a:off x="13919200" y="3733800"/>
                  <a:ext cx="1157288" cy="4679950"/>
                </a:xfrm>
                <a:custGeom>
                  <a:avLst/>
                  <a:gdLst>
                    <a:gd name="T0" fmla="*/ 2147483647 w 21415"/>
                    <a:gd name="T1" fmla="*/ 2147483647 h 21554"/>
                    <a:gd name="T2" fmla="*/ 2147483647 w 21415"/>
                    <a:gd name="T3" fmla="*/ 2147483647 h 21554"/>
                    <a:gd name="T4" fmla="*/ 213217628 w 21415"/>
                    <a:gd name="T5" fmla="*/ 2147483647 h 21554"/>
                    <a:gd name="T6" fmla="*/ 2147483647 w 21415"/>
                    <a:gd name="T7" fmla="*/ 2147483647 h 21554"/>
                    <a:gd name="T8" fmla="*/ 2147483647 w 21415"/>
                    <a:gd name="T9" fmla="*/ 2147483647 h 21554"/>
                    <a:gd name="T10" fmla="*/ 2147483647 w 21415"/>
                    <a:gd name="T11" fmla="*/ 2147483647 h 21554"/>
                    <a:gd name="T12" fmla="*/ 2147483647 w 21415"/>
                    <a:gd name="T13" fmla="*/ 2147483647 h 21554"/>
                    <a:gd name="T14" fmla="*/ 2147483647 w 21415"/>
                    <a:gd name="T15" fmla="*/ 2147483647 h 21554"/>
                    <a:gd name="T16" fmla="*/ 2147483647 w 21415"/>
                    <a:gd name="T17" fmla="*/ 2147483647 h 215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15" h="21554">
                      <a:moveTo>
                        <a:pt x="1854" y="21373"/>
                      </a:moveTo>
                      <a:cubicBezTo>
                        <a:pt x="1738" y="21498"/>
                        <a:pt x="1233" y="21577"/>
                        <a:pt x="728" y="21548"/>
                      </a:cubicBezTo>
                      <a:cubicBezTo>
                        <a:pt x="223" y="21519"/>
                        <a:pt x="-92" y="21393"/>
                        <a:pt x="25" y="21267"/>
                      </a:cubicBezTo>
                      <a:lnTo>
                        <a:pt x="19139" y="637"/>
                      </a:lnTo>
                      <a:lnTo>
                        <a:pt x="19562" y="181"/>
                      </a:lnTo>
                      <a:cubicBezTo>
                        <a:pt x="19678" y="56"/>
                        <a:pt x="20182" y="-23"/>
                        <a:pt x="20688" y="6"/>
                      </a:cubicBezTo>
                      <a:cubicBezTo>
                        <a:pt x="21193" y="35"/>
                        <a:pt x="21508" y="161"/>
                        <a:pt x="21391" y="287"/>
                      </a:cubicBezTo>
                      <a:cubicBezTo>
                        <a:pt x="21391" y="287"/>
                        <a:pt x="1854" y="21373"/>
                        <a:pt x="1854" y="21373"/>
                      </a:cubicBezTo>
                      <a:close/>
                      <a:moveTo>
                        <a:pt x="1854" y="21373"/>
                      </a:moveTo>
                    </a:path>
                  </a:pathLst>
                </a:custGeom>
                <a:solidFill>
                  <a:srgbClr val="9A9A9A"/>
                </a:solidFill>
                <a:ln>
                  <a:noFill/>
                </a:ln>
              </p:spPr>
              <p:txBody>
                <a:bodyPr lIns="0" tIns="0" rIns="0" bIns="0"/>
                <a:lstStyle/>
                <a:p>
                  <a:endParaRPr lang="en-US"/>
                </a:p>
              </p:txBody>
            </p:sp>
            <p:sp>
              <p:nvSpPr>
                <p:cNvPr id="8269" name="AutoShape 101"/>
                <p:cNvSpPr/>
                <p:nvPr/>
              </p:nvSpPr>
              <p:spPr bwMode="auto">
                <a:xfrm>
                  <a:off x="14490700" y="4216400"/>
                  <a:ext cx="4275138" cy="2203450"/>
                </a:xfrm>
                <a:custGeom>
                  <a:avLst/>
                  <a:gdLst>
                    <a:gd name="T0" fmla="*/ 2147483647 w 21600"/>
                    <a:gd name="T1" fmla="*/ 2147483647 h 20347"/>
                    <a:gd name="T2" fmla="*/ 2147483647 w 21600"/>
                    <a:gd name="T3" fmla="*/ 2147483647 h 20347"/>
                    <a:gd name="T4" fmla="*/ 2147483647 w 21600"/>
                    <a:gd name="T5" fmla="*/ 2147483647 h 20347"/>
                    <a:gd name="T6" fmla="*/ 2147483647 w 21600"/>
                    <a:gd name="T7" fmla="*/ 2147483647 h 20347"/>
                    <a:gd name="T8" fmla="*/ 2147483647 w 21600"/>
                    <a:gd name="T9" fmla="*/ 2147483647 h 20347"/>
                    <a:gd name="T10" fmla="*/ 2147483647 w 21600"/>
                    <a:gd name="T11" fmla="*/ 2147483647 h 20347"/>
                    <a:gd name="T12" fmla="*/ 2147483647 w 21600"/>
                    <a:gd name="T13" fmla="*/ 2147483647 h 20347"/>
                    <a:gd name="T14" fmla="*/ 0 w 21600"/>
                    <a:gd name="T15" fmla="*/ 2147483647 h 20347"/>
                    <a:gd name="T16" fmla="*/ 2147483647 w 21600"/>
                    <a:gd name="T17" fmla="*/ 2147483647 h 20347"/>
                    <a:gd name="T18" fmla="*/ 2147483647 w 21600"/>
                    <a:gd name="T19" fmla="*/ 2147483647 h 20347"/>
                    <a:gd name="T20" fmla="*/ 2147483647 w 21600"/>
                    <a:gd name="T21" fmla="*/ 2147483647 h 20347"/>
                    <a:gd name="T22" fmla="*/ 2147483647 w 21600"/>
                    <a:gd name="T23" fmla="*/ 2147483647 h 20347"/>
                    <a:gd name="T24" fmla="*/ 2147483647 w 21600"/>
                    <a:gd name="T25" fmla="*/ 2147483647 h 203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0347">
                      <a:moveTo>
                        <a:pt x="21053" y="11356"/>
                      </a:moveTo>
                      <a:cubicBezTo>
                        <a:pt x="19522" y="11867"/>
                        <a:pt x="16965" y="10353"/>
                        <a:pt x="14989" y="8797"/>
                      </a:cubicBezTo>
                      <a:cubicBezTo>
                        <a:pt x="13012" y="7241"/>
                        <a:pt x="11430" y="3085"/>
                        <a:pt x="8655" y="1072"/>
                      </a:cubicBezTo>
                      <a:cubicBezTo>
                        <a:pt x="5881" y="-941"/>
                        <a:pt x="1879" y="499"/>
                        <a:pt x="1879" y="499"/>
                      </a:cubicBezTo>
                      <a:lnTo>
                        <a:pt x="1878" y="508"/>
                      </a:lnTo>
                      <a:cubicBezTo>
                        <a:pt x="2113" y="1602"/>
                        <a:pt x="2264" y="3291"/>
                        <a:pt x="2015" y="5799"/>
                      </a:cubicBezTo>
                      <a:cubicBezTo>
                        <a:pt x="1522" y="10768"/>
                        <a:pt x="2077" y="15085"/>
                        <a:pt x="48" y="19014"/>
                      </a:cubicBezTo>
                      <a:lnTo>
                        <a:pt x="0" y="19500"/>
                      </a:lnTo>
                      <a:cubicBezTo>
                        <a:pt x="0" y="19500"/>
                        <a:pt x="613" y="17292"/>
                        <a:pt x="4393" y="17082"/>
                      </a:cubicBezTo>
                      <a:cubicBezTo>
                        <a:pt x="8173" y="16872"/>
                        <a:pt x="8880" y="20659"/>
                        <a:pt x="14651" y="20326"/>
                      </a:cubicBezTo>
                      <a:cubicBezTo>
                        <a:pt x="19958" y="20020"/>
                        <a:pt x="21402" y="12389"/>
                        <a:pt x="21600" y="11162"/>
                      </a:cubicBezTo>
                      <a:cubicBezTo>
                        <a:pt x="21469" y="11213"/>
                        <a:pt x="21291" y="11276"/>
                        <a:pt x="21053" y="11356"/>
                      </a:cubicBezTo>
                      <a:close/>
                      <a:moveTo>
                        <a:pt x="21053" y="11356"/>
                      </a:moveTo>
                    </a:path>
                  </a:pathLst>
                </a:custGeom>
                <a:solidFill>
                  <a:srgbClr val="DB125A"/>
                </a:solidFill>
                <a:ln>
                  <a:noFill/>
                </a:ln>
              </p:spPr>
              <p:txBody>
                <a:bodyPr lIns="0" tIns="0" rIns="0" bIns="0"/>
                <a:lstStyle/>
                <a:p>
                  <a:endParaRPr lang="en-US"/>
                </a:p>
              </p:txBody>
            </p:sp>
          </p:grpSp>
          <p:sp>
            <p:nvSpPr>
              <p:cNvPr id="8227" name="AutoShape 103"/>
              <p:cNvSpPr/>
              <p:nvPr/>
            </p:nvSpPr>
            <p:spPr bwMode="auto">
              <a:xfrm>
                <a:off x="15633700" y="4813300"/>
                <a:ext cx="3116263" cy="1604963"/>
              </a:xfrm>
              <a:custGeom>
                <a:avLst/>
                <a:gdLst>
                  <a:gd name="T0" fmla="*/ 2147483647 w 21600"/>
                  <a:gd name="T1" fmla="*/ 2147483647 h 21222"/>
                  <a:gd name="T2" fmla="*/ 2147483647 w 21600"/>
                  <a:gd name="T3" fmla="*/ 0 h 21222"/>
                  <a:gd name="T4" fmla="*/ 2147483647 w 21600"/>
                  <a:gd name="T5" fmla="*/ 2147483647 h 21222"/>
                  <a:gd name="T6" fmla="*/ 0 w 21600"/>
                  <a:gd name="T7" fmla="*/ 2147483647 h 21222"/>
                  <a:gd name="T8" fmla="*/ 2147483647 w 21600"/>
                  <a:gd name="T9" fmla="*/ 2147483647 h 21222"/>
                  <a:gd name="T10" fmla="*/ 2147483647 w 21600"/>
                  <a:gd name="T11" fmla="*/ 2147483647 h 21222"/>
                  <a:gd name="T12" fmla="*/ 2147483647 w 21600"/>
                  <a:gd name="T13" fmla="*/ 2147483647 h 21222"/>
                  <a:gd name="T14" fmla="*/ 2147483647 w 21600"/>
                  <a:gd name="T15" fmla="*/ 2147483647 h 21222"/>
                  <a:gd name="T16" fmla="*/ 2147483647 w 21600"/>
                  <a:gd name="T17" fmla="*/ 2147483647 h 212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222">
                    <a:moveTo>
                      <a:pt x="12531" y="4694"/>
                    </a:moveTo>
                    <a:cubicBezTo>
                      <a:pt x="11301" y="3685"/>
                      <a:pt x="10182" y="1908"/>
                      <a:pt x="8972" y="0"/>
                    </a:cubicBezTo>
                    <a:cubicBezTo>
                      <a:pt x="9275" y="3050"/>
                      <a:pt x="8948" y="6597"/>
                      <a:pt x="7200" y="10125"/>
                    </a:cubicBezTo>
                    <a:cubicBezTo>
                      <a:pt x="5268" y="14026"/>
                      <a:pt x="2416" y="15871"/>
                      <a:pt x="0" y="16739"/>
                    </a:cubicBezTo>
                    <a:cubicBezTo>
                      <a:pt x="3603" y="17681"/>
                      <a:pt x="5287" y="21600"/>
                      <a:pt x="12069" y="21192"/>
                    </a:cubicBezTo>
                    <a:cubicBezTo>
                      <a:pt x="19347" y="20754"/>
                      <a:pt x="21328" y="9834"/>
                      <a:pt x="21600" y="8078"/>
                    </a:cubicBezTo>
                    <a:cubicBezTo>
                      <a:pt x="21421" y="8151"/>
                      <a:pt x="21177" y="8241"/>
                      <a:pt x="20850" y="8355"/>
                    </a:cubicBezTo>
                    <a:cubicBezTo>
                      <a:pt x="18750" y="9087"/>
                      <a:pt x="15242" y="6921"/>
                      <a:pt x="12531" y="4694"/>
                    </a:cubicBezTo>
                    <a:close/>
                    <a:moveTo>
                      <a:pt x="12531" y="4694"/>
                    </a:moveTo>
                  </a:path>
                </a:pathLst>
              </a:custGeom>
              <a:solidFill>
                <a:srgbClr val="BC0F4D"/>
              </a:solidFill>
              <a:ln>
                <a:noFill/>
              </a:ln>
            </p:spPr>
            <p:txBody>
              <a:bodyPr lIns="0" tIns="0" rIns="0" bIns="0"/>
              <a:lstStyle/>
              <a:p>
                <a:endParaRPr lang="en-US"/>
              </a:p>
            </p:txBody>
          </p:sp>
        </p:grpSp>
        <p:grpSp>
          <p:nvGrpSpPr>
            <p:cNvPr id="8211" name="Group 122"/>
            <p:cNvGrpSpPr/>
            <p:nvPr/>
          </p:nvGrpSpPr>
          <p:grpSpPr bwMode="auto">
            <a:xfrm>
              <a:off x="8813800" y="8089900"/>
              <a:ext cx="7232650" cy="5259388"/>
              <a:chOff x="8813800" y="8089900"/>
              <a:chExt cx="7232650" cy="5259388"/>
            </a:xfrm>
          </p:grpSpPr>
          <p:sp>
            <p:nvSpPr>
              <p:cNvPr id="8212" name="AutoShape 10"/>
              <p:cNvSpPr/>
              <p:nvPr/>
            </p:nvSpPr>
            <p:spPr bwMode="auto">
              <a:xfrm>
                <a:off x="8813800" y="8318500"/>
                <a:ext cx="7232650" cy="4268788"/>
              </a:xfrm>
              <a:custGeom>
                <a:avLst/>
                <a:gdLst>
                  <a:gd name="T0" fmla="*/ 2147483647 w 21431"/>
                  <a:gd name="T1" fmla="*/ 2147483647 h 21304"/>
                  <a:gd name="T2" fmla="*/ 2147483647 w 21431"/>
                  <a:gd name="T3" fmla="*/ 2147483647 h 21304"/>
                  <a:gd name="T4" fmla="*/ 2147483647 w 21431"/>
                  <a:gd name="T5" fmla="*/ 2147483647 h 21304"/>
                  <a:gd name="T6" fmla="*/ 2147483647 w 21431"/>
                  <a:gd name="T7" fmla="*/ 2147483647 h 21304"/>
                  <a:gd name="T8" fmla="*/ 2147483647 w 21431"/>
                  <a:gd name="T9" fmla="*/ 2147483647 h 21304"/>
                  <a:gd name="T10" fmla="*/ 2147483647 w 21431"/>
                  <a:gd name="T11" fmla="*/ 2147483647 h 21304"/>
                  <a:gd name="T12" fmla="*/ 2147483647 w 21431"/>
                  <a:gd name="T13" fmla="*/ 2147483647 h 21304"/>
                  <a:gd name="T14" fmla="*/ 2147483647 w 21431"/>
                  <a:gd name="T15" fmla="*/ 2147483647 h 21304"/>
                  <a:gd name="T16" fmla="*/ 2147483647 w 21431"/>
                  <a:gd name="T17" fmla="*/ 2147483647 h 21304"/>
                  <a:gd name="T18" fmla="*/ 2147483647 w 21431"/>
                  <a:gd name="T19" fmla="*/ 2147483647 h 21304"/>
                  <a:gd name="T20" fmla="*/ 2147483647 w 21431"/>
                  <a:gd name="T21" fmla="*/ 2147483647 h 21304"/>
                  <a:gd name="T22" fmla="*/ 2147483647 w 21431"/>
                  <a:gd name="T23" fmla="*/ 2147483647 h 21304"/>
                  <a:gd name="T24" fmla="*/ 2147483647 w 21431"/>
                  <a:gd name="T25" fmla="*/ 2147483647 h 21304"/>
                  <a:gd name="T26" fmla="*/ 2147483647 w 21431"/>
                  <a:gd name="T27" fmla="*/ 2147483647 h 21304"/>
                  <a:gd name="T28" fmla="*/ 2147483647 w 21431"/>
                  <a:gd name="T29" fmla="*/ 2147483647 h 21304"/>
                  <a:gd name="T30" fmla="*/ 2147483647 w 21431"/>
                  <a:gd name="T31" fmla="*/ 2147483647 h 21304"/>
                  <a:gd name="T32" fmla="*/ 2147483647 w 21431"/>
                  <a:gd name="T33" fmla="*/ 2147483647 h 21304"/>
                  <a:gd name="T34" fmla="*/ 2147483647 w 21431"/>
                  <a:gd name="T35" fmla="*/ 0 h 21304"/>
                  <a:gd name="T36" fmla="*/ 2147483647 w 21431"/>
                  <a:gd name="T37" fmla="*/ 0 h 21304"/>
                  <a:gd name="T38" fmla="*/ 0 w 21431"/>
                  <a:gd name="T39" fmla="*/ 2147483647 h 21304"/>
                  <a:gd name="T40" fmla="*/ 2147483647 w 21431"/>
                  <a:gd name="T41" fmla="*/ 2147483647 h 21304"/>
                  <a:gd name="T42" fmla="*/ 2147483647 w 21431"/>
                  <a:gd name="T43" fmla="*/ 2147483647 h 213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1431" h="21304">
                    <a:moveTo>
                      <a:pt x="507" y="3041"/>
                    </a:moveTo>
                    <a:cubicBezTo>
                      <a:pt x="507" y="3041"/>
                      <a:pt x="1014" y="7265"/>
                      <a:pt x="1825" y="8963"/>
                    </a:cubicBezTo>
                    <a:cubicBezTo>
                      <a:pt x="2637" y="10661"/>
                      <a:pt x="3346" y="11282"/>
                      <a:pt x="3346" y="11282"/>
                    </a:cubicBezTo>
                    <a:lnTo>
                      <a:pt x="4056" y="11282"/>
                    </a:lnTo>
                    <a:cubicBezTo>
                      <a:pt x="4056" y="11282"/>
                      <a:pt x="4462" y="13130"/>
                      <a:pt x="5273" y="14211"/>
                    </a:cubicBezTo>
                    <a:cubicBezTo>
                      <a:pt x="6085" y="15291"/>
                      <a:pt x="7099" y="16061"/>
                      <a:pt x="7099" y="16061"/>
                    </a:cubicBezTo>
                    <a:lnTo>
                      <a:pt x="7855" y="18035"/>
                    </a:lnTo>
                    <a:cubicBezTo>
                      <a:pt x="7855" y="18035"/>
                      <a:pt x="8518" y="19609"/>
                      <a:pt x="9228" y="19918"/>
                    </a:cubicBezTo>
                    <a:cubicBezTo>
                      <a:pt x="9938" y="20227"/>
                      <a:pt x="10851" y="21068"/>
                      <a:pt x="10851" y="21068"/>
                    </a:cubicBezTo>
                    <a:cubicBezTo>
                      <a:pt x="10851" y="21068"/>
                      <a:pt x="12169" y="21600"/>
                      <a:pt x="12879" y="21068"/>
                    </a:cubicBezTo>
                    <a:cubicBezTo>
                      <a:pt x="13589" y="20535"/>
                      <a:pt x="15413" y="16932"/>
                      <a:pt x="15413" y="16932"/>
                    </a:cubicBezTo>
                    <a:cubicBezTo>
                      <a:pt x="15413" y="16932"/>
                      <a:pt x="15921" y="15596"/>
                      <a:pt x="16530" y="14824"/>
                    </a:cubicBezTo>
                    <a:cubicBezTo>
                      <a:pt x="17138" y="14052"/>
                      <a:pt x="17949" y="12173"/>
                      <a:pt x="17949" y="12173"/>
                    </a:cubicBezTo>
                    <a:cubicBezTo>
                      <a:pt x="17949" y="12173"/>
                      <a:pt x="18355" y="9885"/>
                      <a:pt x="18761" y="9577"/>
                    </a:cubicBezTo>
                    <a:cubicBezTo>
                      <a:pt x="19166" y="9268"/>
                      <a:pt x="19977" y="8496"/>
                      <a:pt x="20383" y="7493"/>
                    </a:cubicBezTo>
                    <a:cubicBezTo>
                      <a:pt x="20789" y="6490"/>
                      <a:pt x="20992" y="4946"/>
                      <a:pt x="21296" y="4637"/>
                    </a:cubicBezTo>
                    <a:cubicBezTo>
                      <a:pt x="21600" y="4329"/>
                      <a:pt x="21296" y="1238"/>
                      <a:pt x="21296" y="1238"/>
                    </a:cubicBezTo>
                    <a:lnTo>
                      <a:pt x="8315" y="0"/>
                    </a:lnTo>
                    <a:lnTo>
                      <a:pt x="4056" y="0"/>
                    </a:lnTo>
                    <a:lnTo>
                      <a:pt x="0" y="1701"/>
                    </a:lnTo>
                    <a:cubicBezTo>
                      <a:pt x="0" y="1701"/>
                      <a:pt x="507" y="3041"/>
                      <a:pt x="507" y="3041"/>
                    </a:cubicBezTo>
                    <a:close/>
                    <a:moveTo>
                      <a:pt x="507" y="3041"/>
                    </a:moveTo>
                  </a:path>
                </a:pathLst>
              </a:custGeom>
              <a:solidFill>
                <a:srgbClr val="D8C19A"/>
              </a:solidFill>
              <a:ln>
                <a:noFill/>
              </a:ln>
            </p:spPr>
            <p:txBody>
              <a:bodyPr lIns="0" tIns="0" rIns="0" bIns="0"/>
              <a:lstStyle/>
              <a:p>
                <a:endParaRPr lang="en-US"/>
              </a:p>
            </p:txBody>
          </p:sp>
          <p:sp>
            <p:nvSpPr>
              <p:cNvPr id="8213" name="AutoShape 11"/>
              <p:cNvSpPr/>
              <p:nvPr/>
            </p:nvSpPr>
            <p:spPr bwMode="auto">
              <a:xfrm>
                <a:off x="8813800" y="8458200"/>
                <a:ext cx="7232650" cy="717550"/>
              </a:xfrm>
              <a:custGeom>
                <a:avLst/>
                <a:gdLst>
                  <a:gd name="T0" fmla="*/ 0 w 21600"/>
                  <a:gd name="T1" fmla="*/ 2147483647 h 20735"/>
                  <a:gd name="T2" fmla="*/ 0 w 21600"/>
                  <a:gd name="T3" fmla="*/ 2147483647 h 20735"/>
                  <a:gd name="T4" fmla="*/ 2147483647 w 21600"/>
                  <a:gd name="T5" fmla="*/ 2147483647 h 20735"/>
                  <a:gd name="T6" fmla="*/ 2147483647 w 21600"/>
                  <a:gd name="T7" fmla="*/ 2147483647 h 20735"/>
                  <a:gd name="T8" fmla="*/ 2147483647 w 21600"/>
                  <a:gd name="T9" fmla="*/ 2147483647 h 20735"/>
                  <a:gd name="T10" fmla="*/ 2147483647 w 21600"/>
                  <a:gd name="T11" fmla="*/ 2147483647 h 20735"/>
                  <a:gd name="T12" fmla="*/ 2147483647 w 21600"/>
                  <a:gd name="T13" fmla="*/ 2147483647 h 20735"/>
                  <a:gd name="T14" fmla="*/ 2147483647 w 21600"/>
                  <a:gd name="T15" fmla="*/ 2147483647 h 20735"/>
                  <a:gd name="T16" fmla="*/ 2147483647 w 21600"/>
                  <a:gd name="T17" fmla="*/ 2147483647 h 20735"/>
                  <a:gd name="T18" fmla="*/ 2147483647 w 21600"/>
                  <a:gd name="T19" fmla="*/ 2147483647 h 20735"/>
                  <a:gd name="T20" fmla="*/ 2147483647 w 21600"/>
                  <a:gd name="T21" fmla="*/ 2147483647 h 20735"/>
                  <a:gd name="T22" fmla="*/ 2147483647 w 21600"/>
                  <a:gd name="T23" fmla="*/ 2147483647 h 20735"/>
                  <a:gd name="T24" fmla="*/ 2147483647 w 21600"/>
                  <a:gd name="T25" fmla="*/ 2147483647 h 20735"/>
                  <a:gd name="T26" fmla="*/ 2147483647 w 21600"/>
                  <a:gd name="T27" fmla="*/ 2147483647 h 20735"/>
                  <a:gd name="T28" fmla="*/ 2147483647 w 21600"/>
                  <a:gd name="T29" fmla="*/ 2147483647 h 20735"/>
                  <a:gd name="T30" fmla="*/ 2147483647 w 21600"/>
                  <a:gd name="T31" fmla="*/ 2147483647 h 20735"/>
                  <a:gd name="T32" fmla="*/ 2147483647 w 21600"/>
                  <a:gd name="T33" fmla="*/ 2147483647 h 20735"/>
                  <a:gd name="T34" fmla="*/ 2147483647 w 21600"/>
                  <a:gd name="T35" fmla="*/ 0 h 20735"/>
                  <a:gd name="T36" fmla="*/ 2147483647 w 21600"/>
                  <a:gd name="T37" fmla="*/ 0 h 20735"/>
                  <a:gd name="T38" fmla="*/ 2147483647 w 21600"/>
                  <a:gd name="T39" fmla="*/ 2147483647 h 20735"/>
                  <a:gd name="T40" fmla="*/ 2147483647 w 21600"/>
                  <a:gd name="T41" fmla="*/ 2147483647 h 20735"/>
                  <a:gd name="T42" fmla="*/ 0 w 21600"/>
                  <a:gd name="T43" fmla="*/ 2147483647 h 20735"/>
                  <a:gd name="T44" fmla="*/ 0 w 21600"/>
                  <a:gd name="T45" fmla="*/ 2147483647 h 207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0735">
                    <a:moveTo>
                      <a:pt x="0" y="6882"/>
                    </a:moveTo>
                    <a:lnTo>
                      <a:pt x="0" y="13306"/>
                    </a:lnTo>
                    <a:cubicBezTo>
                      <a:pt x="0" y="13306"/>
                      <a:pt x="3833" y="14294"/>
                      <a:pt x="4702" y="17258"/>
                    </a:cubicBezTo>
                    <a:cubicBezTo>
                      <a:pt x="5570" y="20223"/>
                      <a:pt x="6286" y="17258"/>
                      <a:pt x="6286" y="17258"/>
                    </a:cubicBezTo>
                    <a:cubicBezTo>
                      <a:pt x="6286" y="17258"/>
                      <a:pt x="7615" y="18411"/>
                      <a:pt x="7870" y="18576"/>
                    </a:cubicBezTo>
                    <a:cubicBezTo>
                      <a:pt x="8126" y="18741"/>
                      <a:pt x="9250" y="17917"/>
                      <a:pt x="9352" y="18576"/>
                    </a:cubicBezTo>
                    <a:cubicBezTo>
                      <a:pt x="9454" y="19234"/>
                      <a:pt x="10715" y="20612"/>
                      <a:pt x="10800" y="20170"/>
                    </a:cubicBezTo>
                    <a:cubicBezTo>
                      <a:pt x="10885" y="19729"/>
                      <a:pt x="11754" y="21600"/>
                      <a:pt x="11958" y="20170"/>
                    </a:cubicBezTo>
                    <a:cubicBezTo>
                      <a:pt x="12163" y="18741"/>
                      <a:pt x="13236" y="19624"/>
                      <a:pt x="13491" y="20170"/>
                    </a:cubicBezTo>
                    <a:cubicBezTo>
                      <a:pt x="13747" y="20717"/>
                      <a:pt x="14871" y="21106"/>
                      <a:pt x="15178" y="20170"/>
                    </a:cubicBezTo>
                    <a:cubicBezTo>
                      <a:pt x="15485" y="19234"/>
                      <a:pt x="16864" y="17753"/>
                      <a:pt x="17018" y="17753"/>
                    </a:cubicBezTo>
                    <a:cubicBezTo>
                      <a:pt x="17171" y="17753"/>
                      <a:pt x="18193" y="17258"/>
                      <a:pt x="18346" y="17258"/>
                    </a:cubicBezTo>
                    <a:cubicBezTo>
                      <a:pt x="18500" y="17258"/>
                      <a:pt x="20135" y="16764"/>
                      <a:pt x="20135" y="16764"/>
                    </a:cubicBezTo>
                    <a:lnTo>
                      <a:pt x="21106" y="13809"/>
                    </a:lnTo>
                    <a:lnTo>
                      <a:pt x="21600" y="13550"/>
                    </a:lnTo>
                    <a:lnTo>
                      <a:pt x="21464" y="3918"/>
                    </a:lnTo>
                    <a:cubicBezTo>
                      <a:pt x="21464" y="3918"/>
                      <a:pt x="14616" y="1066"/>
                      <a:pt x="14309" y="1513"/>
                    </a:cubicBezTo>
                    <a:cubicBezTo>
                      <a:pt x="14003" y="1959"/>
                      <a:pt x="10527" y="0"/>
                      <a:pt x="9352" y="0"/>
                    </a:cubicBezTo>
                    <a:cubicBezTo>
                      <a:pt x="8177" y="0"/>
                      <a:pt x="5366" y="0"/>
                      <a:pt x="5366" y="0"/>
                    </a:cubicBezTo>
                    <a:cubicBezTo>
                      <a:pt x="5366" y="0"/>
                      <a:pt x="4139" y="78"/>
                      <a:pt x="3475" y="1513"/>
                    </a:cubicBezTo>
                    <a:cubicBezTo>
                      <a:pt x="2811" y="2947"/>
                      <a:pt x="1226" y="1504"/>
                      <a:pt x="1226" y="1504"/>
                    </a:cubicBezTo>
                    <a:cubicBezTo>
                      <a:pt x="1226" y="1504"/>
                      <a:pt x="0" y="6882"/>
                      <a:pt x="0" y="6882"/>
                    </a:cubicBezTo>
                    <a:close/>
                    <a:moveTo>
                      <a:pt x="0" y="6882"/>
                    </a:moveTo>
                  </a:path>
                </a:pathLst>
              </a:custGeom>
              <a:solidFill>
                <a:srgbClr val="77673D"/>
              </a:solidFill>
              <a:ln>
                <a:noFill/>
              </a:ln>
            </p:spPr>
            <p:txBody>
              <a:bodyPr lIns="0" tIns="0" rIns="0" bIns="0"/>
              <a:lstStyle/>
              <a:p>
                <a:endParaRPr lang="en-US"/>
              </a:p>
            </p:txBody>
          </p:sp>
          <p:sp>
            <p:nvSpPr>
              <p:cNvPr id="8214" name="AutoShape 12"/>
              <p:cNvSpPr/>
              <p:nvPr/>
            </p:nvSpPr>
            <p:spPr bwMode="auto">
              <a:xfrm>
                <a:off x="8877300" y="8585200"/>
                <a:ext cx="7167563" cy="3770313"/>
              </a:xfrm>
              <a:custGeom>
                <a:avLst/>
                <a:gdLst>
                  <a:gd name="T0" fmla="*/ 2147483647 w 21294"/>
                  <a:gd name="T1" fmla="*/ 2147483647 h 21347"/>
                  <a:gd name="T2" fmla="*/ 2147483647 w 21294"/>
                  <a:gd name="T3" fmla="*/ 2147483647 h 21347"/>
                  <a:gd name="T4" fmla="*/ 2147483647 w 21294"/>
                  <a:gd name="T5" fmla="*/ 2147483647 h 21347"/>
                  <a:gd name="T6" fmla="*/ 2147483647 w 21294"/>
                  <a:gd name="T7" fmla="*/ 2147483647 h 21347"/>
                  <a:gd name="T8" fmla="*/ 2147483647 w 21294"/>
                  <a:gd name="T9" fmla="*/ 2147483647 h 21347"/>
                  <a:gd name="T10" fmla="*/ 2147483647 w 21294"/>
                  <a:gd name="T11" fmla="*/ 2147483647 h 21347"/>
                  <a:gd name="T12" fmla="*/ 2147483647 w 21294"/>
                  <a:gd name="T13" fmla="*/ 2147483647 h 21347"/>
                  <a:gd name="T14" fmla="*/ 2147483647 w 21294"/>
                  <a:gd name="T15" fmla="*/ 2147483647 h 21347"/>
                  <a:gd name="T16" fmla="*/ 2147483647 w 21294"/>
                  <a:gd name="T17" fmla="*/ 2147483647 h 21347"/>
                  <a:gd name="T18" fmla="*/ 2147483647 w 21294"/>
                  <a:gd name="T19" fmla="*/ 2147483647 h 21347"/>
                  <a:gd name="T20" fmla="*/ 2147483647 w 21294"/>
                  <a:gd name="T21" fmla="*/ 2147483647 h 21347"/>
                  <a:gd name="T22" fmla="*/ 2147483647 w 21294"/>
                  <a:gd name="T23" fmla="*/ 2147483647 h 21347"/>
                  <a:gd name="T24" fmla="*/ 2147483647 w 21294"/>
                  <a:gd name="T25" fmla="*/ 2147483647 h 21347"/>
                  <a:gd name="T26" fmla="*/ 2147483647 w 21294"/>
                  <a:gd name="T27" fmla="*/ 2147483647 h 21347"/>
                  <a:gd name="T28" fmla="*/ 2147483647 w 21294"/>
                  <a:gd name="T29" fmla="*/ 2147483647 h 21347"/>
                  <a:gd name="T30" fmla="*/ 2147483647 w 21294"/>
                  <a:gd name="T31" fmla="*/ 2147483647 h 21347"/>
                  <a:gd name="T32" fmla="*/ 2147483647 w 21294"/>
                  <a:gd name="T33" fmla="*/ 2147483647 h 21347"/>
                  <a:gd name="T34" fmla="*/ 2147483647 w 21294"/>
                  <a:gd name="T35" fmla="*/ 2147483647 h 21347"/>
                  <a:gd name="T36" fmla="*/ 2147483647 w 21294"/>
                  <a:gd name="T37" fmla="*/ 2147483647 h 21347"/>
                  <a:gd name="T38" fmla="*/ 2147483647 w 21294"/>
                  <a:gd name="T39" fmla="*/ 2147483647 h 21347"/>
                  <a:gd name="T40" fmla="*/ 2147483647 w 21294"/>
                  <a:gd name="T41" fmla="*/ 2147483647 h 21347"/>
                  <a:gd name="T42" fmla="*/ 2147483647 w 21294"/>
                  <a:gd name="T43" fmla="*/ 2147483647 h 21347"/>
                  <a:gd name="T44" fmla="*/ 2147483647 w 21294"/>
                  <a:gd name="T45" fmla="*/ 2147483647 h 21347"/>
                  <a:gd name="T46" fmla="*/ 2147483647 w 21294"/>
                  <a:gd name="T47" fmla="*/ 2147483647 h 21347"/>
                  <a:gd name="T48" fmla="*/ 2147483647 w 21294"/>
                  <a:gd name="T49" fmla="*/ 2147483647 h 21347"/>
                  <a:gd name="T50" fmla="*/ 2147483647 w 21294"/>
                  <a:gd name="T51" fmla="*/ 2147483647 h 21347"/>
                  <a:gd name="T52" fmla="*/ 2147483647 w 21294"/>
                  <a:gd name="T53" fmla="*/ 2147483647 h 21347"/>
                  <a:gd name="T54" fmla="*/ 2147483647 w 21294"/>
                  <a:gd name="T55" fmla="*/ 2147483647 h 21347"/>
                  <a:gd name="T56" fmla="*/ 2147483647 w 21294"/>
                  <a:gd name="T57" fmla="*/ 2147483647 h 21347"/>
                  <a:gd name="T58" fmla="*/ 2147483647 w 21294"/>
                  <a:gd name="T59" fmla="*/ 2147483647 h 21347"/>
                  <a:gd name="T60" fmla="*/ 2147483647 w 21294"/>
                  <a:gd name="T61" fmla="*/ 2147483647 h 21347"/>
                  <a:gd name="T62" fmla="*/ 2147483647 w 21294"/>
                  <a:gd name="T63" fmla="*/ 2147483647 h 21347"/>
                  <a:gd name="T64" fmla="*/ 2147483647 w 21294"/>
                  <a:gd name="T65" fmla="*/ 2147483647 h 21347"/>
                  <a:gd name="T66" fmla="*/ 2147483647 w 21294"/>
                  <a:gd name="T67" fmla="*/ 2147483647 h 21347"/>
                  <a:gd name="T68" fmla="*/ 2147483647 w 21294"/>
                  <a:gd name="T69" fmla="*/ 2147483647 h 21347"/>
                  <a:gd name="T70" fmla="*/ 2147483647 w 21294"/>
                  <a:gd name="T71" fmla="*/ 2147483647 h 21347"/>
                  <a:gd name="T72" fmla="*/ 2147483647 w 21294"/>
                  <a:gd name="T73" fmla="*/ 2147483647 h 21347"/>
                  <a:gd name="T74" fmla="*/ 2147483647 w 21294"/>
                  <a:gd name="T75" fmla="*/ 2147483647 h 21347"/>
                  <a:gd name="T76" fmla="*/ 2147483647 w 21294"/>
                  <a:gd name="T77" fmla="*/ 2147483647 h 21347"/>
                  <a:gd name="T78" fmla="*/ 2147483647 w 21294"/>
                  <a:gd name="T79" fmla="*/ 2147483647 h 21347"/>
                  <a:gd name="T80" fmla="*/ 2147483647 w 21294"/>
                  <a:gd name="T81" fmla="*/ 2147483647 h 21347"/>
                  <a:gd name="T82" fmla="*/ 2147483647 w 21294"/>
                  <a:gd name="T83" fmla="*/ 2147483647 h 21347"/>
                  <a:gd name="T84" fmla="*/ 2147483647 w 21294"/>
                  <a:gd name="T85" fmla="*/ 2147483647 h 21347"/>
                  <a:gd name="T86" fmla="*/ 2147483647 w 21294"/>
                  <a:gd name="T87" fmla="*/ 2147483647 h 21347"/>
                  <a:gd name="T88" fmla="*/ 2147483647 w 21294"/>
                  <a:gd name="T89" fmla="*/ 2147483647 h 21347"/>
                  <a:gd name="T90" fmla="*/ 2147483647 w 21294"/>
                  <a:gd name="T91" fmla="*/ 2147483647 h 21347"/>
                  <a:gd name="T92" fmla="*/ 2147483647 w 21294"/>
                  <a:gd name="T93" fmla="*/ 2147483647 h 21347"/>
                  <a:gd name="T94" fmla="*/ 2147483647 w 21294"/>
                  <a:gd name="T95" fmla="*/ 2147483647 h 21347"/>
                  <a:gd name="T96" fmla="*/ 2147483647 w 21294"/>
                  <a:gd name="T97" fmla="*/ 2147483647 h 21347"/>
                  <a:gd name="T98" fmla="*/ 2147483647 w 21294"/>
                  <a:gd name="T99" fmla="*/ 2147483647 h 21347"/>
                  <a:gd name="T100" fmla="*/ 2147483647 w 21294"/>
                  <a:gd name="T101" fmla="*/ 2147483647 h 21347"/>
                  <a:gd name="T102" fmla="*/ 2147483647 w 21294"/>
                  <a:gd name="T103" fmla="*/ 0 h 21347"/>
                  <a:gd name="T104" fmla="*/ 0 w 21294"/>
                  <a:gd name="T105" fmla="*/ 2147483647 h 2134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1294" h="21347">
                    <a:moveTo>
                      <a:pt x="0" y="1913"/>
                    </a:moveTo>
                    <a:cubicBezTo>
                      <a:pt x="0" y="1913"/>
                      <a:pt x="729" y="6533"/>
                      <a:pt x="1543" y="8083"/>
                    </a:cubicBezTo>
                    <a:cubicBezTo>
                      <a:pt x="2356" y="9632"/>
                      <a:pt x="2254" y="8497"/>
                      <a:pt x="2254" y="8497"/>
                    </a:cubicBezTo>
                    <a:lnTo>
                      <a:pt x="1901" y="3889"/>
                    </a:lnTo>
                    <a:lnTo>
                      <a:pt x="2818" y="7205"/>
                    </a:lnTo>
                    <a:lnTo>
                      <a:pt x="2818" y="3912"/>
                    </a:lnTo>
                    <a:cubicBezTo>
                      <a:pt x="2818" y="3912"/>
                      <a:pt x="3375" y="6878"/>
                      <a:pt x="3730" y="8495"/>
                    </a:cubicBezTo>
                    <a:cubicBezTo>
                      <a:pt x="4086" y="10111"/>
                      <a:pt x="3882" y="11758"/>
                      <a:pt x="4593" y="12533"/>
                    </a:cubicBezTo>
                    <a:cubicBezTo>
                      <a:pt x="5305" y="13308"/>
                      <a:pt x="6372" y="15051"/>
                      <a:pt x="6372" y="15051"/>
                    </a:cubicBezTo>
                    <a:lnTo>
                      <a:pt x="6829" y="16715"/>
                    </a:lnTo>
                    <a:lnTo>
                      <a:pt x="6270" y="12726"/>
                    </a:lnTo>
                    <a:cubicBezTo>
                      <a:pt x="6270" y="12726"/>
                      <a:pt x="5406" y="9627"/>
                      <a:pt x="5456" y="9143"/>
                    </a:cubicBezTo>
                    <a:cubicBezTo>
                      <a:pt x="5507" y="8658"/>
                      <a:pt x="5304" y="5365"/>
                      <a:pt x="5304" y="5365"/>
                    </a:cubicBezTo>
                    <a:cubicBezTo>
                      <a:pt x="5304" y="5365"/>
                      <a:pt x="5711" y="7108"/>
                      <a:pt x="5761" y="7496"/>
                    </a:cubicBezTo>
                    <a:cubicBezTo>
                      <a:pt x="5812" y="7883"/>
                      <a:pt x="6117" y="9315"/>
                      <a:pt x="6117" y="9315"/>
                    </a:cubicBezTo>
                    <a:cubicBezTo>
                      <a:pt x="6117" y="9315"/>
                      <a:pt x="6270" y="7496"/>
                      <a:pt x="6270" y="6721"/>
                    </a:cubicBezTo>
                    <a:cubicBezTo>
                      <a:pt x="6270" y="5946"/>
                      <a:pt x="6219" y="4308"/>
                      <a:pt x="6219" y="4159"/>
                    </a:cubicBezTo>
                    <a:cubicBezTo>
                      <a:pt x="6219" y="4009"/>
                      <a:pt x="6111" y="2695"/>
                      <a:pt x="6111" y="2695"/>
                    </a:cubicBezTo>
                    <a:lnTo>
                      <a:pt x="7439" y="2911"/>
                    </a:lnTo>
                    <a:lnTo>
                      <a:pt x="7896" y="5462"/>
                    </a:lnTo>
                    <a:cubicBezTo>
                      <a:pt x="7896" y="5462"/>
                      <a:pt x="7845" y="7108"/>
                      <a:pt x="7896" y="7496"/>
                    </a:cubicBezTo>
                    <a:cubicBezTo>
                      <a:pt x="7947" y="7883"/>
                      <a:pt x="7693" y="9336"/>
                      <a:pt x="7896" y="10014"/>
                    </a:cubicBezTo>
                    <a:cubicBezTo>
                      <a:pt x="8099" y="10692"/>
                      <a:pt x="8150" y="11564"/>
                      <a:pt x="8354" y="12629"/>
                    </a:cubicBezTo>
                    <a:cubicBezTo>
                      <a:pt x="8557" y="13695"/>
                      <a:pt x="8964" y="15342"/>
                      <a:pt x="8913" y="16020"/>
                    </a:cubicBezTo>
                    <a:cubicBezTo>
                      <a:pt x="8862" y="16698"/>
                      <a:pt x="8811" y="17569"/>
                      <a:pt x="8913" y="17860"/>
                    </a:cubicBezTo>
                    <a:cubicBezTo>
                      <a:pt x="9014" y="18151"/>
                      <a:pt x="9362" y="19603"/>
                      <a:pt x="9362" y="19603"/>
                    </a:cubicBezTo>
                    <a:lnTo>
                      <a:pt x="9608" y="15729"/>
                    </a:lnTo>
                    <a:lnTo>
                      <a:pt x="9608" y="10789"/>
                    </a:lnTo>
                    <a:cubicBezTo>
                      <a:pt x="9608" y="10789"/>
                      <a:pt x="9260" y="8174"/>
                      <a:pt x="9362" y="7690"/>
                    </a:cubicBezTo>
                    <a:cubicBezTo>
                      <a:pt x="9464" y="7205"/>
                      <a:pt x="9163" y="4211"/>
                      <a:pt x="9315" y="4159"/>
                    </a:cubicBezTo>
                    <a:cubicBezTo>
                      <a:pt x="9468" y="4106"/>
                      <a:pt x="9927" y="1929"/>
                      <a:pt x="9927" y="1929"/>
                    </a:cubicBezTo>
                    <a:lnTo>
                      <a:pt x="10352" y="3224"/>
                    </a:lnTo>
                    <a:lnTo>
                      <a:pt x="10691" y="6140"/>
                    </a:lnTo>
                    <a:cubicBezTo>
                      <a:pt x="10691" y="6140"/>
                      <a:pt x="10268" y="7302"/>
                      <a:pt x="10353" y="7883"/>
                    </a:cubicBezTo>
                    <a:cubicBezTo>
                      <a:pt x="10437" y="8465"/>
                      <a:pt x="10217" y="8949"/>
                      <a:pt x="10353" y="9433"/>
                    </a:cubicBezTo>
                    <a:cubicBezTo>
                      <a:pt x="10488" y="9917"/>
                      <a:pt x="10217" y="10356"/>
                      <a:pt x="10353" y="10766"/>
                    </a:cubicBezTo>
                    <a:cubicBezTo>
                      <a:pt x="10488" y="11177"/>
                      <a:pt x="10353" y="12726"/>
                      <a:pt x="10353" y="12726"/>
                    </a:cubicBezTo>
                    <a:lnTo>
                      <a:pt x="10946" y="8755"/>
                    </a:lnTo>
                    <a:cubicBezTo>
                      <a:pt x="10946" y="8755"/>
                      <a:pt x="10692" y="7012"/>
                      <a:pt x="10946" y="6721"/>
                    </a:cubicBezTo>
                    <a:cubicBezTo>
                      <a:pt x="11200" y="6430"/>
                      <a:pt x="11302" y="4211"/>
                      <a:pt x="11454" y="4159"/>
                    </a:cubicBezTo>
                    <a:cubicBezTo>
                      <a:pt x="11607" y="4106"/>
                      <a:pt x="11708" y="2556"/>
                      <a:pt x="11708" y="2556"/>
                    </a:cubicBezTo>
                    <a:lnTo>
                      <a:pt x="12316" y="1847"/>
                    </a:lnTo>
                    <a:cubicBezTo>
                      <a:pt x="12316" y="1847"/>
                      <a:pt x="13229" y="3378"/>
                      <a:pt x="13229" y="3887"/>
                    </a:cubicBezTo>
                    <a:cubicBezTo>
                      <a:pt x="13229" y="4396"/>
                      <a:pt x="13229" y="5849"/>
                      <a:pt x="13229" y="5849"/>
                    </a:cubicBezTo>
                    <a:lnTo>
                      <a:pt x="12882" y="7205"/>
                    </a:lnTo>
                    <a:cubicBezTo>
                      <a:pt x="12882" y="7205"/>
                      <a:pt x="12739" y="8234"/>
                      <a:pt x="12739" y="8495"/>
                    </a:cubicBezTo>
                    <a:cubicBezTo>
                      <a:pt x="12739" y="8755"/>
                      <a:pt x="12739" y="9239"/>
                      <a:pt x="12739" y="9530"/>
                    </a:cubicBezTo>
                    <a:cubicBezTo>
                      <a:pt x="12739" y="9821"/>
                      <a:pt x="12783" y="10725"/>
                      <a:pt x="12783" y="10725"/>
                    </a:cubicBezTo>
                    <a:cubicBezTo>
                      <a:pt x="12783" y="10725"/>
                      <a:pt x="12779" y="11270"/>
                      <a:pt x="12677" y="11853"/>
                    </a:cubicBezTo>
                    <a:cubicBezTo>
                      <a:pt x="12576" y="12436"/>
                      <a:pt x="12320" y="12823"/>
                      <a:pt x="12320" y="12823"/>
                    </a:cubicBezTo>
                    <a:cubicBezTo>
                      <a:pt x="12320" y="12823"/>
                      <a:pt x="12065" y="13695"/>
                      <a:pt x="12014" y="14179"/>
                    </a:cubicBezTo>
                    <a:cubicBezTo>
                      <a:pt x="11963" y="14664"/>
                      <a:pt x="12929" y="12533"/>
                      <a:pt x="12929" y="12533"/>
                    </a:cubicBezTo>
                    <a:cubicBezTo>
                      <a:pt x="12929" y="12533"/>
                      <a:pt x="13437" y="11146"/>
                      <a:pt x="13538" y="10725"/>
                    </a:cubicBezTo>
                    <a:cubicBezTo>
                      <a:pt x="13640" y="10305"/>
                      <a:pt x="13691" y="8465"/>
                      <a:pt x="13843" y="7786"/>
                    </a:cubicBezTo>
                    <a:cubicBezTo>
                      <a:pt x="13996" y="7108"/>
                      <a:pt x="13538" y="6527"/>
                      <a:pt x="13843" y="6430"/>
                    </a:cubicBezTo>
                    <a:cubicBezTo>
                      <a:pt x="14148" y="6334"/>
                      <a:pt x="14199" y="5656"/>
                      <a:pt x="14351" y="5656"/>
                    </a:cubicBezTo>
                    <a:cubicBezTo>
                      <a:pt x="14504" y="5656"/>
                      <a:pt x="15165" y="5462"/>
                      <a:pt x="15165" y="5462"/>
                    </a:cubicBezTo>
                    <a:cubicBezTo>
                      <a:pt x="15165" y="5462"/>
                      <a:pt x="15419" y="6237"/>
                      <a:pt x="15165" y="7012"/>
                    </a:cubicBezTo>
                    <a:cubicBezTo>
                      <a:pt x="14910" y="7786"/>
                      <a:pt x="14860" y="8271"/>
                      <a:pt x="14605" y="9046"/>
                    </a:cubicBezTo>
                    <a:cubicBezTo>
                      <a:pt x="14351" y="9821"/>
                      <a:pt x="14148" y="10177"/>
                      <a:pt x="14046" y="10725"/>
                    </a:cubicBezTo>
                    <a:cubicBezTo>
                      <a:pt x="13945" y="11273"/>
                      <a:pt x="13792" y="11661"/>
                      <a:pt x="13691" y="12436"/>
                    </a:cubicBezTo>
                    <a:cubicBezTo>
                      <a:pt x="13589" y="13211"/>
                      <a:pt x="13538" y="13501"/>
                      <a:pt x="13030" y="14276"/>
                    </a:cubicBezTo>
                    <a:cubicBezTo>
                      <a:pt x="12522" y="15051"/>
                      <a:pt x="12166" y="15535"/>
                      <a:pt x="12064" y="15923"/>
                    </a:cubicBezTo>
                    <a:cubicBezTo>
                      <a:pt x="11962" y="16310"/>
                      <a:pt x="11861" y="17085"/>
                      <a:pt x="11810" y="17763"/>
                    </a:cubicBezTo>
                    <a:cubicBezTo>
                      <a:pt x="11759" y="18441"/>
                      <a:pt x="11556" y="18829"/>
                      <a:pt x="11505" y="19603"/>
                    </a:cubicBezTo>
                    <a:cubicBezTo>
                      <a:pt x="11454" y="20378"/>
                      <a:pt x="11149" y="21347"/>
                      <a:pt x="11149" y="21347"/>
                    </a:cubicBezTo>
                    <a:lnTo>
                      <a:pt x="12522" y="17666"/>
                    </a:lnTo>
                    <a:cubicBezTo>
                      <a:pt x="12522" y="17666"/>
                      <a:pt x="12674" y="15535"/>
                      <a:pt x="12928" y="15535"/>
                    </a:cubicBezTo>
                    <a:cubicBezTo>
                      <a:pt x="13182" y="15535"/>
                      <a:pt x="13182" y="15148"/>
                      <a:pt x="13436" y="15148"/>
                    </a:cubicBezTo>
                    <a:cubicBezTo>
                      <a:pt x="13691" y="15148"/>
                      <a:pt x="13640" y="15342"/>
                      <a:pt x="14097" y="14567"/>
                    </a:cubicBezTo>
                    <a:cubicBezTo>
                      <a:pt x="14555" y="13792"/>
                      <a:pt x="14860" y="13114"/>
                      <a:pt x="14860" y="13114"/>
                    </a:cubicBezTo>
                    <a:cubicBezTo>
                      <a:pt x="14860" y="13114"/>
                      <a:pt x="14860" y="12726"/>
                      <a:pt x="15063" y="12436"/>
                    </a:cubicBezTo>
                    <a:cubicBezTo>
                      <a:pt x="15197" y="12244"/>
                      <a:pt x="15331" y="11940"/>
                      <a:pt x="15407" y="11756"/>
                    </a:cubicBezTo>
                    <a:cubicBezTo>
                      <a:pt x="15446" y="11661"/>
                      <a:pt x="15470" y="11597"/>
                      <a:pt x="15470" y="11597"/>
                    </a:cubicBezTo>
                    <a:cubicBezTo>
                      <a:pt x="15470" y="11597"/>
                      <a:pt x="15368" y="13191"/>
                      <a:pt x="15470" y="13685"/>
                    </a:cubicBezTo>
                    <a:cubicBezTo>
                      <a:pt x="15571" y="14179"/>
                      <a:pt x="15171" y="15148"/>
                      <a:pt x="15171" y="15148"/>
                    </a:cubicBezTo>
                    <a:lnTo>
                      <a:pt x="16398" y="13685"/>
                    </a:lnTo>
                    <a:lnTo>
                      <a:pt x="16398" y="11564"/>
                    </a:lnTo>
                    <a:cubicBezTo>
                      <a:pt x="16398" y="11564"/>
                      <a:pt x="16442" y="10014"/>
                      <a:pt x="16391" y="9530"/>
                    </a:cubicBezTo>
                    <a:cubicBezTo>
                      <a:pt x="16340" y="9046"/>
                      <a:pt x="16185" y="8077"/>
                      <a:pt x="16185" y="8077"/>
                    </a:cubicBezTo>
                    <a:cubicBezTo>
                      <a:pt x="16185" y="8077"/>
                      <a:pt x="16177" y="7108"/>
                      <a:pt x="16409" y="6818"/>
                    </a:cubicBezTo>
                    <a:cubicBezTo>
                      <a:pt x="16640" y="6527"/>
                      <a:pt x="16690" y="5946"/>
                      <a:pt x="17046" y="5656"/>
                    </a:cubicBezTo>
                    <a:cubicBezTo>
                      <a:pt x="17402" y="5365"/>
                      <a:pt x="17097" y="5656"/>
                      <a:pt x="17402" y="5365"/>
                    </a:cubicBezTo>
                    <a:cubicBezTo>
                      <a:pt x="17706" y="5074"/>
                      <a:pt x="17910" y="4978"/>
                      <a:pt x="17960" y="5462"/>
                    </a:cubicBezTo>
                    <a:cubicBezTo>
                      <a:pt x="18011" y="5946"/>
                      <a:pt x="18113" y="6915"/>
                      <a:pt x="17960" y="7496"/>
                    </a:cubicBezTo>
                    <a:cubicBezTo>
                      <a:pt x="17808" y="8077"/>
                      <a:pt x="17706" y="7750"/>
                      <a:pt x="17554" y="8495"/>
                    </a:cubicBezTo>
                    <a:cubicBezTo>
                      <a:pt x="17401" y="9239"/>
                      <a:pt x="17350" y="9336"/>
                      <a:pt x="17401" y="9724"/>
                    </a:cubicBezTo>
                    <a:cubicBezTo>
                      <a:pt x="17452" y="10111"/>
                      <a:pt x="17452" y="10111"/>
                      <a:pt x="17452" y="10111"/>
                    </a:cubicBezTo>
                    <a:lnTo>
                      <a:pt x="18265" y="8495"/>
                    </a:lnTo>
                    <a:lnTo>
                      <a:pt x="18824" y="7302"/>
                    </a:lnTo>
                    <a:cubicBezTo>
                      <a:pt x="18824" y="7302"/>
                      <a:pt x="18977" y="7399"/>
                      <a:pt x="19129" y="6915"/>
                    </a:cubicBezTo>
                    <a:cubicBezTo>
                      <a:pt x="19282" y="6430"/>
                      <a:pt x="19129" y="5171"/>
                      <a:pt x="19129" y="5171"/>
                    </a:cubicBezTo>
                    <a:lnTo>
                      <a:pt x="19790" y="4590"/>
                    </a:lnTo>
                    <a:cubicBezTo>
                      <a:pt x="19790" y="4590"/>
                      <a:pt x="19841" y="5752"/>
                      <a:pt x="19790" y="6043"/>
                    </a:cubicBezTo>
                    <a:cubicBezTo>
                      <a:pt x="19739" y="6334"/>
                      <a:pt x="19180" y="7883"/>
                      <a:pt x="19180" y="7883"/>
                    </a:cubicBezTo>
                    <a:lnTo>
                      <a:pt x="19813" y="7399"/>
                    </a:lnTo>
                    <a:lnTo>
                      <a:pt x="20044" y="5752"/>
                    </a:lnTo>
                    <a:lnTo>
                      <a:pt x="20959" y="4299"/>
                    </a:lnTo>
                    <a:lnTo>
                      <a:pt x="21095" y="1926"/>
                    </a:lnTo>
                    <a:cubicBezTo>
                      <a:pt x="21095" y="1926"/>
                      <a:pt x="21600" y="-35"/>
                      <a:pt x="21000" y="619"/>
                    </a:cubicBezTo>
                    <a:cubicBezTo>
                      <a:pt x="20400" y="1272"/>
                      <a:pt x="18418" y="-253"/>
                      <a:pt x="17757" y="38"/>
                    </a:cubicBezTo>
                    <a:cubicBezTo>
                      <a:pt x="17096" y="328"/>
                      <a:pt x="13589" y="619"/>
                      <a:pt x="11962" y="716"/>
                    </a:cubicBezTo>
                    <a:cubicBezTo>
                      <a:pt x="10336" y="812"/>
                      <a:pt x="3728" y="328"/>
                      <a:pt x="3322" y="425"/>
                    </a:cubicBezTo>
                    <a:cubicBezTo>
                      <a:pt x="2915" y="522"/>
                      <a:pt x="791" y="0"/>
                      <a:pt x="791" y="0"/>
                    </a:cubicBezTo>
                    <a:cubicBezTo>
                      <a:pt x="791" y="0"/>
                      <a:pt x="0" y="1913"/>
                      <a:pt x="0" y="1913"/>
                    </a:cubicBezTo>
                    <a:close/>
                    <a:moveTo>
                      <a:pt x="0" y="1913"/>
                    </a:moveTo>
                  </a:path>
                </a:pathLst>
              </a:custGeom>
              <a:solidFill>
                <a:srgbClr val="7C5024">
                  <a:alpha val="29803"/>
                </a:srgbClr>
              </a:solidFill>
              <a:ln>
                <a:noFill/>
              </a:ln>
            </p:spPr>
            <p:txBody>
              <a:bodyPr lIns="0" tIns="0" rIns="0" bIns="0"/>
              <a:lstStyle/>
              <a:p>
                <a:endParaRPr lang="en-US"/>
              </a:p>
            </p:txBody>
          </p:sp>
          <p:sp>
            <p:nvSpPr>
              <p:cNvPr id="8215" name="AutoShape 13"/>
              <p:cNvSpPr/>
              <p:nvPr/>
            </p:nvSpPr>
            <p:spPr bwMode="auto">
              <a:xfrm>
                <a:off x="8813800" y="8089900"/>
                <a:ext cx="7232650" cy="833438"/>
              </a:xfrm>
              <a:custGeom>
                <a:avLst/>
                <a:gdLst>
                  <a:gd name="T0" fmla="*/ 2147483647 w 21600"/>
                  <a:gd name="T1" fmla="*/ 2147483647 h 19970"/>
                  <a:gd name="T2" fmla="*/ 2147483647 w 21600"/>
                  <a:gd name="T3" fmla="*/ 2147483647 h 19970"/>
                  <a:gd name="T4" fmla="*/ 2147483647 w 21600"/>
                  <a:gd name="T5" fmla="*/ 2147483647 h 19970"/>
                  <a:gd name="T6" fmla="*/ 2147483647 w 21600"/>
                  <a:gd name="T7" fmla="*/ 2147483647 h 19970"/>
                  <a:gd name="T8" fmla="*/ 2147483647 w 21600"/>
                  <a:gd name="T9" fmla="*/ 2147483647 h 19970"/>
                  <a:gd name="T10" fmla="*/ 2147483647 w 21600"/>
                  <a:gd name="T11" fmla="*/ 2147483647 h 19970"/>
                  <a:gd name="T12" fmla="*/ 2147483647 w 21600"/>
                  <a:gd name="T13" fmla="*/ 2147483647 h 19970"/>
                  <a:gd name="T14" fmla="*/ 2147483647 w 21600"/>
                  <a:gd name="T15" fmla="*/ 2147483647 h 19970"/>
                  <a:gd name="T16" fmla="*/ 2147483647 w 21600"/>
                  <a:gd name="T17" fmla="*/ 2147483647 h 19970"/>
                  <a:gd name="T18" fmla="*/ 2147483647 w 21600"/>
                  <a:gd name="T19" fmla="*/ 2147483647 h 19970"/>
                  <a:gd name="T20" fmla="*/ 2147483647 w 21600"/>
                  <a:gd name="T21" fmla="*/ 2147483647 h 19970"/>
                  <a:gd name="T22" fmla="*/ 2147483647 w 21600"/>
                  <a:gd name="T23" fmla="*/ 2147483647 h 19970"/>
                  <a:gd name="T24" fmla="*/ 2147483647 w 21600"/>
                  <a:gd name="T25" fmla="*/ 2147483647 h 19970"/>
                  <a:gd name="T26" fmla="*/ 2147483647 w 21600"/>
                  <a:gd name="T27" fmla="*/ 2147483647 h 19970"/>
                  <a:gd name="T28" fmla="*/ 2147483647 w 21600"/>
                  <a:gd name="T29" fmla="*/ 2147483647 h 19970"/>
                  <a:gd name="T30" fmla="*/ 2147483647 w 21600"/>
                  <a:gd name="T31" fmla="*/ 2147483647 h 19970"/>
                  <a:gd name="T32" fmla="*/ 2147483647 w 21600"/>
                  <a:gd name="T33" fmla="*/ 2147483647 h 19970"/>
                  <a:gd name="T34" fmla="*/ 2147483647 w 21600"/>
                  <a:gd name="T35" fmla="*/ 2147483647 h 19970"/>
                  <a:gd name="T36" fmla="*/ 2147483647 w 21600"/>
                  <a:gd name="T37" fmla="*/ 2147483647 h 19970"/>
                  <a:gd name="T38" fmla="*/ 2147483647 w 21600"/>
                  <a:gd name="T39" fmla="*/ 2147483647 h 19970"/>
                  <a:gd name="T40" fmla="*/ 2147483647 w 21600"/>
                  <a:gd name="T41" fmla="*/ 2147483647 h 19970"/>
                  <a:gd name="T42" fmla="*/ 2147483647 w 21600"/>
                  <a:gd name="T43" fmla="*/ 2147483647 h 19970"/>
                  <a:gd name="T44" fmla="*/ 2147483647 w 21600"/>
                  <a:gd name="T45" fmla="*/ 0 h 19970"/>
                  <a:gd name="T46" fmla="*/ 2147483647 w 21600"/>
                  <a:gd name="T47" fmla="*/ 2147483647 h 19970"/>
                  <a:gd name="T48" fmla="*/ 2147483647 w 21600"/>
                  <a:gd name="T49" fmla="*/ 2147483647 h 19970"/>
                  <a:gd name="T50" fmla="*/ 2147483647 w 21600"/>
                  <a:gd name="T51" fmla="*/ 2147483647 h 19970"/>
                  <a:gd name="T52" fmla="*/ 2147483647 w 21600"/>
                  <a:gd name="T53" fmla="*/ 2147483647 h 19970"/>
                  <a:gd name="T54" fmla="*/ 2147483647 w 21600"/>
                  <a:gd name="T55" fmla="*/ 2147483647 h 19970"/>
                  <a:gd name="T56" fmla="*/ 2147483647 w 21600"/>
                  <a:gd name="T57" fmla="*/ 2147483647 h 19970"/>
                  <a:gd name="T58" fmla="*/ 2147483647 w 21600"/>
                  <a:gd name="T59" fmla="*/ 2147483647 h 19970"/>
                  <a:gd name="T60" fmla="*/ 2147483647 w 21600"/>
                  <a:gd name="T61" fmla="*/ 2147483647 h 19970"/>
                  <a:gd name="T62" fmla="*/ 2147483647 w 21600"/>
                  <a:gd name="T63" fmla="*/ 2147483647 h 19970"/>
                  <a:gd name="T64" fmla="*/ 2147483647 w 21600"/>
                  <a:gd name="T65" fmla="*/ 2147483647 h 19970"/>
                  <a:gd name="T66" fmla="*/ 2147483647 w 21600"/>
                  <a:gd name="T67" fmla="*/ 2147483647 h 19970"/>
                  <a:gd name="T68" fmla="*/ 2147483647 w 21600"/>
                  <a:gd name="T69" fmla="*/ 0 h 19970"/>
                  <a:gd name="T70" fmla="*/ 2147483647 w 21600"/>
                  <a:gd name="T71" fmla="*/ 2147483647 h 19970"/>
                  <a:gd name="T72" fmla="*/ 2147483647 w 21600"/>
                  <a:gd name="T73" fmla="*/ 2147483647 h 19970"/>
                  <a:gd name="T74" fmla="*/ 2147483647 w 21600"/>
                  <a:gd name="T75" fmla="*/ 2147483647 h 19970"/>
                  <a:gd name="T76" fmla="*/ 2147483647 w 21600"/>
                  <a:gd name="T77" fmla="*/ 2147483647 h 19970"/>
                  <a:gd name="T78" fmla="*/ 2147483647 w 21600"/>
                  <a:gd name="T79" fmla="*/ 2147483647 h 19970"/>
                  <a:gd name="T80" fmla="*/ 2147483647 w 21600"/>
                  <a:gd name="T81" fmla="*/ 2147483647 h 19970"/>
                  <a:gd name="T82" fmla="*/ 2147483647 w 21600"/>
                  <a:gd name="T83" fmla="*/ 2147483647 h 19970"/>
                  <a:gd name="T84" fmla="*/ 2147483647 w 21600"/>
                  <a:gd name="T85" fmla="*/ 2147483647 h 19970"/>
                  <a:gd name="T86" fmla="*/ 2147483647 w 21600"/>
                  <a:gd name="T87" fmla="*/ 2147483647 h 19970"/>
                  <a:gd name="T88" fmla="*/ 2147483647 w 21600"/>
                  <a:gd name="T89" fmla="*/ 2147483647 h 19970"/>
                  <a:gd name="T90" fmla="*/ 2147483647 w 21600"/>
                  <a:gd name="T91" fmla="*/ 2147483647 h 19970"/>
                  <a:gd name="T92" fmla="*/ 2147483647 w 21600"/>
                  <a:gd name="T93" fmla="*/ 2147483647 h 19970"/>
                  <a:gd name="T94" fmla="*/ 0 w 21600"/>
                  <a:gd name="T95" fmla="*/ 2147483647 h 19970"/>
                  <a:gd name="T96" fmla="*/ 2147483647 w 21600"/>
                  <a:gd name="T97" fmla="*/ 2147483647 h 19970"/>
                  <a:gd name="T98" fmla="*/ 2147483647 w 21600"/>
                  <a:gd name="T99" fmla="*/ 2147483647 h 19970"/>
                  <a:gd name="T100" fmla="*/ 2147483647 w 21600"/>
                  <a:gd name="T101" fmla="*/ 2147483647 h 19970"/>
                  <a:gd name="T102" fmla="*/ 2147483647 w 21600"/>
                  <a:gd name="T103" fmla="*/ 2147483647 h 19970"/>
                  <a:gd name="T104" fmla="*/ 2147483647 w 21600"/>
                  <a:gd name="T105" fmla="*/ 2147483647 h 19970"/>
                  <a:gd name="T106" fmla="*/ 2147483647 w 21600"/>
                  <a:gd name="T107" fmla="*/ 2147483647 h 19970"/>
                  <a:gd name="T108" fmla="*/ 2147483647 w 21600"/>
                  <a:gd name="T109" fmla="*/ 2147483647 h 19970"/>
                  <a:gd name="T110" fmla="*/ 2147483647 w 21600"/>
                  <a:gd name="T111" fmla="*/ 2147483647 h 1997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600" h="19970">
                    <a:moveTo>
                      <a:pt x="21445" y="10367"/>
                    </a:moveTo>
                    <a:lnTo>
                      <a:pt x="21476" y="10351"/>
                    </a:lnTo>
                    <a:lnTo>
                      <a:pt x="21285" y="6608"/>
                    </a:lnTo>
                    <a:lnTo>
                      <a:pt x="21012" y="7572"/>
                    </a:lnTo>
                    <a:lnTo>
                      <a:pt x="21012" y="5106"/>
                    </a:lnTo>
                    <a:lnTo>
                      <a:pt x="20793" y="8694"/>
                    </a:lnTo>
                    <a:cubicBezTo>
                      <a:pt x="20754" y="8592"/>
                      <a:pt x="20711" y="8489"/>
                      <a:pt x="20671" y="8385"/>
                    </a:cubicBezTo>
                    <a:lnTo>
                      <a:pt x="20524" y="6608"/>
                    </a:lnTo>
                    <a:lnTo>
                      <a:pt x="20388" y="7678"/>
                    </a:lnTo>
                    <a:cubicBezTo>
                      <a:pt x="20318" y="7499"/>
                      <a:pt x="20253" y="7322"/>
                      <a:pt x="20177" y="7151"/>
                    </a:cubicBezTo>
                    <a:lnTo>
                      <a:pt x="20177" y="5330"/>
                    </a:lnTo>
                    <a:lnTo>
                      <a:pt x="20073" y="6897"/>
                    </a:lnTo>
                    <a:cubicBezTo>
                      <a:pt x="20019" y="6758"/>
                      <a:pt x="19988" y="6624"/>
                      <a:pt x="19912" y="6497"/>
                    </a:cubicBezTo>
                    <a:lnTo>
                      <a:pt x="19912" y="5330"/>
                    </a:lnTo>
                    <a:lnTo>
                      <a:pt x="19856" y="6330"/>
                    </a:lnTo>
                    <a:cubicBezTo>
                      <a:pt x="19693" y="5911"/>
                      <a:pt x="19576" y="5597"/>
                      <a:pt x="19529" y="5475"/>
                    </a:cubicBezTo>
                    <a:lnTo>
                      <a:pt x="19516" y="5106"/>
                    </a:lnTo>
                    <a:lnTo>
                      <a:pt x="19506" y="5417"/>
                    </a:lnTo>
                    <a:cubicBezTo>
                      <a:pt x="19464" y="5357"/>
                      <a:pt x="19370" y="5368"/>
                      <a:pt x="19250" y="5417"/>
                    </a:cubicBezTo>
                    <a:lnTo>
                      <a:pt x="19153" y="2865"/>
                    </a:lnTo>
                    <a:lnTo>
                      <a:pt x="19153" y="5460"/>
                    </a:lnTo>
                    <a:cubicBezTo>
                      <a:pt x="18964" y="5554"/>
                      <a:pt x="18720" y="5708"/>
                      <a:pt x="18480" y="5808"/>
                    </a:cubicBezTo>
                    <a:cubicBezTo>
                      <a:pt x="18480" y="5647"/>
                      <a:pt x="18481" y="5487"/>
                      <a:pt x="18478" y="5330"/>
                    </a:cubicBezTo>
                    <a:cubicBezTo>
                      <a:pt x="18469" y="4872"/>
                      <a:pt x="18456" y="5198"/>
                      <a:pt x="18441" y="5826"/>
                    </a:cubicBezTo>
                    <a:cubicBezTo>
                      <a:pt x="18079" y="5969"/>
                      <a:pt x="17741" y="5973"/>
                      <a:pt x="17630" y="5443"/>
                    </a:cubicBezTo>
                    <a:cubicBezTo>
                      <a:pt x="17375" y="4215"/>
                      <a:pt x="15331" y="6536"/>
                      <a:pt x="15024" y="5375"/>
                    </a:cubicBezTo>
                    <a:cubicBezTo>
                      <a:pt x="14850" y="4717"/>
                      <a:pt x="14445" y="4985"/>
                      <a:pt x="13997" y="5183"/>
                    </a:cubicBezTo>
                    <a:lnTo>
                      <a:pt x="13927" y="3743"/>
                    </a:lnTo>
                    <a:lnTo>
                      <a:pt x="13654" y="4706"/>
                    </a:lnTo>
                    <a:lnTo>
                      <a:pt x="13654" y="2241"/>
                    </a:lnTo>
                    <a:lnTo>
                      <a:pt x="13465" y="5323"/>
                    </a:lnTo>
                    <a:cubicBezTo>
                      <a:pt x="13408" y="5321"/>
                      <a:pt x="13349" y="5312"/>
                      <a:pt x="13293" y="5294"/>
                    </a:cubicBezTo>
                    <a:lnTo>
                      <a:pt x="13165" y="3743"/>
                    </a:lnTo>
                    <a:lnTo>
                      <a:pt x="12999" y="5093"/>
                    </a:lnTo>
                    <a:cubicBezTo>
                      <a:pt x="12993" y="5086"/>
                      <a:pt x="12983" y="5080"/>
                      <a:pt x="12977" y="5073"/>
                    </a:cubicBezTo>
                    <a:cubicBezTo>
                      <a:pt x="12932" y="5019"/>
                      <a:pt x="12895" y="4962"/>
                      <a:pt x="12820" y="4901"/>
                    </a:cubicBezTo>
                    <a:lnTo>
                      <a:pt x="12820" y="2465"/>
                    </a:lnTo>
                    <a:lnTo>
                      <a:pt x="12670" y="4754"/>
                    </a:lnTo>
                    <a:cubicBezTo>
                      <a:pt x="12634" y="4719"/>
                      <a:pt x="12592" y="4683"/>
                      <a:pt x="12554" y="4647"/>
                    </a:cubicBezTo>
                    <a:lnTo>
                      <a:pt x="12554" y="2465"/>
                    </a:lnTo>
                    <a:lnTo>
                      <a:pt x="12429" y="4522"/>
                    </a:lnTo>
                    <a:cubicBezTo>
                      <a:pt x="12367" y="4466"/>
                      <a:pt x="12307" y="4408"/>
                      <a:pt x="12241" y="4350"/>
                    </a:cubicBezTo>
                    <a:lnTo>
                      <a:pt x="12158" y="2241"/>
                    </a:lnTo>
                    <a:lnTo>
                      <a:pt x="12088" y="4215"/>
                    </a:lnTo>
                    <a:cubicBezTo>
                      <a:pt x="12043" y="4177"/>
                      <a:pt x="11993" y="4138"/>
                      <a:pt x="11947" y="4100"/>
                    </a:cubicBezTo>
                    <a:lnTo>
                      <a:pt x="11795" y="0"/>
                    </a:lnTo>
                    <a:lnTo>
                      <a:pt x="11795" y="3978"/>
                    </a:lnTo>
                    <a:cubicBezTo>
                      <a:pt x="11568" y="3794"/>
                      <a:pt x="11342" y="3611"/>
                      <a:pt x="11119" y="3442"/>
                    </a:cubicBezTo>
                    <a:cubicBezTo>
                      <a:pt x="11123" y="3110"/>
                      <a:pt x="11126" y="2782"/>
                      <a:pt x="11119" y="2465"/>
                    </a:cubicBezTo>
                    <a:cubicBezTo>
                      <a:pt x="11108" y="1909"/>
                      <a:pt x="11091" y="2510"/>
                      <a:pt x="11073" y="3405"/>
                    </a:cubicBezTo>
                    <a:cubicBezTo>
                      <a:pt x="10449" y="2936"/>
                      <a:pt x="9907" y="2578"/>
                      <a:pt x="9811" y="2578"/>
                    </a:cubicBezTo>
                    <a:cubicBezTo>
                      <a:pt x="9607" y="2578"/>
                      <a:pt x="8279" y="1759"/>
                      <a:pt x="7563" y="2578"/>
                    </a:cubicBezTo>
                    <a:cubicBezTo>
                      <a:pt x="6848" y="3397"/>
                      <a:pt x="5467" y="-1014"/>
                      <a:pt x="5160" y="2214"/>
                    </a:cubicBezTo>
                    <a:cubicBezTo>
                      <a:pt x="5123" y="2606"/>
                      <a:pt x="5082" y="2962"/>
                      <a:pt x="5006" y="3284"/>
                    </a:cubicBezTo>
                    <a:lnTo>
                      <a:pt x="5006" y="2241"/>
                    </a:lnTo>
                    <a:lnTo>
                      <a:pt x="4922" y="3668"/>
                    </a:lnTo>
                    <a:cubicBezTo>
                      <a:pt x="4828" y="4049"/>
                      <a:pt x="4719" y="4374"/>
                      <a:pt x="4601" y="4645"/>
                    </a:cubicBezTo>
                    <a:lnTo>
                      <a:pt x="4527" y="3743"/>
                    </a:lnTo>
                    <a:lnTo>
                      <a:pt x="4351" y="5112"/>
                    </a:lnTo>
                    <a:cubicBezTo>
                      <a:pt x="4294" y="5203"/>
                      <a:pt x="4248" y="5284"/>
                      <a:pt x="4172" y="5354"/>
                    </a:cubicBezTo>
                    <a:lnTo>
                      <a:pt x="4172" y="2465"/>
                    </a:lnTo>
                    <a:lnTo>
                      <a:pt x="3990" y="5559"/>
                    </a:lnTo>
                    <a:cubicBezTo>
                      <a:pt x="3970" y="5576"/>
                      <a:pt x="3944" y="5592"/>
                      <a:pt x="3944" y="5607"/>
                    </a:cubicBezTo>
                    <a:lnTo>
                      <a:pt x="3944" y="2465"/>
                    </a:lnTo>
                    <a:lnTo>
                      <a:pt x="3728" y="5719"/>
                    </a:lnTo>
                    <a:cubicBezTo>
                      <a:pt x="3708" y="5725"/>
                      <a:pt x="3686" y="5729"/>
                      <a:pt x="3667" y="5732"/>
                    </a:cubicBezTo>
                    <a:lnTo>
                      <a:pt x="3524" y="2241"/>
                    </a:lnTo>
                    <a:lnTo>
                      <a:pt x="3401" y="5659"/>
                    </a:lnTo>
                    <a:cubicBezTo>
                      <a:pt x="3391" y="5651"/>
                      <a:pt x="3389" y="5642"/>
                      <a:pt x="3380" y="5632"/>
                    </a:cubicBezTo>
                    <a:lnTo>
                      <a:pt x="3186" y="0"/>
                    </a:lnTo>
                    <a:lnTo>
                      <a:pt x="3186" y="5242"/>
                    </a:lnTo>
                    <a:cubicBezTo>
                      <a:pt x="2996" y="5024"/>
                      <a:pt x="2720" y="5058"/>
                      <a:pt x="2468" y="5155"/>
                    </a:cubicBezTo>
                    <a:cubicBezTo>
                      <a:pt x="2475" y="4284"/>
                      <a:pt x="2508" y="3329"/>
                      <a:pt x="2490" y="2465"/>
                    </a:cubicBezTo>
                    <a:cubicBezTo>
                      <a:pt x="2471" y="1568"/>
                      <a:pt x="2432" y="3673"/>
                      <a:pt x="2410" y="5175"/>
                    </a:cubicBezTo>
                    <a:cubicBezTo>
                      <a:pt x="2351" y="5200"/>
                      <a:pt x="2293" y="5228"/>
                      <a:pt x="2241" y="5255"/>
                    </a:cubicBezTo>
                    <a:lnTo>
                      <a:pt x="2208" y="4975"/>
                    </a:lnTo>
                    <a:lnTo>
                      <a:pt x="2176" y="5291"/>
                    </a:lnTo>
                    <a:cubicBezTo>
                      <a:pt x="2084" y="5344"/>
                      <a:pt x="2012" y="5393"/>
                      <a:pt x="1974" y="5420"/>
                    </a:cubicBezTo>
                    <a:cubicBezTo>
                      <a:pt x="1974" y="4952"/>
                      <a:pt x="1971" y="4476"/>
                      <a:pt x="1962" y="4076"/>
                    </a:cubicBezTo>
                    <a:cubicBezTo>
                      <a:pt x="1945" y="3294"/>
                      <a:pt x="1829" y="4560"/>
                      <a:pt x="1741" y="5700"/>
                    </a:cubicBezTo>
                    <a:lnTo>
                      <a:pt x="1631" y="5839"/>
                    </a:lnTo>
                    <a:lnTo>
                      <a:pt x="1631" y="4076"/>
                    </a:lnTo>
                    <a:lnTo>
                      <a:pt x="1432" y="6098"/>
                    </a:lnTo>
                    <a:lnTo>
                      <a:pt x="1327" y="6235"/>
                    </a:lnTo>
                    <a:lnTo>
                      <a:pt x="1327" y="4076"/>
                    </a:lnTo>
                    <a:lnTo>
                      <a:pt x="1124" y="6498"/>
                    </a:lnTo>
                    <a:lnTo>
                      <a:pt x="1036" y="6606"/>
                    </a:lnTo>
                    <a:lnTo>
                      <a:pt x="910" y="4034"/>
                    </a:lnTo>
                    <a:lnTo>
                      <a:pt x="910" y="6763"/>
                    </a:lnTo>
                    <a:lnTo>
                      <a:pt x="898" y="6780"/>
                    </a:lnTo>
                    <a:lnTo>
                      <a:pt x="759" y="2465"/>
                    </a:lnTo>
                    <a:lnTo>
                      <a:pt x="759" y="6961"/>
                    </a:lnTo>
                    <a:lnTo>
                      <a:pt x="726" y="6998"/>
                    </a:lnTo>
                    <a:lnTo>
                      <a:pt x="341" y="4706"/>
                    </a:lnTo>
                    <a:lnTo>
                      <a:pt x="341" y="7489"/>
                    </a:lnTo>
                    <a:lnTo>
                      <a:pt x="0" y="10493"/>
                    </a:lnTo>
                    <a:lnTo>
                      <a:pt x="0" y="14447"/>
                    </a:lnTo>
                    <a:cubicBezTo>
                      <a:pt x="0" y="14447"/>
                      <a:pt x="4293" y="16493"/>
                      <a:pt x="4906" y="18130"/>
                    </a:cubicBezTo>
                    <a:cubicBezTo>
                      <a:pt x="5519" y="19768"/>
                      <a:pt x="6490" y="16493"/>
                      <a:pt x="7257" y="18130"/>
                    </a:cubicBezTo>
                    <a:cubicBezTo>
                      <a:pt x="8023" y="19768"/>
                      <a:pt x="8994" y="17029"/>
                      <a:pt x="9352" y="18603"/>
                    </a:cubicBezTo>
                    <a:cubicBezTo>
                      <a:pt x="9710" y="20177"/>
                      <a:pt x="10561" y="17170"/>
                      <a:pt x="10800" y="18674"/>
                    </a:cubicBezTo>
                    <a:cubicBezTo>
                      <a:pt x="11038" y="20177"/>
                      <a:pt x="11090" y="19607"/>
                      <a:pt x="11601" y="19073"/>
                    </a:cubicBezTo>
                    <a:cubicBezTo>
                      <a:pt x="12112" y="18540"/>
                      <a:pt x="11856" y="18691"/>
                      <a:pt x="12776" y="19638"/>
                    </a:cubicBezTo>
                    <a:cubicBezTo>
                      <a:pt x="13696" y="20586"/>
                      <a:pt x="14054" y="19100"/>
                      <a:pt x="14820" y="19638"/>
                    </a:cubicBezTo>
                    <a:cubicBezTo>
                      <a:pt x="15587" y="20177"/>
                      <a:pt x="15740" y="19748"/>
                      <a:pt x="16302" y="19962"/>
                    </a:cubicBezTo>
                    <a:cubicBezTo>
                      <a:pt x="16864" y="20177"/>
                      <a:pt x="17171" y="15461"/>
                      <a:pt x="17529" y="17205"/>
                    </a:cubicBezTo>
                    <a:cubicBezTo>
                      <a:pt x="17886" y="18949"/>
                      <a:pt x="18449" y="17105"/>
                      <a:pt x="18653" y="17208"/>
                    </a:cubicBezTo>
                    <a:cubicBezTo>
                      <a:pt x="18857" y="17312"/>
                      <a:pt x="18960" y="17105"/>
                      <a:pt x="19522" y="17208"/>
                    </a:cubicBezTo>
                    <a:cubicBezTo>
                      <a:pt x="20084" y="17312"/>
                      <a:pt x="20902" y="17208"/>
                      <a:pt x="20902" y="17208"/>
                    </a:cubicBezTo>
                    <a:lnTo>
                      <a:pt x="21505" y="14447"/>
                    </a:lnTo>
                    <a:lnTo>
                      <a:pt x="21600" y="10764"/>
                    </a:lnTo>
                    <a:cubicBezTo>
                      <a:pt x="21600" y="10764"/>
                      <a:pt x="21541" y="10613"/>
                      <a:pt x="21445" y="10367"/>
                    </a:cubicBezTo>
                    <a:close/>
                    <a:moveTo>
                      <a:pt x="21445" y="10367"/>
                    </a:moveTo>
                  </a:path>
                </a:pathLst>
              </a:custGeom>
              <a:solidFill>
                <a:srgbClr val="72B10C"/>
              </a:solidFill>
              <a:ln>
                <a:noFill/>
              </a:ln>
            </p:spPr>
            <p:txBody>
              <a:bodyPr lIns="0" tIns="0" rIns="0" bIns="0"/>
              <a:lstStyle/>
              <a:p>
                <a:endParaRPr lang="en-US"/>
              </a:p>
            </p:txBody>
          </p:sp>
          <p:sp>
            <p:nvSpPr>
              <p:cNvPr id="8216" name="AutoShape 14"/>
              <p:cNvSpPr/>
              <p:nvPr/>
            </p:nvSpPr>
            <p:spPr bwMode="auto">
              <a:xfrm>
                <a:off x="8813800" y="8089900"/>
                <a:ext cx="7189788" cy="663575"/>
              </a:xfrm>
              <a:custGeom>
                <a:avLst/>
                <a:gdLst>
                  <a:gd name="T0" fmla="*/ 2147483647 w 21600"/>
                  <a:gd name="T1" fmla="*/ 2147483647 h 19589"/>
                  <a:gd name="T2" fmla="*/ 0 w 21600"/>
                  <a:gd name="T3" fmla="*/ 2147483647 h 19589"/>
                  <a:gd name="T4" fmla="*/ 2147483647 w 21600"/>
                  <a:gd name="T5" fmla="*/ 2147483647 h 19589"/>
                  <a:gd name="T6" fmla="*/ 2147483647 w 21600"/>
                  <a:gd name="T7" fmla="*/ 2147483647 h 19589"/>
                  <a:gd name="T8" fmla="*/ 2147483647 w 21600"/>
                  <a:gd name="T9" fmla="*/ 2147483647 h 19589"/>
                  <a:gd name="T10" fmla="*/ 2147483647 w 21600"/>
                  <a:gd name="T11" fmla="*/ 2147483647 h 19589"/>
                  <a:gd name="T12" fmla="*/ 2147483647 w 21600"/>
                  <a:gd name="T13" fmla="*/ 2147483647 h 19589"/>
                  <a:gd name="T14" fmla="*/ 2147483647 w 21600"/>
                  <a:gd name="T15" fmla="*/ 2147483647 h 19589"/>
                  <a:gd name="T16" fmla="*/ 2147483647 w 21600"/>
                  <a:gd name="T17" fmla="*/ 2147483647 h 19589"/>
                  <a:gd name="T18" fmla="*/ 2147483647 w 21600"/>
                  <a:gd name="T19" fmla="*/ 2147483647 h 19589"/>
                  <a:gd name="T20" fmla="*/ 2147483647 w 21600"/>
                  <a:gd name="T21" fmla="*/ 2147483647 h 19589"/>
                  <a:gd name="T22" fmla="*/ 2147483647 w 21600"/>
                  <a:gd name="T23" fmla="*/ 2147483647 h 19589"/>
                  <a:gd name="T24" fmla="*/ 2147483647 w 21600"/>
                  <a:gd name="T25" fmla="*/ 2147483647 h 19589"/>
                  <a:gd name="T26" fmla="*/ 2147483647 w 21600"/>
                  <a:gd name="T27" fmla="*/ 2147483647 h 19589"/>
                  <a:gd name="T28" fmla="*/ 2147483647 w 21600"/>
                  <a:gd name="T29" fmla="*/ 2147483647 h 19589"/>
                  <a:gd name="T30" fmla="*/ 2147483647 w 21600"/>
                  <a:gd name="T31" fmla="*/ 2147483647 h 19589"/>
                  <a:gd name="T32" fmla="*/ 2147483647 w 21600"/>
                  <a:gd name="T33" fmla="*/ 2147483647 h 19589"/>
                  <a:gd name="T34" fmla="*/ 2147483647 w 21600"/>
                  <a:gd name="T35" fmla="*/ 2147483647 h 19589"/>
                  <a:gd name="T36" fmla="*/ 2147483647 w 21600"/>
                  <a:gd name="T37" fmla="*/ 2147483647 h 19589"/>
                  <a:gd name="T38" fmla="*/ 2147483647 w 21600"/>
                  <a:gd name="T39" fmla="*/ 2147483647 h 19589"/>
                  <a:gd name="T40" fmla="*/ 2147483647 w 21600"/>
                  <a:gd name="T41" fmla="*/ 2147483647 h 19589"/>
                  <a:gd name="T42" fmla="*/ 2147483647 w 21600"/>
                  <a:gd name="T43" fmla="*/ 2147483647 h 19589"/>
                  <a:gd name="T44" fmla="*/ 2147483647 w 21600"/>
                  <a:gd name="T45" fmla="*/ 2147483647 h 19589"/>
                  <a:gd name="T46" fmla="*/ 2147483647 w 21600"/>
                  <a:gd name="T47" fmla="*/ 2147483647 h 19589"/>
                  <a:gd name="T48" fmla="*/ 2147483647 w 21600"/>
                  <a:gd name="T49" fmla="*/ 2147483647 h 19589"/>
                  <a:gd name="T50" fmla="*/ 2147483647 w 21600"/>
                  <a:gd name="T51" fmla="*/ 2147483647 h 19589"/>
                  <a:gd name="T52" fmla="*/ 2147483647 w 21600"/>
                  <a:gd name="T53" fmla="*/ 2147483647 h 19589"/>
                  <a:gd name="T54" fmla="*/ 2147483647 w 21600"/>
                  <a:gd name="T55" fmla="*/ 2147483647 h 19589"/>
                  <a:gd name="T56" fmla="*/ 2147483647 w 21600"/>
                  <a:gd name="T57" fmla="*/ 2147483647 h 19589"/>
                  <a:gd name="T58" fmla="*/ 2147483647 w 21600"/>
                  <a:gd name="T59" fmla="*/ 2147483647 h 19589"/>
                  <a:gd name="T60" fmla="*/ 2147483647 w 21600"/>
                  <a:gd name="T61" fmla="*/ 2147483647 h 19589"/>
                  <a:gd name="T62" fmla="*/ 2147483647 w 21600"/>
                  <a:gd name="T63" fmla="*/ 2147483647 h 19589"/>
                  <a:gd name="T64" fmla="*/ 2147483647 w 21600"/>
                  <a:gd name="T65" fmla="*/ 2147483647 h 19589"/>
                  <a:gd name="T66" fmla="*/ 2147483647 w 21600"/>
                  <a:gd name="T67" fmla="*/ 2147483647 h 19589"/>
                  <a:gd name="T68" fmla="*/ 2147483647 w 21600"/>
                  <a:gd name="T69" fmla="*/ 2147483647 h 19589"/>
                  <a:gd name="T70" fmla="*/ 2147483647 w 21600"/>
                  <a:gd name="T71" fmla="*/ 2147483647 h 19589"/>
                  <a:gd name="T72" fmla="*/ 2147483647 w 21600"/>
                  <a:gd name="T73" fmla="*/ 2147483647 h 19589"/>
                  <a:gd name="T74" fmla="*/ 2147483647 w 21600"/>
                  <a:gd name="T75" fmla="*/ 2147483647 h 19589"/>
                  <a:gd name="T76" fmla="*/ 2147483647 w 21600"/>
                  <a:gd name="T77" fmla="*/ 2147483647 h 19589"/>
                  <a:gd name="T78" fmla="*/ 2147483647 w 21600"/>
                  <a:gd name="T79" fmla="*/ 2147483647 h 19589"/>
                  <a:gd name="T80" fmla="*/ 2147483647 w 21600"/>
                  <a:gd name="T81" fmla="*/ 2147483647 h 19589"/>
                  <a:gd name="T82" fmla="*/ 2147483647 w 21600"/>
                  <a:gd name="T83" fmla="*/ 2147483647 h 19589"/>
                  <a:gd name="T84" fmla="*/ 2147483647 w 21600"/>
                  <a:gd name="T85" fmla="*/ 2147483647 h 19589"/>
                  <a:gd name="T86" fmla="*/ 2147483647 w 21600"/>
                  <a:gd name="T87" fmla="*/ 1867201101 h 19589"/>
                  <a:gd name="T88" fmla="*/ 2147483647 w 21600"/>
                  <a:gd name="T89" fmla="*/ 2147483647 h 19589"/>
                  <a:gd name="T90" fmla="*/ 2147483647 w 21600"/>
                  <a:gd name="T91" fmla="*/ 2147483647 h 19589"/>
                  <a:gd name="T92" fmla="*/ 2147483647 w 21600"/>
                  <a:gd name="T93" fmla="*/ 2147483647 h 19589"/>
                  <a:gd name="T94" fmla="*/ 2147483647 w 21600"/>
                  <a:gd name="T95" fmla="*/ 2147483647 h 19589"/>
                  <a:gd name="T96" fmla="*/ 2147483647 w 21600"/>
                  <a:gd name="T97" fmla="*/ 2147483647 h 19589"/>
                  <a:gd name="T98" fmla="*/ 2147483647 w 21600"/>
                  <a:gd name="T99" fmla="*/ 2147483647 h 19589"/>
                  <a:gd name="T100" fmla="*/ 2147483647 w 21600"/>
                  <a:gd name="T101" fmla="*/ 2147483647 h 19589"/>
                  <a:gd name="T102" fmla="*/ 2147483647 w 21600"/>
                  <a:gd name="T103" fmla="*/ 2147483647 h 19589"/>
                  <a:gd name="T104" fmla="*/ 2147483647 w 21600"/>
                  <a:gd name="T105" fmla="*/ 2147483647 h 19589"/>
                  <a:gd name="T106" fmla="*/ 2147483647 w 21600"/>
                  <a:gd name="T107" fmla="*/ 2147483647 h 19589"/>
                  <a:gd name="T108" fmla="*/ 2147483647 w 21600"/>
                  <a:gd name="T109" fmla="*/ 2147483647 h 19589"/>
                  <a:gd name="T110" fmla="*/ 2147483647 w 21600"/>
                  <a:gd name="T111" fmla="*/ 2147483647 h 195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600" h="19589">
                    <a:moveTo>
                      <a:pt x="722" y="8634"/>
                    </a:moveTo>
                    <a:lnTo>
                      <a:pt x="336" y="5807"/>
                    </a:lnTo>
                    <a:lnTo>
                      <a:pt x="336" y="9240"/>
                    </a:lnTo>
                    <a:lnTo>
                      <a:pt x="0" y="12784"/>
                    </a:lnTo>
                    <a:cubicBezTo>
                      <a:pt x="280" y="12949"/>
                      <a:pt x="4328" y="15370"/>
                      <a:pt x="4923" y="17319"/>
                    </a:cubicBezTo>
                    <a:cubicBezTo>
                      <a:pt x="5540" y="19339"/>
                      <a:pt x="6519" y="15299"/>
                      <a:pt x="7290" y="17319"/>
                    </a:cubicBezTo>
                    <a:cubicBezTo>
                      <a:pt x="8061" y="19339"/>
                      <a:pt x="9039" y="15960"/>
                      <a:pt x="9398" y="17902"/>
                    </a:cubicBezTo>
                    <a:cubicBezTo>
                      <a:pt x="9758" y="19844"/>
                      <a:pt x="10615" y="16135"/>
                      <a:pt x="10855" y="17989"/>
                    </a:cubicBezTo>
                    <a:cubicBezTo>
                      <a:pt x="11095" y="19844"/>
                      <a:pt x="11147" y="19141"/>
                      <a:pt x="11661" y="18483"/>
                    </a:cubicBezTo>
                    <a:cubicBezTo>
                      <a:pt x="12175" y="17824"/>
                      <a:pt x="11918" y="18010"/>
                      <a:pt x="12843" y="19180"/>
                    </a:cubicBezTo>
                    <a:cubicBezTo>
                      <a:pt x="13769" y="20349"/>
                      <a:pt x="14129" y="18516"/>
                      <a:pt x="14900" y="19180"/>
                    </a:cubicBezTo>
                    <a:cubicBezTo>
                      <a:pt x="15671" y="19844"/>
                      <a:pt x="15825" y="19316"/>
                      <a:pt x="16390" y="19580"/>
                    </a:cubicBezTo>
                    <a:cubicBezTo>
                      <a:pt x="16956" y="19844"/>
                      <a:pt x="17264" y="14025"/>
                      <a:pt x="17624" y="16177"/>
                    </a:cubicBezTo>
                    <a:cubicBezTo>
                      <a:pt x="17984" y="18329"/>
                      <a:pt x="18549" y="16054"/>
                      <a:pt x="18755" y="16181"/>
                    </a:cubicBezTo>
                    <a:cubicBezTo>
                      <a:pt x="18961" y="16309"/>
                      <a:pt x="19063" y="16054"/>
                      <a:pt x="19629" y="16181"/>
                    </a:cubicBezTo>
                    <a:cubicBezTo>
                      <a:pt x="20194" y="16309"/>
                      <a:pt x="21017" y="16181"/>
                      <a:pt x="21017" y="16181"/>
                    </a:cubicBezTo>
                    <a:lnTo>
                      <a:pt x="21600" y="12906"/>
                    </a:lnTo>
                    <a:cubicBezTo>
                      <a:pt x="21588" y="12870"/>
                      <a:pt x="21576" y="12831"/>
                      <a:pt x="21563" y="12790"/>
                    </a:cubicBezTo>
                    <a:lnTo>
                      <a:pt x="21594" y="12771"/>
                    </a:lnTo>
                    <a:lnTo>
                      <a:pt x="21403" y="8152"/>
                    </a:lnTo>
                    <a:lnTo>
                      <a:pt x="21128" y="9341"/>
                    </a:lnTo>
                    <a:lnTo>
                      <a:pt x="21128" y="6300"/>
                    </a:lnTo>
                    <a:lnTo>
                      <a:pt x="20908" y="10726"/>
                    </a:lnTo>
                    <a:cubicBezTo>
                      <a:pt x="20868" y="10600"/>
                      <a:pt x="20825" y="10473"/>
                      <a:pt x="20785" y="10346"/>
                    </a:cubicBezTo>
                    <a:lnTo>
                      <a:pt x="20636" y="8152"/>
                    </a:lnTo>
                    <a:lnTo>
                      <a:pt x="20500" y="9473"/>
                    </a:lnTo>
                    <a:cubicBezTo>
                      <a:pt x="20430" y="9251"/>
                      <a:pt x="20365" y="9034"/>
                      <a:pt x="20288" y="8823"/>
                    </a:cubicBezTo>
                    <a:lnTo>
                      <a:pt x="20288" y="6576"/>
                    </a:lnTo>
                    <a:lnTo>
                      <a:pt x="20183" y="8509"/>
                    </a:lnTo>
                    <a:cubicBezTo>
                      <a:pt x="20129" y="8337"/>
                      <a:pt x="20098" y="8172"/>
                      <a:pt x="20021" y="8016"/>
                    </a:cubicBezTo>
                    <a:lnTo>
                      <a:pt x="20021" y="6576"/>
                    </a:lnTo>
                    <a:lnTo>
                      <a:pt x="19965" y="7810"/>
                    </a:lnTo>
                    <a:cubicBezTo>
                      <a:pt x="19801" y="7292"/>
                      <a:pt x="19683" y="6905"/>
                      <a:pt x="19636" y="6754"/>
                    </a:cubicBezTo>
                    <a:lnTo>
                      <a:pt x="19623" y="6300"/>
                    </a:lnTo>
                    <a:lnTo>
                      <a:pt x="19613" y="6684"/>
                    </a:lnTo>
                    <a:cubicBezTo>
                      <a:pt x="19571" y="6609"/>
                      <a:pt x="19476" y="6623"/>
                      <a:pt x="19355" y="6684"/>
                    </a:cubicBezTo>
                    <a:lnTo>
                      <a:pt x="19258" y="3534"/>
                    </a:lnTo>
                    <a:lnTo>
                      <a:pt x="19258" y="6736"/>
                    </a:lnTo>
                    <a:cubicBezTo>
                      <a:pt x="19068" y="6853"/>
                      <a:pt x="18822" y="7042"/>
                      <a:pt x="18581" y="7166"/>
                    </a:cubicBezTo>
                    <a:cubicBezTo>
                      <a:pt x="18581" y="6967"/>
                      <a:pt x="18582" y="6769"/>
                      <a:pt x="18579" y="6576"/>
                    </a:cubicBezTo>
                    <a:cubicBezTo>
                      <a:pt x="18569" y="6011"/>
                      <a:pt x="18557" y="6413"/>
                      <a:pt x="18542" y="7188"/>
                    </a:cubicBezTo>
                    <a:cubicBezTo>
                      <a:pt x="18178" y="7365"/>
                      <a:pt x="17837" y="7370"/>
                      <a:pt x="17726" y="6715"/>
                    </a:cubicBezTo>
                    <a:cubicBezTo>
                      <a:pt x="17469" y="5201"/>
                      <a:pt x="15413" y="8064"/>
                      <a:pt x="15105" y="6632"/>
                    </a:cubicBezTo>
                    <a:cubicBezTo>
                      <a:pt x="14930" y="5819"/>
                      <a:pt x="14523" y="6150"/>
                      <a:pt x="14072" y="6394"/>
                    </a:cubicBezTo>
                    <a:lnTo>
                      <a:pt x="14001" y="4618"/>
                    </a:lnTo>
                    <a:lnTo>
                      <a:pt x="13727" y="5807"/>
                    </a:lnTo>
                    <a:lnTo>
                      <a:pt x="13727" y="2765"/>
                    </a:lnTo>
                    <a:lnTo>
                      <a:pt x="13537" y="6567"/>
                    </a:lnTo>
                    <a:cubicBezTo>
                      <a:pt x="13479" y="6565"/>
                      <a:pt x="13420" y="6554"/>
                      <a:pt x="13364" y="6532"/>
                    </a:cubicBezTo>
                    <a:lnTo>
                      <a:pt x="13234" y="4618"/>
                    </a:lnTo>
                    <a:lnTo>
                      <a:pt x="13068" y="6283"/>
                    </a:lnTo>
                    <a:cubicBezTo>
                      <a:pt x="13062" y="6275"/>
                      <a:pt x="13052" y="6268"/>
                      <a:pt x="13046" y="6259"/>
                    </a:cubicBezTo>
                    <a:cubicBezTo>
                      <a:pt x="13000" y="6192"/>
                      <a:pt x="12964" y="6121"/>
                      <a:pt x="12887" y="6047"/>
                    </a:cubicBezTo>
                    <a:lnTo>
                      <a:pt x="12887" y="3042"/>
                    </a:lnTo>
                    <a:lnTo>
                      <a:pt x="12736" y="5865"/>
                    </a:lnTo>
                    <a:cubicBezTo>
                      <a:pt x="12701" y="5822"/>
                      <a:pt x="12658" y="5778"/>
                      <a:pt x="12620" y="5733"/>
                    </a:cubicBezTo>
                    <a:lnTo>
                      <a:pt x="12620" y="3042"/>
                    </a:lnTo>
                    <a:lnTo>
                      <a:pt x="12494" y="5579"/>
                    </a:lnTo>
                    <a:cubicBezTo>
                      <a:pt x="12432" y="5510"/>
                      <a:pt x="12372" y="5439"/>
                      <a:pt x="12305" y="5367"/>
                    </a:cubicBezTo>
                    <a:lnTo>
                      <a:pt x="12221" y="2765"/>
                    </a:lnTo>
                    <a:lnTo>
                      <a:pt x="12151" y="5200"/>
                    </a:lnTo>
                    <a:cubicBezTo>
                      <a:pt x="12106" y="5153"/>
                      <a:pt x="12056" y="5106"/>
                      <a:pt x="12010" y="5059"/>
                    </a:cubicBezTo>
                    <a:lnTo>
                      <a:pt x="11857" y="0"/>
                    </a:lnTo>
                    <a:lnTo>
                      <a:pt x="11857" y="4908"/>
                    </a:lnTo>
                    <a:cubicBezTo>
                      <a:pt x="11628" y="4681"/>
                      <a:pt x="11401" y="4455"/>
                      <a:pt x="11176" y="4247"/>
                    </a:cubicBezTo>
                    <a:cubicBezTo>
                      <a:pt x="11180" y="3837"/>
                      <a:pt x="11184" y="3432"/>
                      <a:pt x="11177" y="3042"/>
                    </a:cubicBezTo>
                    <a:cubicBezTo>
                      <a:pt x="11166" y="2355"/>
                      <a:pt x="11148" y="3097"/>
                      <a:pt x="11130" y="4201"/>
                    </a:cubicBezTo>
                    <a:cubicBezTo>
                      <a:pt x="10503" y="3623"/>
                      <a:pt x="9958" y="3181"/>
                      <a:pt x="9861" y="3181"/>
                    </a:cubicBezTo>
                    <a:cubicBezTo>
                      <a:pt x="9656" y="3181"/>
                      <a:pt x="8320" y="2171"/>
                      <a:pt x="7600" y="3181"/>
                    </a:cubicBezTo>
                    <a:cubicBezTo>
                      <a:pt x="6880" y="4191"/>
                      <a:pt x="5492" y="-1251"/>
                      <a:pt x="5183" y="2732"/>
                    </a:cubicBezTo>
                    <a:cubicBezTo>
                      <a:pt x="5146" y="3215"/>
                      <a:pt x="5105" y="3654"/>
                      <a:pt x="5028" y="4052"/>
                    </a:cubicBezTo>
                    <a:lnTo>
                      <a:pt x="5028" y="2765"/>
                    </a:lnTo>
                    <a:lnTo>
                      <a:pt x="4943" y="4525"/>
                    </a:lnTo>
                    <a:cubicBezTo>
                      <a:pt x="4849" y="4995"/>
                      <a:pt x="4739" y="5396"/>
                      <a:pt x="4620" y="5731"/>
                    </a:cubicBezTo>
                    <a:lnTo>
                      <a:pt x="4546" y="4618"/>
                    </a:lnTo>
                    <a:lnTo>
                      <a:pt x="4369" y="6307"/>
                    </a:lnTo>
                    <a:cubicBezTo>
                      <a:pt x="4312" y="6419"/>
                      <a:pt x="4265" y="6519"/>
                      <a:pt x="4189" y="6606"/>
                    </a:cubicBezTo>
                    <a:lnTo>
                      <a:pt x="4189" y="3042"/>
                    </a:lnTo>
                    <a:lnTo>
                      <a:pt x="4006" y="6858"/>
                    </a:lnTo>
                    <a:cubicBezTo>
                      <a:pt x="3986" y="6880"/>
                      <a:pt x="3960" y="6899"/>
                      <a:pt x="3960" y="6917"/>
                    </a:cubicBezTo>
                    <a:lnTo>
                      <a:pt x="3960" y="3042"/>
                    </a:lnTo>
                    <a:lnTo>
                      <a:pt x="3742" y="7056"/>
                    </a:lnTo>
                    <a:cubicBezTo>
                      <a:pt x="3723" y="7063"/>
                      <a:pt x="3701" y="7069"/>
                      <a:pt x="3681" y="7073"/>
                    </a:cubicBezTo>
                    <a:lnTo>
                      <a:pt x="3538" y="2765"/>
                    </a:lnTo>
                    <a:lnTo>
                      <a:pt x="3413" y="6982"/>
                    </a:lnTo>
                    <a:cubicBezTo>
                      <a:pt x="3403" y="6972"/>
                      <a:pt x="3402" y="6961"/>
                      <a:pt x="3393" y="6948"/>
                    </a:cubicBezTo>
                    <a:lnTo>
                      <a:pt x="3197" y="0"/>
                    </a:lnTo>
                    <a:lnTo>
                      <a:pt x="3197" y="1418"/>
                    </a:lnTo>
                    <a:lnTo>
                      <a:pt x="3197" y="6467"/>
                    </a:lnTo>
                    <a:cubicBezTo>
                      <a:pt x="3006" y="6199"/>
                      <a:pt x="2729" y="6241"/>
                      <a:pt x="2475" y="6360"/>
                    </a:cubicBezTo>
                    <a:cubicBezTo>
                      <a:pt x="2482" y="5286"/>
                      <a:pt x="2515" y="4107"/>
                      <a:pt x="2497" y="3042"/>
                    </a:cubicBezTo>
                    <a:cubicBezTo>
                      <a:pt x="2478" y="1935"/>
                      <a:pt x="2439" y="4532"/>
                      <a:pt x="2417" y="6385"/>
                    </a:cubicBezTo>
                    <a:cubicBezTo>
                      <a:pt x="2357" y="6416"/>
                      <a:pt x="2299" y="6450"/>
                      <a:pt x="2247" y="6484"/>
                    </a:cubicBezTo>
                    <a:lnTo>
                      <a:pt x="2213" y="6139"/>
                    </a:lnTo>
                    <a:lnTo>
                      <a:pt x="2181" y="6528"/>
                    </a:lnTo>
                    <a:cubicBezTo>
                      <a:pt x="2089" y="6593"/>
                      <a:pt x="2016" y="6653"/>
                      <a:pt x="1978" y="6688"/>
                    </a:cubicBezTo>
                    <a:cubicBezTo>
                      <a:pt x="1978" y="6110"/>
                      <a:pt x="1975" y="5522"/>
                      <a:pt x="1966" y="5028"/>
                    </a:cubicBezTo>
                    <a:cubicBezTo>
                      <a:pt x="1949" y="4065"/>
                      <a:pt x="1833" y="5625"/>
                      <a:pt x="1743" y="7033"/>
                    </a:cubicBezTo>
                    <a:lnTo>
                      <a:pt x="1633" y="7204"/>
                    </a:lnTo>
                    <a:lnTo>
                      <a:pt x="1633" y="5028"/>
                    </a:lnTo>
                    <a:lnTo>
                      <a:pt x="1433" y="7523"/>
                    </a:lnTo>
                    <a:lnTo>
                      <a:pt x="1328" y="7693"/>
                    </a:lnTo>
                    <a:lnTo>
                      <a:pt x="1328" y="5028"/>
                    </a:lnTo>
                    <a:lnTo>
                      <a:pt x="1123" y="8017"/>
                    </a:lnTo>
                    <a:lnTo>
                      <a:pt x="1035" y="8151"/>
                    </a:lnTo>
                    <a:lnTo>
                      <a:pt x="908" y="4977"/>
                    </a:lnTo>
                    <a:lnTo>
                      <a:pt x="908" y="8344"/>
                    </a:lnTo>
                    <a:lnTo>
                      <a:pt x="896" y="8364"/>
                    </a:lnTo>
                    <a:lnTo>
                      <a:pt x="756" y="3042"/>
                    </a:lnTo>
                    <a:lnTo>
                      <a:pt x="756" y="3539"/>
                    </a:lnTo>
                    <a:lnTo>
                      <a:pt x="756" y="8589"/>
                    </a:lnTo>
                    <a:cubicBezTo>
                      <a:pt x="756" y="8589"/>
                      <a:pt x="722" y="8634"/>
                      <a:pt x="722" y="8634"/>
                    </a:cubicBezTo>
                    <a:close/>
                    <a:moveTo>
                      <a:pt x="722" y="8634"/>
                    </a:moveTo>
                  </a:path>
                </a:pathLst>
              </a:custGeom>
              <a:solidFill>
                <a:srgbClr val="A0C116"/>
              </a:solidFill>
              <a:ln>
                <a:noFill/>
              </a:ln>
            </p:spPr>
            <p:txBody>
              <a:bodyPr lIns="0" tIns="0" rIns="0" bIns="0"/>
              <a:lstStyle/>
              <a:p>
                <a:endParaRPr lang="en-US"/>
              </a:p>
            </p:txBody>
          </p:sp>
          <p:grpSp>
            <p:nvGrpSpPr>
              <p:cNvPr id="8217" name="Group 128"/>
              <p:cNvGrpSpPr/>
              <p:nvPr/>
            </p:nvGrpSpPr>
            <p:grpSpPr bwMode="auto">
              <a:xfrm>
                <a:off x="9652000" y="11137900"/>
                <a:ext cx="5580063" cy="2211388"/>
                <a:chOff x="9652000" y="11137900"/>
                <a:chExt cx="5580063" cy="2211388"/>
              </a:xfrm>
            </p:grpSpPr>
            <p:sp>
              <p:nvSpPr>
                <p:cNvPr id="8218" name="AutoShape 15"/>
                <p:cNvSpPr/>
                <p:nvPr/>
              </p:nvSpPr>
              <p:spPr bwMode="auto">
                <a:xfrm>
                  <a:off x="9652000" y="11137900"/>
                  <a:ext cx="773113" cy="1039813"/>
                </a:xfrm>
                <a:custGeom>
                  <a:avLst/>
                  <a:gdLst>
                    <a:gd name="T0" fmla="*/ 2147483647 w 21408"/>
                    <a:gd name="T1" fmla="*/ 2147483647 h 21424"/>
                    <a:gd name="T2" fmla="*/ 833443332 w 21408"/>
                    <a:gd name="T3" fmla="*/ 2147483647 h 21424"/>
                    <a:gd name="T4" fmla="*/ 0 w 21408"/>
                    <a:gd name="T5" fmla="*/ 2147483647 h 21424"/>
                    <a:gd name="T6" fmla="*/ 1102135996 w 21408"/>
                    <a:gd name="T7" fmla="*/ 2147483647 h 21424"/>
                    <a:gd name="T8" fmla="*/ 2147483647 w 21408"/>
                    <a:gd name="T9" fmla="*/ 2147483647 h 21424"/>
                    <a:gd name="T10" fmla="*/ 2147483647 w 21408"/>
                    <a:gd name="T11" fmla="*/ 2147483647 h 21424"/>
                    <a:gd name="T12" fmla="*/ 2147483647 w 21408"/>
                    <a:gd name="T13" fmla="*/ 2147483647 h 21424"/>
                    <a:gd name="T14" fmla="*/ 2147483647 w 21408"/>
                    <a:gd name="T15" fmla="*/ 2147483647 h 21424"/>
                    <a:gd name="T16" fmla="*/ 2147483647 w 21408"/>
                    <a:gd name="T17" fmla="*/ 2147483647 h 21424"/>
                    <a:gd name="T18" fmla="*/ 2147483647 w 21408"/>
                    <a:gd name="T19" fmla="*/ 2147483647 h 21424"/>
                    <a:gd name="T20" fmla="*/ 2147483647 w 21408"/>
                    <a:gd name="T21" fmla="*/ 2147483647 h 21424"/>
                    <a:gd name="T22" fmla="*/ 2147483647 w 21408"/>
                    <a:gd name="T23" fmla="*/ 2147483647 h 21424"/>
                    <a:gd name="T24" fmla="*/ 2147483647 w 21408"/>
                    <a:gd name="T25" fmla="*/ 2147483647 h 21424"/>
                    <a:gd name="T26" fmla="*/ 2147483647 w 21408"/>
                    <a:gd name="T27" fmla="*/ 2147483647 h 21424"/>
                    <a:gd name="T28" fmla="*/ 2147483647 w 21408"/>
                    <a:gd name="T29" fmla="*/ 2147483647 h 21424"/>
                    <a:gd name="T30" fmla="*/ 2147483647 w 21408"/>
                    <a:gd name="T31" fmla="*/ 2147483647 h 21424"/>
                    <a:gd name="T32" fmla="*/ 2147483647 w 21408"/>
                    <a:gd name="T33" fmla="*/ 2147483647 h 21424"/>
                    <a:gd name="T34" fmla="*/ 2147483647 w 21408"/>
                    <a:gd name="T35" fmla="*/ 2147483647 h 21424"/>
                    <a:gd name="T36" fmla="*/ 2147483647 w 21408"/>
                    <a:gd name="T37" fmla="*/ 2147483647 h 21424"/>
                    <a:gd name="T38" fmla="*/ 2147483647 w 21408"/>
                    <a:gd name="T39" fmla="*/ 2147483647 h 21424"/>
                    <a:gd name="T40" fmla="*/ 2147483647 w 21408"/>
                    <a:gd name="T41" fmla="*/ 2147483647 h 21424"/>
                    <a:gd name="T42" fmla="*/ 2147483647 w 21408"/>
                    <a:gd name="T43" fmla="*/ 2147483647 h 21424"/>
                    <a:gd name="T44" fmla="*/ 2147483647 w 21408"/>
                    <a:gd name="T45" fmla="*/ 2147483647 h 21424"/>
                    <a:gd name="T46" fmla="*/ 2147483647 w 21408"/>
                    <a:gd name="T47" fmla="*/ 2147483647 h 21424"/>
                    <a:gd name="T48" fmla="*/ 2147483647 w 21408"/>
                    <a:gd name="T49" fmla="*/ 2147483647 h 21424"/>
                    <a:gd name="T50" fmla="*/ 2147483647 w 21408"/>
                    <a:gd name="T51" fmla="*/ 2147483647 h 21424"/>
                    <a:gd name="T52" fmla="*/ 2147483647 w 21408"/>
                    <a:gd name="T53" fmla="*/ 0 h 21424"/>
                    <a:gd name="T54" fmla="*/ 2147483647 w 21408"/>
                    <a:gd name="T55" fmla="*/ 2147483647 h 21424"/>
                    <a:gd name="T56" fmla="*/ 2147483647 w 21408"/>
                    <a:gd name="T57" fmla="*/ 2147483647 h 21424"/>
                    <a:gd name="T58" fmla="*/ 2147483647 w 21408"/>
                    <a:gd name="T59" fmla="*/ 2147483647 h 21424"/>
                    <a:gd name="T60" fmla="*/ 2147483647 w 21408"/>
                    <a:gd name="T61" fmla="*/ 2147483647 h 2142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408" h="21424">
                      <a:moveTo>
                        <a:pt x="4179" y="1432"/>
                      </a:moveTo>
                      <a:lnTo>
                        <a:pt x="490" y="3143"/>
                      </a:lnTo>
                      <a:lnTo>
                        <a:pt x="0" y="5618"/>
                      </a:lnTo>
                      <a:lnTo>
                        <a:pt x="648" y="7609"/>
                      </a:lnTo>
                      <a:lnTo>
                        <a:pt x="2710" y="10378"/>
                      </a:lnTo>
                      <a:cubicBezTo>
                        <a:pt x="2710" y="10378"/>
                        <a:pt x="2813" y="11702"/>
                        <a:pt x="2963" y="12163"/>
                      </a:cubicBezTo>
                      <a:cubicBezTo>
                        <a:pt x="3114" y="12625"/>
                        <a:pt x="3669" y="13323"/>
                        <a:pt x="4100" y="13639"/>
                      </a:cubicBezTo>
                      <a:cubicBezTo>
                        <a:pt x="4531" y="13956"/>
                        <a:pt x="5727" y="14106"/>
                        <a:pt x="6492" y="14945"/>
                      </a:cubicBezTo>
                      <a:cubicBezTo>
                        <a:pt x="7257" y="15784"/>
                        <a:pt x="8006" y="18086"/>
                        <a:pt x="8354" y="18147"/>
                      </a:cubicBezTo>
                      <a:cubicBezTo>
                        <a:pt x="8702" y="18208"/>
                        <a:pt x="8208" y="17370"/>
                        <a:pt x="9648" y="18111"/>
                      </a:cubicBezTo>
                      <a:cubicBezTo>
                        <a:pt x="11086" y="18852"/>
                        <a:pt x="10815" y="18387"/>
                        <a:pt x="11086" y="18852"/>
                      </a:cubicBezTo>
                      <a:cubicBezTo>
                        <a:pt x="11358" y="19316"/>
                        <a:pt x="11128" y="19350"/>
                        <a:pt x="11386" y="19774"/>
                      </a:cubicBezTo>
                      <a:cubicBezTo>
                        <a:pt x="11645" y="20198"/>
                        <a:pt x="13001" y="20837"/>
                        <a:pt x="13167" y="21346"/>
                      </a:cubicBezTo>
                      <a:cubicBezTo>
                        <a:pt x="13250" y="21600"/>
                        <a:pt x="14238" y="21153"/>
                        <a:pt x="14238" y="21153"/>
                      </a:cubicBezTo>
                      <a:lnTo>
                        <a:pt x="16002" y="17964"/>
                      </a:lnTo>
                      <a:lnTo>
                        <a:pt x="19209" y="15307"/>
                      </a:lnTo>
                      <a:cubicBezTo>
                        <a:pt x="19209" y="15307"/>
                        <a:pt x="19961" y="11991"/>
                        <a:pt x="20236" y="11830"/>
                      </a:cubicBezTo>
                      <a:cubicBezTo>
                        <a:pt x="20512" y="11669"/>
                        <a:pt x="19708" y="10208"/>
                        <a:pt x="19708" y="10208"/>
                      </a:cubicBezTo>
                      <a:cubicBezTo>
                        <a:pt x="19708" y="10208"/>
                        <a:pt x="20320" y="9147"/>
                        <a:pt x="20960" y="8990"/>
                      </a:cubicBezTo>
                      <a:cubicBezTo>
                        <a:pt x="21600" y="8834"/>
                        <a:pt x="21366" y="7744"/>
                        <a:pt x="21366" y="7744"/>
                      </a:cubicBezTo>
                      <a:cubicBezTo>
                        <a:pt x="21366" y="7744"/>
                        <a:pt x="20691" y="5773"/>
                        <a:pt x="20721" y="5760"/>
                      </a:cubicBezTo>
                      <a:cubicBezTo>
                        <a:pt x="20750" y="5747"/>
                        <a:pt x="19655" y="3889"/>
                        <a:pt x="20216" y="4101"/>
                      </a:cubicBezTo>
                      <a:cubicBezTo>
                        <a:pt x="20777" y="4312"/>
                        <a:pt x="21285" y="3245"/>
                        <a:pt x="21285" y="3245"/>
                      </a:cubicBezTo>
                      <a:lnTo>
                        <a:pt x="20883" y="2007"/>
                      </a:lnTo>
                      <a:lnTo>
                        <a:pt x="17574" y="496"/>
                      </a:lnTo>
                      <a:lnTo>
                        <a:pt x="14976" y="641"/>
                      </a:lnTo>
                      <a:lnTo>
                        <a:pt x="12123" y="0"/>
                      </a:lnTo>
                      <a:lnTo>
                        <a:pt x="9271" y="514"/>
                      </a:lnTo>
                      <a:lnTo>
                        <a:pt x="7786" y="782"/>
                      </a:lnTo>
                      <a:cubicBezTo>
                        <a:pt x="7786" y="782"/>
                        <a:pt x="4179" y="1432"/>
                        <a:pt x="4179" y="1432"/>
                      </a:cubicBezTo>
                      <a:close/>
                      <a:moveTo>
                        <a:pt x="4179" y="1432"/>
                      </a:moveTo>
                    </a:path>
                  </a:pathLst>
                </a:custGeom>
                <a:solidFill>
                  <a:srgbClr val="D8C19A"/>
                </a:solidFill>
                <a:ln>
                  <a:noFill/>
                </a:ln>
              </p:spPr>
              <p:txBody>
                <a:bodyPr lIns="0" tIns="0" rIns="0" bIns="0"/>
                <a:lstStyle/>
                <a:p>
                  <a:endParaRPr lang="en-US"/>
                </a:p>
              </p:txBody>
            </p:sp>
            <p:sp>
              <p:nvSpPr>
                <p:cNvPr id="8219" name="AutoShape 16"/>
                <p:cNvSpPr/>
                <p:nvPr/>
              </p:nvSpPr>
              <p:spPr bwMode="auto">
                <a:xfrm>
                  <a:off x="9677400" y="11163300"/>
                  <a:ext cx="736600" cy="9334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2147483647 h 21600"/>
                    <a:gd name="T54" fmla="*/ 2147483647 w 21600"/>
                    <a:gd name="T55" fmla="*/ 2147483647 h 21600"/>
                    <a:gd name="T56" fmla="*/ 2147483647 w 21600"/>
                    <a:gd name="T57" fmla="*/ 2147483647 h 21600"/>
                    <a:gd name="T58" fmla="*/ 2147483647 w 21600"/>
                    <a:gd name="T59" fmla="*/ 2147483647 h 21600"/>
                    <a:gd name="T60" fmla="*/ 2147483647 w 21600"/>
                    <a:gd name="T61" fmla="*/ 2147483647 h 21600"/>
                    <a:gd name="T62" fmla="*/ 2147483647 w 21600"/>
                    <a:gd name="T63" fmla="*/ 2147483647 h 21600"/>
                    <a:gd name="T64" fmla="*/ 2147483647 w 21600"/>
                    <a:gd name="T65" fmla="*/ 0 h 21600"/>
                    <a:gd name="T66" fmla="*/ 2147483647 w 21600"/>
                    <a:gd name="T67" fmla="*/ 2147483647 h 21600"/>
                    <a:gd name="T68" fmla="*/ 0 w 21600"/>
                    <a:gd name="T69" fmla="*/ 2147483647 h 21600"/>
                    <a:gd name="T70" fmla="*/ 1756782747 w 21600"/>
                    <a:gd name="T71" fmla="*/ 2147483647 h 21600"/>
                    <a:gd name="T72" fmla="*/ 2147483647 w 21600"/>
                    <a:gd name="T73" fmla="*/ 2147483647 h 21600"/>
                    <a:gd name="T74" fmla="*/ 2147483647 w 21600"/>
                    <a:gd name="T75" fmla="*/ 2147483647 h 21600"/>
                    <a:gd name="T76" fmla="*/ 2147483647 w 21600"/>
                    <a:gd name="T77" fmla="*/ 2147483647 h 21600"/>
                    <a:gd name="T78" fmla="*/ 2147483647 w 21600"/>
                    <a:gd name="T79" fmla="*/ 2147483647 h 21600"/>
                    <a:gd name="T80" fmla="*/ 2147483647 w 21600"/>
                    <a:gd name="T81" fmla="*/ 2147483647 h 21600"/>
                    <a:gd name="T82" fmla="*/ 2147483647 w 21600"/>
                    <a:gd name="T83" fmla="*/ 2147483647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1336" y="1543"/>
                      </a:moveTo>
                      <a:cubicBezTo>
                        <a:pt x="11336" y="1543"/>
                        <a:pt x="12401" y="6276"/>
                        <a:pt x="11426" y="7010"/>
                      </a:cubicBezTo>
                      <a:cubicBezTo>
                        <a:pt x="10451" y="7745"/>
                        <a:pt x="9040" y="9387"/>
                        <a:pt x="9040" y="9387"/>
                      </a:cubicBezTo>
                      <a:lnTo>
                        <a:pt x="9001" y="6440"/>
                      </a:lnTo>
                      <a:lnTo>
                        <a:pt x="7488" y="4340"/>
                      </a:lnTo>
                      <a:cubicBezTo>
                        <a:pt x="7488" y="4340"/>
                        <a:pt x="5292" y="6799"/>
                        <a:pt x="5557" y="7099"/>
                      </a:cubicBezTo>
                      <a:cubicBezTo>
                        <a:pt x="5823" y="7400"/>
                        <a:pt x="5878" y="8760"/>
                        <a:pt x="6208" y="9245"/>
                      </a:cubicBezTo>
                      <a:cubicBezTo>
                        <a:pt x="6537" y="9730"/>
                        <a:pt x="6335" y="10591"/>
                        <a:pt x="6833" y="11455"/>
                      </a:cubicBezTo>
                      <a:cubicBezTo>
                        <a:pt x="7331" y="12319"/>
                        <a:pt x="7397" y="13510"/>
                        <a:pt x="7397" y="13510"/>
                      </a:cubicBezTo>
                      <a:cubicBezTo>
                        <a:pt x="7397" y="13510"/>
                        <a:pt x="4417" y="9040"/>
                        <a:pt x="4327" y="9879"/>
                      </a:cubicBezTo>
                      <a:cubicBezTo>
                        <a:pt x="4238" y="10718"/>
                        <a:pt x="6766" y="15568"/>
                        <a:pt x="6766" y="15568"/>
                      </a:cubicBezTo>
                      <a:cubicBezTo>
                        <a:pt x="6766" y="15568"/>
                        <a:pt x="9739" y="17341"/>
                        <a:pt x="9858" y="17730"/>
                      </a:cubicBezTo>
                      <a:cubicBezTo>
                        <a:pt x="9977" y="18118"/>
                        <a:pt x="10741" y="19478"/>
                        <a:pt x="10741" y="19478"/>
                      </a:cubicBezTo>
                      <a:lnTo>
                        <a:pt x="12658" y="21600"/>
                      </a:lnTo>
                      <a:cubicBezTo>
                        <a:pt x="12658" y="21600"/>
                        <a:pt x="12341" y="19037"/>
                        <a:pt x="12430" y="18197"/>
                      </a:cubicBezTo>
                      <a:cubicBezTo>
                        <a:pt x="12520" y="17357"/>
                        <a:pt x="12249" y="13646"/>
                        <a:pt x="12467" y="13224"/>
                      </a:cubicBezTo>
                      <a:cubicBezTo>
                        <a:pt x="12685" y="12803"/>
                        <a:pt x="12909" y="10704"/>
                        <a:pt x="13281" y="10221"/>
                      </a:cubicBezTo>
                      <a:cubicBezTo>
                        <a:pt x="13654" y="9739"/>
                        <a:pt x="12686" y="8279"/>
                        <a:pt x="13182" y="7636"/>
                      </a:cubicBezTo>
                      <a:cubicBezTo>
                        <a:pt x="13679" y="6993"/>
                        <a:pt x="13915" y="5500"/>
                        <a:pt x="13915" y="5500"/>
                      </a:cubicBezTo>
                      <a:cubicBezTo>
                        <a:pt x="13915" y="5500"/>
                        <a:pt x="14201" y="3603"/>
                        <a:pt x="14693" y="3509"/>
                      </a:cubicBezTo>
                      <a:cubicBezTo>
                        <a:pt x="15185" y="3415"/>
                        <a:pt x="17062" y="3878"/>
                        <a:pt x="17062" y="3878"/>
                      </a:cubicBezTo>
                      <a:cubicBezTo>
                        <a:pt x="17062" y="3878"/>
                        <a:pt x="18437" y="5534"/>
                        <a:pt x="17777" y="6209"/>
                      </a:cubicBezTo>
                      <a:cubicBezTo>
                        <a:pt x="17116" y="6883"/>
                        <a:pt x="15715" y="7974"/>
                        <a:pt x="15710" y="8523"/>
                      </a:cubicBezTo>
                      <a:cubicBezTo>
                        <a:pt x="15705" y="9073"/>
                        <a:pt x="15272" y="12187"/>
                        <a:pt x="15272" y="12187"/>
                      </a:cubicBezTo>
                      <a:lnTo>
                        <a:pt x="13958" y="15301"/>
                      </a:lnTo>
                      <a:cubicBezTo>
                        <a:pt x="13958" y="15301"/>
                        <a:pt x="13558" y="16307"/>
                        <a:pt x="14291" y="16387"/>
                      </a:cubicBezTo>
                      <a:cubicBezTo>
                        <a:pt x="15023" y="16467"/>
                        <a:pt x="17196" y="12802"/>
                        <a:pt x="17196" y="12802"/>
                      </a:cubicBezTo>
                      <a:lnTo>
                        <a:pt x="19173" y="9505"/>
                      </a:lnTo>
                      <a:lnTo>
                        <a:pt x="21600" y="6846"/>
                      </a:lnTo>
                      <a:lnTo>
                        <a:pt x="19436" y="3698"/>
                      </a:lnTo>
                      <a:lnTo>
                        <a:pt x="19287" y="2082"/>
                      </a:lnTo>
                      <a:lnTo>
                        <a:pt x="17009" y="1441"/>
                      </a:lnTo>
                      <a:lnTo>
                        <a:pt x="11014" y="0"/>
                      </a:lnTo>
                      <a:lnTo>
                        <a:pt x="5014" y="1935"/>
                      </a:lnTo>
                      <a:lnTo>
                        <a:pt x="0" y="3187"/>
                      </a:lnTo>
                      <a:lnTo>
                        <a:pt x="1299" y="4447"/>
                      </a:lnTo>
                      <a:lnTo>
                        <a:pt x="1608" y="5455"/>
                      </a:lnTo>
                      <a:lnTo>
                        <a:pt x="2577" y="3635"/>
                      </a:lnTo>
                      <a:lnTo>
                        <a:pt x="5491" y="2940"/>
                      </a:lnTo>
                      <a:lnTo>
                        <a:pt x="8692" y="2053"/>
                      </a:lnTo>
                      <a:cubicBezTo>
                        <a:pt x="8692" y="2053"/>
                        <a:pt x="11336" y="1543"/>
                        <a:pt x="11336" y="1543"/>
                      </a:cubicBezTo>
                      <a:close/>
                      <a:moveTo>
                        <a:pt x="11336" y="1543"/>
                      </a:moveTo>
                    </a:path>
                  </a:pathLst>
                </a:custGeom>
                <a:solidFill>
                  <a:srgbClr val="7C5024">
                    <a:alpha val="29803"/>
                  </a:srgbClr>
                </a:solidFill>
                <a:ln>
                  <a:noFill/>
                </a:ln>
              </p:spPr>
              <p:txBody>
                <a:bodyPr lIns="0" tIns="0" rIns="0" bIns="0"/>
                <a:lstStyle/>
                <a:p>
                  <a:endParaRPr lang="en-US"/>
                </a:p>
              </p:txBody>
            </p:sp>
            <p:sp>
              <p:nvSpPr>
                <p:cNvPr id="8220" name="AutoShape 17"/>
                <p:cNvSpPr/>
                <p:nvPr/>
              </p:nvSpPr>
              <p:spPr bwMode="auto">
                <a:xfrm>
                  <a:off x="14681200" y="11366500"/>
                  <a:ext cx="550863" cy="727075"/>
                </a:xfrm>
                <a:custGeom>
                  <a:avLst/>
                  <a:gdLst>
                    <a:gd name="T0" fmla="*/ 2147483647 w 21600"/>
                    <a:gd name="T1" fmla="*/ 139950294 h 21449"/>
                    <a:gd name="T2" fmla="*/ 513121055 w 21600"/>
                    <a:gd name="T3" fmla="*/ 1572522040 h 21449"/>
                    <a:gd name="T4" fmla="*/ 0 w 21600"/>
                    <a:gd name="T5" fmla="*/ 2147483647 h 21449"/>
                    <a:gd name="T6" fmla="*/ 20302846 w 21600"/>
                    <a:gd name="T7" fmla="*/ 2147483647 h 21449"/>
                    <a:gd name="T8" fmla="*/ 530471072 w 21600"/>
                    <a:gd name="T9" fmla="*/ 2147483647 h 21449"/>
                    <a:gd name="T10" fmla="*/ 412437376 w 21600"/>
                    <a:gd name="T11" fmla="*/ 2147483647 h 21449"/>
                    <a:gd name="T12" fmla="*/ 699675579 w 21600"/>
                    <a:gd name="T13" fmla="*/ 2147483647 h 21449"/>
                    <a:gd name="T14" fmla="*/ 1530057228 w 21600"/>
                    <a:gd name="T15" fmla="*/ 2147483647 h 21449"/>
                    <a:gd name="T16" fmla="*/ 1902735710 w 21600"/>
                    <a:gd name="T17" fmla="*/ 2147483647 h 21449"/>
                    <a:gd name="T18" fmla="*/ 2147483647 w 21600"/>
                    <a:gd name="T19" fmla="*/ 2147483647 h 21449"/>
                    <a:gd name="T20" fmla="*/ 2147483647 w 21600"/>
                    <a:gd name="T21" fmla="*/ 2147483647 h 21449"/>
                    <a:gd name="T22" fmla="*/ 2147483647 w 21600"/>
                    <a:gd name="T23" fmla="*/ 2147483647 h 21449"/>
                    <a:gd name="T24" fmla="*/ 2147483647 w 21600"/>
                    <a:gd name="T25" fmla="*/ 2147483647 h 21449"/>
                    <a:gd name="T26" fmla="*/ 2147483647 w 21600"/>
                    <a:gd name="T27" fmla="*/ 2147483647 h 21449"/>
                    <a:gd name="T28" fmla="*/ 2147483647 w 21600"/>
                    <a:gd name="T29" fmla="*/ 2147483647 h 21449"/>
                    <a:gd name="T30" fmla="*/ 2147483647 w 21600"/>
                    <a:gd name="T31" fmla="*/ 2147483647 h 21449"/>
                    <a:gd name="T32" fmla="*/ 2147483647 w 21600"/>
                    <a:gd name="T33" fmla="*/ 2147483647 h 21449"/>
                    <a:gd name="T34" fmla="*/ 2147483647 w 21600"/>
                    <a:gd name="T35" fmla="*/ 2147483647 h 21449"/>
                    <a:gd name="T36" fmla="*/ 2147483647 w 21600"/>
                    <a:gd name="T37" fmla="*/ 2147483647 h 21449"/>
                    <a:gd name="T38" fmla="*/ 2147483647 w 21600"/>
                    <a:gd name="T39" fmla="*/ 2147483647 h 21449"/>
                    <a:gd name="T40" fmla="*/ 2147483647 w 21600"/>
                    <a:gd name="T41" fmla="*/ 2147483647 h 21449"/>
                    <a:gd name="T42" fmla="*/ 2147483647 w 21600"/>
                    <a:gd name="T43" fmla="*/ 2147483647 h 21449"/>
                    <a:gd name="T44" fmla="*/ 2147483647 w 21600"/>
                    <a:gd name="T45" fmla="*/ 2147483647 h 21449"/>
                    <a:gd name="T46" fmla="*/ 2147483647 w 21600"/>
                    <a:gd name="T47" fmla="*/ 2147483647 h 21449"/>
                    <a:gd name="T48" fmla="*/ 2147483647 w 21600"/>
                    <a:gd name="T49" fmla="*/ 1839257787 h 21449"/>
                    <a:gd name="T50" fmla="*/ 2147483647 w 21600"/>
                    <a:gd name="T51" fmla="*/ 1461629290 h 21449"/>
                    <a:gd name="T52" fmla="*/ 2147483647 w 21600"/>
                    <a:gd name="T53" fmla="*/ 0 h 21449"/>
                    <a:gd name="T54" fmla="*/ 2147483647 w 21600"/>
                    <a:gd name="T55" fmla="*/ 50168141 h 21449"/>
                    <a:gd name="T56" fmla="*/ 2147483647 w 21600"/>
                    <a:gd name="T57" fmla="*/ 76577075 h 21449"/>
                    <a:gd name="T58" fmla="*/ 2147483647 w 21600"/>
                    <a:gd name="T59" fmla="*/ 139950294 h 21449"/>
                    <a:gd name="T60" fmla="*/ 2147483647 w 21600"/>
                    <a:gd name="T61" fmla="*/ 139950294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449">
                      <a:moveTo>
                        <a:pt x="5341" y="106"/>
                      </a:moveTo>
                      <a:lnTo>
                        <a:pt x="1213" y="1191"/>
                      </a:lnTo>
                      <a:lnTo>
                        <a:pt x="0" y="3564"/>
                      </a:lnTo>
                      <a:lnTo>
                        <a:pt x="48" y="5645"/>
                      </a:lnTo>
                      <a:lnTo>
                        <a:pt x="1254" y="8731"/>
                      </a:lnTo>
                      <a:cubicBezTo>
                        <a:pt x="1254" y="8731"/>
                        <a:pt x="964" y="10061"/>
                        <a:pt x="975" y="10543"/>
                      </a:cubicBezTo>
                      <a:cubicBezTo>
                        <a:pt x="986" y="11025"/>
                        <a:pt x="1324" y="11810"/>
                        <a:pt x="1654" y="12194"/>
                      </a:cubicBezTo>
                      <a:cubicBezTo>
                        <a:pt x="1984" y="12580"/>
                        <a:pt x="3115" y="12926"/>
                        <a:pt x="3617" y="13885"/>
                      </a:cubicBezTo>
                      <a:cubicBezTo>
                        <a:pt x="4120" y="14842"/>
                        <a:pt x="4175" y="17249"/>
                        <a:pt x="4498" y="17368"/>
                      </a:cubicBezTo>
                      <a:cubicBezTo>
                        <a:pt x="4822" y="17485"/>
                        <a:pt x="4585" y="16573"/>
                        <a:pt x="5779" y="17545"/>
                      </a:cubicBezTo>
                      <a:cubicBezTo>
                        <a:pt x="6973" y="18518"/>
                        <a:pt x="6843" y="18012"/>
                        <a:pt x="6973" y="18518"/>
                      </a:cubicBezTo>
                      <a:cubicBezTo>
                        <a:pt x="7103" y="19023"/>
                        <a:pt x="6866" y="19018"/>
                        <a:pt x="6995" y="19481"/>
                      </a:cubicBezTo>
                      <a:cubicBezTo>
                        <a:pt x="7123" y="19945"/>
                        <a:pt x="8266" y="20803"/>
                        <a:pt x="8278" y="21334"/>
                      </a:cubicBezTo>
                      <a:cubicBezTo>
                        <a:pt x="8284" y="21600"/>
                        <a:pt x="9387" y="21320"/>
                        <a:pt x="9387" y="21320"/>
                      </a:cubicBezTo>
                      <a:lnTo>
                        <a:pt x="12061" y="18450"/>
                      </a:lnTo>
                      <a:lnTo>
                        <a:pt x="15995" y="16348"/>
                      </a:lnTo>
                      <a:cubicBezTo>
                        <a:pt x="15995" y="16348"/>
                        <a:pt x="17715" y="13184"/>
                        <a:pt x="18032" y="13070"/>
                      </a:cubicBezTo>
                      <a:cubicBezTo>
                        <a:pt x="18351" y="12956"/>
                        <a:pt x="17994" y="11374"/>
                        <a:pt x="17994" y="11374"/>
                      </a:cubicBezTo>
                      <a:cubicBezTo>
                        <a:pt x="17994" y="11374"/>
                        <a:pt x="18908" y="10424"/>
                        <a:pt x="19582" y="10375"/>
                      </a:cubicBezTo>
                      <a:cubicBezTo>
                        <a:pt x="20257" y="10325"/>
                        <a:pt x="20349" y="9206"/>
                        <a:pt x="20349" y="9206"/>
                      </a:cubicBezTo>
                      <a:cubicBezTo>
                        <a:pt x="20349" y="9206"/>
                        <a:pt x="20269" y="7140"/>
                        <a:pt x="20302" y="7132"/>
                      </a:cubicBezTo>
                      <a:cubicBezTo>
                        <a:pt x="20335" y="7124"/>
                        <a:pt x="19809" y="5101"/>
                        <a:pt x="20298" y="5404"/>
                      </a:cubicBezTo>
                      <a:cubicBezTo>
                        <a:pt x="20785" y="5706"/>
                        <a:pt x="21600" y="4732"/>
                        <a:pt x="21600" y="4732"/>
                      </a:cubicBezTo>
                      <a:lnTo>
                        <a:pt x="21571" y="3438"/>
                      </a:lnTo>
                      <a:lnTo>
                        <a:pt x="18769" y="1393"/>
                      </a:lnTo>
                      <a:lnTo>
                        <a:pt x="16176" y="1107"/>
                      </a:lnTo>
                      <a:lnTo>
                        <a:pt x="13564" y="0"/>
                      </a:lnTo>
                      <a:lnTo>
                        <a:pt x="10611" y="38"/>
                      </a:lnTo>
                      <a:lnTo>
                        <a:pt x="9075" y="58"/>
                      </a:lnTo>
                      <a:cubicBezTo>
                        <a:pt x="9075" y="58"/>
                        <a:pt x="5341" y="106"/>
                        <a:pt x="5341" y="106"/>
                      </a:cubicBezTo>
                      <a:close/>
                      <a:moveTo>
                        <a:pt x="5341" y="106"/>
                      </a:moveTo>
                    </a:path>
                  </a:pathLst>
                </a:custGeom>
                <a:solidFill>
                  <a:srgbClr val="D8C19A"/>
                </a:solidFill>
                <a:ln>
                  <a:noFill/>
                </a:ln>
              </p:spPr>
              <p:txBody>
                <a:bodyPr lIns="0" tIns="0" rIns="0" bIns="0"/>
                <a:lstStyle/>
                <a:p>
                  <a:endParaRPr lang="en-US"/>
                </a:p>
              </p:txBody>
            </p:sp>
            <p:sp>
              <p:nvSpPr>
                <p:cNvPr id="8221" name="AutoShape 18"/>
                <p:cNvSpPr/>
                <p:nvPr/>
              </p:nvSpPr>
              <p:spPr bwMode="auto">
                <a:xfrm>
                  <a:off x="14706600" y="11379200"/>
                  <a:ext cx="485775" cy="655638"/>
                </a:xfrm>
                <a:custGeom>
                  <a:avLst/>
                  <a:gdLst>
                    <a:gd name="T0" fmla="*/ 2147483647 w 21600"/>
                    <a:gd name="T1" fmla="*/ 1339517516 h 21600"/>
                    <a:gd name="T2" fmla="*/ 2147483647 w 21600"/>
                    <a:gd name="T3" fmla="*/ 2147483647 h 21600"/>
                    <a:gd name="T4" fmla="*/ 1956467493 w 21600"/>
                    <a:gd name="T5" fmla="*/ 2147483647 h 21600"/>
                    <a:gd name="T6" fmla="*/ 2147483647 w 21600"/>
                    <a:gd name="T7" fmla="*/ 2147483647 h 21600"/>
                    <a:gd name="T8" fmla="*/ 1924242642 w 21600"/>
                    <a:gd name="T9" fmla="*/ 2147483647 h 21600"/>
                    <a:gd name="T10" fmla="*/ 1195162870 w 21600"/>
                    <a:gd name="T11" fmla="*/ 2147483647 h 21600"/>
                    <a:gd name="T12" fmla="*/ 1206162098 w 21600"/>
                    <a:gd name="T13" fmla="*/ 2147483647 h 21600"/>
                    <a:gd name="T14" fmla="*/ 1205912239 w 21600"/>
                    <a:gd name="T15" fmla="*/ 2147483647 h 21600"/>
                    <a:gd name="T16" fmla="*/ 1200543368 w 21600"/>
                    <a:gd name="T17" fmla="*/ 2147483647 h 21600"/>
                    <a:gd name="T18" fmla="*/ 652584400 w 21600"/>
                    <a:gd name="T19" fmla="*/ 2147483647 h 21600"/>
                    <a:gd name="T20" fmla="*/ 874120177 w 21600"/>
                    <a:gd name="T21" fmla="*/ 2147483647 h 21600"/>
                    <a:gd name="T22" fmla="*/ 1540263052 w 21600"/>
                    <a:gd name="T23" fmla="*/ 2147483647 h 21600"/>
                    <a:gd name="T24" fmla="*/ 1644377139 w 21600"/>
                    <a:gd name="T25" fmla="*/ 2147483647 h 21600"/>
                    <a:gd name="T26" fmla="*/ 1997405439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2147483647 h 21600"/>
                    <a:gd name="T54" fmla="*/ 2147483647 w 21600"/>
                    <a:gd name="T55" fmla="*/ 2147483647 h 21600"/>
                    <a:gd name="T56" fmla="*/ 2147483647 w 21600"/>
                    <a:gd name="T57" fmla="*/ 2147483647 h 21600"/>
                    <a:gd name="T58" fmla="*/ 2147483647 w 21600"/>
                    <a:gd name="T59" fmla="*/ 2147483647 h 21600"/>
                    <a:gd name="T60" fmla="*/ 2147483647 w 21600"/>
                    <a:gd name="T61" fmla="*/ 2147483647 h 21600"/>
                    <a:gd name="T62" fmla="*/ 2147483647 w 21600"/>
                    <a:gd name="T63" fmla="*/ 2095859813 h 21600"/>
                    <a:gd name="T64" fmla="*/ 2147483647 w 21600"/>
                    <a:gd name="T65" fmla="*/ 0 h 21600"/>
                    <a:gd name="T66" fmla="*/ 1442792411 w 21600"/>
                    <a:gd name="T67" fmla="*/ 730864447 h 21600"/>
                    <a:gd name="T68" fmla="*/ 0 w 21600"/>
                    <a:gd name="T69" fmla="*/ 1035611121 h 21600"/>
                    <a:gd name="T70" fmla="*/ 252998412 w 21600"/>
                    <a:gd name="T71" fmla="*/ 2147483647 h 21600"/>
                    <a:gd name="T72" fmla="*/ 259141127 w 21600"/>
                    <a:gd name="T73" fmla="*/ 2147483647 h 21600"/>
                    <a:gd name="T74" fmla="*/ 658465111 w 21600"/>
                    <a:gd name="T75" fmla="*/ 1792819467 h 21600"/>
                    <a:gd name="T76" fmla="*/ 1494468099 w 21600"/>
                    <a:gd name="T77" fmla="*/ 1643424852 h 21600"/>
                    <a:gd name="T78" fmla="*/ 2147483647 w 21600"/>
                    <a:gd name="T79" fmla="*/ 1375174358 h 21600"/>
                    <a:gd name="T80" fmla="*/ 2147483647 w 21600"/>
                    <a:gd name="T81" fmla="*/ 1339517516 h 21600"/>
                    <a:gd name="T82" fmla="*/ 2147483647 w 21600"/>
                    <a:gd name="T83" fmla="*/ 1339517516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2398" y="1578"/>
                      </a:moveTo>
                      <a:cubicBezTo>
                        <a:pt x="12398" y="1578"/>
                        <a:pt x="12107" y="6435"/>
                        <a:pt x="10863" y="6989"/>
                      </a:cubicBezTo>
                      <a:cubicBezTo>
                        <a:pt x="9619" y="7544"/>
                        <a:pt x="7648" y="8917"/>
                        <a:pt x="7648" y="8917"/>
                      </a:cubicBezTo>
                      <a:lnTo>
                        <a:pt x="8486" y="6002"/>
                      </a:lnTo>
                      <a:lnTo>
                        <a:pt x="7522" y="3666"/>
                      </a:lnTo>
                      <a:cubicBezTo>
                        <a:pt x="7522" y="3666"/>
                        <a:pt x="4483" y="5709"/>
                        <a:pt x="4672" y="6051"/>
                      </a:cubicBezTo>
                      <a:cubicBezTo>
                        <a:pt x="4862" y="6395"/>
                        <a:pt x="4514" y="7746"/>
                        <a:pt x="4715" y="8282"/>
                      </a:cubicBezTo>
                      <a:cubicBezTo>
                        <a:pt x="4917" y="8818"/>
                        <a:pt x="4448" y="9633"/>
                        <a:pt x="4714" y="10572"/>
                      </a:cubicBezTo>
                      <a:cubicBezTo>
                        <a:pt x="4979" y="11512"/>
                        <a:pt x="4693" y="12698"/>
                        <a:pt x="4693" y="12698"/>
                      </a:cubicBezTo>
                      <a:cubicBezTo>
                        <a:pt x="4693" y="12698"/>
                        <a:pt x="2895" y="7767"/>
                        <a:pt x="2551" y="8579"/>
                      </a:cubicBezTo>
                      <a:cubicBezTo>
                        <a:pt x="2207" y="9392"/>
                        <a:pt x="3417" y="14619"/>
                        <a:pt x="3417" y="14619"/>
                      </a:cubicBezTo>
                      <a:cubicBezTo>
                        <a:pt x="3417" y="14619"/>
                        <a:pt x="6011" y="16888"/>
                        <a:pt x="6021" y="17292"/>
                      </a:cubicBezTo>
                      <a:cubicBezTo>
                        <a:pt x="6030" y="17697"/>
                        <a:pt x="6428" y="19172"/>
                        <a:pt x="6428" y="19172"/>
                      </a:cubicBezTo>
                      <a:lnTo>
                        <a:pt x="7808" y="21600"/>
                      </a:lnTo>
                      <a:cubicBezTo>
                        <a:pt x="7808" y="21600"/>
                        <a:pt x="8239" y="19015"/>
                        <a:pt x="8584" y="18202"/>
                      </a:cubicBezTo>
                      <a:cubicBezTo>
                        <a:pt x="8928" y="17390"/>
                        <a:pt x="9750" y="13680"/>
                        <a:pt x="10105" y="13302"/>
                      </a:cubicBezTo>
                      <a:cubicBezTo>
                        <a:pt x="10459" y="12924"/>
                        <a:pt x="11320" y="10892"/>
                        <a:pt x="11855" y="10482"/>
                      </a:cubicBezTo>
                      <a:cubicBezTo>
                        <a:pt x="12390" y="10071"/>
                        <a:pt x="11808" y="8461"/>
                        <a:pt x="12522" y="7913"/>
                      </a:cubicBezTo>
                      <a:cubicBezTo>
                        <a:pt x="13235" y="7366"/>
                        <a:pt x="13929" y="5934"/>
                        <a:pt x="13929" y="5934"/>
                      </a:cubicBezTo>
                      <a:cubicBezTo>
                        <a:pt x="13929" y="5934"/>
                        <a:pt x="14794" y="4112"/>
                        <a:pt x="15338" y="4105"/>
                      </a:cubicBezTo>
                      <a:cubicBezTo>
                        <a:pt x="15883" y="4098"/>
                        <a:pt x="17717" y="4883"/>
                        <a:pt x="17717" y="4883"/>
                      </a:cubicBezTo>
                      <a:cubicBezTo>
                        <a:pt x="17717" y="4883"/>
                        <a:pt x="18668" y="6757"/>
                        <a:pt x="17773" y="7308"/>
                      </a:cubicBezTo>
                      <a:cubicBezTo>
                        <a:pt x="16878" y="7858"/>
                        <a:pt x="15081" y="8689"/>
                        <a:pt x="14913" y="9230"/>
                      </a:cubicBezTo>
                      <a:cubicBezTo>
                        <a:pt x="14743" y="9771"/>
                        <a:pt x="13360" y="12768"/>
                        <a:pt x="13360" y="12768"/>
                      </a:cubicBezTo>
                      <a:lnTo>
                        <a:pt x="11051" y="15612"/>
                      </a:lnTo>
                      <a:cubicBezTo>
                        <a:pt x="11051" y="15612"/>
                        <a:pt x="10332" y="16535"/>
                        <a:pt x="11077" y="16742"/>
                      </a:cubicBezTo>
                      <a:cubicBezTo>
                        <a:pt x="11823" y="16949"/>
                        <a:pt x="15198" y="13712"/>
                        <a:pt x="15198" y="13712"/>
                      </a:cubicBezTo>
                      <a:lnTo>
                        <a:pt x="18257" y="10804"/>
                      </a:lnTo>
                      <a:lnTo>
                        <a:pt x="21600" y="8604"/>
                      </a:lnTo>
                      <a:lnTo>
                        <a:pt x="20264" y="5120"/>
                      </a:lnTo>
                      <a:lnTo>
                        <a:pt x="20590" y="3499"/>
                      </a:lnTo>
                      <a:lnTo>
                        <a:pt x="18387" y="2469"/>
                      </a:lnTo>
                      <a:lnTo>
                        <a:pt x="12520" y="0"/>
                      </a:lnTo>
                      <a:lnTo>
                        <a:pt x="5640" y="861"/>
                      </a:lnTo>
                      <a:lnTo>
                        <a:pt x="0" y="1220"/>
                      </a:lnTo>
                      <a:lnTo>
                        <a:pt x="989" y="2691"/>
                      </a:lnTo>
                      <a:lnTo>
                        <a:pt x="1013" y="3739"/>
                      </a:lnTo>
                      <a:lnTo>
                        <a:pt x="2574" y="2112"/>
                      </a:lnTo>
                      <a:lnTo>
                        <a:pt x="5842" y="1936"/>
                      </a:lnTo>
                      <a:lnTo>
                        <a:pt x="9469" y="1620"/>
                      </a:lnTo>
                      <a:cubicBezTo>
                        <a:pt x="9469" y="1620"/>
                        <a:pt x="12398" y="1578"/>
                        <a:pt x="12398" y="1578"/>
                      </a:cubicBezTo>
                      <a:close/>
                      <a:moveTo>
                        <a:pt x="12398" y="1578"/>
                      </a:moveTo>
                    </a:path>
                  </a:pathLst>
                </a:custGeom>
                <a:solidFill>
                  <a:srgbClr val="7C5024">
                    <a:alpha val="29803"/>
                  </a:srgbClr>
                </a:solidFill>
                <a:ln>
                  <a:noFill/>
                </a:ln>
              </p:spPr>
              <p:txBody>
                <a:bodyPr lIns="0" tIns="0" rIns="0" bIns="0"/>
                <a:lstStyle/>
                <a:p>
                  <a:endParaRPr lang="en-US"/>
                </a:p>
              </p:txBody>
            </p:sp>
            <p:sp>
              <p:nvSpPr>
                <p:cNvPr id="8222" name="AutoShape 19"/>
                <p:cNvSpPr/>
                <p:nvPr/>
              </p:nvSpPr>
              <p:spPr bwMode="auto">
                <a:xfrm>
                  <a:off x="13322300" y="12839700"/>
                  <a:ext cx="385763" cy="509588"/>
                </a:xfrm>
                <a:custGeom>
                  <a:avLst/>
                  <a:gdLst>
                    <a:gd name="T0" fmla="*/ 543362348 w 21600"/>
                    <a:gd name="T1" fmla="*/ 33766994 h 21449"/>
                    <a:gd name="T2" fmla="*/ 123401065 w 21600"/>
                    <a:gd name="T3" fmla="*/ 379456107 h 21449"/>
                    <a:gd name="T4" fmla="*/ 0 w 21600"/>
                    <a:gd name="T5" fmla="*/ 1135498127 h 21449"/>
                    <a:gd name="T6" fmla="*/ 4881974 w 21600"/>
                    <a:gd name="T7" fmla="*/ 1798513953 h 21449"/>
                    <a:gd name="T8" fmla="*/ 127576539 w 21600"/>
                    <a:gd name="T9" fmla="*/ 2147483647 h 21449"/>
                    <a:gd name="T10" fmla="*/ 99088799 w 21600"/>
                    <a:gd name="T11" fmla="*/ 2147483647 h 21449"/>
                    <a:gd name="T12" fmla="*/ 168266034 w 21600"/>
                    <a:gd name="T13" fmla="*/ 2147483647 h 21449"/>
                    <a:gd name="T14" fmla="*/ 367873509 w 21600"/>
                    <a:gd name="T15" fmla="*/ 2147483647 h 21449"/>
                    <a:gd name="T16" fmla="*/ 457700084 w 21600"/>
                    <a:gd name="T17" fmla="*/ 2147483647 h 21449"/>
                    <a:gd name="T18" fmla="*/ 587919832 w 21600"/>
                    <a:gd name="T19" fmla="*/ 2147483647 h 21449"/>
                    <a:gd name="T20" fmla="*/ 709395351 w 21600"/>
                    <a:gd name="T21" fmla="*/ 2147483647 h 21449"/>
                    <a:gd name="T22" fmla="*/ 711628383 w 21600"/>
                    <a:gd name="T23" fmla="*/ 2147483647 h 21449"/>
                    <a:gd name="T24" fmla="*/ 842258307 w 21600"/>
                    <a:gd name="T25" fmla="*/ 2147483647 h 21449"/>
                    <a:gd name="T26" fmla="*/ 954978738 w 21600"/>
                    <a:gd name="T27" fmla="*/ 2147483647 h 21449"/>
                    <a:gd name="T28" fmla="*/ 1227015877 w 21600"/>
                    <a:gd name="T29" fmla="*/ 2147483647 h 21449"/>
                    <a:gd name="T30" fmla="*/ 1627239399 w 21600"/>
                    <a:gd name="T31" fmla="*/ 2147483647 h 21449"/>
                    <a:gd name="T32" fmla="*/ 1834474122 w 21600"/>
                    <a:gd name="T33" fmla="*/ 2147483647 h 21449"/>
                    <a:gd name="T34" fmla="*/ 1830503746 w 21600"/>
                    <a:gd name="T35" fmla="*/ 2147483647 h 21449"/>
                    <a:gd name="T36" fmla="*/ 1992161910 w 21600"/>
                    <a:gd name="T37" fmla="*/ 2147483647 h 21449"/>
                    <a:gd name="T38" fmla="*/ 2070191174 w 21600"/>
                    <a:gd name="T39" fmla="*/ 2147483647 h 21449"/>
                    <a:gd name="T40" fmla="*/ 2065411910 w 21600"/>
                    <a:gd name="T41" fmla="*/ 2147483647 h 21449"/>
                    <a:gd name="T42" fmla="*/ 2065001733 w 21600"/>
                    <a:gd name="T43" fmla="*/ 1721726960 h 21449"/>
                    <a:gd name="T44" fmla="*/ 2147483647 w 21600"/>
                    <a:gd name="T45" fmla="*/ 1507619246 h 21449"/>
                    <a:gd name="T46" fmla="*/ 2147483647 w 21600"/>
                    <a:gd name="T47" fmla="*/ 1095348347 h 21449"/>
                    <a:gd name="T48" fmla="*/ 1909450340 w 21600"/>
                    <a:gd name="T49" fmla="*/ 443811710 h 21449"/>
                    <a:gd name="T50" fmla="*/ 1645553015 w 21600"/>
                    <a:gd name="T51" fmla="*/ 352689397 h 21449"/>
                    <a:gd name="T52" fmla="*/ 1379924382 w 21600"/>
                    <a:gd name="T53" fmla="*/ 0 h 21449"/>
                    <a:gd name="T54" fmla="*/ 1079501891 w 21600"/>
                    <a:gd name="T55" fmla="*/ 11787379 h 21449"/>
                    <a:gd name="T56" fmla="*/ 923135877 w 21600"/>
                    <a:gd name="T57" fmla="*/ 18479473 h 21449"/>
                    <a:gd name="T58" fmla="*/ 543362348 w 21600"/>
                    <a:gd name="T59" fmla="*/ 33766994 h 21449"/>
                    <a:gd name="T60" fmla="*/ 543362348 w 21600"/>
                    <a:gd name="T61" fmla="*/ 33766994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449">
                      <a:moveTo>
                        <a:pt x="5341" y="106"/>
                      </a:moveTo>
                      <a:lnTo>
                        <a:pt x="1213" y="1191"/>
                      </a:lnTo>
                      <a:lnTo>
                        <a:pt x="0" y="3564"/>
                      </a:lnTo>
                      <a:lnTo>
                        <a:pt x="48" y="5645"/>
                      </a:lnTo>
                      <a:lnTo>
                        <a:pt x="1254" y="8731"/>
                      </a:lnTo>
                      <a:cubicBezTo>
                        <a:pt x="1254" y="8731"/>
                        <a:pt x="964" y="10061"/>
                        <a:pt x="974" y="10543"/>
                      </a:cubicBezTo>
                      <a:cubicBezTo>
                        <a:pt x="985" y="11025"/>
                        <a:pt x="1324" y="11810"/>
                        <a:pt x="1654" y="12195"/>
                      </a:cubicBezTo>
                      <a:cubicBezTo>
                        <a:pt x="1983" y="12579"/>
                        <a:pt x="3114" y="12926"/>
                        <a:pt x="3616" y="13884"/>
                      </a:cubicBezTo>
                      <a:cubicBezTo>
                        <a:pt x="4121" y="14842"/>
                        <a:pt x="4175" y="17249"/>
                        <a:pt x="4499" y="17368"/>
                      </a:cubicBezTo>
                      <a:cubicBezTo>
                        <a:pt x="4821" y="17485"/>
                        <a:pt x="4585" y="16573"/>
                        <a:pt x="5779" y="17545"/>
                      </a:cubicBezTo>
                      <a:cubicBezTo>
                        <a:pt x="6973" y="18517"/>
                        <a:pt x="6843" y="18012"/>
                        <a:pt x="6973" y="18517"/>
                      </a:cubicBezTo>
                      <a:cubicBezTo>
                        <a:pt x="7103" y="19022"/>
                        <a:pt x="6866" y="19018"/>
                        <a:pt x="6995" y="19481"/>
                      </a:cubicBezTo>
                      <a:cubicBezTo>
                        <a:pt x="7123" y="19945"/>
                        <a:pt x="8266" y="20803"/>
                        <a:pt x="8279" y="21334"/>
                      </a:cubicBezTo>
                      <a:cubicBezTo>
                        <a:pt x="8284" y="21600"/>
                        <a:pt x="9387" y="21320"/>
                        <a:pt x="9387" y="21320"/>
                      </a:cubicBezTo>
                      <a:lnTo>
                        <a:pt x="12061" y="18450"/>
                      </a:lnTo>
                      <a:lnTo>
                        <a:pt x="15995" y="16347"/>
                      </a:lnTo>
                      <a:cubicBezTo>
                        <a:pt x="15995" y="16347"/>
                        <a:pt x="17714" y="13184"/>
                        <a:pt x="18032" y="13070"/>
                      </a:cubicBezTo>
                      <a:cubicBezTo>
                        <a:pt x="18351" y="12956"/>
                        <a:pt x="17993" y="11374"/>
                        <a:pt x="17993" y="11374"/>
                      </a:cubicBezTo>
                      <a:cubicBezTo>
                        <a:pt x="17993" y="11374"/>
                        <a:pt x="18908" y="10424"/>
                        <a:pt x="19582" y="10375"/>
                      </a:cubicBezTo>
                      <a:cubicBezTo>
                        <a:pt x="20256" y="10325"/>
                        <a:pt x="20349" y="9206"/>
                        <a:pt x="20349" y="9206"/>
                      </a:cubicBezTo>
                      <a:cubicBezTo>
                        <a:pt x="20349" y="9206"/>
                        <a:pt x="20269" y="7140"/>
                        <a:pt x="20302" y="7132"/>
                      </a:cubicBezTo>
                      <a:cubicBezTo>
                        <a:pt x="20335" y="7124"/>
                        <a:pt x="19809" y="5101"/>
                        <a:pt x="20298" y="5404"/>
                      </a:cubicBezTo>
                      <a:cubicBezTo>
                        <a:pt x="20786" y="5706"/>
                        <a:pt x="21600" y="4732"/>
                        <a:pt x="21600" y="4732"/>
                      </a:cubicBezTo>
                      <a:lnTo>
                        <a:pt x="21571" y="3438"/>
                      </a:lnTo>
                      <a:lnTo>
                        <a:pt x="18769" y="1393"/>
                      </a:lnTo>
                      <a:lnTo>
                        <a:pt x="16175" y="1107"/>
                      </a:lnTo>
                      <a:lnTo>
                        <a:pt x="13564" y="0"/>
                      </a:lnTo>
                      <a:lnTo>
                        <a:pt x="10611" y="37"/>
                      </a:lnTo>
                      <a:lnTo>
                        <a:pt x="9074" y="58"/>
                      </a:lnTo>
                      <a:cubicBezTo>
                        <a:pt x="9074" y="58"/>
                        <a:pt x="5341" y="106"/>
                        <a:pt x="5341" y="106"/>
                      </a:cubicBezTo>
                      <a:close/>
                      <a:moveTo>
                        <a:pt x="5341" y="106"/>
                      </a:moveTo>
                    </a:path>
                  </a:pathLst>
                </a:custGeom>
                <a:solidFill>
                  <a:srgbClr val="D8C19A"/>
                </a:solidFill>
                <a:ln>
                  <a:noFill/>
                </a:ln>
              </p:spPr>
              <p:txBody>
                <a:bodyPr lIns="0" tIns="0" rIns="0" bIns="0"/>
                <a:lstStyle/>
                <a:p>
                  <a:endParaRPr lang="en-US"/>
                </a:p>
              </p:txBody>
            </p:sp>
            <p:sp>
              <p:nvSpPr>
                <p:cNvPr id="8223" name="AutoShape 20"/>
                <p:cNvSpPr/>
                <p:nvPr/>
              </p:nvSpPr>
              <p:spPr bwMode="auto">
                <a:xfrm>
                  <a:off x="13347700" y="12839700"/>
                  <a:ext cx="341313" cy="460375"/>
                </a:xfrm>
                <a:custGeom>
                  <a:avLst/>
                  <a:gdLst>
                    <a:gd name="T0" fmla="*/ 772942524 w 21600"/>
                    <a:gd name="T1" fmla="*/ 325641248 h 21600"/>
                    <a:gd name="T2" fmla="*/ 677245501 w 21600"/>
                    <a:gd name="T3" fmla="*/ 1442269961 h 21600"/>
                    <a:gd name="T4" fmla="*/ 476808478 w 21600"/>
                    <a:gd name="T5" fmla="*/ 1840140444 h 21600"/>
                    <a:gd name="T6" fmla="*/ 529054017 w 21600"/>
                    <a:gd name="T7" fmla="*/ 1238595308 h 21600"/>
                    <a:gd name="T8" fmla="*/ 468953048 w 21600"/>
                    <a:gd name="T9" fmla="*/ 756528227 h 21600"/>
                    <a:gd name="T10" fmla="*/ 291210195 w 21600"/>
                    <a:gd name="T11" fmla="*/ 1248703310 h 21600"/>
                    <a:gd name="T12" fmla="*/ 293952266 w 21600"/>
                    <a:gd name="T13" fmla="*/ 1709101606 h 21600"/>
                    <a:gd name="T14" fmla="*/ 293889091 w 21600"/>
                    <a:gd name="T15" fmla="*/ 2147483647 h 21600"/>
                    <a:gd name="T16" fmla="*/ 292583222 w 21600"/>
                    <a:gd name="T17" fmla="*/ 2147483647 h 21600"/>
                    <a:gd name="T18" fmla="*/ 159041445 w 21600"/>
                    <a:gd name="T19" fmla="*/ 1770389710 h 21600"/>
                    <a:gd name="T20" fmla="*/ 212967872 w 21600"/>
                    <a:gd name="T21" fmla="*/ 2147483647 h 21600"/>
                    <a:gd name="T22" fmla="*/ 375374615 w 21600"/>
                    <a:gd name="T23" fmla="*/ 2147483647 h 21600"/>
                    <a:gd name="T24" fmla="*/ 400747934 w 21600"/>
                    <a:gd name="T25" fmla="*/ 2147483647 h 21600"/>
                    <a:gd name="T26" fmla="*/ 486782528 w 21600"/>
                    <a:gd name="T27" fmla="*/ 2147483647 h 21600"/>
                    <a:gd name="T28" fmla="*/ 535161639 w 21600"/>
                    <a:gd name="T29" fmla="*/ 2147483647 h 21600"/>
                    <a:gd name="T30" fmla="*/ 629986750 w 21600"/>
                    <a:gd name="T31" fmla="*/ 2147483647 h 21600"/>
                    <a:gd name="T32" fmla="*/ 739027373 w 21600"/>
                    <a:gd name="T33" fmla="*/ 2147483647 h 21600"/>
                    <a:gd name="T34" fmla="*/ 780612459 w 21600"/>
                    <a:gd name="T35" fmla="*/ 1632951084 h 21600"/>
                    <a:gd name="T36" fmla="*/ 868390862 w 21600"/>
                    <a:gd name="T37" fmla="*/ 1224352521 h 21600"/>
                    <a:gd name="T38" fmla="*/ 956299628 w 21600"/>
                    <a:gd name="T39" fmla="*/ 847124592 h 21600"/>
                    <a:gd name="T40" fmla="*/ 1104554286 w 21600"/>
                    <a:gd name="T41" fmla="*/ 1007674768 h 21600"/>
                    <a:gd name="T42" fmla="*/ 1108105095 w 21600"/>
                    <a:gd name="T43" fmla="*/ 1508098983 h 21600"/>
                    <a:gd name="T44" fmla="*/ 929738777 w 21600"/>
                    <a:gd name="T45" fmla="*/ 1904730204 h 21600"/>
                    <a:gd name="T46" fmla="*/ 832917412 w 21600"/>
                    <a:gd name="T47" fmla="*/ 2147483647 h 21600"/>
                    <a:gd name="T48" fmla="*/ 688967374 w 21600"/>
                    <a:gd name="T49" fmla="*/ 2147483647 h 21600"/>
                    <a:gd name="T50" fmla="*/ 690589101 w 21600"/>
                    <a:gd name="T51" fmla="*/ 2147483647 h 21600"/>
                    <a:gd name="T52" fmla="*/ 947509096 w 21600"/>
                    <a:gd name="T53" fmla="*/ 2147483647 h 21600"/>
                    <a:gd name="T54" fmla="*/ 1138216755 w 21600"/>
                    <a:gd name="T55" fmla="*/ 2147483647 h 21600"/>
                    <a:gd name="T56" fmla="*/ 1346635556 w 21600"/>
                    <a:gd name="T57" fmla="*/ 1775550237 h 21600"/>
                    <a:gd name="T58" fmla="*/ 1263343049 w 21600"/>
                    <a:gd name="T59" fmla="*/ 1056579424 h 21600"/>
                    <a:gd name="T60" fmla="*/ 1283665931 w 21600"/>
                    <a:gd name="T61" fmla="*/ 722059418 h 21600"/>
                    <a:gd name="T62" fmla="*/ 1146383806 w 21600"/>
                    <a:gd name="T63" fmla="*/ 509506476 h 21600"/>
                    <a:gd name="T64" fmla="*/ 780549284 w 21600"/>
                    <a:gd name="T65" fmla="*/ 0 h 21600"/>
                    <a:gd name="T66" fmla="*/ 351682200 w 21600"/>
                    <a:gd name="T67" fmla="*/ 177474520 h 21600"/>
                    <a:gd name="T68" fmla="*/ 0 w 21600"/>
                    <a:gd name="T69" fmla="*/ 251766171 h 21600"/>
                    <a:gd name="T70" fmla="*/ 61659521 w 21600"/>
                    <a:gd name="T71" fmla="*/ 555322527 h 21600"/>
                    <a:gd name="T72" fmla="*/ 63154898 w 21600"/>
                    <a:gd name="T73" fmla="*/ 771593701 h 21600"/>
                    <a:gd name="T74" fmla="*/ 160410489 w 21600"/>
                    <a:gd name="T75" fmla="*/ 435834455 h 21600"/>
                    <a:gd name="T76" fmla="*/ 364216793 w 21600"/>
                    <a:gd name="T77" fmla="*/ 399516324 h 21600"/>
                    <a:gd name="T78" fmla="*/ 590275835 w 21600"/>
                    <a:gd name="T79" fmla="*/ 334306933 h 21600"/>
                    <a:gd name="T80" fmla="*/ 772942524 w 21600"/>
                    <a:gd name="T81" fmla="*/ 325641248 h 21600"/>
                    <a:gd name="T82" fmla="*/ 772942524 w 21600"/>
                    <a:gd name="T83" fmla="*/ 325641248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2398" y="1578"/>
                      </a:moveTo>
                      <a:cubicBezTo>
                        <a:pt x="12398" y="1578"/>
                        <a:pt x="12107" y="6434"/>
                        <a:pt x="10863" y="6989"/>
                      </a:cubicBezTo>
                      <a:cubicBezTo>
                        <a:pt x="9620" y="7544"/>
                        <a:pt x="7648" y="8917"/>
                        <a:pt x="7648" y="8917"/>
                      </a:cubicBezTo>
                      <a:lnTo>
                        <a:pt x="8486" y="6002"/>
                      </a:lnTo>
                      <a:lnTo>
                        <a:pt x="7522" y="3666"/>
                      </a:lnTo>
                      <a:cubicBezTo>
                        <a:pt x="7522" y="3666"/>
                        <a:pt x="4482" y="5708"/>
                        <a:pt x="4671" y="6051"/>
                      </a:cubicBezTo>
                      <a:cubicBezTo>
                        <a:pt x="4862" y="6394"/>
                        <a:pt x="4514" y="7746"/>
                        <a:pt x="4715" y="8282"/>
                      </a:cubicBezTo>
                      <a:cubicBezTo>
                        <a:pt x="4917" y="8818"/>
                        <a:pt x="4448" y="9633"/>
                        <a:pt x="4714" y="10573"/>
                      </a:cubicBezTo>
                      <a:cubicBezTo>
                        <a:pt x="4980" y="11512"/>
                        <a:pt x="4693" y="12698"/>
                        <a:pt x="4693" y="12698"/>
                      </a:cubicBezTo>
                      <a:cubicBezTo>
                        <a:pt x="4693" y="12698"/>
                        <a:pt x="2895" y="7767"/>
                        <a:pt x="2551" y="8579"/>
                      </a:cubicBezTo>
                      <a:cubicBezTo>
                        <a:pt x="2206" y="9392"/>
                        <a:pt x="3416" y="14619"/>
                        <a:pt x="3416" y="14619"/>
                      </a:cubicBezTo>
                      <a:cubicBezTo>
                        <a:pt x="3416" y="14619"/>
                        <a:pt x="6011" y="16888"/>
                        <a:pt x="6021" y="17293"/>
                      </a:cubicBezTo>
                      <a:cubicBezTo>
                        <a:pt x="6030" y="17696"/>
                        <a:pt x="6428" y="19172"/>
                        <a:pt x="6428" y="19172"/>
                      </a:cubicBezTo>
                      <a:lnTo>
                        <a:pt x="7808" y="21600"/>
                      </a:lnTo>
                      <a:cubicBezTo>
                        <a:pt x="7808" y="21600"/>
                        <a:pt x="8239" y="19015"/>
                        <a:pt x="8584" y="18202"/>
                      </a:cubicBezTo>
                      <a:cubicBezTo>
                        <a:pt x="8928" y="17390"/>
                        <a:pt x="9751" y="13680"/>
                        <a:pt x="10105" y="13302"/>
                      </a:cubicBezTo>
                      <a:cubicBezTo>
                        <a:pt x="10459" y="12924"/>
                        <a:pt x="11319" y="10893"/>
                        <a:pt x="11854" y="10482"/>
                      </a:cubicBezTo>
                      <a:cubicBezTo>
                        <a:pt x="12390" y="10071"/>
                        <a:pt x="11809" y="8461"/>
                        <a:pt x="12521" y="7913"/>
                      </a:cubicBezTo>
                      <a:cubicBezTo>
                        <a:pt x="13235" y="7365"/>
                        <a:pt x="13929" y="5933"/>
                        <a:pt x="13929" y="5933"/>
                      </a:cubicBezTo>
                      <a:cubicBezTo>
                        <a:pt x="13929" y="5933"/>
                        <a:pt x="14794" y="4112"/>
                        <a:pt x="15339" y="4105"/>
                      </a:cubicBezTo>
                      <a:cubicBezTo>
                        <a:pt x="15883" y="4098"/>
                        <a:pt x="17717" y="4883"/>
                        <a:pt x="17717" y="4883"/>
                      </a:cubicBezTo>
                      <a:cubicBezTo>
                        <a:pt x="17717" y="4883"/>
                        <a:pt x="18668" y="6757"/>
                        <a:pt x="17774" y="7308"/>
                      </a:cubicBezTo>
                      <a:cubicBezTo>
                        <a:pt x="16878" y="7858"/>
                        <a:pt x="15081" y="8689"/>
                        <a:pt x="14913" y="9230"/>
                      </a:cubicBezTo>
                      <a:cubicBezTo>
                        <a:pt x="14743" y="9771"/>
                        <a:pt x="13360" y="12768"/>
                        <a:pt x="13360" y="12768"/>
                      </a:cubicBezTo>
                      <a:lnTo>
                        <a:pt x="11051" y="15612"/>
                      </a:lnTo>
                      <a:cubicBezTo>
                        <a:pt x="11051" y="15612"/>
                        <a:pt x="10332" y="16535"/>
                        <a:pt x="11077" y="16742"/>
                      </a:cubicBezTo>
                      <a:cubicBezTo>
                        <a:pt x="11823" y="16949"/>
                        <a:pt x="15198" y="13712"/>
                        <a:pt x="15198" y="13712"/>
                      </a:cubicBezTo>
                      <a:lnTo>
                        <a:pt x="18257" y="10804"/>
                      </a:lnTo>
                      <a:lnTo>
                        <a:pt x="21600" y="8604"/>
                      </a:lnTo>
                      <a:lnTo>
                        <a:pt x="20264" y="5120"/>
                      </a:lnTo>
                      <a:lnTo>
                        <a:pt x="20590" y="3499"/>
                      </a:lnTo>
                      <a:lnTo>
                        <a:pt x="18388" y="2469"/>
                      </a:lnTo>
                      <a:lnTo>
                        <a:pt x="12520" y="0"/>
                      </a:lnTo>
                      <a:lnTo>
                        <a:pt x="5641" y="860"/>
                      </a:lnTo>
                      <a:lnTo>
                        <a:pt x="0" y="1220"/>
                      </a:lnTo>
                      <a:lnTo>
                        <a:pt x="989" y="2691"/>
                      </a:lnTo>
                      <a:lnTo>
                        <a:pt x="1013" y="3739"/>
                      </a:lnTo>
                      <a:lnTo>
                        <a:pt x="2573" y="2112"/>
                      </a:lnTo>
                      <a:lnTo>
                        <a:pt x="5842" y="1936"/>
                      </a:lnTo>
                      <a:lnTo>
                        <a:pt x="9468" y="1620"/>
                      </a:lnTo>
                      <a:cubicBezTo>
                        <a:pt x="9468" y="1620"/>
                        <a:pt x="12398" y="1578"/>
                        <a:pt x="12398" y="1578"/>
                      </a:cubicBezTo>
                      <a:close/>
                      <a:moveTo>
                        <a:pt x="12398" y="1578"/>
                      </a:moveTo>
                    </a:path>
                  </a:pathLst>
                </a:custGeom>
                <a:solidFill>
                  <a:srgbClr val="7C5024">
                    <a:alpha val="29803"/>
                  </a:srgbClr>
                </a:solidFill>
                <a:ln>
                  <a:noFill/>
                </a:ln>
              </p:spPr>
              <p:txBody>
                <a:bodyPr lIns="0" tIns="0" rIns="0" bIns="0"/>
                <a:lstStyle/>
                <a:p>
                  <a:endParaRPr lang="en-US"/>
                </a:p>
              </p:txBody>
            </p:sp>
            <p:sp>
              <p:nvSpPr>
                <p:cNvPr id="8224" name="AutoShape 21"/>
                <p:cNvSpPr/>
                <p:nvPr/>
              </p:nvSpPr>
              <p:spPr bwMode="auto">
                <a:xfrm>
                  <a:off x="11214100" y="12865100"/>
                  <a:ext cx="263525" cy="349250"/>
                </a:xfrm>
                <a:custGeom>
                  <a:avLst/>
                  <a:gdLst>
                    <a:gd name="T0" fmla="*/ 118329167 w 21600"/>
                    <a:gd name="T1" fmla="*/ 7451209 h 21449"/>
                    <a:gd name="T2" fmla="*/ 26874231 w 21600"/>
                    <a:gd name="T3" fmla="*/ 83720870 h 21449"/>
                    <a:gd name="T4" fmla="*/ 0 w 21600"/>
                    <a:gd name="T5" fmla="*/ 250527614 h 21449"/>
                    <a:gd name="T6" fmla="*/ 1064092 w 21600"/>
                    <a:gd name="T7" fmla="*/ 396806944 h 21449"/>
                    <a:gd name="T8" fmla="*/ 27782184 w 21600"/>
                    <a:gd name="T9" fmla="*/ 613808365 h 21449"/>
                    <a:gd name="T10" fmla="*/ 21600778 w 21600"/>
                    <a:gd name="T11" fmla="*/ 741109689 h 21449"/>
                    <a:gd name="T12" fmla="*/ 36644017 w 21600"/>
                    <a:gd name="T13" fmla="*/ 857165273 h 21449"/>
                    <a:gd name="T14" fmla="*/ 80112454 w 21600"/>
                    <a:gd name="T15" fmla="*/ 975962036 h 21449"/>
                    <a:gd name="T16" fmla="*/ 99675830 w 21600"/>
                    <a:gd name="T17" fmla="*/ 1220864655 h 21449"/>
                    <a:gd name="T18" fmla="*/ 128033609 w 21600"/>
                    <a:gd name="T19" fmla="*/ 1233306416 h 21449"/>
                    <a:gd name="T20" fmla="*/ 154486602 w 21600"/>
                    <a:gd name="T21" fmla="*/ 1301701449 h 21449"/>
                    <a:gd name="T22" fmla="*/ 154975112 w 21600"/>
                    <a:gd name="T23" fmla="*/ 1369393097 h 21449"/>
                    <a:gd name="T24" fmla="*/ 183422050 w 21600"/>
                    <a:gd name="T25" fmla="*/ 1499647439 h 21449"/>
                    <a:gd name="T26" fmla="*/ 207969965 w 21600"/>
                    <a:gd name="T27" fmla="*/ 1498667523 h 21449"/>
                    <a:gd name="T28" fmla="*/ 267211727 w 21600"/>
                    <a:gd name="T29" fmla="*/ 1296922477 h 21449"/>
                    <a:gd name="T30" fmla="*/ 354370229 w 21600"/>
                    <a:gd name="T31" fmla="*/ 1149162665 h 21449"/>
                    <a:gd name="T32" fmla="*/ 399500228 w 21600"/>
                    <a:gd name="T33" fmla="*/ 918739584 h 21449"/>
                    <a:gd name="T34" fmla="*/ 398635890 w 21600"/>
                    <a:gd name="T35" fmla="*/ 799523913 h 21449"/>
                    <a:gd name="T36" fmla="*/ 433839817 w 21600"/>
                    <a:gd name="T37" fmla="*/ 729298154 h 21449"/>
                    <a:gd name="T38" fmla="*/ 450833519 w 21600"/>
                    <a:gd name="T39" fmla="*/ 647127245 h 21449"/>
                    <a:gd name="T40" fmla="*/ 449791156 w 21600"/>
                    <a:gd name="T41" fmla="*/ 501335748 h 21449"/>
                    <a:gd name="T42" fmla="*/ 449702143 w 21600"/>
                    <a:gd name="T43" fmla="*/ 379866747 h 21449"/>
                    <a:gd name="T44" fmla="*/ 478548578 w 21600"/>
                    <a:gd name="T45" fmla="*/ 332560412 h 21449"/>
                    <a:gd name="T46" fmla="*/ 477905723 w 21600"/>
                    <a:gd name="T47" fmla="*/ 241669097 h 21449"/>
                    <a:gd name="T48" fmla="*/ 415827407 w 21600"/>
                    <a:gd name="T49" fmla="*/ 97919644 h 21449"/>
                    <a:gd name="T50" fmla="*/ 358379836 w 21600"/>
                    <a:gd name="T51" fmla="*/ 77815095 h 21449"/>
                    <a:gd name="T52" fmla="*/ 300510880 w 21600"/>
                    <a:gd name="T53" fmla="*/ 0 h 21449"/>
                    <a:gd name="T54" fmla="*/ 235087566 w 21600"/>
                    <a:gd name="T55" fmla="*/ 2598802 h 21449"/>
                    <a:gd name="T56" fmla="*/ 201034951 w 21600"/>
                    <a:gd name="T57" fmla="*/ 4075311 h 21449"/>
                    <a:gd name="T58" fmla="*/ 118329167 w 21600"/>
                    <a:gd name="T59" fmla="*/ 7451209 h 21449"/>
                    <a:gd name="T60" fmla="*/ 118329167 w 21600"/>
                    <a:gd name="T61" fmla="*/ 7451209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449">
                      <a:moveTo>
                        <a:pt x="5341" y="106"/>
                      </a:moveTo>
                      <a:lnTo>
                        <a:pt x="1213" y="1191"/>
                      </a:lnTo>
                      <a:lnTo>
                        <a:pt x="0" y="3564"/>
                      </a:lnTo>
                      <a:lnTo>
                        <a:pt x="48" y="5645"/>
                      </a:lnTo>
                      <a:lnTo>
                        <a:pt x="1254" y="8732"/>
                      </a:lnTo>
                      <a:cubicBezTo>
                        <a:pt x="1254" y="8732"/>
                        <a:pt x="964" y="10061"/>
                        <a:pt x="975" y="10543"/>
                      </a:cubicBezTo>
                      <a:cubicBezTo>
                        <a:pt x="986" y="11025"/>
                        <a:pt x="1324" y="11810"/>
                        <a:pt x="1654" y="12194"/>
                      </a:cubicBezTo>
                      <a:cubicBezTo>
                        <a:pt x="1984" y="12579"/>
                        <a:pt x="3114" y="12926"/>
                        <a:pt x="3616" y="13884"/>
                      </a:cubicBezTo>
                      <a:cubicBezTo>
                        <a:pt x="4120" y="14842"/>
                        <a:pt x="4175" y="17249"/>
                        <a:pt x="4499" y="17368"/>
                      </a:cubicBezTo>
                      <a:cubicBezTo>
                        <a:pt x="4821" y="17486"/>
                        <a:pt x="4584" y="16573"/>
                        <a:pt x="5779" y="17545"/>
                      </a:cubicBezTo>
                      <a:cubicBezTo>
                        <a:pt x="6973" y="18518"/>
                        <a:pt x="6843" y="18012"/>
                        <a:pt x="6973" y="18518"/>
                      </a:cubicBezTo>
                      <a:cubicBezTo>
                        <a:pt x="7103" y="19022"/>
                        <a:pt x="6867" y="19018"/>
                        <a:pt x="6995" y="19481"/>
                      </a:cubicBezTo>
                      <a:cubicBezTo>
                        <a:pt x="7124" y="19945"/>
                        <a:pt x="8266" y="20803"/>
                        <a:pt x="8279" y="21334"/>
                      </a:cubicBezTo>
                      <a:cubicBezTo>
                        <a:pt x="8284" y="21600"/>
                        <a:pt x="9387" y="21320"/>
                        <a:pt x="9387" y="21320"/>
                      </a:cubicBezTo>
                      <a:lnTo>
                        <a:pt x="12061" y="18450"/>
                      </a:lnTo>
                      <a:lnTo>
                        <a:pt x="15995" y="16348"/>
                      </a:lnTo>
                      <a:cubicBezTo>
                        <a:pt x="15995" y="16348"/>
                        <a:pt x="17714" y="13184"/>
                        <a:pt x="18032" y="13070"/>
                      </a:cubicBezTo>
                      <a:cubicBezTo>
                        <a:pt x="18351" y="12956"/>
                        <a:pt x="17993" y="11374"/>
                        <a:pt x="17993" y="11374"/>
                      </a:cubicBezTo>
                      <a:cubicBezTo>
                        <a:pt x="17993" y="11374"/>
                        <a:pt x="18908" y="10423"/>
                        <a:pt x="19582" y="10375"/>
                      </a:cubicBezTo>
                      <a:cubicBezTo>
                        <a:pt x="20257" y="10325"/>
                        <a:pt x="20349" y="9206"/>
                        <a:pt x="20349" y="9206"/>
                      </a:cubicBezTo>
                      <a:cubicBezTo>
                        <a:pt x="20349" y="9206"/>
                        <a:pt x="20269" y="7140"/>
                        <a:pt x="20302" y="7132"/>
                      </a:cubicBezTo>
                      <a:cubicBezTo>
                        <a:pt x="20335" y="7124"/>
                        <a:pt x="19809" y="5101"/>
                        <a:pt x="20298" y="5404"/>
                      </a:cubicBezTo>
                      <a:cubicBezTo>
                        <a:pt x="20786" y="5706"/>
                        <a:pt x="21600" y="4731"/>
                        <a:pt x="21600" y="4731"/>
                      </a:cubicBezTo>
                      <a:lnTo>
                        <a:pt x="21571" y="3438"/>
                      </a:lnTo>
                      <a:lnTo>
                        <a:pt x="18769" y="1393"/>
                      </a:lnTo>
                      <a:lnTo>
                        <a:pt x="16176" y="1107"/>
                      </a:lnTo>
                      <a:lnTo>
                        <a:pt x="13564" y="0"/>
                      </a:lnTo>
                      <a:lnTo>
                        <a:pt x="10611" y="37"/>
                      </a:lnTo>
                      <a:lnTo>
                        <a:pt x="9074" y="58"/>
                      </a:lnTo>
                      <a:cubicBezTo>
                        <a:pt x="9074" y="58"/>
                        <a:pt x="5341" y="106"/>
                        <a:pt x="5341" y="106"/>
                      </a:cubicBezTo>
                      <a:close/>
                      <a:moveTo>
                        <a:pt x="5341" y="106"/>
                      </a:moveTo>
                    </a:path>
                  </a:pathLst>
                </a:custGeom>
                <a:solidFill>
                  <a:srgbClr val="D8C19A"/>
                </a:solidFill>
                <a:ln>
                  <a:noFill/>
                </a:ln>
              </p:spPr>
              <p:txBody>
                <a:bodyPr lIns="0" tIns="0" rIns="0" bIns="0"/>
                <a:lstStyle/>
                <a:p>
                  <a:endParaRPr lang="en-US"/>
                </a:p>
              </p:txBody>
            </p:sp>
            <p:sp>
              <p:nvSpPr>
                <p:cNvPr id="8225" name="AutoShape 22"/>
                <p:cNvSpPr/>
                <p:nvPr/>
              </p:nvSpPr>
              <p:spPr bwMode="auto">
                <a:xfrm>
                  <a:off x="11226800" y="12877800"/>
                  <a:ext cx="233363" cy="314325"/>
                </a:xfrm>
                <a:custGeom>
                  <a:avLst/>
                  <a:gdLst>
                    <a:gd name="T0" fmla="*/ 168913498 w 21600"/>
                    <a:gd name="T1" fmla="*/ 70808939 h 21600"/>
                    <a:gd name="T2" fmla="*/ 148000230 w 21600"/>
                    <a:gd name="T3" fmla="*/ 313413661 h 21600"/>
                    <a:gd name="T4" fmla="*/ 104212526 w 21600"/>
                    <a:gd name="T5" fmla="*/ 399870833 h 21600"/>
                    <a:gd name="T6" fmla="*/ 115614966 w 21600"/>
                    <a:gd name="T7" fmla="*/ 269152627 h 21600"/>
                    <a:gd name="T8" fmla="*/ 102482345 w 21600"/>
                    <a:gd name="T9" fmla="*/ 164397010 h 21600"/>
                    <a:gd name="T10" fmla="*/ 63639257 w 21600"/>
                    <a:gd name="T11" fmla="*/ 271349889 h 21600"/>
                    <a:gd name="T12" fmla="*/ 64238276 w 21600"/>
                    <a:gd name="T13" fmla="*/ 371393774 h 21600"/>
                    <a:gd name="T14" fmla="*/ 64224393 w 21600"/>
                    <a:gd name="T15" fmla="*/ 474131075 h 21600"/>
                    <a:gd name="T16" fmla="*/ 63938070 w 21600"/>
                    <a:gd name="T17" fmla="*/ 569423225 h 21600"/>
                    <a:gd name="T18" fmla="*/ 34742144 w 21600"/>
                    <a:gd name="T19" fmla="*/ 384758568 h 21600"/>
                    <a:gd name="T20" fmla="*/ 46540620 w 21600"/>
                    <a:gd name="T21" fmla="*/ 655522925 h 21600"/>
                    <a:gd name="T22" fmla="*/ 82017879 w 21600"/>
                    <a:gd name="T23" fmla="*/ 775436981 h 21600"/>
                    <a:gd name="T24" fmla="*/ 87576575 w 21600"/>
                    <a:gd name="T25" fmla="*/ 859743268 h 21600"/>
                    <a:gd name="T26" fmla="*/ 106377735 w 21600"/>
                    <a:gd name="T27" fmla="*/ 968622348 h 21600"/>
                    <a:gd name="T28" fmla="*/ 116950386 w 21600"/>
                    <a:gd name="T29" fmla="*/ 816289685 h 21600"/>
                    <a:gd name="T30" fmla="*/ 137673399 w 21600"/>
                    <a:gd name="T31" fmla="*/ 596510472 h 21600"/>
                    <a:gd name="T32" fmla="*/ 161502278 w 21600"/>
                    <a:gd name="T33" fmla="*/ 470051035 h 21600"/>
                    <a:gd name="T34" fmla="*/ 170603414 w 21600"/>
                    <a:gd name="T35" fmla="*/ 354848725 h 21600"/>
                    <a:gd name="T36" fmla="*/ 189772715 w 21600"/>
                    <a:gd name="T37" fmla="*/ 266058766 h 21600"/>
                    <a:gd name="T38" fmla="*/ 208968518 w 21600"/>
                    <a:gd name="T39" fmla="*/ 184082093 h 21600"/>
                    <a:gd name="T40" fmla="*/ 241394047 w 21600"/>
                    <a:gd name="T41" fmla="*/ 218971965 h 21600"/>
                    <a:gd name="T42" fmla="*/ 242156950 w 21600"/>
                    <a:gd name="T43" fmla="*/ 327718272 h 21600"/>
                    <a:gd name="T44" fmla="*/ 203179052 w 21600"/>
                    <a:gd name="T45" fmla="*/ 413907555 h 21600"/>
                    <a:gd name="T46" fmla="*/ 182019737 w 21600"/>
                    <a:gd name="T47" fmla="*/ 572609621 h 21600"/>
                    <a:gd name="T48" fmla="*/ 150561367 w 21600"/>
                    <a:gd name="T49" fmla="*/ 700098226 h 21600"/>
                    <a:gd name="T50" fmla="*/ 150915733 w 21600"/>
                    <a:gd name="T51" fmla="*/ 750725710 h 21600"/>
                    <a:gd name="T52" fmla="*/ 207061845 w 21600"/>
                    <a:gd name="T53" fmla="*/ 614895327 h 21600"/>
                    <a:gd name="T54" fmla="*/ 248738499 w 21600"/>
                    <a:gd name="T55" fmla="*/ 484491387 h 21600"/>
                    <a:gd name="T56" fmla="*/ 294284053 w 21600"/>
                    <a:gd name="T57" fmla="*/ 385834112 h 21600"/>
                    <a:gd name="T58" fmla="*/ 276081912 w 21600"/>
                    <a:gd name="T59" fmla="*/ 229643560 h 21600"/>
                    <a:gd name="T60" fmla="*/ 280523458 w 21600"/>
                    <a:gd name="T61" fmla="*/ 156908639 h 21600"/>
                    <a:gd name="T62" fmla="*/ 250522840 w 21600"/>
                    <a:gd name="T63" fmla="*/ 110718653 h 21600"/>
                    <a:gd name="T64" fmla="*/ 170575626 w 21600"/>
                    <a:gd name="T65" fmla="*/ 0 h 21600"/>
                    <a:gd name="T66" fmla="*/ 76853815 w 21600"/>
                    <a:gd name="T67" fmla="*/ 38566091 h 21600"/>
                    <a:gd name="T68" fmla="*/ 0 w 21600"/>
                    <a:gd name="T69" fmla="*/ 54710696 h 21600"/>
                    <a:gd name="T70" fmla="*/ 13474390 w 21600"/>
                    <a:gd name="T71" fmla="*/ 120675334 h 21600"/>
                    <a:gd name="T72" fmla="*/ 13800980 w 21600"/>
                    <a:gd name="T73" fmla="*/ 167669599 h 21600"/>
                    <a:gd name="T74" fmla="*/ 35054839 w 21600"/>
                    <a:gd name="T75" fmla="*/ 94755949 h 21600"/>
                    <a:gd name="T76" fmla="*/ 79592838 w 21600"/>
                    <a:gd name="T77" fmla="*/ 86817802 h 21600"/>
                    <a:gd name="T78" fmla="*/ 128994801 w 21600"/>
                    <a:gd name="T79" fmla="*/ 72645557 h 21600"/>
                    <a:gd name="T80" fmla="*/ 168913498 w 21600"/>
                    <a:gd name="T81" fmla="*/ 70808939 h 21600"/>
                    <a:gd name="T82" fmla="*/ 168913498 w 21600"/>
                    <a:gd name="T83" fmla="*/ 70808939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2398" y="1579"/>
                      </a:moveTo>
                      <a:cubicBezTo>
                        <a:pt x="12398" y="1579"/>
                        <a:pt x="12107" y="6435"/>
                        <a:pt x="10863" y="6989"/>
                      </a:cubicBezTo>
                      <a:cubicBezTo>
                        <a:pt x="9619" y="7544"/>
                        <a:pt x="7649" y="8917"/>
                        <a:pt x="7649" y="8917"/>
                      </a:cubicBezTo>
                      <a:lnTo>
                        <a:pt x="8486" y="6002"/>
                      </a:lnTo>
                      <a:lnTo>
                        <a:pt x="7522" y="3666"/>
                      </a:lnTo>
                      <a:cubicBezTo>
                        <a:pt x="7522" y="3666"/>
                        <a:pt x="4482" y="5709"/>
                        <a:pt x="4671" y="6051"/>
                      </a:cubicBezTo>
                      <a:cubicBezTo>
                        <a:pt x="4862" y="6394"/>
                        <a:pt x="4514" y="7747"/>
                        <a:pt x="4715" y="8282"/>
                      </a:cubicBezTo>
                      <a:cubicBezTo>
                        <a:pt x="4917" y="8819"/>
                        <a:pt x="4448" y="9633"/>
                        <a:pt x="4714" y="10573"/>
                      </a:cubicBezTo>
                      <a:cubicBezTo>
                        <a:pt x="4980" y="11512"/>
                        <a:pt x="4693" y="12698"/>
                        <a:pt x="4693" y="12698"/>
                      </a:cubicBezTo>
                      <a:cubicBezTo>
                        <a:pt x="4693" y="12698"/>
                        <a:pt x="2895" y="7767"/>
                        <a:pt x="2550" y="8580"/>
                      </a:cubicBezTo>
                      <a:cubicBezTo>
                        <a:pt x="2206" y="9393"/>
                        <a:pt x="3416" y="14618"/>
                        <a:pt x="3416" y="14618"/>
                      </a:cubicBezTo>
                      <a:cubicBezTo>
                        <a:pt x="3416" y="14618"/>
                        <a:pt x="6011" y="16888"/>
                        <a:pt x="6020" y="17292"/>
                      </a:cubicBezTo>
                      <a:cubicBezTo>
                        <a:pt x="6030" y="17696"/>
                        <a:pt x="6428" y="19172"/>
                        <a:pt x="6428" y="19172"/>
                      </a:cubicBezTo>
                      <a:lnTo>
                        <a:pt x="7808" y="21600"/>
                      </a:lnTo>
                      <a:cubicBezTo>
                        <a:pt x="7808" y="21600"/>
                        <a:pt x="8239" y="19016"/>
                        <a:pt x="8584" y="18203"/>
                      </a:cubicBezTo>
                      <a:cubicBezTo>
                        <a:pt x="8928" y="17390"/>
                        <a:pt x="9750" y="13680"/>
                        <a:pt x="10105" y="13302"/>
                      </a:cubicBezTo>
                      <a:cubicBezTo>
                        <a:pt x="10459" y="12924"/>
                        <a:pt x="11320" y="10892"/>
                        <a:pt x="11854" y="10482"/>
                      </a:cubicBezTo>
                      <a:cubicBezTo>
                        <a:pt x="12390" y="10071"/>
                        <a:pt x="11809" y="8462"/>
                        <a:pt x="12522" y="7913"/>
                      </a:cubicBezTo>
                      <a:cubicBezTo>
                        <a:pt x="13235" y="7366"/>
                        <a:pt x="13929" y="5933"/>
                        <a:pt x="13929" y="5933"/>
                      </a:cubicBezTo>
                      <a:cubicBezTo>
                        <a:pt x="13929" y="5933"/>
                        <a:pt x="14794" y="4112"/>
                        <a:pt x="15338" y="4105"/>
                      </a:cubicBezTo>
                      <a:cubicBezTo>
                        <a:pt x="15883" y="4098"/>
                        <a:pt x="17718" y="4883"/>
                        <a:pt x="17718" y="4883"/>
                      </a:cubicBezTo>
                      <a:cubicBezTo>
                        <a:pt x="17718" y="4883"/>
                        <a:pt x="18669" y="6757"/>
                        <a:pt x="17774" y="7308"/>
                      </a:cubicBezTo>
                      <a:cubicBezTo>
                        <a:pt x="16878" y="7858"/>
                        <a:pt x="15081" y="8689"/>
                        <a:pt x="14913" y="9230"/>
                      </a:cubicBezTo>
                      <a:cubicBezTo>
                        <a:pt x="14743" y="9772"/>
                        <a:pt x="13360" y="12769"/>
                        <a:pt x="13360" y="12769"/>
                      </a:cubicBezTo>
                      <a:lnTo>
                        <a:pt x="11051" y="15612"/>
                      </a:lnTo>
                      <a:cubicBezTo>
                        <a:pt x="11051" y="15612"/>
                        <a:pt x="10331" y="16535"/>
                        <a:pt x="11077" y="16741"/>
                      </a:cubicBezTo>
                      <a:cubicBezTo>
                        <a:pt x="11823" y="16949"/>
                        <a:pt x="15198" y="13712"/>
                        <a:pt x="15198" y="13712"/>
                      </a:cubicBezTo>
                      <a:lnTo>
                        <a:pt x="18257" y="10804"/>
                      </a:lnTo>
                      <a:lnTo>
                        <a:pt x="21600" y="8604"/>
                      </a:lnTo>
                      <a:lnTo>
                        <a:pt x="20264" y="5121"/>
                      </a:lnTo>
                      <a:lnTo>
                        <a:pt x="20590" y="3499"/>
                      </a:lnTo>
                      <a:lnTo>
                        <a:pt x="18388" y="2469"/>
                      </a:lnTo>
                      <a:lnTo>
                        <a:pt x="12520" y="0"/>
                      </a:lnTo>
                      <a:lnTo>
                        <a:pt x="5641" y="860"/>
                      </a:lnTo>
                      <a:lnTo>
                        <a:pt x="0" y="1220"/>
                      </a:lnTo>
                      <a:lnTo>
                        <a:pt x="989" y="2691"/>
                      </a:lnTo>
                      <a:lnTo>
                        <a:pt x="1013" y="3739"/>
                      </a:lnTo>
                      <a:lnTo>
                        <a:pt x="2573" y="2113"/>
                      </a:lnTo>
                      <a:lnTo>
                        <a:pt x="5842" y="1936"/>
                      </a:lnTo>
                      <a:lnTo>
                        <a:pt x="9468" y="1620"/>
                      </a:lnTo>
                      <a:cubicBezTo>
                        <a:pt x="9468" y="1620"/>
                        <a:pt x="12398" y="1579"/>
                        <a:pt x="12398" y="1579"/>
                      </a:cubicBezTo>
                      <a:close/>
                      <a:moveTo>
                        <a:pt x="12398" y="1579"/>
                      </a:moveTo>
                    </a:path>
                  </a:pathLst>
                </a:custGeom>
                <a:solidFill>
                  <a:srgbClr val="7C5024">
                    <a:alpha val="29803"/>
                  </a:srgbClr>
                </a:solidFill>
                <a:ln>
                  <a:noFill/>
                </a:ln>
              </p:spPr>
              <p:txBody>
                <a:bodyPr lIns="0" tIns="0" rIns="0" bIns="0"/>
                <a:lstStyle/>
                <a:p>
                  <a:endParaRPr lang="en-US"/>
                </a:p>
              </p:txBody>
            </p:sp>
          </p:grpSp>
        </p:grpSp>
      </p:grpSp>
      <p:grpSp>
        <p:nvGrpSpPr>
          <p:cNvPr id="139" name="Group 138"/>
          <p:cNvGrpSpPr/>
          <p:nvPr/>
        </p:nvGrpSpPr>
        <p:grpSpPr bwMode="auto">
          <a:xfrm>
            <a:off x="17983200" y="7620000"/>
            <a:ext cx="3679825" cy="3700463"/>
            <a:chOff x="18135600" y="7848600"/>
            <a:chExt cx="3679825" cy="3700463"/>
          </a:xfrm>
        </p:grpSpPr>
        <p:sp>
          <p:nvSpPr>
            <p:cNvPr id="8207" name="AutoShape 24"/>
            <p:cNvSpPr/>
            <p:nvPr/>
          </p:nvSpPr>
          <p:spPr bwMode="auto">
            <a:xfrm>
              <a:off x="18135600" y="7848600"/>
              <a:ext cx="3679825" cy="3700463"/>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16765"/>
                    <a:pt x="4835" y="21600"/>
                    <a:pt x="10800" y="21600"/>
                  </a:cubicBezTo>
                  <a:cubicBezTo>
                    <a:pt x="16765" y="21600"/>
                    <a:pt x="21600" y="16765"/>
                    <a:pt x="21600" y="10800"/>
                  </a:cubicBezTo>
                  <a:cubicBezTo>
                    <a:pt x="21600" y="4835"/>
                    <a:pt x="16765" y="0"/>
                    <a:pt x="10800" y="0"/>
                  </a:cubicBezTo>
                  <a:cubicBezTo>
                    <a:pt x="4835" y="0"/>
                    <a:pt x="0" y="4835"/>
                    <a:pt x="0" y="10800"/>
                  </a:cubicBezTo>
                  <a:close/>
                  <a:moveTo>
                    <a:pt x="0" y="10800"/>
                  </a:moveTo>
                </a:path>
              </a:pathLst>
            </a:custGeom>
            <a:solidFill>
              <a:srgbClr val="36B4D2"/>
            </a:solidFill>
            <a:ln>
              <a:noFill/>
            </a:ln>
          </p:spPr>
          <p:txBody>
            <a:bodyPr lIns="0" tIns="0" rIns="0" bIns="0"/>
            <a:lstStyle/>
            <a:p>
              <a:endParaRPr lang="en-US"/>
            </a:p>
          </p:txBody>
        </p:sp>
        <p:sp>
          <p:nvSpPr>
            <p:cNvPr id="8208" name="AutoShape 57"/>
            <p:cNvSpPr/>
            <p:nvPr/>
          </p:nvSpPr>
          <p:spPr bwMode="auto">
            <a:xfrm>
              <a:off x="18135600" y="7874000"/>
              <a:ext cx="2917825" cy="2670175"/>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0 h 21600"/>
                <a:gd name="T12" fmla="*/ 0 w 21600"/>
                <a:gd name="T13" fmla="*/ 2147483647 h 21600"/>
                <a:gd name="T14" fmla="*/ 0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14968"/>
                  </a:moveTo>
                  <a:cubicBezTo>
                    <a:pt x="0" y="16428"/>
                    <a:pt x="194" y="17837"/>
                    <a:pt x="548" y="19171"/>
                  </a:cubicBezTo>
                  <a:cubicBezTo>
                    <a:pt x="2686" y="20705"/>
                    <a:pt x="5238" y="21600"/>
                    <a:pt x="7982" y="21600"/>
                  </a:cubicBezTo>
                  <a:cubicBezTo>
                    <a:pt x="15503" y="21600"/>
                    <a:pt x="21600" y="14899"/>
                    <a:pt x="21600" y="6632"/>
                  </a:cubicBezTo>
                  <a:cubicBezTo>
                    <a:pt x="21600" y="5172"/>
                    <a:pt x="21406" y="3763"/>
                    <a:pt x="21052" y="2429"/>
                  </a:cubicBezTo>
                  <a:cubicBezTo>
                    <a:pt x="18914" y="895"/>
                    <a:pt x="16362" y="0"/>
                    <a:pt x="13618" y="0"/>
                  </a:cubicBezTo>
                  <a:cubicBezTo>
                    <a:pt x="6097" y="0"/>
                    <a:pt x="0" y="6701"/>
                    <a:pt x="0" y="14968"/>
                  </a:cubicBezTo>
                  <a:close/>
                  <a:moveTo>
                    <a:pt x="0" y="14968"/>
                  </a:moveTo>
                </a:path>
              </a:pathLst>
            </a:custGeom>
            <a:solidFill>
              <a:srgbClr val="39C9F0"/>
            </a:solidFill>
            <a:ln>
              <a:noFill/>
            </a:ln>
          </p:spPr>
          <p:txBody>
            <a:bodyPr lIns="0" tIns="0" rIns="0" bIns="0"/>
            <a:lstStyle/>
            <a:p>
              <a:endParaRPr lang="en-US"/>
            </a:p>
          </p:txBody>
        </p:sp>
      </p:grpSp>
    </p:spTree>
  </p:cSld>
  <p:clrMapOvr>
    <a:masterClrMapping/>
  </p:clrMapOvr>
  <p:transition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ppt_x"/>
                                          </p:val>
                                        </p:tav>
                                        <p:tav tm="100000">
                                          <p:val>
                                            <p:strVal val="#ppt_x"/>
                                          </p:val>
                                        </p:tav>
                                      </p:tavLst>
                                    </p:anim>
                                    <p:anim calcmode="lin" valueType="num">
                                      <p:cBhvr additive="base">
                                        <p:cTn id="8" dur="20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2000" fill="hold"/>
                                        <p:tgtEl>
                                          <p:spTgt spid="3"/>
                                        </p:tgtEl>
                                        <p:attrNameLst>
                                          <p:attrName>ppt_x</p:attrName>
                                        </p:attrNameLst>
                                      </p:cBhvr>
                                      <p:tavLst>
                                        <p:tav tm="0">
                                          <p:val>
                                            <p:strVal val="#ppt_x"/>
                                          </p:val>
                                        </p:tav>
                                        <p:tav tm="100000">
                                          <p:val>
                                            <p:strVal val="#ppt_x"/>
                                          </p:val>
                                        </p:tav>
                                      </p:tavLst>
                                    </p:anim>
                                    <p:anim calcmode="lin" valueType="num">
                                      <p:cBhvr additive="base">
                                        <p:cTn id="12" dur="2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1000" fill="hold"/>
                                        <p:tgtEl>
                                          <p:spTgt spid="16"/>
                                        </p:tgtEl>
                                        <p:attrNameLst>
                                          <p:attrName>ppt_x</p:attrName>
                                        </p:attrNameLst>
                                      </p:cBhvr>
                                      <p:tavLst>
                                        <p:tav tm="0">
                                          <p:val>
                                            <p:strVal val="#ppt_x"/>
                                          </p:val>
                                        </p:tav>
                                        <p:tav tm="100000">
                                          <p:val>
                                            <p:strVal val="#ppt_x"/>
                                          </p:val>
                                        </p:tav>
                                      </p:tavLst>
                                    </p:anim>
                                    <p:anim calcmode="lin" valueType="num">
                                      <p:cBhvr additive="base">
                                        <p:cTn id="16" dur="10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9"/>
                                        </p:tgtEl>
                                        <p:attrNameLst>
                                          <p:attrName>style.visibility</p:attrName>
                                        </p:attrNameLst>
                                      </p:cBhvr>
                                      <p:to>
                                        <p:strVal val="visible"/>
                                      </p:to>
                                    </p:set>
                                    <p:anim calcmode="lin" valueType="num">
                                      <p:cBhvr additive="base">
                                        <p:cTn id="19" dur="1000" fill="hold"/>
                                        <p:tgtEl>
                                          <p:spTgt spid="139"/>
                                        </p:tgtEl>
                                        <p:attrNameLst>
                                          <p:attrName>ppt_x</p:attrName>
                                        </p:attrNameLst>
                                      </p:cBhvr>
                                      <p:tavLst>
                                        <p:tav tm="0">
                                          <p:val>
                                            <p:strVal val="#ppt_x"/>
                                          </p:val>
                                        </p:tav>
                                        <p:tav tm="100000">
                                          <p:val>
                                            <p:strVal val="#ppt_x"/>
                                          </p:val>
                                        </p:tav>
                                      </p:tavLst>
                                    </p:anim>
                                    <p:anim calcmode="lin" valueType="num">
                                      <p:cBhvr additive="base">
                                        <p:cTn id="20" dur="10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7262"/>
                                        </p:tgtEl>
                                        <p:attrNameLst>
                                          <p:attrName>style.visibility</p:attrName>
                                        </p:attrNameLst>
                                      </p:cBhvr>
                                      <p:to>
                                        <p:strVal val="visible"/>
                                      </p:to>
                                    </p:set>
                                    <p:animEffect transition="in" filter="fade">
                                      <p:cBhvr>
                                        <p:cTn id="25" dur="1000"/>
                                        <p:tgtEl>
                                          <p:spTgt spid="7262"/>
                                        </p:tgtEl>
                                      </p:cBhvr>
                                    </p:animEffect>
                                    <p:anim calcmode="lin" valueType="num">
                                      <p:cBhvr>
                                        <p:cTn id="26" dur="1000" fill="hold"/>
                                        <p:tgtEl>
                                          <p:spTgt spid="7262"/>
                                        </p:tgtEl>
                                        <p:attrNameLst>
                                          <p:attrName>ppt_x</p:attrName>
                                        </p:attrNameLst>
                                      </p:cBhvr>
                                      <p:tavLst>
                                        <p:tav tm="0">
                                          <p:val>
                                            <p:strVal val="#ppt_x"/>
                                          </p:val>
                                        </p:tav>
                                        <p:tav tm="100000">
                                          <p:val>
                                            <p:strVal val="#ppt_x"/>
                                          </p:val>
                                        </p:tav>
                                      </p:tavLst>
                                    </p:anim>
                                    <p:anim calcmode="lin" valueType="num">
                                      <p:cBhvr>
                                        <p:cTn id="27" dur="1000" fill="hold"/>
                                        <p:tgtEl>
                                          <p:spTgt spid="7262"/>
                                        </p:tgtEl>
                                        <p:attrNameLst>
                                          <p:attrName>ppt_y</p:attrName>
                                        </p:attrNameLst>
                                      </p:cBhvr>
                                      <p:tavLst>
                                        <p:tav tm="0">
                                          <p:val>
                                            <p:strVal val="#ppt_y+.1"/>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8270"/>
                                        </p:tgtEl>
                                        <p:attrNameLst>
                                          <p:attrName>style.visibility</p:attrName>
                                        </p:attrNameLst>
                                      </p:cBhvr>
                                      <p:to>
                                        <p:strVal val="visible"/>
                                      </p:to>
                                    </p:set>
                                    <p:anim calcmode="lin" valueType="num">
                                      <p:cBhvr additive="base">
                                        <p:cTn id="30" dur="2000" fill="hold"/>
                                        <p:tgtEl>
                                          <p:spTgt spid="8270"/>
                                        </p:tgtEl>
                                        <p:attrNameLst>
                                          <p:attrName>ppt_x</p:attrName>
                                        </p:attrNameLst>
                                      </p:cBhvr>
                                      <p:tavLst>
                                        <p:tav tm="0">
                                          <p:val>
                                            <p:strVal val="#ppt_x"/>
                                          </p:val>
                                        </p:tav>
                                        <p:tav tm="100000">
                                          <p:val>
                                            <p:strVal val="#ppt_x"/>
                                          </p:val>
                                        </p:tav>
                                      </p:tavLst>
                                    </p:anim>
                                    <p:anim calcmode="lin" valueType="num">
                                      <p:cBhvr additive="base">
                                        <p:cTn id="31" dur="2000" fill="hold"/>
                                        <p:tgtEl>
                                          <p:spTgt spid="8270"/>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8199"/>
                                        </p:tgtEl>
                                        <p:attrNameLst>
                                          <p:attrName>style.visibility</p:attrName>
                                        </p:attrNameLst>
                                      </p:cBhvr>
                                      <p:to>
                                        <p:strVal val="visible"/>
                                      </p:to>
                                    </p:set>
                                    <p:anim calcmode="lin" valueType="num">
                                      <p:cBhvr additive="base">
                                        <p:cTn id="34" dur="2000" fill="hold"/>
                                        <p:tgtEl>
                                          <p:spTgt spid="8199"/>
                                        </p:tgtEl>
                                        <p:attrNameLst>
                                          <p:attrName>ppt_x</p:attrName>
                                        </p:attrNameLst>
                                      </p:cBhvr>
                                      <p:tavLst>
                                        <p:tav tm="0">
                                          <p:val>
                                            <p:strVal val="#ppt_x"/>
                                          </p:val>
                                        </p:tav>
                                        <p:tav tm="100000">
                                          <p:val>
                                            <p:strVal val="#ppt_x"/>
                                          </p:val>
                                        </p:tav>
                                      </p:tavLst>
                                    </p:anim>
                                    <p:anim calcmode="lin" valueType="num">
                                      <p:cBhvr additive="base">
                                        <p:cTn id="35" dur="2000" fill="hold"/>
                                        <p:tgtEl>
                                          <p:spTgt spid="8199"/>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8308"/>
                                        </p:tgtEl>
                                        <p:attrNameLst>
                                          <p:attrName>style.visibility</p:attrName>
                                        </p:attrNameLst>
                                      </p:cBhvr>
                                      <p:to>
                                        <p:strVal val="visible"/>
                                      </p:to>
                                    </p:set>
                                    <p:anim calcmode="lin" valueType="num">
                                      <p:cBhvr additive="base">
                                        <p:cTn id="38" dur="2000" fill="hold"/>
                                        <p:tgtEl>
                                          <p:spTgt spid="8308"/>
                                        </p:tgtEl>
                                        <p:attrNameLst>
                                          <p:attrName>ppt_x</p:attrName>
                                        </p:attrNameLst>
                                      </p:cBhvr>
                                      <p:tavLst>
                                        <p:tav tm="0">
                                          <p:val>
                                            <p:strVal val="#ppt_x"/>
                                          </p:val>
                                        </p:tav>
                                        <p:tav tm="100000">
                                          <p:val>
                                            <p:strVal val="#ppt_x"/>
                                          </p:val>
                                        </p:tav>
                                      </p:tavLst>
                                    </p:anim>
                                    <p:anim calcmode="lin" valueType="num">
                                      <p:cBhvr additive="base">
                                        <p:cTn id="39" dur="2000" fill="hold"/>
                                        <p:tgtEl>
                                          <p:spTgt spid="83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2"/>
          <p:cNvSpPr/>
          <p:nvPr/>
        </p:nvSpPr>
        <p:spPr bwMode="auto">
          <a:xfrm rot="10800000" flipH="1">
            <a:off x="5207000" y="6464300"/>
            <a:ext cx="13600113" cy="3662363"/>
          </a:xfrm>
          <a:custGeom>
            <a:avLst/>
            <a:gdLst>
              <a:gd name="T0" fmla="*/ 2147483647 w 21340"/>
              <a:gd name="T1" fmla="*/ 0 h 21543"/>
              <a:gd name="T2" fmla="*/ 2147483647 w 21340"/>
              <a:gd name="T3" fmla="*/ 2147483647 h 21543"/>
              <a:gd name="T4" fmla="*/ 2147483647 w 21340"/>
              <a:gd name="T5" fmla="*/ 2147483647 h 21543"/>
              <a:gd name="T6" fmla="*/ 0 w 21340"/>
              <a:gd name="T7" fmla="*/ 2147483647 h 215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40" h="21543">
                <a:moveTo>
                  <a:pt x="21333" y="0"/>
                </a:moveTo>
                <a:lnTo>
                  <a:pt x="21333" y="11159"/>
                </a:lnTo>
                <a:cubicBezTo>
                  <a:pt x="21333" y="11159"/>
                  <a:pt x="21600" y="21600"/>
                  <a:pt x="18716" y="21542"/>
                </a:cubicBezTo>
                <a:cubicBezTo>
                  <a:pt x="15852" y="21485"/>
                  <a:pt x="0" y="21198"/>
                  <a:pt x="0" y="21198"/>
                </a:cubicBezTo>
              </a:path>
            </a:pathLst>
          </a:custGeom>
          <a:noFill/>
          <a:ln w="50800" cap="flat">
            <a:solidFill>
              <a:srgbClr val="61768D"/>
            </a:solidFill>
            <a:prstDash val="sysDot"/>
            <a:miter lim="800000"/>
            <a:headEnd type="none" w="med" len="med"/>
            <a:tailEnd type="none" w="med" len="med"/>
          </a:ln>
        </p:spPr>
        <p:txBody>
          <a:bodyPr lIns="0" tIns="0" rIns="0" bIns="0"/>
          <a:lstStyle/>
          <a:p>
            <a:endParaRPr lang="en-US"/>
          </a:p>
        </p:txBody>
      </p:sp>
      <p:sp>
        <p:nvSpPr>
          <p:cNvPr id="8195" name="Freeform 3"/>
          <p:cNvSpPr/>
          <p:nvPr/>
        </p:nvSpPr>
        <p:spPr bwMode="auto">
          <a:xfrm>
            <a:off x="6103938" y="-2438400"/>
            <a:ext cx="6553200" cy="5778500"/>
          </a:xfrm>
          <a:custGeom>
            <a:avLst/>
            <a:gdLst>
              <a:gd name="T0" fmla="*/ 2147483647 w 21067"/>
              <a:gd name="T1" fmla="*/ 0 h 21564"/>
              <a:gd name="T2" fmla="*/ 2147483647 w 21067"/>
              <a:gd name="T3" fmla="*/ 2147483647 h 21564"/>
              <a:gd name="T4" fmla="*/ 2147483647 w 21067"/>
              <a:gd name="T5" fmla="*/ 2147483647 h 21564"/>
              <a:gd name="T6" fmla="*/ 0 w 21067"/>
              <a:gd name="T7" fmla="*/ 2147483647 h 215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067" h="21564">
                <a:moveTo>
                  <a:pt x="21054" y="0"/>
                </a:moveTo>
                <a:lnTo>
                  <a:pt x="21054" y="14977"/>
                </a:lnTo>
                <a:cubicBezTo>
                  <a:pt x="21054" y="14977"/>
                  <a:pt x="21600" y="21600"/>
                  <a:pt x="15690" y="21563"/>
                </a:cubicBezTo>
                <a:cubicBezTo>
                  <a:pt x="9822" y="21527"/>
                  <a:pt x="0" y="21345"/>
                  <a:pt x="0" y="21345"/>
                </a:cubicBezTo>
              </a:path>
            </a:pathLst>
          </a:custGeom>
          <a:noFill/>
          <a:ln w="50800" cap="flat">
            <a:solidFill>
              <a:srgbClr val="61768D"/>
            </a:solidFill>
            <a:prstDash val="sysDot"/>
            <a:miter lim="800000"/>
            <a:headEnd type="none" w="med" len="med"/>
            <a:tailEnd type="none" w="med" len="med"/>
          </a:ln>
        </p:spPr>
        <p:txBody>
          <a:bodyPr lIns="0" tIns="0" rIns="0" bIns="0"/>
          <a:lstStyle/>
          <a:p>
            <a:endParaRPr lang="en-US"/>
          </a:p>
        </p:txBody>
      </p:sp>
      <p:grpSp>
        <p:nvGrpSpPr>
          <p:cNvPr id="8196" name="Group 4"/>
          <p:cNvGrpSpPr/>
          <p:nvPr/>
        </p:nvGrpSpPr>
        <p:grpSpPr bwMode="auto">
          <a:xfrm>
            <a:off x="16764000" y="8597900"/>
            <a:ext cx="9982200" cy="3705225"/>
            <a:chOff x="16764000" y="8597900"/>
            <a:chExt cx="9982200" cy="3705225"/>
          </a:xfrm>
        </p:grpSpPr>
        <p:sp>
          <p:nvSpPr>
            <p:cNvPr id="9364" name="AutoShape 58"/>
            <p:cNvSpPr/>
            <p:nvPr/>
          </p:nvSpPr>
          <p:spPr bwMode="auto">
            <a:xfrm>
              <a:off x="16764000" y="9652000"/>
              <a:ext cx="9979025" cy="2649538"/>
            </a:xfrm>
            <a:custGeom>
              <a:avLst/>
              <a:gdLst>
                <a:gd name="T0" fmla="*/ 0 w 21600"/>
                <a:gd name="T1" fmla="*/ 0 h 21600"/>
                <a:gd name="T2" fmla="*/ 2147483647 w 21600"/>
                <a:gd name="T3" fmla="*/ 2147483647 h 21600"/>
                <a:gd name="T4" fmla="*/ 2147483647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990"/>
                    <a:pt x="4837" y="21600"/>
                    <a:pt x="10800" y="21600"/>
                  </a:cubicBezTo>
                  <a:cubicBezTo>
                    <a:pt x="16763" y="21600"/>
                    <a:pt x="21597" y="11990"/>
                    <a:pt x="21600" y="0"/>
                  </a:cubicBezTo>
                  <a:cubicBezTo>
                    <a:pt x="21600" y="0"/>
                    <a:pt x="0" y="0"/>
                    <a:pt x="0" y="0"/>
                  </a:cubicBezTo>
                  <a:close/>
                  <a:moveTo>
                    <a:pt x="0" y="0"/>
                  </a:moveTo>
                </a:path>
              </a:pathLst>
            </a:custGeom>
            <a:solidFill>
              <a:srgbClr val="E8B62D"/>
            </a:solidFill>
            <a:ln>
              <a:noFill/>
            </a:ln>
          </p:spPr>
          <p:txBody>
            <a:bodyPr lIns="0" tIns="0" rIns="0" bIns="0"/>
            <a:lstStyle/>
            <a:p>
              <a:endParaRPr lang="en-US"/>
            </a:p>
          </p:txBody>
        </p:sp>
        <p:sp>
          <p:nvSpPr>
            <p:cNvPr id="9365" name="AutoShape 59"/>
            <p:cNvSpPr/>
            <p:nvPr/>
          </p:nvSpPr>
          <p:spPr bwMode="auto">
            <a:xfrm>
              <a:off x="18986500" y="9652000"/>
              <a:ext cx="7597775" cy="26511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0 h 21600"/>
                <a:gd name="T10" fmla="*/ 2147483647 w 21600"/>
                <a:gd name="T11" fmla="*/ 0 h 21600"/>
                <a:gd name="T12" fmla="*/ 2147483647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8722" y="0"/>
                  </a:moveTo>
                  <a:cubicBezTo>
                    <a:pt x="18050" y="11017"/>
                    <a:pt x="11983" y="19585"/>
                    <a:pt x="4598" y="19585"/>
                  </a:cubicBezTo>
                  <a:cubicBezTo>
                    <a:pt x="2989" y="19585"/>
                    <a:pt x="1442" y="19187"/>
                    <a:pt x="0" y="18435"/>
                  </a:cubicBezTo>
                  <a:cubicBezTo>
                    <a:pt x="2157" y="20452"/>
                    <a:pt x="4696" y="21600"/>
                    <a:pt x="7414" y="21600"/>
                  </a:cubicBezTo>
                  <a:cubicBezTo>
                    <a:pt x="15246" y="21600"/>
                    <a:pt x="21597" y="11981"/>
                    <a:pt x="21600" y="0"/>
                  </a:cubicBezTo>
                  <a:cubicBezTo>
                    <a:pt x="21600" y="0"/>
                    <a:pt x="18722" y="0"/>
                    <a:pt x="18722" y="0"/>
                  </a:cubicBezTo>
                  <a:close/>
                  <a:moveTo>
                    <a:pt x="18722" y="0"/>
                  </a:moveTo>
                </a:path>
              </a:pathLst>
            </a:custGeom>
            <a:solidFill>
              <a:srgbClr val="CE8724"/>
            </a:solidFill>
            <a:ln>
              <a:noFill/>
            </a:ln>
          </p:spPr>
          <p:txBody>
            <a:bodyPr lIns="0" tIns="0" rIns="0" bIns="0"/>
            <a:lstStyle/>
            <a:p>
              <a:endParaRPr lang="en-US"/>
            </a:p>
          </p:txBody>
        </p:sp>
        <p:sp>
          <p:nvSpPr>
            <p:cNvPr id="9366" name="AutoShape 60"/>
            <p:cNvSpPr/>
            <p:nvPr/>
          </p:nvSpPr>
          <p:spPr bwMode="auto">
            <a:xfrm>
              <a:off x="16764000" y="8597900"/>
              <a:ext cx="9982200" cy="2124075"/>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8D757"/>
            </a:solidFill>
            <a:ln>
              <a:noFill/>
            </a:ln>
          </p:spPr>
          <p:txBody>
            <a:bodyPr lIns="0" tIns="0" rIns="0" bIns="0"/>
            <a:lstStyle/>
            <a:p>
              <a:endParaRPr lang="en-US"/>
            </a:p>
          </p:txBody>
        </p:sp>
      </p:grpSp>
      <p:grpSp>
        <p:nvGrpSpPr>
          <p:cNvPr id="8197" name="Group 81"/>
          <p:cNvGrpSpPr/>
          <p:nvPr/>
        </p:nvGrpSpPr>
        <p:grpSpPr bwMode="auto">
          <a:xfrm>
            <a:off x="19799300" y="6642100"/>
            <a:ext cx="1414463" cy="2960688"/>
            <a:chOff x="0" y="0"/>
            <a:chExt cx="891" cy="1865"/>
          </a:xfrm>
        </p:grpSpPr>
        <p:sp>
          <p:nvSpPr>
            <p:cNvPr id="9344" name="AutoShape 61"/>
            <p:cNvSpPr/>
            <p:nvPr/>
          </p:nvSpPr>
          <p:spPr bwMode="auto">
            <a:xfrm>
              <a:off x="0" y="1464"/>
              <a:ext cx="891" cy="401"/>
            </a:xfrm>
            <a:custGeom>
              <a:avLst/>
              <a:gdLst>
                <a:gd name="T0" fmla="*/ 0 w 21280"/>
                <a:gd name="T1" fmla="*/ 0 h 21597"/>
                <a:gd name="T2" fmla="*/ 0 w 21280"/>
                <a:gd name="T3" fmla="*/ 0 h 21597"/>
                <a:gd name="T4" fmla="*/ 0 w 21280"/>
                <a:gd name="T5" fmla="*/ 0 h 21597"/>
                <a:gd name="T6" fmla="*/ 0 w 21280"/>
                <a:gd name="T7" fmla="*/ 0 h 21597"/>
                <a:gd name="T8" fmla="*/ 0 w 21280"/>
                <a:gd name="T9" fmla="*/ 0 h 21597"/>
                <a:gd name="T10" fmla="*/ 0 w 21280"/>
                <a:gd name="T11" fmla="*/ 0 h 21597"/>
                <a:gd name="T12" fmla="*/ 0 w 21280"/>
                <a:gd name="T13" fmla="*/ 0 h 21597"/>
                <a:gd name="T14" fmla="*/ 0 w 21280"/>
                <a:gd name="T15" fmla="*/ 0 h 21597"/>
                <a:gd name="T16" fmla="*/ 0 w 21280"/>
                <a:gd name="T17" fmla="*/ 0 h 21597"/>
                <a:gd name="T18" fmla="*/ 0 w 21280"/>
                <a:gd name="T19" fmla="*/ 0 h 21597"/>
                <a:gd name="T20" fmla="*/ 0 w 21280"/>
                <a:gd name="T21" fmla="*/ 0 h 21597"/>
                <a:gd name="T22" fmla="*/ 0 w 21280"/>
                <a:gd name="T23" fmla="*/ 0 h 21597"/>
                <a:gd name="T24" fmla="*/ 0 w 21280"/>
                <a:gd name="T25" fmla="*/ 0 h 21597"/>
                <a:gd name="T26" fmla="*/ 0 w 21280"/>
                <a:gd name="T27" fmla="*/ 0 h 21597"/>
                <a:gd name="T28" fmla="*/ 0 w 21280"/>
                <a:gd name="T29" fmla="*/ 0 h 21597"/>
                <a:gd name="T30" fmla="*/ 0 w 21280"/>
                <a:gd name="T31" fmla="*/ 0 h 21597"/>
                <a:gd name="T32" fmla="*/ 0 w 21280"/>
                <a:gd name="T33" fmla="*/ 0 h 21597"/>
                <a:gd name="T34" fmla="*/ 0 w 21280"/>
                <a:gd name="T35" fmla="*/ 0 h 21597"/>
                <a:gd name="T36" fmla="*/ 0 w 21280"/>
                <a:gd name="T37" fmla="*/ 0 h 21597"/>
                <a:gd name="T38" fmla="*/ 0 w 21280"/>
                <a:gd name="T39" fmla="*/ 0 h 21597"/>
                <a:gd name="T40" fmla="*/ 0 w 21280"/>
                <a:gd name="T41" fmla="*/ 0 h 21597"/>
                <a:gd name="T42" fmla="*/ 0 w 21280"/>
                <a:gd name="T43" fmla="*/ 0 h 21597"/>
                <a:gd name="T44" fmla="*/ 0 w 21280"/>
                <a:gd name="T45" fmla="*/ 0 h 21597"/>
                <a:gd name="T46" fmla="*/ 0 w 21280"/>
                <a:gd name="T47" fmla="*/ 0 h 21597"/>
                <a:gd name="T48" fmla="*/ 0 w 21280"/>
                <a:gd name="T49" fmla="*/ 0 h 21597"/>
                <a:gd name="T50" fmla="*/ 0 w 21280"/>
                <a:gd name="T51" fmla="*/ 0 h 21597"/>
                <a:gd name="T52" fmla="*/ 0 w 21280"/>
                <a:gd name="T53" fmla="*/ 0 h 21597"/>
                <a:gd name="T54" fmla="*/ 0 w 21280"/>
                <a:gd name="T55" fmla="*/ 0 h 21597"/>
                <a:gd name="T56" fmla="*/ 0 w 21280"/>
                <a:gd name="T57" fmla="*/ 0 h 21597"/>
                <a:gd name="T58" fmla="*/ 0 w 21280"/>
                <a:gd name="T59" fmla="*/ 0 h 21597"/>
                <a:gd name="T60" fmla="*/ 0 w 21280"/>
                <a:gd name="T61" fmla="*/ 0 h 21597"/>
                <a:gd name="T62" fmla="*/ 0 w 21280"/>
                <a:gd name="T63" fmla="*/ 0 h 21597"/>
                <a:gd name="T64" fmla="*/ 0 w 21280"/>
                <a:gd name="T65" fmla="*/ 0 h 21597"/>
                <a:gd name="T66" fmla="*/ 0 w 21280"/>
                <a:gd name="T67" fmla="*/ 0 h 21597"/>
                <a:gd name="T68" fmla="*/ 0 w 21280"/>
                <a:gd name="T69" fmla="*/ 0 h 21597"/>
                <a:gd name="T70" fmla="*/ 0 w 21280"/>
                <a:gd name="T71" fmla="*/ 0 h 21597"/>
                <a:gd name="T72" fmla="*/ 0 w 21280"/>
                <a:gd name="T73" fmla="*/ 0 h 21597"/>
                <a:gd name="T74" fmla="*/ 0 w 21280"/>
                <a:gd name="T75" fmla="*/ 0 h 21597"/>
                <a:gd name="T76" fmla="*/ 0 w 21280"/>
                <a:gd name="T77" fmla="*/ 0 h 21597"/>
                <a:gd name="T78" fmla="*/ 0 w 21280"/>
                <a:gd name="T79" fmla="*/ 0 h 21597"/>
                <a:gd name="T80" fmla="*/ 0 w 21280"/>
                <a:gd name="T81" fmla="*/ 0 h 21597"/>
                <a:gd name="T82" fmla="*/ 0 w 21280"/>
                <a:gd name="T83" fmla="*/ 0 h 21597"/>
                <a:gd name="T84" fmla="*/ 0 w 21280"/>
                <a:gd name="T85" fmla="*/ 0 h 21597"/>
                <a:gd name="T86" fmla="*/ 0 w 21280"/>
                <a:gd name="T87" fmla="*/ 0 h 21597"/>
                <a:gd name="T88" fmla="*/ 0 w 21280"/>
                <a:gd name="T89" fmla="*/ 0 h 21597"/>
                <a:gd name="T90" fmla="*/ 0 w 21280"/>
                <a:gd name="T91" fmla="*/ 0 h 21597"/>
                <a:gd name="T92" fmla="*/ 0 w 21280"/>
                <a:gd name="T93" fmla="*/ 0 h 21597"/>
                <a:gd name="T94" fmla="*/ 0 w 21280"/>
                <a:gd name="T95" fmla="*/ 0 h 21597"/>
                <a:gd name="T96" fmla="*/ 0 w 21280"/>
                <a:gd name="T97" fmla="*/ 0 h 21597"/>
                <a:gd name="T98" fmla="*/ 0 w 21280"/>
                <a:gd name="T99" fmla="*/ 0 h 21597"/>
                <a:gd name="T100" fmla="*/ 0 w 21280"/>
                <a:gd name="T101" fmla="*/ 0 h 21597"/>
                <a:gd name="T102" fmla="*/ 0 w 21280"/>
                <a:gd name="T103" fmla="*/ 0 h 21597"/>
                <a:gd name="T104" fmla="*/ 0 w 21280"/>
                <a:gd name="T105" fmla="*/ 0 h 21597"/>
                <a:gd name="T106" fmla="*/ 0 w 21280"/>
                <a:gd name="T107" fmla="*/ 0 h 21597"/>
                <a:gd name="T108" fmla="*/ 0 w 21280"/>
                <a:gd name="T109" fmla="*/ 0 h 21597"/>
                <a:gd name="T110" fmla="*/ 0 w 21280"/>
                <a:gd name="T111" fmla="*/ 0 h 21597"/>
                <a:gd name="T112" fmla="*/ 0 w 21280"/>
                <a:gd name="T113" fmla="*/ 0 h 21597"/>
                <a:gd name="T114" fmla="*/ 0 w 21280"/>
                <a:gd name="T115" fmla="*/ 0 h 2159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1280" h="21597">
                  <a:moveTo>
                    <a:pt x="15866" y="8954"/>
                  </a:moveTo>
                  <a:cubicBezTo>
                    <a:pt x="15855" y="8918"/>
                    <a:pt x="15843" y="8881"/>
                    <a:pt x="15831" y="8845"/>
                  </a:cubicBezTo>
                  <a:cubicBezTo>
                    <a:pt x="15843" y="8881"/>
                    <a:pt x="15855" y="8918"/>
                    <a:pt x="15866" y="8954"/>
                  </a:cubicBezTo>
                  <a:close/>
                  <a:moveTo>
                    <a:pt x="15921" y="9134"/>
                  </a:moveTo>
                  <a:cubicBezTo>
                    <a:pt x="15909" y="9096"/>
                    <a:pt x="15898" y="9057"/>
                    <a:pt x="15886" y="9019"/>
                  </a:cubicBezTo>
                  <a:cubicBezTo>
                    <a:pt x="15898" y="9057"/>
                    <a:pt x="15909" y="9096"/>
                    <a:pt x="15921" y="9134"/>
                  </a:cubicBezTo>
                  <a:close/>
                  <a:moveTo>
                    <a:pt x="15986" y="9364"/>
                  </a:moveTo>
                  <a:cubicBezTo>
                    <a:pt x="15970" y="9307"/>
                    <a:pt x="15955" y="9250"/>
                    <a:pt x="15939" y="9195"/>
                  </a:cubicBezTo>
                  <a:cubicBezTo>
                    <a:pt x="15955" y="9250"/>
                    <a:pt x="15970" y="9307"/>
                    <a:pt x="15986" y="9364"/>
                  </a:cubicBezTo>
                  <a:close/>
                  <a:moveTo>
                    <a:pt x="16033" y="9545"/>
                  </a:moveTo>
                  <a:cubicBezTo>
                    <a:pt x="16024" y="9509"/>
                    <a:pt x="16015" y="9474"/>
                    <a:pt x="16006" y="9438"/>
                  </a:cubicBezTo>
                  <a:cubicBezTo>
                    <a:pt x="16015" y="9474"/>
                    <a:pt x="16024" y="9509"/>
                    <a:pt x="16033" y="9545"/>
                  </a:cubicBezTo>
                  <a:close/>
                  <a:moveTo>
                    <a:pt x="16080" y="9733"/>
                  </a:moveTo>
                  <a:cubicBezTo>
                    <a:pt x="16072" y="9699"/>
                    <a:pt x="16063" y="9666"/>
                    <a:pt x="16055" y="9633"/>
                  </a:cubicBezTo>
                  <a:cubicBezTo>
                    <a:pt x="16063" y="9666"/>
                    <a:pt x="16072" y="9699"/>
                    <a:pt x="16080" y="9733"/>
                  </a:cubicBezTo>
                  <a:close/>
                  <a:moveTo>
                    <a:pt x="16124" y="9927"/>
                  </a:moveTo>
                  <a:cubicBezTo>
                    <a:pt x="16117" y="9893"/>
                    <a:pt x="16109" y="9859"/>
                    <a:pt x="16101" y="9825"/>
                  </a:cubicBezTo>
                  <a:cubicBezTo>
                    <a:pt x="16109" y="9859"/>
                    <a:pt x="16117" y="9893"/>
                    <a:pt x="16124" y="9927"/>
                  </a:cubicBezTo>
                  <a:close/>
                  <a:moveTo>
                    <a:pt x="16173" y="10154"/>
                  </a:moveTo>
                  <a:cubicBezTo>
                    <a:pt x="16164" y="10109"/>
                    <a:pt x="16154" y="10064"/>
                    <a:pt x="16145" y="10020"/>
                  </a:cubicBezTo>
                  <a:cubicBezTo>
                    <a:pt x="16154" y="10064"/>
                    <a:pt x="16164" y="10109"/>
                    <a:pt x="16173" y="10154"/>
                  </a:cubicBezTo>
                  <a:close/>
                  <a:moveTo>
                    <a:pt x="16222" y="10409"/>
                  </a:moveTo>
                  <a:cubicBezTo>
                    <a:pt x="16215" y="10369"/>
                    <a:pt x="16207" y="10329"/>
                    <a:pt x="16199" y="10289"/>
                  </a:cubicBezTo>
                  <a:cubicBezTo>
                    <a:pt x="16207" y="10329"/>
                    <a:pt x="16215" y="10369"/>
                    <a:pt x="16222" y="10409"/>
                  </a:cubicBezTo>
                  <a:close/>
                  <a:moveTo>
                    <a:pt x="16259" y="10619"/>
                  </a:moveTo>
                  <a:cubicBezTo>
                    <a:pt x="16253" y="10582"/>
                    <a:pt x="16247" y="10546"/>
                    <a:pt x="16240" y="10509"/>
                  </a:cubicBezTo>
                  <a:cubicBezTo>
                    <a:pt x="16247" y="10546"/>
                    <a:pt x="16253" y="10582"/>
                    <a:pt x="16259" y="10619"/>
                  </a:cubicBezTo>
                  <a:close/>
                  <a:moveTo>
                    <a:pt x="16294" y="10836"/>
                  </a:moveTo>
                  <a:cubicBezTo>
                    <a:pt x="16289" y="10799"/>
                    <a:pt x="16283" y="10761"/>
                    <a:pt x="16277" y="10725"/>
                  </a:cubicBezTo>
                  <a:cubicBezTo>
                    <a:pt x="16283" y="10761"/>
                    <a:pt x="16289" y="10799"/>
                    <a:pt x="16294" y="10836"/>
                  </a:cubicBezTo>
                  <a:close/>
                  <a:moveTo>
                    <a:pt x="15812" y="8787"/>
                  </a:moveTo>
                  <a:cubicBezTo>
                    <a:pt x="15799" y="8745"/>
                    <a:pt x="15785" y="8704"/>
                    <a:pt x="15771" y="8663"/>
                  </a:cubicBezTo>
                  <a:cubicBezTo>
                    <a:pt x="15785" y="8704"/>
                    <a:pt x="15799" y="8745"/>
                    <a:pt x="15812" y="8787"/>
                  </a:cubicBezTo>
                  <a:close/>
                  <a:moveTo>
                    <a:pt x="5585" y="8818"/>
                  </a:moveTo>
                  <a:cubicBezTo>
                    <a:pt x="5593" y="8789"/>
                    <a:pt x="5602" y="8762"/>
                    <a:pt x="5611" y="8734"/>
                  </a:cubicBezTo>
                  <a:cubicBezTo>
                    <a:pt x="5602" y="8762"/>
                    <a:pt x="5593" y="8789"/>
                    <a:pt x="5585" y="8818"/>
                  </a:cubicBezTo>
                  <a:close/>
                  <a:moveTo>
                    <a:pt x="5535" y="8984"/>
                  </a:moveTo>
                  <a:cubicBezTo>
                    <a:pt x="5544" y="8956"/>
                    <a:pt x="5552" y="8928"/>
                    <a:pt x="5560" y="8900"/>
                  </a:cubicBezTo>
                  <a:cubicBezTo>
                    <a:pt x="5552" y="8928"/>
                    <a:pt x="5544" y="8956"/>
                    <a:pt x="5535" y="8984"/>
                  </a:cubicBezTo>
                  <a:close/>
                  <a:moveTo>
                    <a:pt x="5487" y="9159"/>
                  </a:moveTo>
                  <a:cubicBezTo>
                    <a:pt x="5495" y="9129"/>
                    <a:pt x="5503" y="9099"/>
                    <a:pt x="5511" y="9069"/>
                  </a:cubicBezTo>
                  <a:cubicBezTo>
                    <a:pt x="5503" y="9099"/>
                    <a:pt x="5495" y="9129"/>
                    <a:pt x="5487" y="9159"/>
                  </a:cubicBezTo>
                  <a:close/>
                  <a:moveTo>
                    <a:pt x="5423" y="9406"/>
                  </a:moveTo>
                  <a:cubicBezTo>
                    <a:pt x="5437" y="9350"/>
                    <a:pt x="5450" y="9295"/>
                    <a:pt x="5465" y="9241"/>
                  </a:cubicBezTo>
                  <a:cubicBezTo>
                    <a:pt x="5450" y="9295"/>
                    <a:pt x="5437" y="9350"/>
                    <a:pt x="5423" y="9406"/>
                  </a:cubicBezTo>
                  <a:close/>
                  <a:moveTo>
                    <a:pt x="5379" y="9589"/>
                  </a:moveTo>
                  <a:cubicBezTo>
                    <a:pt x="5387" y="9553"/>
                    <a:pt x="5396" y="9519"/>
                    <a:pt x="5404" y="9484"/>
                  </a:cubicBezTo>
                  <a:cubicBezTo>
                    <a:pt x="5396" y="9519"/>
                    <a:pt x="5387" y="9553"/>
                    <a:pt x="5379" y="9589"/>
                  </a:cubicBezTo>
                  <a:close/>
                  <a:moveTo>
                    <a:pt x="5338" y="9778"/>
                  </a:moveTo>
                  <a:cubicBezTo>
                    <a:pt x="5345" y="9743"/>
                    <a:pt x="5352" y="9709"/>
                    <a:pt x="5360" y="9676"/>
                  </a:cubicBezTo>
                  <a:cubicBezTo>
                    <a:pt x="5352" y="9709"/>
                    <a:pt x="5345" y="9743"/>
                    <a:pt x="5338" y="9778"/>
                  </a:cubicBezTo>
                  <a:close/>
                  <a:moveTo>
                    <a:pt x="5297" y="9977"/>
                  </a:moveTo>
                  <a:cubicBezTo>
                    <a:pt x="5304" y="9940"/>
                    <a:pt x="5311" y="9904"/>
                    <a:pt x="5319" y="9867"/>
                  </a:cubicBezTo>
                  <a:cubicBezTo>
                    <a:pt x="5311" y="9904"/>
                    <a:pt x="5304" y="9940"/>
                    <a:pt x="5297" y="9977"/>
                  </a:cubicBezTo>
                  <a:close/>
                  <a:moveTo>
                    <a:pt x="5252" y="10220"/>
                  </a:moveTo>
                  <a:cubicBezTo>
                    <a:pt x="5261" y="10167"/>
                    <a:pt x="5270" y="10114"/>
                    <a:pt x="5280" y="10062"/>
                  </a:cubicBezTo>
                  <a:cubicBezTo>
                    <a:pt x="5270" y="10114"/>
                    <a:pt x="5261" y="10167"/>
                    <a:pt x="5252" y="10220"/>
                  </a:cubicBezTo>
                  <a:close/>
                  <a:moveTo>
                    <a:pt x="5211" y="10459"/>
                  </a:moveTo>
                  <a:cubicBezTo>
                    <a:pt x="5220" y="10404"/>
                    <a:pt x="5229" y="10349"/>
                    <a:pt x="5238" y="10295"/>
                  </a:cubicBezTo>
                  <a:cubicBezTo>
                    <a:pt x="5229" y="10349"/>
                    <a:pt x="5220" y="10404"/>
                    <a:pt x="5211" y="10459"/>
                  </a:cubicBezTo>
                  <a:close/>
                  <a:moveTo>
                    <a:pt x="5179" y="10674"/>
                  </a:moveTo>
                  <a:cubicBezTo>
                    <a:pt x="5186" y="10628"/>
                    <a:pt x="5192" y="10583"/>
                    <a:pt x="5199" y="10539"/>
                  </a:cubicBezTo>
                  <a:cubicBezTo>
                    <a:pt x="5192" y="10583"/>
                    <a:pt x="5186" y="10628"/>
                    <a:pt x="5179" y="10674"/>
                  </a:cubicBezTo>
                  <a:close/>
                  <a:moveTo>
                    <a:pt x="5149" y="10899"/>
                  </a:moveTo>
                  <a:cubicBezTo>
                    <a:pt x="5155" y="10852"/>
                    <a:pt x="5161" y="10805"/>
                    <a:pt x="5167" y="10757"/>
                  </a:cubicBezTo>
                  <a:cubicBezTo>
                    <a:pt x="5161" y="10805"/>
                    <a:pt x="5155" y="10852"/>
                    <a:pt x="5149" y="10899"/>
                  </a:cubicBezTo>
                  <a:close/>
                  <a:moveTo>
                    <a:pt x="5635" y="8656"/>
                  </a:moveTo>
                  <a:cubicBezTo>
                    <a:pt x="5648" y="8616"/>
                    <a:pt x="5662" y="8576"/>
                    <a:pt x="5675" y="8537"/>
                  </a:cubicBezTo>
                  <a:cubicBezTo>
                    <a:pt x="5662" y="8576"/>
                    <a:pt x="5648" y="8616"/>
                    <a:pt x="5635" y="8656"/>
                  </a:cubicBezTo>
                  <a:close/>
                  <a:moveTo>
                    <a:pt x="16321" y="11018"/>
                  </a:moveTo>
                  <a:cubicBezTo>
                    <a:pt x="16323" y="11029"/>
                    <a:pt x="16324" y="11041"/>
                    <a:pt x="16326" y="11052"/>
                  </a:cubicBezTo>
                  <a:cubicBezTo>
                    <a:pt x="16321" y="11015"/>
                    <a:pt x="16316" y="10978"/>
                    <a:pt x="16310" y="10942"/>
                  </a:cubicBezTo>
                  <a:cubicBezTo>
                    <a:pt x="16314" y="10968"/>
                    <a:pt x="16317" y="10993"/>
                    <a:pt x="16321" y="11018"/>
                  </a:cubicBezTo>
                  <a:close/>
                  <a:moveTo>
                    <a:pt x="5136" y="10996"/>
                  </a:moveTo>
                  <a:cubicBezTo>
                    <a:pt x="5134" y="11014"/>
                    <a:pt x="5132" y="11033"/>
                    <a:pt x="5130" y="11052"/>
                  </a:cubicBezTo>
                  <a:cubicBezTo>
                    <a:pt x="5132" y="11033"/>
                    <a:pt x="5134" y="11014"/>
                    <a:pt x="5136" y="10996"/>
                  </a:cubicBezTo>
                  <a:close/>
                  <a:moveTo>
                    <a:pt x="5137" y="10995"/>
                  </a:moveTo>
                  <a:cubicBezTo>
                    <a:pt x="5137" y="10989"/>
                    <a:pt x="5138" y="10983"/>
                    <a:pt x="5139" y="10977"/>
                  </a:cubicBezTo>
                  <a:cubicBezTo>
                    <a:pt x="5138" y="10983"/>
                    <a:pt x="5137" y="10989"/>
                    <a:pt x="5136" y="10995"/>
                  </a:cubicBezTo>
                  <a:cubicBezTo>
                    <a:pt x="5136" y="10995"/>
                    <a:pt x="5137" y="10995"/>
                    <a:pt x="5137" y="10995"/>
                  </a:cubicBezTo>
                  <a:close/>
                  <a:moveTo>
                    <a:pt x="21263" y="5729"/>
                  </a:moveTo>
                  <a:cubicBezTo>
                    <a:pt x="21119" y="8696"/>
                    <a:pt x="18602" y="10619"/>
                    <a:pt x="16341" y="11163"/>
                  </a:cubicBezTo>
                  <a:cubicBezTo>
                    <a:pt x="16343" y="11178"/>
                    <a:pt x="16345" y="11194"/>
                    <a:pt x="16347" y="11210"/>
                  </a:cubicBezTo>
                  <a:cubicBezTo>
                    <a:pt x="16353" y="11258"/>
                    <a:pt x="16359" y="11306"/>
                    <a:pt x="16365" y="11354"/>
                  </a:cubicBezTo>
                  <a:cubicBezTo>
                    <a:pt x="16370" y="11391"/>
                    <a:pt x="16374" y="11428"/>
                    <a:pt x="16378" y="11466"/>
                  </a:cubicBezTo>
                  <a:cubicBezTo>
                    <a:pt x="16383" y="11508"/>
                    <a:pt x="16387" y="11552"/>
                    <a:pt x="16392" y="11595"/>
                  </a:cubicBezTo>
                  <a:cubicBezTo>
                    <a:pt x="16396" y="11637"/>
                    <a:pt x="16401" y="11679"/>
                    <a:pt x="16405" y="11722"/>
                  </a:cubicBezTo>
                  <a:cubicBezTo>
                    <a:pt x="16409" y="11769"/>
                    <a:pt x="16414" y="11817"/>
                    <a:pt x="16418" y="11864"/>
                  </a:cubicBezTo>
                  <a:cubicBezTo>
                    <a:pt x="16421" y="11899"/>
                    <a:pt x="16424" y="11934"/>
                    <a:pt x="16427" y="11970"/>
                  </a:cubicBezTo>
                  <a:cubicBezTo>
                    <a:pt x="16432" y="12027"/>
                    <a:pt x="16436" y="12086"/>
                    <a:pt x="16441" y="12145"/>
                  </a:cubicBezTo>
                  <a:cubicBezTo>
                    <a:pt x="16443" y="12170"/>
                    <a:pt x="16445" y="12196"/>
                    <a:pt x="16447" y="12221"/>
                  </a:cubicBezTo>
                  <a:cubicBezTo>
                    <a:pt x="16451" y="12291"/>
                    <a:pt x="16455" y="12362"/>
                    <a:pt x="16460" y="12433"/>
                  </a:cubicBezTo>
                  <a:cubicBezTo>
                    <a:pt x="16461" y="12456"/>
                    <a:pt x="16463" y="12480"/>
                    <a:pt x="16464" y="12504"/>
                  </a:cubicBezTo>
                  <a:cubicBezTo>
                    <a:pt x="16468" y="12578"/>
                    <a:pt x="16472" y="12654"/>
                    <a:pt x="16475" y="12729"/>
                  </a:cubicBezTo>
                  <a:cubicBezTo>
                    <a:pt x="16475" y="12749"/>
                    <a:pt x="16476" y="12769"/>
                    <a:pt x="16477" y="12789"/>
                  </a:cubicBezTo>
                  <a:cubicBezTo>
                    <a:pt x="16480" y="12870"/>
                    <a:pt x="16483" y="12951"/>
                    <a:pt x="16485" y="13033"/>
                  </a:cubicBezTo>
                  <a:cubicBezTo>
                    <a:pt x="16486" y="13047"/>
                    <a:pt x="16600" y="13060"/>
                    <a:pt x="16601" y="13074"/>
                  </a:cubicBezTo>
                  <a:cubicBezTo>
                    <a:pt x="16603" y="13164"/>
                    <a:pt x="16721" y="13254"/>
                    <a:pt x="16721" y="13345"/>
                  </a:cubicBezTo>
                  <a:lnTo>
                    <a:pt x="16721" y="13246"/>
                  </a:lnTo>
                  <a:lnTo>
                    <a:pt x="16492" y="13246"/>
                  </a:lnTo>
                  <a:cubicBezTo>
                    <a:pt x="16493" y="13246"/>
                    <a:pt x="16492" y="13485"/>
                    <a:pt x="16491" y="13579"/>
                  </a:cubicBezTo>
                  <a:cubicBezTo>
                    <a:pt x="16490" y="13605"/>
                    <a:pt x="16488" y="13655"/>
                    <a:pt x="16488" y="13681"/>
                  </a:cubicBezTo>
                  <a:cubicBezTo>
                    <a:pt x="16486" y="13749"/>
                    <a:pt x="16483" y="13827"/>
                    <a:pt x="16480" y="13894"/>
                  </a:cubicBezTo>
                  <a:cubicBezTo>
                    <a:pt x="16478" y="13923"/>
                    <a:pt x="16476" y="13958"/>
                    <a:pt x="16474" y="13987"/>
                  </a:cubicBezTo>
                  <a:cubicBezTo>
                    <a:pt x="16470" y="14050"/>
                    <a:pt x="16466" y="14116"/>
                    <a:pt x="16461" y="14177"/>
                  </a:cubicBezTo>
                  <a:cubicBezTo>
                    <a:pt x="16458" y="14206"/>
                    <a:pt x="16455" y="14236"/>
                    <a:pt x="16452" y="14264"/>
                  </a:cubicBezTo>
                  <a:cubicBezTo>
                    <a:pt x="16446" y="14327"/>
                    <a:pt x="16440" y="14389"/>
                    <a:pt x="16433" y="14450"/>
                  </a:cubicBezTo>
                  <a:cubicBezTo>
                    <a:pt x="16429" y="14477"/>
                    <a:pt x="16426" y="14503"/>
                    <a:pt x="16422" y="14530"/>
                  </a:cubicBezTo>
                  <a:cubicBezTo>
                    <a:pt x="16414" y="14593"/>
                    <a:pt x="16406" y="14656"/>
                    <a:pt x="16396" y="14718"/>
                  </a:cubicBezTo>
                  <a:cubicBezTo>
                    <a:pt x="16392" y="14741"/>
                    <a:pt x="16389" y="14765"/>
                    <a:pt x="16385" y="14788"/>
                  </a:cubicBezTo>
                  <a:cubicBezTo>
                    <a:pt x="16374" y="14854"/>
                    <a:pt x="16363" y="14918"/>
                    <a:pt x="16350" y="14983"/>
                  </a:cubicBezTo>
                  <a:cubicBezTo>
                    <a:pt x="16347" y="15002"/>
                    <a:pt x="16343" y="15021"/>
                    <a:pt x="16339" y="15041"/>
                  </a:cubicBezTo>
                  <a:cubicBezTo>
                    <a:pt x="16326" y="15110"/>
                    <a:pt x="16311" y="15178"/>
                    <a:pt x="16296" y="15247"/>
                  </a:cubicBezTo>
                  <a:cubicBezTo>
                    <a:pt x="16293" y="15260"/>
                    <a:pt x="16290" y="15274"/>
                    <a:pt x="16287" y="15288"/>
                  </a:cubicBezTo>
                  <a:cubicBezTo>
                    <a:pt x="16269" y="15363"/>
                    <a:pt x="16306" y="15459"/>
                    <a:pt x="16287" y="15533"/>
                  </a:cubicBezTo>
                  <a:cubicBezTo>
                    <a:pt x="16286" y="15537"/>
                    <a:pt x="16339" y="15568"/>
                    <a:pt x="16339" y="15568"/>
                  </a:cubicBezTo>
                  <a:lnTo>
                    <a:pt x="16339" y="15544"/>
                  </a:lnTo>
                  <a:cubicBezTo>
                    <a:pt x="15766" y="17261"/>
                    <a:pt x="14859" y="18410"/>
                    <a:pt x="13882" y="19271"/>
                  </a:cubicBezTo>
                  <a:lnTo>
                    <a:pt x="13872" y="19271"/>
                  </a:lnTo>
                  <a:cubicBezTo>
                    <a:pt x="13868" y="19271"/>
                    <a:pt x="13860" y="19385"/>
                    <a:pt x="13856" y="19389"/>
                  </a:cubicBezTo>
                  <a:cubicBezTo>
                    <a:pt x="13825" y="19420"/>
                    <a:pt x="13790" y="19505"/>
                    <a:pt x="13758" y="19535"/>
                  </a:cubicBezTo>
                  <a:cubicBezTo>
                    <a:pt x="13745" y="19548"/>
                    <a:pt x="13731" y="19588"/>
                    <a:pt x="13717" y="19601"/>
                  </a:cubicBezTo>
                  <a:cubicBezTo>
                    <a:pt x="13682" y="19634"/>
                    <a:pt x="13646" y="19681"/>
                    <a:pt x="13610" y="19714"/>
                  </a:cubicBezTo>
                  <a:cubicBezTo>
                    <a:pt x="13601" y="19722"/>
                    <a:pt x="13591" y="19738"/>
                    <a:pt x="13582" y="19747"/>
                  </a:cubicBezTo>
                  <a:cubicBezTo>
                    <a:pt x="13540" y="19785"/>
                    <a:pt x="13498" y="19826"/>
                    <a:pt x="13456" y="19863"/>
                  </a:cubicBezTo>
                  <a:cubicBezTo>
                    <a:pt x="13453" y="19866"/>
                    <a:pt x="13450" y="19870"/>
                    <a:pt x="13447" y="19873"/>
                  </a:cubicBezTo>
                  <a:cubicBezTo>
                    <a:pt x="13172" y="20117"/>
                    <a:pt x="12900" y="20334"/>
                    <a:pt x="12642" y="20525"/>
                  </a:cubicBezTo>
                  <a:cubicBezTo>
                    <a:pt x="12641" y="20526"/>
                    <a:pt x="12640" y="20526"/>
                    <a:pt x="12639" y="20527"/>
                  </a:cubicBezTo>
                  <a:cubicBezTo>
                    <a:pt x="12597" y="20557"/>
                    <a:pt x="12556" y="20588"/>
                    <a:pt x="12515" y="20617"/>
                  </a:cubicBezTo>
                  <a:cubicBezTo>
                    <a:pt x="12512" y="20620"/>
                    <a:pt x="12508" y="20622"/>
                    <a:pt x="12505" y="20625"/>
                  </a:cubicBezTo>
                  <a:cubicBezTo>
                    <a:pt x="12467" y="20652"/>
                    <a:pt x="12429" y="20679"/>
                    <a:pt x="12391" y="20705"/>
                  </a:cubicBezTo>
                  <a:cubicBezTo>
                    <a:pt x="12386" y="20708"/>
                    <a:pt x="12381" y="20712"/>
                    <a:pt x="12376" y="20715"/>
                  </a:cubicBezTo>
                  <a:cubicBezTo>
                    <a:pt x="12340" y="20740"/>
                    <a:pt x="12305" y="20764"/>
                    <a:pt x="12270" y="20788"/>
                  </a:cubicBezTo>
                  <a:cubicBezTo>
                    <a:pt x="12263" y="20792"/>
                    <a:pt x="12257" y="20797"/>
                    <a:pt x="12251" y="20800"/>
                  </a:cubicBezTo>
                  <a:cubicBezTo>
                    <a:pt x="12218" y="20823"/>
                    <a:pt x="12184" y="20846"/>
                    <a:pt x="12151" y="20868"/>
                  </a:cubicBezTo>
                  <a:cubicBezTo>
                    <a:pt x="12144" y="20872"/>
                    <a:pt x="12137" y="20876"/>
                    <a:pt x="12130" y="20881"/>
                  </a:cubicBezTo>
                  <a:cubicBezTo>
                    <a:pt x="12099" y="20902"/>
                    <a:pt x="12067" y="20923"/>
                    <a:pt x="12036" y="20942"/>
                  </a:cubicBezTo>
                  <a:cubicBezTo>
                    <a:pt x="12029" y="20947"/>
                    <a:pt x="12022" y="20952"/>
                    <a:pt x="12014" y="20956"/>
                  </a:cubicBezTo>
                  <a:cubicBezTo>
                    <a:pt x="11984" y="20976"/>
                    <a:pt x="11954" y="20995"/>
                    <a:pt x="11924" y="21013"/>
                  </a:cubicBezTo>
                  <a:cubicBezTo>
                    <a:pt x="11917" y="21018"/>
                    <a:pt x="11910" y="21023"/>
                    <a:pt x="11902" y="21027"/>
                  </a:cubicBezTo>
                  <a:cubicBezTo>
                    <a:pt x="11873" y="21045"/>
                    <a:pt x="11845" y="21063"/>
                    <a:pt x="11817" y="21080"/>
                  </a:cubicBezTo>
                  <a:cubicBezTo>
                    <a:pt x="11809" y="21085"/>
                    <a:pt x="11802" y="21089"/>
                    <a:pt x="11794" y="21094"/>
                  </a:cubicBezTo>
                  <a:cubicBezTo>
                    <a:pt x="11767" y="21111"/>
                    <a:pt x="11740" y="21127"/>
                    <a:pt x="11713" y="21142"/>
                  </a:cubicBezTo>
                  <a:cubicBezTo>
                    <a:pt x="11706" y="21147"/>
                    <a:pt x="11698" y="21152"/>
                    <a:pt x="11691" y="21156"/>
                  </a:cubicBezTo>
                  <a:cubicBezTo>
                    <a:pt x="11665" y="21171"/>
                    <a:pt x="11639" y="21187"/>
                    <a:pt x="11614" y="21201"/>
                  </a:cubicBezTo>
                  <a:cubicBezTo>
                    <a:pt x="11607" y="21205"/>
                    <a:pt x="11599" y="21210"/>
                    <a:pt x="11592" y="21214"/>
                  </a:cubicBezTo>
                  <a:cubicBezTo>
                    <a:pt x="11568" y="21228"/>
                    <a:pt x="11544" y="21242"/>
                    <a:pt x="11520" y="21256"/>
                  </a:cubicBezTo>
                  <a:cubicBezTo>
                    <a:pt x="11513" y="21260"/>
                    <a:pt x="11506" y="21264"/>
                    <a:pt x="11498" y="21268"/>
                  </a:cubicBezTo>
                  <a:cubicBezTo>
                    <a:pt x="11475" y="21281"/>
                    <a:pt x="11453" y="21294"/>
                    <a:pt x="11431" y="21306"/>
                  </a:cubicBezTo>
                  <a:cubicBezTo>
                    <a:pt x="11424" y="21310"/>
                    <a:pt x="11417" y="21313"/>
                    <a:pt x="11410" y="21317"/>
                  </a:cubicBezTo>
                  <a:cubicBezTo>
                    <a:pt x="11389" y="21329"/>
                    <a:pt x="11368" y="21341"/>
                    <a:pt x="11347" y="21352"/>
                  </a:cubicBezTo>
                  <a:cubicBezTo>
                    <a:pt x="11340" y="21356"/>
                    <a:pt x="11334" y="21359"/>
                    <a:pt x="11327" y="21363"/>
                  </a:cubicBezTo>
                  <a:cubicBezTo>
                    <a:pt x="11307" y="21374"/>
                    <a:pt x="11288" y="21384"/>
                    <a:pt x="11269" y="21394"/>
                  </a:cubicBezTo>
                  <a:cubicBezTo>
                    <a:pt x="11263" y="21398"/>
                    <a:pt x="11256" y="21401"/>
                    <a:pt x="11250" y="21404"/>
                  </a:cubicBezTo>
                  <a:cubicBezTo>
                    <a:pt x="11232" y="21414"/>
                    <a:pt x="11214" y="21423"/>
                    <a:pt x="11196" y="21432"/>
                  </a:cubicBezTo>
                  <a:cubicBezTo>
                    <a:pt x="11191" y="21435"/>
                    <a:pt x="11185" y="21438"/>
                    <a:pt x="11179" y="21442"/>
                  </a:cubicBezTo>
                  <a:cubicBezTo>
                    <a:pt x="11162" y="21450"/>
                    <a:pt x="11146" y="21459"/>
                    <a:pt x="11130" y="21466"/>
                  </a:cubicBezTo>
                  <a:cubicBezTo>
                    <a:pt x="11124" y="21469"/>
                    <a:pt x="11119" y="21472"/>
                    <a:pt x="11115" y="21474"/>
                  </a:cubicBezTo>
                  <a:cubicBezTo>
                    <a:pt x="11099" y="21482"/>
                    <a:pt x="11084" y="21490"/>
                    <a:pt x="11069" y="21497"/>
                  </a:cubicBezTo>
                  <a:cubicBezTo>
                    <a:pt x="11065" y="21499"/>
                    <a:pt x="11061" y="21501"/>
                    <a:pt x="11056" y="21503"/>
                  </a:cubicBezTo>
                  <a:cubicBezTo>
                    <a:pt x="11042" y="21511"/>
                    <a:pt x="11029" y="21517"/>
                    <a:pt x="11017" y="21523"/>
                  </a:cubicBezTo>
                  <a:cubicBezTo>
                    <a:pt x="11013" y="21525"/>
                    <a:pt x="11009" y="21527"/>
                    <a:pt x="11005" y="21529"/>
                  </a:cubicBezTo>
                  <a:cubicBezTo>
                    <a:pt x="10993" y="21535"/>
                    <a:pt x="10981" y="21540"/>
                    <a:pt x="10970" y="21545"/>
                  </a:cubicBezTo>
                  <a:cubicBezTo>
                    <a:pt x="10967" y="21547"/>
                    <a:pt x="10964" y="21549"/>
                    <a:pt x="10961" y="21550"/>
                  </a:cubicBezTo>
                  <a:cubicBezTo>
                    <a:pt x="10950" y="21555"/>
                    <a:pt x="10941" y="21559"/>
                    <a:pt x="10931" y="21564"/>
                  </a:cubicBezTo>
                  <a:cubicBezTo>
                    <a:pt x="10929" y="21565"/>
                    <a:pt x="10926" y="21566"/>
                    <a:pt x="10924" y="21568"/>
                  </a:cubicBezTo>
                  <a:cubicBezTo>
                    <a:pt x="10915" y="21572"/>
                    <a:pt x="10908" y="21575"/>
                    <a:pt x="10901" y="21578"/>
                  </a:cubicBezTo>
                  <a:cubicBezTo>
                    <a:pt x="10899" y="21579"/>
                    <a:pt x="10896" y="21580"/>
                    <a:pt x="10895" y="21581"/>
                  </a:cubicBezTo>
                  <a:cubicBezTo>
                    <a:pt x="10889" y="21584"/>
                    <a:pt x="10884" y="21586"/>
                    <a:pt x="10880" y="21588"/>
                  </a:cubicBezTo>
                  <a:cubicBezTo>
                    <a:pt x="10878" y="21589"/>
                    <a:pt x="10875" y="21590"/>
                    <a:pt x="10873" y="21591"/>
                  </a:cubicBezTo>
                  <a:cubicBezTo>
                    <a:pt x="10870" y="21593"/>
                    <a:pt x="10868" y="21593"/>
                    <a:pt x="10865" y="21595"/>
                  </a:cubicBezTo>
                  <a:cubicBezTo>
                    <a:pt x="10864" y="21595"/>
                    <a:pt x="10862" y="21596"/>
                    <a:pt x="10861" y="21597"/>
                  </a:cubicBezTo>
                  <a:cubicBezTo>
                    <a:pt x="10858" y="21598"/>
                    <a:pt x="10856" y="21514"/>
                    <a:pt x="10856" y="21514"/>
                  </a:cubicBezTo>
                  <a:cubicBezTo>
                    <a:pt x="10856" y="21514"/>
                    <a:pt x="10850" y="21422"/>
                    <a:pt x="10839" y="21422"/>
                  </a:cubicBezTo>
                  <a:cubicBezTo>
                    <a:pt x="10838" y="21422"/>
                    <a:pt x="10838" y="21422"/>
                    <a:pt x="10838" y="21422"/>
                  </a:cubicBezTo>
                  <a:cubicBezTo>
                    <a:pt x="10832" y="21422"/>
                    <a:pt x="10826" y="21501"/>
                    <a:pt x="10818" y="21498"/>
                  </a:cubicBezTo>
                  <a:cubicBezTo>
                    <a:pt x="10816" y="21497"/>
                    <a:pt x="10813" y="21537"/>
                    <a:pt x="10811" y="21536"/>
                  </a:cubicBezTo>
                  <a:cubicBezTo>
                    <a:pt x="10804" y="21533"/>
                    <a:pt x="10797" y="21551"/>
                    <a:pt x="10788" y="21547"/>
                  </a:cubicBezTo>
                  <a:cubicBezTo>
                    <a:pt x="10786" y="21546"/>
                    <a:pt x="10782" y="21555"/>
                    <a:pt x="10779" y="21553"/>
                  </a:cubicBezTo>
                  <a:cubicBezTo>
                    <a:pt x="10771" y="21549"/>
                    <a:pt x="10761" y="21551"/>
                    <a:pt x="10751" y="21546"/>
                  </a:cubicBezTo>
                  <a:cubicBezTo>
                    <a:pt x="10748" y="21544"/>
                    <a:pt x="10744" y="21545"/>
                    <a:pt x="10740" y="21543"/>
                  </a:cubicBezTo>
                  <a:cubicBezTo>
                    <a:pt x="10729" y="21539"/>
                    <a:pt x="10718" y="21535"/>
                    <a:pt x="10707" y="21529"/>
                  </a:cubicBezTo>
                  <a:cubicBezTo>
                    <a:pt x="10702" y="21527"/>
                    <a:pt x="10698" y="21526"/>
                    <a:pt x="10693" y="21524"/>
                  </a:cubicBezTo>
                  <a:cubicBezTo>
                    <a:pt x="10681" y="21518"/>
                    <a:pt x="10668" y="21512"/>
                    <a:pt x="10655" y="21505"/>
                  </a:cubicBezTo>
                  <a:cubicBezTo>
                    <a:pt x="10650" y="21503"/>
                    <a:pt x="10644" y="21501"/>
                    <a:pt x="10639" y="21498"/>
                  </a:cubicBezTo>
                  <a:cubicBezTo>
                    <a:pt x="10625" y="21491"/>
                    <a:pt x="10611" y="21484"/>
                    <a:pt x="10596" y="21477"/>
                  </a:cubicBezTo>
                  <a:cubicBezTo>
                    <a:pt x="10590" y="21474"/>
                    <a:pt x="10585" y="21471"/>
                    <a:pt x="10579" y="21468"/>
                  </a:cubicBezTo>
                  <a:cubicBezTo>
                    <a:pt x="10563" y="21461"/>
                    <a:pt x="10547" y="21453"/>
                    <a:pt x="10530" y="21444"/>
                  </a:cubicBezTo>
                  <a:cubicBezTo>
                    <a:pt x="10524" y="21441"/>
                    <a:pt x="10518" y="21438"/>
                    <a:pt x="10511" y="21435"/>
                  </a:cubicBezTo>
                  <a:cubicBezTo>
                    <a:pt x="10494" y="21426"/>
                    <a:pt x="10477" y="21417"/>
                    <a:pt x="10459" y="21408"/>
                  </a:cubicBezTo>
                  <a:cubicBezTo>
                    <a:pt x="10452" y="21404"/>
                    <a:pt x="10445" y="21400"/>
                    <a:pt x="10438" y="21397"/>
                  </a:cubicBezTo>
                  <a:cubicBezTo>
                    <a:pt x="10419" y="21387"/>
                    <a:pt x="10400" y="21377"/>
                    <a:pt x="10381" y="21367"/>
                  </a:cubicBezTo>
                  <a:cubicBezTo>
                    <a:pt x="10373" y="21363"/>
                    <a:pt x="10366" y="21359"/>
                    <a:pt x="10358" y="21355"/>
                  </a:cubicBezTo>
                  <a:cubicBezTo>
                    <a:pt x="10338" y="21345"/>
                    <a:pt x="10318" y="21334"/>
                    <a:pt x="10297" y="21322"/>
                  </a:cubicBezTo>
                  <a:cubicBezTo>
                    <a:pt x="10289" y="21318"/>
                    <a:pt x="10281" y="21314"/>
                    <a:pt x="10273" y="21310"/>
                  </a:cubicBezTo>
                  <a:cubicBezTo>
                    <a:pt x="10252" y="21298"/>
                    <a:pt x="10230" y="21286"/>
                    <a:pt x="10207" y="21274"/>
                  </a:cubicBezTo>
                  <a:cubicBezTo>
                    <a:pt x="10199" y="21269"/>
                    <a:pt x="10191" y="21264"/>
                    <a:pt x="10183" y="21260"/>
                  </a:cubicBezTo>
                  <a:cubicBezTo>
                    <a:pt x="10160" y="21248"/>
                    <a:pt x="10137" y="21234"/>
                    <a:pt x="10113" y="21221"/>
                  </a:cubicBezTo>
                  <a:cubicBezTo>
                    <a:pt x="10104" y="21216"/>
                    <a:pt x="10096" y="21211"/>
                    <a:pt x="10087" y="21206"/>
                  </a:cubicBezTo>
                  <a:cubicBezTo>
                    <a:pt x="10063" y="21192"/>
                    <a:pt x="10039" y="21178"/>
                    <a:pt x="10014" y="21164"/>
                  </a:cubicBezTo>
                  <a:cubicBezTo>
                    <a:pt x="10004" y="21159"/>
                    <a:pt x="9995" y="21154"/>
                    <a:pt x="9986" y="21148"/>
                  </a:cubicBezTo>
                  <a:cubicBezTo>
                    <a:pt x="9961" y="21134"/>
                    <a:pt x="9935" y="21119"/>
                    <a:pt x="9909" y="21103"/>
                  </a:cubicBezTo>
                  <a:cubicBezTo>
                    <a:pt x="9900" y="21097"/>
                    <a:pt x="9890" y="21092"/>
                    <a:pt x="9881" y="21087"/>
                  </a:cubicBezTo>
                  <a:cubicBezTo>
                    <a:pt x="9854" y="21071"/>
                    <a:pt x="9827" y="21054"/>
                    <a:pt x="9800" y="21038"/>
                  </a:cubicBezTo>
                  <a:cubicBezTo>
                    <a:pt x="9791" y="21032"/>
                    <a:pt x="9781" y="21026"/>
                    <a:pt x="9772" y="21021"/>
                  </a:cubicBezTo>
                  <a:cubicBezTo>
                    <a:pt x="9744" y="21003"/>
                    <a:pt x="9716" y="20986"/>
                    <a:pt x="9687" y="20968"/>
                  </a:cubicBezTo>
                  <a:cubicBezTo>
                    <a:pt x="9677" y="20962"/>
                    <a:pt x="9668" y="20956"/>
                    <a:pt x="9658" y="20950"/>
                  </a:cubicBezTo>
                  <a:cubicBezTo>
                    <a:pt x="9629" y="20932"/>
                    <a:pt x="9600" y="20913"/>
                    <a:pt x="9570" y="20894"/>
                  </a:cubicBezTo>
                  <a:cubicBezTo>
                    <a:pt x="9560" y="20888"/>
                    <a:pt x="9551" y="20882"/>
                    <a:pt x="9541" y="20876"/>
                  </a:cubicBezTo>
                  <a:cubicBezTo>
                    <a:pt x="9511" y="20856"/>
                    <a:pt x="9480" y="20836"/>
                    <a:pt x="9449" y="20816"/>
                  </a:cubicBezTo>
                  <a:cubicBezTo>
                    <a:pt x="9439" y="20810"/>
                    <a:pt x="9430" y="20804"/>
                    <a:pt x="9421" y="20798"/>
                  </a:cubicBezTo>
                  <a:cubicBezTo>
                    <a:pt x="9389" y="20776"/>
                    <a:pt x="9356" y="20755"/>
                    <a:pt x="9324" y="20733"/>
                  </a:cubicBezTo>
                  <a:cubicBezTo>
                    <a:pt x="9315" y="20727"/>
                    <a:pt x="9306" y="20721"/>
                    <a:pt x="9297" y="20715"/>
                  </a:cubicBezTo>
                  <a:cubicBezTo>
                    <a:pt x="9263" y="20692"/>
                    <a:pt x="9229" y="20668"/>
                    <a:pt x="9195" y="20645"/>
                  </a:cubicBezTo>
                  <a:cubicBezTo>
                    <a:pt x="9187" y="20639"/>
                    <a:pt x="9179" y="20634"/>
                    <a:pt x="9171" y="20628"/>
                  </a:cubicBezTo>
                  <a:cubicBezTo>
                    <a:pt x="9134" y="20603"/>
                    <a:pt x="9098" y="20577"/>
                    <a:pt x="9061" y="20551"/>
                  </a:cubicBezTo>
                  <a:cubicBezTo>
                    <a:pt x="9055" y="20546"/>
                    <a:pt x="9048" y="20542"/>
                    <a:pt x="9042" y="20537"/>
                  </a:cubicBezTo>
                  <a:cubicBezTo>
                    <a:pt x="9002" y="20509"/>
                    <a:pt x="8962" y="20480"/>
                    <a:pt x="8922" y="20450"/>
                  </a:cubicBezTo>
                  <a:cubicBezTo>
                    <a:pt x="8918" y="20447"/>
                    <a:pt x="8914" y="20444"/>
                    <a:pt x="8911" y="20442"/>
                  </a:cubicBezTo>
                  <a:cubicBezTo>
                    <a:pt x="8733" y="20311"/>
                    <a:pt x="8550" y="20168"/>
                    <a:pt x="8364" y="20014"/>
                  </a:cubicBezTo>
                  <a:cubicBezTo>
                    <a:pt x="8357" y="20009"/>
                    <a:pt x="8350" y="20003"/>
                    <a:pt x="8343" y="19997"/>
                  </a:cubicBezTo>
                  <a:cubicBezTo>
                    <a:pt x="8305" y="19964"/>
                    <a:pt x="8266" y="19931"/>
                    <a:pt x="8227" y="19899"/>
                  </a:cubicBezTo>
                  <a:cubicBezTo>
                    <a:pt x="8213" y="19886"/>
                    <a:pt x="8198" y="19873"/>
                    <a:pt x="8184" y="19860"/>
                  </a:cubicBezTo>
                  <a:cubicBezTo>
                    <a:pt x="8152" y="19833"/>
                    <a:pt x="8121" y="19806"/>
                    <a:pt x="8090" y="19778"/>
                  </a:cubicBezTo>
                  <a:cubicBezTo>
                    <a:pt x="8071" y="19762"/>
                    <a:pt x="8053" y="19745"/>
                    <a:pt x="8035" y="19729"/>
                  </a:cubicBezTo>
                  <a:cubicBezTo>
                    <a:pt x="8007" y="19704"/>
                    <a:pt x="7979" y="19679"/>
                    <a:pt x="7952" y="19654"/>
                  </a:cubicBezTo>
                  <a:cubicBezTo>
                    <a:pt x="7931" y="19635"/>
                    <a:pt x="7910" y="19615"/>
                    <a:pt x="7890" y="19596"/>
                  </a:cubicBezTo>
                  <a:cubicBezTo>
                    <a:pt x="7864" y="19572"/>
                    <a:pt x="7839" y="19428"/>
                    <a:pt x="7814" y="19405"/>
                  </a:cubicBezTo>
                  <a:cubicBezTo>
                    <a:pt x="7809" y="19400"/>
                    <a:pt x="7804" y="19271"/>
                    <a:pt x="7799" y="19271"/>
                  </a:cubicBezTo>
                  <a:cubicBezTo>
                    <a:pt x="7799" y="19271"/>
                    <a:pt x="7800" y="19271"/>
                    <a:pt x="7800" y="19271"/>
                  </a:cubicBezTo>
                  <a:cubicBezTo>
                    <a:pt x="6799" y="17980"/>
                    <a:pt x="5820" y="17134"/>
                    <a:pt x="5334" y="15446"/>
                  </a:cubicBezTo>
                  <a:cubicBezTo>
                    <a:pt x="5334" y="15446"/>
                    <a:pt x="5333" y="15506"/>
                    <a:pt x="5333" y="15506"/>
                  </a:cubicBezTo>
                  <a:cubicBezTo>
                    <a:pt x="5326" y="15482"/>
                    <a:pt x="5319" y="15486"/>
                    <a:pt x="5312" y="15460"/>
                  </a:cubicBezTo>
                  <a:cubicBezTo>
                    <a:pt x="5300" y="15418"/>
                    <a:pt x="5288" y="15389"/>
                    <a:pt x="5277" y="15344"/>
                  </a:cubicBezTo>
                  <a:cubicBezTo>
                    <a:pt x="5267" y="15307"/>
                    <a:pt x="5258" y="15275"/>
                    <a:pt x="5248" y="15237"/>
                  </a:cubicBezTo>
                  <a:cubicBezTo>
                    <a:pt x="5238" y="15194"/>
                    <a:pt x="5227" y="15153"/>
                    <a:pt x="5217" y="15109"/>
                  </a:cubicBezTo>
                  <a:cubicBezTo>
                    <a:pt x="5208" y="15070"/>
                    <a:pt x="5200" y="15032"/>
                    <a:pt x="5191" y="14993"/>
                  </a:cubicBezTo>
                  <a:cubicBezTo>
                    <a:pt x="5182" y="14949"/>
                    <a:pt x="5173" y="14905"/>
                    <a:pt x="5165" y="14860"/>
                  </a:cubicBezTo>
                  <a:cubicBezTo>
                    <a:pt x="5157" y="14820"/>
                    <a:pt x="5149" y="14779"/>
                    <a:pt x="5142" y="14738"/>
                  </a:cubicBezTo>
                  <a:cubicBezTo>
                    <a:pt x="5134" y="14694"/>
                    <a:pt x="5127" y="14649"/>
                    <a:pt x="5120" y="14604"/>
                  </a:cubicBezTo>
                  <a:cubicBezTo>
                    <a:pt x="5113" y="14562"/>
                    <a:pt x="5106" y="14520"/>
                    <a:pt x="5100" y="14477"/>
                  </a:cubicBezTo>
                  <a:cubicBezTo>
                    <a:pt x="5094" y="14433"/>
                    <a:pt x="5088" y="14388"/>
                    <a:pt x="5083" y="14344"/>
                  </a:cubicBezTo>
                  <a:cubicBezTo>
                    <a:pt x="5077" y="14300"/>
                    <a:pt x="5071" y="14256"/>
                    <a:pt x="5067" y="14211"/>
                  </a:cubicBezTo>
                  <a:cubicBezTo>
                    <a:pt x="5062" y="14167"/>
                    <a:pt x="5058" y="14123"/>
                    <a:pt x="5054" y="14079"/>
                  </a:cubicBezTo>
                  <a:cubicBezTo>
                    <a:pt x="5049" y="14033"/>
                    <a:pt x="5045" y="13987"/>
                    <a:pt x="5041" y="13940"/>
                  </a:cubicBezTo>
                  <a:cubicBezTo>
                    <a:pt x="5038" y="13898"/>
                    <a:pt x="5036" y="13855"/>
                    <a:pt x="5033" y="13813"/>
                  </a:cubicBezTo>
                  <a:cubicBezTo>
                    <a:pt x="5030" y="13763"/>
                    <a:pt x="5027" y="13714"/>
                    <a:pt x="5024" y="13663"/>
                  </a:cubicBezTo>
                  <a:cubicBezTo>
                    <a:pt x="5023" y="13632"/>
                    <a:pt x="5023" y="13601"/>
                    <a:pt x="5021" y="13570"/>
                  </a:cubicBezTo>
                  <a:cubicBezTo>
                    <a:pt x="5020" y="13510"/>
                    <a:pt x="5017" y="13450"/>
                    <a:pt x="5016" y="13390"/>
                  </a:cubicBezTo>
                  <a:cubicBezTo>
                    <a:pt x="5007" y="12688"/>
                    <a:pt x="5034" y="12044"/>
                    <a:pt x="5088" y="11454"/>
                  </a:cubicBezTo>
                  <a:cubicBezTo>
                    <a:pt x="5088" y="11450"/>
                    <a:pt x="5089" y="11445"/>
                    <a:pt x="5089" y="11440"/>
                  </a:cubicBezTo>
                  <a:cubicBezTo>
                    <a:pt x="5096" y="11364"/>
                    <a:pt x="5104" y="11289"/>
                    <a:pt x="5111" y="11214"/>
                  </a:cubicBezTo>
                  <a:cubicBezTo>
                    <a:pt x="5112" y="11210"/>
                    <a:pt x="5112" y="11205"/>
                    <a:pt x="5113" y="11200"/>
                  </a:cubicBezTo>
                  <a:cubicBezTo>
                    <a:pt x="5113" y="11204"/>
                    <a:pt x="5112" y="11207"/>
                    <a:pt x="5112" y="11210"/>
                  </a:cubicBezTo>
                  <a:cubicBezTo>
                    <a:pt x="2833" y="10689"/>
                    <a:pt x="256" y="8784"/>
                    <a:pt x="39" y="5811"/>
                  </a:cubicBezTo>
                  <a:cubicBezTo>
                    <a:pt x="-188" y="2710"/>
                    <a:pt x="635" y="1115"/>
                    <a:pt x="1178" y="1112"/>
                  </a:cubicBezTo>
                  <a:cubicBezTo>
                    <a:pt x="1721" y="1110"/>
                    <a:pt x="1559" y="3865"/>
                    <a:pt x="2553" y="5751"/>
                  </a:cubicBezTo>
                  <a:cubicBezTo>
                    <a:pt x="3164" y="6911"/>
                    <a:pt x="4050" y="7810"/>
                    <a:pt x="5683" y="8511"/>
                  </a:cubicBezTo>
                  <a:cubicBezTo>
                    <a:pt x="5896" y="7886"/>
                    <a:pt x="6140" y="7372"/>
                    <a:pt x="6386" y="6951"/>
                  </a:cubicBezTo>
                  <a:cubicBezTo>
                    <a:pt x="6624" y="6903"/>
                    <a:pt x="6889" y="6859"/>
                    <a:pt x="7178" y="6820"/>
                  </a:cubicBezTo>
                  <a:cubicBezTo>
                    <a:pt x="7177" y="6820"/>
                    <a:pt x="7176" y="6819"/>
                    <a:pt x="7175" y="6819"/>
                  </a:cubicBezTo>
                  <a:cubicBezTo>
                    <a:pt x="7163" y="6811"/>
                    <a:pt x="7150" y="6804"/>
                    <a:pt x="7138" y="6796"/>
                  </a:cubicBezTo>
                  <a:cubicBezTo>
                    <a:pt x="7136" y="6795"/>
                    <a:pt x="7134" y="6794"/>
                    <a:pt x="7132" y="6792"/>
                  </a:cubicBezTo>
                  <a:cubicBezTo>
                    <a:pt x="7117" y="6783"/>
                    <a:pt x="7102" y="6774"/>
                    <a:pt x="7087" y="6764"/>
                  </a:cubicBezTo>
                  <a:cubicBezTo>
                    <a:pt x="7082" y="6761"/>
                    <a:pt x="7076" y="6757"/>
                    <a:pt x="7070" y="6753"/>
                  </a:cubicBezTo>
                  <a:cubicBezTo>
                    <a:pt x="7046" y="6738"/>
                    <a:pt x="7023" y="6723"/>
                    <a:pt x="7000" y="6707"/>
                  </a:cubicBezTo>
                  <a:cubicBezTo>
                    <a:pt x="6997" y="6705"/>
                    <a:pt x="6993" y="6703"/>
                    <a:pt x="6990" y="6701"/>
                  </a:cubicBezTo>
                  <a:cubicBezTo>
                    <a:pt x="6983" y="6696"/>
                    <a:pt x="6976" y="6691"/>
                    <a:pt x="6969" y="6686"/>
                  </a:cubicBezTo>
                  <a:cubicBezTo>
                    <a:pt x="6962" y="6682"/>
                    <a:pt x="6955" y="6677"/>
                    <a:pt x="6948" y="6672"/>
                  </a:cubicBezTo>
                  <a:cubicBezTo>
                    <a:pt x="6922" y="6654"/>
                    <a:pt x="6896" y="6635"/>
                    <a:pt x="6871" y="6616"/>
                  </a:cubicBezTo>
                  <a:cubicBezTo>
                    <a:pt x="6862" y="6610"/>
                    <a:pt x="6853" y="6603"/>
                    <a:pt x="6844" y="6596"/>
                  </a:cubicBezTo>
                  <a:cubicBezTo>
                    <a:pt x="6817" y="6576"/>
                    <a:pt x="6791" y="6557"/>
                    <a:pt x="6766" y="6536"/>
                  </a:cubicBezTo>
                  <a:cubicBezTo>
                    <a:pt x="6761" y="6532"/>
                    <a:pt x="6756" y="6528"/>
                    <a:pt x="6751" y="6524"/>
                  </a:cubicBezTo>
                  <a:cubicBezTo>
                    <a:pt x="6744" y="6519"/>
                    <a:pt x="6738" y="6513"/>
                    <a:pt x="6731" y="6508"/>
                  </a:cubicBezTo>
                  <a:cubicBezTo>
                    <a:pt x="6728" y="6505"/>
                    <a:pt x="6724" y="6502"/>
                    <a:pt x="6721" y="6499"/>
                  </a:cubicBezTo>
                  <a:cubicBezTo>
                    <a:pt x="6701" y="6483"/>
                    <a:pt x="6682" y="6467"/>
                    <a:pt x="6663" y="6450"/>
                  </a:cubicBezTo>
                  <a:cubicBezTo>
                    <a:pt x="6656" y="6444"/>
                    <a:pt x="6650" y="6438"/>
                    <a:pt x="6643" y="6432"/>
                  </a:cubicBezTo>
                  <a:cubicBezTo>
                    <a:pt x="6621" y="6413"/>
                    <a:pt x="6599" y="6393"/>
                    <a:pt x="6578" y="6373"/>
                  </a:cubicBezTo>
                  <a:cubicBezTo>
                    <a:pt x="6570" y="6365"/>
                    <a:pt x="6562" y="6358"/>
                    <a:pt x="6554" y="6350"/>
                  </a:cubicBezTo>
                  <a:cubicBezTo>
                    <a:pt x="6536" y="6332"/>
                    <a:pt x="6519" y="6314"/>
                    <a:pt x="6501" y="6297"/>
                  </a:cubicBezTo>
                  <a:cubicBezTo>
                    <a:pt x="6497" y="6292"/>
                    <a:pt x="6493" y="6288"/>
                    <a:pt x="6489" y="6284"/>
                  </a:cubicBezTo>
                  <a:cubicBezTo>
                    <a:pt x="6489" y="6284"/>
                    <a:pt x="6489" y="6327"/>
                    <a:pt x="6488" y="6327"/>
                  </a:cubicBezTo>
                  <a:cubicBezTo>
                    <a:pt x="6485" y="6323"/>
                    <a:pt x="6481" y="6360"/>
                    <a:pt x="6478" y="6360"/>
                  </a:cubicBezTo>
                  <a:cubicBezTo>
                    <a:pt x="6449" y="6204"/>
                    <a:pt x="6422" y="6255"/>
                    <a:pt x="6395" y="6224"/>
                  </a:cubicBezTo>
                  <a:cubicBezTo>
                    <a:pt x="6391" y="6219"/>
                    <a:pt x="6388" y="6193"/>
                    <a:pt x="6384" y="6189"/>
                  </a:cubicBezTo>
                  <a:cubicBezTo>
                    <a:pt x="6322" y="6115"/>
                    <a:pt x="6266" y="6029"/>
                    <a:pt x="6217" y="5950"/>
                  </a:cubicBezTo>
                  <a:cubicBezTo>
                    <a:pt x="6214" y="5947"/>
                    <a:pt x="6212" y="5938"/>
                    <a:pt x="6210" y="5934"/>
                  </a:cubicBezTo>
                  <a:cubicBezTo>
                    <a:pt x="6186" y="5896"/>
                    <a:pt x="6164" y="5854"/>
                    <a:pt x="6143" y="5815"/>
                  </a:cubicBezTo>
                  <a:cubicBezTo>
                    <a:pt x="6140" y="5810"/>
                    <a:pt x="6137" y="5803"/>
                    <a:pt x="6134" y="5797"/>
                  </a:cubicBezTo>
                  <a:cubicBezTo>
                    <a:pt x="6114" y="5758"/>
                    <a:pt x="6095" y="5717"/>
                    <a:pt x="6077" y="5676"/>
                  </a:cubicBezTo>
                  <a:cubicBezTo>
                    <a:pt x="6076" y="5673"/>
                    <a:pt x="6074" y="5670"/>
                    <a:pt x="6073" y="5666"/>
                  </a:cubicBezTo>
                  <a:cubicBezTo>
                    <a:pt x="6056" y="5625"/>
                    <a:pt x="6040" y="5583"/>
                    <a:pt x="6026" y="5540"/>
                  </a:cubicBezTo>
                  <a:cubicBezTo>
                    <a:pt x="6025" y="5538"/>
                    <a:pt x="6025" y="5536"/>
                    <a:pt x="6024" y="5535"/>
                  </a:cubicBezTo>
                  <a:cubicBezTo>
                    <a:pt x="6011" y="5492"/>
                    <a:pt x="5999" y="5286"/>
                    <a:pt x="5989" y="5243"/>
                  </a:cubicBezTo>
                  <a:cubicBezTo>
                    <a:pt x="5988" y="5239"/>
                    <a:pt x="5986" y="5070"/>
                    <a:pt x="5986" y="5070"/>
                  </a:cubicBezTo>
                  <a:cubicBezTo>
                    <a:pt x="5926" y="4640"/>
                    <a:pt x="5929" y="4685"/>
                    <a:pt x="6010" y="4377"/>
                  </a:cubicBezTo>
                  <a:cubicBezTo>
                    <a:pt x="7233" y="4061"/>
                    <a:pt x="8425" y="4063"/>
                    <a:pt x="9759" y="4041"/>
                  </a:cubicBezTo>
                  <a:cubicBezTo>
                    <a:pt x="9901" y="1858"/>
                    <a:pt x="10207" y="1"/>
                    <a:pt x="10588" y="0"/>
                  </a:cubicBezTo>
                  <a:cubicBezTo>
                    <a:pt x="10969" y="-2"/>
                    <a:pt x="11323" y="1914"/>
                    <a:pt x="11519" y="4095"/>
                  </a:cubicBezTo>
                  <a:cubicBezTo>
                    <a:pt x="12853" y="4107"/>
                    <a:pt x="14047" y="4042"/>
                    <a:pt x="15279" y="4350"/>
                  </a:cubicBezTo>
                  <a:cubicBezTo>
                    <a:pt x="15367" y="4656"/>
                    <a:pt x="15377" y="4640"/>
                    <a:pt x="15323" y="5070"/>
                  </a:cubicBezTo>
                  <a:cubicBezTo>
                    <a:pt x="15323" y="5070"/>
                    <a:pt x="15323" y="5070"/>
                    <a:pt x="15324" y="5070"/>
                  </a:cubicBezTo>
                  <a:cubicBezTo>
                    <a:pt x="15323" y="5070"/>
                    <a:pt x="15322" y="5221"/>
                    <a:pt x="15321" y="5225"/>
                  </a:cubicBezTo>
                  <a:cubicBezTo>
                    <a:pt x="15312" y="5268"/>
                    <a:pt x="15301" y="5383"/>
                    <a:pt x="15288" y="5426"/>
                  </a:cubicBezTo>
                  <a:cubicBezTo>
                    <a:pt x="15288" y="5429"/>
                    <a:pt x="15287" y="5466"/>
                    <a:pt x="15287" y="5468"/>
                  </a:cubicBezTo>
                  <a:cubicBezTo>
                    <a:pt x="15274" y="5511"/>
                    <a:pt x="15259" y="5571"/>
                    <a:pt x="15243" y="5612"/>
                  </a:cubicBezTo>
                  <a:cubicBezTo>
                    <a:pt x="15241" y="5616"/>
                    <a:pt x="15240" y="5628"/>
                    <a:pt x="15239" y="5631"/>
                  </a:cubicBezTo>
                  <a:cubicBezTo>
                    <a:pt x="15223" y="5672"/>
                    <a:pt x="15205" y="5717"/>
                    <a:pt x="15185" y="5757"/>
                  </a:cubicBezTo>
                  <a:cubicBezTo>
                    <a:pt x="15182" y="5762"/>
                    <a:pt x="15179" y="5770"/>
                    <a:pt x="15176" y="5776"/>
                  </a:cubicBezTo>
                  <a:cubicBezTo>
                    <a:pt x="15157" y="5815"/>
                    <a:pt x="15136" y="5855"/>
                    <a:pt x="15113" y="5893"/>
                  </a:cubicBezTo>
                  <a:cubicBezTo>
                    <a:pt x="15111" y="5897"/>
                    <a:pt x="15108" y="5856"/>
                    <a:pt x="15106" y="5859"/>
                  </a:cubicBezTo>
                  <a:cubicBezTo>
                    <a:pt x="15082" y="5899"/>
                    <a:pt x="15057" y="5931"/>
                    <a:pt x="15030" y="5931"/>
                  </a:cubicBezTo>
                  <a:cubicBezTo>
                    <a:pt x="15003" y="5931"/>
                    <a:pt x="14975" y="6051"/>
                    <a:pt x="14945" y="6087"/>
                  </a:cubicBezTo>
                  <a:cubicBezTo>
                    <a:pt x="14941" y="6092"/>
                    <a:pt x="15012" y="6102"/>
                    <a:pt x="15008" y="6107"/>
                  </a:cubicBezTo>
                  <a:cubicBezTo>
                    <a:pt x="14982" y="6138"/>
                    <a:pt x="15002" y="6204"/>
                    <a:pt x="15002" y="6204"/>
                  </a:cubicBezTo>
                  <a:lnTo>
                    <a:pt x="15002" y="6190"/>
                  </a:lnTo>
                  <a:cubicBezTo>
                    <a:pt x="15002" y="6190"/>
                    <a:pt x="14846" y="5931"/>
                    <a:pt x="14843" y="5931"/>
                  </a:cubicBezTo>
                  <a:cubicBezTo>
                    <a:pt x="14843" y="5931"/>
                    <a:pt x="14843" y="5931"/>
                    <a:pt x="14843" y="5931"/>
                  </a:cubicBezTo>
                  <a:cubicBezTo>
                    <a:pt x="14839" y="5931"/>
                    <a:pt x="14834" y="6101"/>
                    <a:pt x="14829" y="6106"/>
                  </a:cubicBezTo>
                  <a:cubicBezTo>
                    <a:pt x="14813" y="6123"/>
                    <a:pt x="14796" y="6221"/>
                    <a:pt x="14779" y="6238"/>
                  </a:cubicBezTo>
                  <a:cubicBezTo>
                    <a:pt x="14771" y="6246"/>
                    <a:pt x="14763" y="6294"/>
                    <a:pt x="14756" y="6301"/>
                  </a:cubicBezTo>
                  <a:cubicBezTo>
                    <a:pt x="14746" y="6310"/>
                    <a:pt x="14737" y="6339"/>
                    <a:pt x="14728" y="6347"/>
                  </a:cubicBezTo>
                  <a:cubicBezTo>
                    <a:pt x="14728" y="6348"/>
                    <a:pt x="14727" y="6359"/>
                    <a:pt x="14726" y="6359"/>
                  </a:cubicBezTo>
                  <a:cubicBezTo>
                    <a:pt x="14715" y="6370"/>
                    <a:pt x="14703" y="6386"/>
                    <a:pt x="14692" y="6397"/>
                  </a:cubicBezTo>
                  <a:cubicBezTo>
                    <a:pt x="14685" y="6402"/>
                    <a:pt x="14679" y="6410"/>
                    <a:pt x="14673" y="6416"/>
                  </a:cubicBezTo>
                  <a:cubicBezTo>
                    <a:pt x="14655" y="6432"/>
                    <a:pt x="14637" y="6450"/>
                    <a:pt x="14618" y="6466"/>
                  </a:cubicBezTo>
                  <a:cubicBezTo>
                    <a:pt x="14614" y="6470"/>
                    <a:pt x="14609" y="6474"/>
                    <a:pt x="14604" y="6478"/>
                  </a:cubicBezTo>
                  <a:cubicBezTo>
                    <a:pt x="14598" y="6483"/>
                    <a:pt x="14592" y="6489"/>
                    <a:pt x="14586" y="6494"/>
                  </a:cubicBezTo>
                  <a:cubicBezTo>
                    <a:pt x="14582" y="6498"/>
                    <a:pt x="14577" y="6502"/>
                    <a:pt x="14572" y="6505"/>
                  </a:cubicBezTo>
                  <a:cubicBezTo>
                    <a:pt x="14547" y="6526"/>
                    <a:pt x="14521" y="6439"/>
                    <a:pt x="14495" y="6459"/>
                  </a:cubicBezTo>
                  <a:cubicBezTo>
                    <a:pt x="14491" y="6462"/>
                    <a:pt x="14487" y="6361"/>
                    <a:pt x="14483" y="6361"/>
                  </a:cubicBezTo>
                  <a:cubicBezTo>
                    <a:pt x="14483" y="6361"/>
                    <a:pt x="14482" y="6361"/>
                    <a:pt x="14482" y="6361"/>
                  </a:cubicBezTo>
                  <a:cubicBezTo>
                    <a:pt x="14478" y="6361"/>
                    <a:pt x="14473" y="6476"/>
                    <a:pt x="14469" y="6479"/>
                  </a:cubicBezTo>
                  <a:cubicBezTo>
                    <a:pt x="14444" y="6497"/>
                    <a:pt x="14419" y="6571"/>
                    <a:pt x="14393" y="6589"/>
                  </a:cubicBezTo>
                  <a:cubicBezTo>
                    <a:pt x="14386" y="6595"/>
                    <a:pt x="14379" y="6626"/>
                    <a:pt x="14373" y="6631"/>
                  </a:cubicBezTo>
                  <a:cubicBezTo>
                    <a:pt x="14366" y="6635"/>
                    <a:pt x="14360" y="6653"/>
                    <a:pt x="14353" y="6658"/>
                  </a:cubicBezTo>
                  <a:cubicBezTo>
                    <a:pt x="14348" y="6661"/>
                    <a:pt x="14343" y="6671"/>
                    <a:pt x="14339" y="6674"/>
                  </a:cubicBezTo>
                  <a:cubicBezTo>
                    <a:pt x="14317" y="6689"/>
                    <a:pt x="14295" y="6708"/>
                    <a:pt x="14273" y="6722"/>
                  </a:cubicBezTo>
                  <a:cubicBezTo>
                    <a:pt x="14267" y="6726"/>
                    <a:pt x="14261" y="6732"/>
                    <a:pt x="14255" y="6736"/>
                  </a:cubicBezTo>
                  <a:cubicBezTo>
                    <a:pt x="14242" y="6744"/>
                    <a:pt x="14229" y="6754"/>
                    <a:pt x="14216" y="6762"/>
                  </a:cubicBezTo>
                  <a:cubicBezTo>
                    <a:pt x="14212" y="6765"/>
                    <a:pt x="14208" y="6767"/>
                    <a:pt x="14204" y="6770"/>
                  </a:cubicBezTo>
                  <a:cubicBezTo>
                    <a:pt x="14193" y="6776"/>
                    <a:pt x="14181" y="6784"/>
                    <a:pt x="14170" y="6791"/>
                  </a:cubicBezTo>
                  <a:cubicBezTo>
                    <a:pt x="14169" y="6792"/>
                    <a:pt x="14168" y="6793"/>
                    <a:pt x="14167" y="6793"/>
                  </a:cubicBezTo>
                  <a:cubicBezTo>
                    <a:pt x="14456" y="6830"/>
                    <a:pt x="14723" y="6872"/>
                    <a:pt x="14962" y="6918"/>
                  </a:cubicBezTo>
                  <a:cubicBezTo>
                    <a:pt x="15239" y="7371"/>
                    <a:pt x="15516" y="7932"/>
                    <a:pt x="15758" y="8626"/>
                  </a:cubicBezTo>
                  <a:cubicBezTo>
                    <a:pt x="15739" y="8571"/>
                    <a:pt x="15720" y="8518"/>
                    <a:pt x="15701" y="8466"/>
                  </a:cubicBezTo>
                  <a:cubicBezTo>
                    <a:pt x="17306" y="7753"/>
                    <a:pt x="18166" y="6850"/>
                    <a:pt x="18747" y="5688"/>
                  </a:cubicBezTo>
                  <a:cubicBezTo>
                    <a:pt x="19694" y="3795"/>
                    <a:pt x="19463" y="1042"/>
                    <a:pt x="20006" y="1040"/>
                  </a:cubicBezTo>
                  <a:cubicBezTo>
                    <a:pt x="20549" y="1038"/>
                    <a:pt x="21412" y="2627"/>
                    <a:pt x="21263" y="5729"/>
                  </a:cubicBezTo>
                  <a:close/>
                  <a:moveTo>
                    <a:pt x="21263" y="5729"/>
                  </a:moveTo>
                </a:path>
              </a:pathLst>
            </a:custGeom>
            <a:solidFill>
              <a:srgbClr val="000000">
                <a:alpha val="9804"/>
              </a:srgbClr>
            </a:solidFill>
            <a:ln>
              <a:noFill/>
            </a:ln>
          </p:spPr>
          <p:txBody>
            <a:bodyPr lIns="0" tIns="0" rIns="0" bIns="0"/>
            <a:lstStyle/>
            <a:p>
              <a:endParaRPr lang="en-US"/>
            </a:p>
          </p:txBody>
        </p:sp>
        <p:sp>
          <p:nvSpPr>
            <p:cNvPr id="9345" name="AutoShape 62"/>
            <p:cNvSpPr/>
            <p:nvPr/>
          </p:nvSpPr>
          <p:spPr bwMode="auto">
            <a:xfrm>
              <a:off x="256" y="1048"/>
              <a:ext cx="394" cy="269"/>
            </a:xfrm>
            <a:custGeom>
              <a:avLst/>
              <a:gdLst>
                <a:gd name="T0" fmla="*/ 0 w 19504"/>
                <a:gd name="T1" fmla="*/ 0 h 21517"/>
                <a:gd name="T2" fmla="*/ 0 w 19504"/>
                <a:gd name="T3" fmla="*/ 0 h 21517"/>
                <a:gd name="T4" fmla="*/ 0 w 19504"/>
                <a:gd name="T5" fmla="*/ 0 h 21517"/>
                <a:gd name="T6" fmla="*/ 0 w 19504"/>
                <a:gd name="T7" fmla="*/ 0 h 21517"/>
                <a:gd name="T8" fmla="*/ 0 w 19504"/>
                <a:gd name="T9" fmla="*/ 0 h 21517"/>
                <a:gd name="T10" fmla="*/ 0 w 19504"/>
                <a:gd name="T11" fmla="*/ 0 h 215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504" h="21517">
                  <a:moveTo>
                    <a:pt x="9820" y="0"/>
                  </a:moveTo>
                  <a:cubicBezTo>
                    <a:pt x="5312" y="-50"/>
                    <a:pt x="-1008" y="6402"/>
                    <a:pt x="136" y="18952"/>
                  </a:cubicBezTo>
                  <a:cubicBezTo>
                    <a:pt x="3215" y="21262"/>
                    <a:pt x="6197" y="21471"/>
                    <a:pt x="9728" y="21511"/>
                  </a:cubicBezTo>
                  <a:cubicBezTo>
                    <a:pt x="13259" y="21550"/>
                    <a:pt x="16242" y="21407"/>
                    <a:pt x="19342" y="19168"/>
                  </a:cubicBezTo>
                  <a:cubicBezTo>
                    <a:pt x="20592" y="6644"/>
                    <a:pt x="14328" y="50"/>
                    <a:pt x="9820" y="0"/>
                  </a:cubicBezTo>
                  <a:close/>
                  <a:moveTo>
                    <a:pt x="9820" y="0"/>
                  </a:moveTo>
                </a:path>
              </a:pathLst>
            </a:custGeom>
            <a:solidFill>
              <a:srgbClr val="808083"/>
            </a:solidFill>
            <a:ln>
              <a:noFill/>
            </a:ln>
          </p:spPr>
          <p:txBody>
            <a:bodyPr lIns="0" tIns="0" rIns="0" bIns="0"/>
            <a:lstStyle/>
            <a:p>
              <a:endParaRPr lang="en-US"/>
            </a:p>
          </p:txBody>
        </p:sp>
        <p:sp>
          <p:nvSpPr>
            <p:cNvPr id="9346" name="AutoShape 63"/>
            <p:cNvSpPr/>
            <p:nvPr/>
          </p:nvSpPr>
          <p:spPr bwMode="auto">
            <a:xfrm>
              <a:off x="256" y="1048"/>
              <a:ext cx="391" cy="198"/>
            </a:xfrm>
            <a:custGeom>
              <a:avLst/>
              <a:gdLst>
                <a:gd name="T0" fmla="*/ 0 w 21600"/>
                <a:gd name="T1" fmla="*/ 0 h 21493"/>
                <a:gd name="T2" fmla="*/ 0 w 21600"/>
                <a:gd name="T3" fmla="*/ 0 h 21493"/>
                <a:gd name="T4" fmla="*/ 0 w 21600"/>
                <a:gd name="T5" fmla="*/ 0 h 21493"/>
                <a:gd name="T6" fmla="*/ 0 w 21600"/>
                <a:gd name="T7" fmla="*/ 0 h 21493"/>
                <a:gd name="T8" fmla="*/ 0 w 21600"/>
                <a:gd name="T9" fmla="*/ 0 h 21493"/>
                <a:gd name="T10" fmla="*/ 0 w 21600"/>
                <a:gd name="T11" fmla="*/ 0 h 2149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493">
                  <a:moveTo>
                    <a:pt x="10866" y="0"/>
                  </a:moveTo>
                  <a:cubicBezTo>
                    <a:pt x="6574" y="-58"/>
                    <a:pt x="810" y="6300"/>
                    <a:pt x="0" y="18733"/>
                  </a:cubicBezTo>
                  <a:cubicBezTo>
                    <a:pt x="3411" y="20835"/>
                    <a:pt x="6866" y="21436"/>
                    <a:pt x="10790" y="21489"/>
                  </a:cubicBezTo>
                  <a:cubicBezTo>
                    <a:pt x="14715" y="21542"/>
                    <a:pt x="18174" y="21036"/>
                    <a:pt x="21600" y="19026"/>
                  </a:cubicBezTo>
                  <a:cubicBezTo>
                    <a:pt x="20878" y="6572"/>
                    <a:pt x="15159" y="59"/>
                    <a:pt x="10866" y="0"/>
                  </a:cubicBezTo>
                  <a:close/>
                  <a:moveTo>
                    <a:pt x="10866" y="0"/>
                  </a:moveTo>
                </a:path>
              </a:pathLst>
            </a:custGeom>
            <a:solidFill>
              <a:srgbClr val="919397"/>
            </a:solidFill>
            <a:ln>
              <a:noFill/>
            </a:ln>
          </p:spPr>
          <p:txBody>
            <a:bodyPr lIns="0" tIns="0" rIns="0" bIns="0"/>
            <a:lstStyle/>
            <a:p>
              <a:endParaRPr lang="en-US"/>
            </a:p>
          </p:txBody>
        </p:sp>
        <p:sp>
          <p:nvSpPr>
            <p:cNvPr id="9347" name="AutoShape 64"/>
            <p:cNvSpPr/>
            <p:nvPr/>
          </p:nvSpPr>
          <p:spPr bwMode="auto">
            <a:xfrm>
              <a:off x="272" y="1048"/>
              <a:ext cx="350" cy="126"/>
            </a:xfrm>
            <a:custGeom>
              <a:avLst/>
              <a:gdLst>
                <a:gd name="T0" fmla="*/ 0 w 21600"/>
                <a:gd name="T1" fmla="*/ 0 h 21462"/>
                <a:gd name="T2" fmla="*/ 0 w 21600"/>
                <a:gd name="T3" fmla="*/ 0 h 21462"/>
                <a:gd name="T4" fmla="*/ 0 w 21600"/>
                <a:gd name="T5" fmla="*/ 0 h 21462"/>
                <a:gd name="T6" fmla="*/ 0 w 21600"/>
                <a:gd name="T7" fmla="*/ 0 h 21462"/>
                <a:gd name="T8" fmla="*/ 0 w 21600"/>
                <a:gd name="T9" fmla="*/ 0 h 21462"/>
                <a:gd name="T10" fmla="*/ 0 w 21600"/>
                <a:gd name="T11" fmla="*/ 0 h 2146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462">
                  <a:moveTo>
                    <a:pt x="10846" y="0"/>
                  </a:moveTo>
                  <a:cubicBezTo>
                    <a:pt x="7085" y="-70"/>
                    <a:pt x="2311" y="6059"/>
                    <a:pt x="0" y="18132"/>
                  </a:cubicBezTo>
                  <a:cubicBezTo>
                    <a:pt x="3405" y="20625"/>
                    <a:pt x="6892" y="21380"/>
                    <a:pt x="10793" y="21456"/>
                  </a:cubicBezTo>
                  <a:cubicBezTo>
                    <a:pt x="14693" y="21530"/>
                    <a:pt x="18182" y="20908"/>
                    <a:pt x="21600" y="18542"/>
                  </a:cubicBezTo>
                  <a:cubicBezTo>
                    <a:pt x="19350" y="6385"/>
                    <a:pt x="14607" y="70"/>
                    <a:pt x="10846" y="0"/>
                  </a:cubicBezTo>
                  <a:close/>
                  <a:moveTo>
                    <a:pt x="10846" y="0"/>
                  </a:moveTo>
                </a:path>
              </a:pathLst>
            </a:custGeom>
            <a:solidFill>
              <a:srgbClr val="A5A8AA"/>
            </a:solidFill>
            <a:ln>
              <a:noFill/>
            </a:ln>
          </p:spPr>
          <p:txBody>
            <a:bodyPr lIns="0" tIns="0" rIns="0" bIns="0"/>
            <a:lstStyle/>
            <a:p>
              <a:endParaRPr lang="en-US"/>
            </a:p>
          </p:txBody>
        </p:sp>
        <p:sp>
          <p:nvSpPr>
            <p:cNvPr id="9348" name="AutoShape 65"/>
            <p:cNvSpPr/>
            <p:nvPr/>
          </p:nvSpPr>
          <p:spPr bwMode="auto">
            <a:xfrm>
              <a:off x="216" y="0"/>
              <a:ext cx="480" cy="1128"/>
            </a:xfrm>
            <a:custGeom>
              <a:avLst/>
              <a:gdLst>
                <a:gd name="T0" fmla="*/ 0 w 21395"/>
                <a:gd name="T1" fmla="*/ 0 h 21591"/>
                <a:gd name="T2" fmla="*/ 0 w 21395"/>
                <a:gd name="T3" fmla="*/ 0 h 21591"/>
                <a:gd name="T4" fmla="*/ 0 w 21395"/>
                <a:gd name="T5" fmla="*/ 0 h 21591"/>
                <a:gd name="T6" fmla="*/ 0 w 21395"/>
                <a:gd name="T7" fmla="*/ 0 h 21591"/>
                <a:gd name="T8" fmla="*/ 0 w 21395"/>
                <a:gd name="T9" fmla="*/ 0 h 21591"/>
                <a:gd name="T10" fmla="*/ 0 w 21395"/>
                <a:gd name="T11" fmla="*/ 0 h 21591"/>
                <a:gd name="T12" fmla="*/ 0 w 21395"/>
                <a:gd name="T13" fmla="*/ 0 h 21591"/>
                <a:gd name="T14" fmla="*/ 0 w 21395"/>
                <a:gd name="T15" fmla="*/ 0 h 2159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95" h="21591">
                  <a:moveTo>
                    <a:pt x="10889" y="0"/>
                  </a:moveTo>
                  <a:cubicBezTo>
                    <a:pt x="10889" y="0"/>
                    <a:pt x="137" y="3488"/>
                    <a:pt x="3" y="11827"/>
                  </a:cubicBezTo>
                  <a:cubicBezTo>
                    <a:pt x="-72" y="16471"/>
                    <a:pt x="1231" y="19348"/>
                    <a:pt x="2556" y="21103"/>
                  </a:cubicBezTo>
                  <a:cubicBezTo>
                    <a:pt x="4451" y="21401"/>
                    <a:pt x="7254" y="21581"/>
                    <a:pt x="10542" y="21590"/>
                  </a:cubicBezTo>
                  <a:cubicBezTo>
                    <a:pt x="13830" y="21600"/>
                    <a:pt x="16638" y="21437"/>
                    <a:pt x="18543" y="21151"/>
                  </a:cubicBezTo>
                  <a:cubicBezTo>
                    <a:pt x="19924" y="19403"/>
                    <a:pt x="21319" y="16535"/>
                    <a:pt x="21394" y="11890"/>
                  </a:cubicBezTo>
                  <a:cubicBezTo>
                    <a:pt x="21528" y="3551"/>
                    <a:pt x="10889" y="0"/>
                    <a:pt x="10889" y="0"/>
                  </a:cubicBezTo>
                  <a:close/>
                  <a:moveTo>
                    <a:pt x="10889" y="0"/>
                  </a:moveTo>
                </a:path>
              </a:pathLst>
            </a:custGeom>
            <a:solidFill>
              <a:srgbClr val="CFD1D3"/>
            </a:solidFill>
            <a:ln>
              <a:noFill/>
            </a:ln>
          </p:spPr>
          <p:txBody>
            <a:bodyPr lIns="0" tIns="0" rIns="0" bIns="0"/>
            <a:lstStyle/>
            <a:p>
              <a:endParaRPr lang="en-US"/>
            </a:p>
          </p:txBody>
        </p:sp>
        <p:sp>
          <p:nvSpPr>
            <p:cNvPr id="9349" name="AutoShape 66"/>
            <p:cNvSpPr/>
            <p:nvPr/>
          </p:nvSpPr>
          <p:spPr bwMode="auto">
            <a:xfrm>
              <a:off x="328" y="0"/>
              <a:ext cx="253" cy="165"/>
            </a:xfrm>
            <a:custGeom>
              <a:avLst/>
              <a:gdLst>
                <a:gd name="T0" fmla="*/ 0 w 21600"/>
                <a:gd name="T1" fmla="*/ 0 h 21565"/>
                <a:gd name="T2" fmla="*/ 0 w 21600"/>
                <a:gd name="T3" fmla="*/ 0 h 21565"/>
                <a:gd name="T4" fmla="*/ 0 w 21600"/>
                <a:gd name="T5" fmla="*/ 0 h 21565"/>
                <a:gd name="T6" fmla="*/ 0 w 21600"/>
                <a:gd name="T7" fmla="*/ 0 h 21565"/>
                <a:gd name="T8" fmla="*/ 0 w 21600"/>
                <a:gd name="T9" fmla="*/ 0 h 21565"/>
                <a:gd name="T10" fmla="*/ 0 w 21600"/>
                <a:gd name="T11" fmla="*/ 0 h 215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565">
                  <a:moveTo>
                    <a:pt x="10893" y="0"/>
                  </a:moveTo>
                  <a:cubicBezTo>
                    <a:pt x="10893" y="0"/>
                    <a:pt x="5361" y="6399"/>
                    <a:pt x="0" y="20490"/>
                  </a:cubicBezTo>
                  <a:cubicBezTo>
                    <a:pt x="3484" y="21153"/>
                    <a:pt x="7093" y="21521"/>
                    <a:pt x="10796" y="21561"/>
                  </a:cubicBezTo>
                  <a:cubicBezTo>
                    <a:pt x="14497" y="21600"/>
                    <a:pt x="18112" y="21309"/>
                    <a:pt x="21600" y="20719"/>
                  </a:cubicBezTo>
                  <a:cubicBezTo>
                    <a:pt x="16367" y="6515"/>
                    <a:pt x="10893" y="0"/>
                    <a:pt x="10893" y="0"/>
                  </a:cubicBezTo>
                  <a:close/>
                  <a:moveTo>
                    <a:pt x="10893" y="0"/>
                  </a:moveTo>
                </a:path>
              </a:pathLst>
            </a:custGeom>
            <a:solidFill>
              <a:srgbClr val="EF0A67"/>
            </a:solidFill>
            <a:ln>
              <a:noFill/>
            </a:ln>
          </p:spPr>
          <p:txBody>
            <a:bodyPr lIns="0" tIns="0" rIns="0" bIns="0"/>
            <a:lstStyle/>
            <a:p>
              <a:endParaRPr lang="en-US"/>
            </a:p>
          </p:txBody>
        </p:sp>
        <p:sp>
          <p:nvSpPr>
            <p:cNvPr id="9350" name="AutoShape 67"/>
            <p:cNvSpPr/>
            <p:nvPr/>
          </p:nvSpPr>
          <p:spPr bwMode="auto">
            <a:xfrm>
              <a:off x="215" y="448"/>
              <a:ext cx="481" cy="371"/>
            </a:xfrm>
            <a:custGeom>
              <a:avLst/>
              <a:gdLst>
                <a:gd name="T0" fmla="*/ 0 w 21565"/>
                <a:gd name="T1" fmla="*/ 0 h 21568"/>
                <a:gd name="T2" fmla="*/ 0 w 21565"/>
                <a:gd name="T3" fmla="*/ 0 h 21568"/>
                <a:gd name="T4" fmla="*/ 0 w 21565"/>
                <a:gd name="T5" fmla="*/ 0 h 21568"/>
                <a:gd name="T6" fmla="*/ 0 w 21565"/>
                <a:gd name="T7" fmla="*/ 0 h 21568"/>
                <a:gd name="T8" fmla="*/ 0 w 21565"/>
                <a:gd name="T9" fmla="*/ 0 h 21568"/>
                <a:gd name="T10" fmla="*/ 0 w 21565"/>
                <a:gd name="T11" fmla="*/ 0 h 21568"/>
                <a:gd name="T12" fmla="*/ 0 w 21565"/>
                <a:gd name="T13" fmla="*/ 0 h 21568"/>
                <a:gd name="T14" fmla="*/ 0 w 21565"/>
                <a:gd name="T15" fmla="*/ 0 h 21568"/>
                <a:gd name="T16" fmla="*/ 0 w 21565"/>
                <a:gd name="T17" fmla="*/ 0 h 21568"/>
                <a:gd name="T18" fmla="*/ 0 w 21565"/>
                <a:gd name="T19" fmla="*/ 0 h 215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65" h="21568">
                  <a:moveTo>
                    <a:pt x="21069" y="183"/>
                  </a:moveTo>
                  <a:cubicBezTo>
                    <a:pt x="17899" y="1069"/>
                    <a:pt x="14442" y="1541"/>
                    <a:pt x="10827" y="1508"/>
                  </a:cubicBezTo>
                  <a:cubicBezTo>
                    <a:pt x="7210" y="1476"/>
                    <a:pt x="3760" y="942"/>
                    <a:pt x="598" y="0"/>
                  </a:cubicBezTo>
                  <a:cubicBezTo>
                    <a:pt x="238" y="2906"/>
                    <a:pt x="22" y="6073"/>
                    <a:pt x="3" y="9513"/>
                  </a:cubicBezTo>
                  <a:cubicBezTo>
                    <a:pt x="-18" y="13396"/>
                    <a:pt x="67" y="16870"/>
                    <a:pt x="229" y="19979"/>
                  </a:cubicBezTo>
                  <a:cubicBezTo>
                    <a:pt x="3461" y="20971"/>
                    <a:pt x="7003" y="21533"/>
                    <a:pt x="10719" y="21566"/>
                  </a:cubicBezTo>
                  <a:cubicBezTo>
                    <a:pt x="14436" y="21600"/>
                    <a:pt x="17983" y="21100"/>
                    <a:pt x="21226" y="20166"/>
                  </a:cubicBezTo>
                  <a:cubicBezTo>
                    <a:pt x="21421" y="17061"/>
                    <a:pt x="21543" y="13589"/>
                    <a:pt x="21564" y="9707"/>
                  </a:cubicBezTo>
                  <a:cubicBezTo>
                    <a:pt x="21582" y="6266"/>
                    <a:pt x="21399" y="3095"/>
                    <a:pt x="21069" y="183"/>
                  </a:cubicBezTo>
                  <a:close/>
                  <a:moveTo>
                    <a:pt x="21069" y="183"/>
                  </a:moveTo>
                </a:path>
              </a:pathLst>
            </a:custGeom>
            <a:solidFill>
              <a:srgbClr val="E6E6E8"/>
            </a:solidFill>
            <a:ln>
              <a:noFill/>
            </a:ln>
          </p:spPr>
          <p:txBody>
            <a:bodyPr lIns="0" tIns="0" rIns="0" bIns="0"/>
            <a:lstStyle/>
            <a:p>
              <a:endParaRPr lang="en-US"/>
            </a:p>
          </p:txBody>
        </p:sp>
        <p:sp>
          <p:nvSpPr>
            <p:cNvPr id="9351" name="AutoShape 68"/>
            <p:cNvSpPr/>
            <p:nvPr/>
          </p:nvSpPr>
          <p:spPr bwMode="auto">
            <a:xfrm>
              <a:off x="448" y="0"/>
              <a:ext cx="243" cy="1128"/>
            </a:xfrm>
            <a:custGeom>
              <a:avLst/>
              <a:gdLst>
                <a:gd name="T0" fmla="*/ 0 w 21339"/>
                <a:gd name="T1" fmla="*/ 0 h 21591"/>
                <a:gd name="T2" fmla="*/ 0 w 21339"/>
                <a:gd name="T3" fmla="*/ 0 h 21591"/>
                <a:gd name="T4" fmla="*/ 0 w 21339"/>
                <a:gd name="T5" fmla="*/ 0 h 21591"/>
                <a:gd name="T6" fmla="*/ 0 w 21339"/>
                <a:gd name="T7" fmla="*/ 0 h 21591"/>
                <a:gd name="T8" fmla="*/ 0 w 21339"/>
                <a:gd name="T9" fmla="*/ 0 h 21591"/>
                <a:gd name="T10" fmla="*/ 0 w 21339"/>
                <a:gd name="T11" fmla="*/ 0 h 21591"/>
                <a:gd name="T12" fmla="*/ 0 w 21339"/>
                <a:gd name="T13" fmla="*/ 0 h 21591"/>
                <a:gd name="T14" fmla="*/ 0 w 21339"/>
                <a:gd name="T15" fmla="*/ 0 h 2159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39" h="21591">
                  <a:moveTo>
                    <a:pt x="684" y="0"/>
                  </a:moveTo>
                  <a:lnTo>
                    <a:pt x="684" y="0"/>
                  </a:lnTo>
                  <a:lnTo>
                    <a:pt x="0" y="21590"/>
                  </a:lnTo>
                  <a:cubicBezTo>
                    <a:pt x="1" y="21590"/>
                    <a:pt x="1" y="21590"/>
                    <a:pt x="1" y="21590"/>
                  </a:cubicBezTo>
                  <a:cubicBezTo>
                    <a:pt x="6465" y="21600"/>
                    <a:pt x="11986" y="21437"/>
                    <a:pt x="15731" y="21151"/>
                  </a:cubicBezTo>
                  <a:cubicBezTo>
                    <a:pt x="18447" y="19403"/>
                    <a:pt x="21189" y="16535"/>
                    <a:pt x="21336" y="11890"/>
                  </a:cubicBezTo>
                  <a:cubicBezTo>
                    <a:pt x="21600" y="3551"/>
                    <a:pt x="684" y="0"/>
                    <a:pt x="684" y="0"/>
                  </a:cubicBezTo>
                  <a:close/>
                  <a:moveTo>
                    <a:pt x="684" y="0"/>
                  </a:moveTo>
                </a:path>
              </a:pathLst>
            </a:custGeom>
            <a:solidFill>
              <a:srgbClr val="161C21">
                <a:alpha val="9804"/>
              </a:srgbClr>
            </a:solidFill>
            <a:ln>
              <a:noFill/>
            </a:ln>
          </p:spPr>
          <p:txBody>
            <a:bodyPr lIns="0" tIns="0" rIns="0" bIns="0"/>
            <a:lstStyle/>
            <a:p>
              <a:endParaRPr lang="en-US"/>
            </a:p>
          </p:txBody>
        </p:sp>
        <p:sp>
          <p:nvSpPr>
            <p:cNvPr id="9352" name="AutoShape 69"/>
            <p:cNvSpPr/>
            <p:nvPr/>
          </p:nvSpPr>
          <p:spPr bwMode="auto">
            <a:xfrm>
              <a:off x="280" y="184"/>
              <a:ext cx="356" cy="573"/>
            </a:xfrm>
            <a:custGeom>
              <a:avLst/>
              <a:gdLst>
                <a:gd name="T0" fmla="*/ 0 w 21599"/>
                <a:gd name="T1" fmla="*/ 0 h 21599"/>
                <a:gd name="T2" fmla="*/ 0 w 21599"/>
                <a:gd name="T3" fmla="*/ 0 h 21599"/>
                <a:gd name="T4" fmla="*/ 0 w 21599"/>
                <a:gd name="T5" fmla="*/ 0 h 21599"/>
                <a:gd name="T6" fmla="*/ 0 w 21599"/>
                <a:gd name="T7" fmla="*/ 0 h 21599"/>
                <a:gd name="T8" fmla="*/ 0 w 21599"/>
                <a:gd name="T9" fmla="*/ 0 h 21599"/>
                <a:gd name="T10" fmla="*/ 0 w 21599"/>
                <a:gd name="T11" fmla="*/ 0 h 21599"/>
                <a:gd name="T12" fmla="*/ 0 w 21599"/>
                <a:gd name="T13" fmla="*/ 0 h 21599"/>
                <a:gd name="T14" fmla="*/ 0 w 21599"/>
                <a:gd name="T15" fmla="*/ 0 h 21599"/>
                <a:gd name="T16" fmla="*/ 0 w 21599"/>
                <a:gd name="T17" fmla="*/ 0 h 21599"/>
                <a:gd name="T18" fmla="*/ 0 w 21599"/>
                <a:gd name="T19" fmla="*/ 0 h 21599"/>
                <a:gd name="T20" fmla="*/ 0 w 21599"/>
                <a:gd name="T21" fmla="*/ 0 h 21599"/>
                <a:gd name="T22" fmla="*/ 0 w 21599"/>
                <a:gd name="T23" fmla="*/ 0 h 21599"/>
                <a:gd name="T24" fmla="*/ 0 w 21599"/>
                <a:gd name="T25" fmla="*/ 0 h 21599"/>
                <a:gd name="T26" fmla="*/ 0 w 21599"/>
                <a:gd name="T27" fmla="*/ 0 h 21599"/>
                <a:gd name="T28" fmla="*/ 0 w 21599"/>
                <a:gd name="T29" fmla="*/ 0 h 21599"/>
                <a:gd name="T30" fmla="*/ 0 w 21599"/>
                <a:gd name="T31" fmla="*/ 0 h 21599"/>
                <a:gd name="T32" fmla="*/ 0 w 21599"/>
                <a:gd name="T33" fmla="*/ 0 h 21599"/>
                <a:gd name="T34" fmla="*/ 0 w 21599"/>
                <a:gd name="T35" fmla="*/ 0 h 21599"/>
                <a:gd name="T36" fmla="*/ 0 w 21599"/>
                <a:gd name="T37" fmla="*/ 0 h 21599"/>
                <a:gd name="T38" fmla="*/ 0 w 21599"/>
                <a:gd name="T39" fmla="*/ 0 h 21599"/>
                <a:gd name="T40" fmla="*/ 0 w 21599"/>
                <a:gd name="T41" fmla="*/ 0 h 21599"/>
                <a:gd name="T42" fmla="*/ 0 w 21599"/>
                <a:gd name="T43" fmla="*/ 0 h 21599"/>
                <a:gd name="T44" fmla="*/ 0 w 21599"/>
                <a:gd name="T45" fmla="*/ 0 h 21599"/>
                <a:gd name="T46" fmla="*/ 0 w 21599"/>
                <a:gd name="T47" fmla="*/ 0 h 21599"/>
                <a:gd name="T48" fmla="*/ 0 w 21599"/>
                <a:gd name="T49" fmla="*/ 0 h 21599"/>
                <a:gd name="T50" fmla="*/ 0 w 21599"/>
                <a:gd name="T51" fmla="*/ 0 h 21599"/>
                <a:gd name="T52" fmla="*/ 0 w 21599"/>
                <a:gd name="T53" fmla="*/ 0 h 21599"/>
                <a:gd name="T54" fmla="*/ 0 w 21599"/>
                <a:gd name="T55" fmla="*/ 0 h 21599"/>
                <a:gd name="T56" fmla="*/ 0 w 21599"/>
                <a:gd name="T57" fmla="*/ 0 h 21599"/>
                <a:gd name="T58" fmla="*/ 0 w 21599"/>
                <a:gd name="T59" fmla="*/ 0 h 21599"/>
                <a:gd name="T60" fmla="*/ 0 w 21599"/>
                <a:gd name="T61" fmla="*/ 0 h 215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599" h="21599">
                  <a:moveTo>
                    <a:pt x="9678" y="4101"/>
                  </a:moveTo>
                  <a:cubicBezTo>
                    <a:pt x="9677" y="4213"/>
                    <a:pt x="9823" y="4304"/>
                    <a:pt x="10003" y="4305"/>
                  </a:cubicBezTo>
                  <a:cubicBezTo>
                    <a:pt x="10184" y="4306"/>
                    <a:pt x="10332" y="4216"/>
                    <a:pt x="10333" y="4104"/>
                  </a:cubicBezTo>
                  <a:cubicBezTo>
                    <a:pt x="10334" y="3991"/>
                    <a:pt x="10188" y="3899"/>
                    <a:pt x="10008" y="3899"/>
                  </a:cubicBezTo>
                  <a:cubicBezTo>
                    <a:pt x="9827" y="3898"/>
                    <a:pt x="9680" y="3988"/>
                    <a:pt x="9678" y="4101"/>
                  </a:cubicBezTo>
                  <a:close/>
                  <a:moveTo>
                    <a:pt x="10051" y="0"/>
                  </a:moveTo>
                  <a:cubicBezTo>
                    <a:pt x="9871" y="-1"/>
                    <a:pt x="9723" y="89"/>
                    <a:pt x="9721" y="202"/>
                  </a:cubicBezTo>
                  <a:cubicBezTo>
                    <a:pt x="9720" y="314"/>
                    <a:pt x="9866" y="405"/>
                    <a:pt x="10047" y="406"/>
                  </a:cubicBezTo>
                  <a:cubicBezTo>
                    <a:pt x="10228" y="407"/>
                    <a:pt x="10375" y="317"/>
                    <a:pt x="10376" y="204"/>
                  </a:cubicBezTo>
                  <a:cubicBezTo>
                    <a:pt x="10377" y="92"/>
                    <a:pt x="10232" y="0"/>
                    <a:pt x="10051" y="0"/>
                  </a:cubicBezTo>
                  <a:close/>
                  <a:moveTo>
                    <a:pt x="20944" y="11168"/>
                  </a:moveTo>
                  <a:cubicBezTo>
                    <a:pt x="20943" y="11280"/>
                    <a:pt x="21089" y="11372"/>
                    <a:pt x="21269" y="11372"/>
                  </a:cubicBezTo>
                  <a:cubicBezTo>
                    <a:pt x="21450" y="11373"/>
                    <a:pt x="21598" y="11283"/>
                    <a:pt x="21599" y="11170"/>
                  </a:cubicBezTo>
                  <a:cubicBezTo>
                    <a:pt x="21600" y="11058"/>
                    <a:pt x="21455" y="10966"/>
                    <a:pt x="21274" y="10966"/>
                  </a:cubicBezTo>
                  <a:cubicBezTo>
                    <a:pt x="21093" y="10965"/>
                    <a:pt x="20946" y="11055"/>
                    <a:pt x="20944" y="11168"/>
                  </a:cubicBezTo>
                  <a:close/>
                  <a:moveTo>
                    <a:pt x="9547" y="15906"/>
                  </a:moveTo>
                  <a:cubicBezTo>
                    <a:pt x="9546" y="16018"/>
                    <a:pt x="9691" y="16110"/>
                    <a:pt x="9872" y="16110"/>
                  </a:cubicBezTo>
                  <a:cubicBezTo>
                    <a:pt x="10053" y="16111"/>
                    <a:pt x="10199" y="16021"/>
                    <a:pt x="10201" y="15908"/>
                  </a:cubicBezTo>
                  <a:cubicBezTo>
                    <a:pt x="10203" y="15796"/>
                    <a:pt x="10057" y="15704"/>
                    <a:pt x="9876" y="15704"/>
                  </a:cubicBezTo>
                  <a:cubicBezTo>
                    <a:pt x="9695" y="15703"/>
                    <a:pt x="9548" y="15793"/>
                    <a:pt x="9547" y="15906"/>
                  </a:cubicBezTo>
                  <a:close/>
                  <a:moveTo>
                    <a:pt x="9486" y="21394"/>
                  </a:moveTo>
                  <a:cubicBezTo>
                    <a:pt x="9485" y="21506"/>
                    <a:pt x="9630" y="21598"/>
                    <a:pt x="9811" y="21598"/>
                  </a:cubicBezTo>
                  <a:cubicBezTo>
                    <a:pt x="9991" y="21599"/>
                    <a:pt x="10138" y="21509"/>
                    <a:pt x="10140" y="21396"/>
                  </a:cubicBezTo>
                  <a:cubicBezTo>
                    <a:pt x="10142" y="21284"/>
                    <a:pt x="9996" y="21193"/>
                    <a:pt x="9815" y="21192"/>
                  </a:cubicBezTo>
                  <a:cubicBezTo>
                    <a:pt x="9635" y="21191"/>
                    <a:pt x="9487" y="21281"/>
                    <a:pt x="9486" y="21394"/>
                  </a:cubicBezTo>
                  <a:close/>
                  <a:moveTo>
                    <a:pt x="0" y="11078"/>
                  </a:moveTo>
                  <a:cubicBezTo>
                    <a:pt x="0" y="11190"/>
                    <a:pt x="145" y="11282"/>
                    <a:pt x="325" y="11282"/>
                  </a:cubicBezTo>
                  <a:cubicBezTo>
                    <a:pt x="506" y="11283"/>
                    <a:pt x="654" y="11193"/>
                    <a:pt x="655" y="11080"/>
                  </a:cubicBezTo>
                  <a:cubicBezTo>
                    <a:pt x="656" y="10968"/>
                    <a:pt x="511" y="10877"/>
                    <a:pt x="330" y="10876"/>
                  </a:cubicBezTo>
                  <a:cubicBezTo>
                    <a:pt x="150" y="10875"/>
                    <a:pt x="2" y="10965"/>
                    <a:pt x="0" y="11078"/>
                  </a:cubicBezTo>
                  <a:close/>
                  <a:moveTo>
                    <a:pt x="0" y="11078"/>
                  </a:moveTo>
                </a:path>
              </a:pathLst>
            </a:custGeom>
            <a:solidFill>
              <a:srgbClr val="BABCBF"/>
            </a:solidFill>
            <a:ln>
              <a:noFill/>
            </a:ln>
          </p:spPr>
          <p:txBody>
            <a:bodyPr lIns="0" tIns="0" rIns="0" bIns="0"/>
            <a:lstStyle/>
            <a:p>
              <a:endParaRPr lang="en-US"/>
            </a:p>
          </p:txBody>
        </p:sp>
        <p:sp>
          <p:nvSpPr>
            <p:cNvPr id="9353" name="AutoShape 70"/>
            <p:cNvSpPr/>
            <p:nvPr/>
          </p:nvSpPr>
          <p:spPr bwMode="auto">
            <a:xfrm>
              <a:off x="248" y="816"/>
              <a:ext cx="395" cy="31"/>
            </a:xfrm>
            <a:custGeom>
              <a:avLst/>
              <a:gdLst>
                <a:gd name="T0" fmla="*/ 0 w 21598"/>
                <a:gd name="T1" fmla="*/ 0 h 21573"/>
                <a:gd name="T2" fmla="*/ 0 w 21598"/>
                <a:gd name="T3" fmla="*/ 0 h 21573"/>
                <a:gd name="T4" fmla="*/ 0 w 21598"/>
                <a:gd name="T5" fmla="*/ 0 h 21573"/>
                <a:gd name="T6" fmla="*/ 0 w 21598"/>
                <a:gd name="T7" fmla="*/ 0 h 21573"/>
                <a:gd name="T8" fmla="*/ 0 w 21598"/>
                <a:gd name="T9" fmla="*/ 0 h 21573"/>
                <a:gd name="T10" fmla="*/ 0 w 21598"/>
                <a:gd name="T11" fmla="*/ 0 h 21573"/>
                <a:gd name="T12" fmla="*/ 0 w 21598"/>
                <a:gd name="T13" fmla="*/ 0 h 21573"/>
                <a:gd name="T14" fmla="*/ 0 w 21598"/>
                <a:gd name="T15" fmla="*/ 0 h 21573"/>
                <a:gd name="T16" fmla="*/ 0 w 21598"/>
                <a:gd name="T17" fmla="*/ 0 h 21573"/>
                <a:gd name="T18" fmla="*/ 0 w 21598"/>
                <a:gd name="T19" fmla="*/ 0 h 21573"/>
                <a:gd name="T20" fmla="*/ 0 w 21598"/>
                <a:gd name="T21" fmla="*/ 0 h 21573"/>
                <a:gd name="T22" fmla="*/ 0 w 21598"/>
                <a:gd name="T23" fmla="*/ 0 h 21573"/>
                <a:gd name="T24" fmla="*/ 0 w 21598"/>
                <a:gd name="T25" fmla="*/ 0 h 21573"/>
                <a:gd name="T26" fmla="*/ 0 w 21598"/>
                <a:gd name="T27" fmla="*/ 0 h 21573"/>
                <a:gd name="T28" fmla="*/ 0 w 21598"/>
                <a:gd name="T29" fmla="*/ 0 h 21573"/>
                <a:gd name="T30" fmla="*/ 0 w 21598"/>
                <a:gd name="T31" fmla="*/ 0 h 21573"/>
                <a:gd name="T32" fmla="*/ 0 w 21598"/>
                <a:gd name="T33" fmla="*/ 0 h 21573"/>
                <a:gd name="T34" fmla="*/ 0 w 21598"/>
                <a:gd name="T35" fmla="*/ 0 h 21573"/>
                <a:gd name="T36" fmla="*/ 0 w 21598"/>
                <a:gd name="T37" fmla="*/ 0 h 21573"/>
                <a:gd name="T38" fmla="*/ 0 w 21598"/>
                <a:gd name="T39" fmla="*/ 0 h 21573"/>
                <a:gd name="T40" fmla="*/ 0 w 21598"/>
                <a:gd name="T41" fmla="*/ 0 h 215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598" h="21573">
                  <a:moveTo>
                    <a:pt x="14597" y="17863"/>
                  </a:moveTo>
                  <a:cubicBezTo>
                    <a:pt x="14596" y="19897"/>
                    <a:pt x="14727" y="21562"/>
                    <a:pt x="14890" y="21573"/>
                  </a:cubicBezTo>
                  <a:cubicBezTo>
                    <a:pt x="15053" y="21589"/>
                    <a:pt x="15186" y="19950"/>
                    <a:pt x="15187" y="17916"/>
                  </a:cubicBezTo>
                  <a:cubicBezTo>
                    <a:pt x="15188" y="15877"/>
                    <a:pt x="15057" y="14216"/>
                    <a:pt x="14894" y="14200"/>
                  </a:cubicBezTo>
                  <a:cubicBezTo>
                    <a:pt x="14731" y="14184"/>
                    <a:pt x="14598" y="15823"/>
                    <a:pt x="14597" y="17863"/>
                  </a:cubicBezTo>
                  <a:close/>
                  <a:moveTo>
                    <a:pt x="6890" y="16982"/>
                  </a:moveTo>
                  <a:cubicBezTo>
                    <a:pt x="6889" y="19016"/>
                    <a:pt x="7020" y="20681"/>
                    <a:pt x="7184" y="20692"/>
                  </a:cubicBezTo>
                  <a:cubicBezTo>
                    <a:pt x="7346" y="20703"/>
                    <a:pt x="7479" y="19069"/>
                    <a:pt x="7480" y="17030"/>
                  </a:cubicBezTo>
                  <a:cubicBezTo>
                    <a:pt x="7481" y="14996"/>
                    <a:pt x="7350" y="13336"/>
                    <a:pt x="7187" y="13319"/>
                  </a:cubicBezTo>
                  <a:cubicBezTo>
                    <a:pt x="7025" y="13303"/>
                    <a:pt x="6891" y="14948"/>
                    <a:pt x="6890" y="16982"/>
                  </a:cubicBezTo>
                  <a:close/>
                  <a:moveTo>
                    <a:pt x="21305" y="4687"/>
                  </a:moveTo>
                  <a:cubicBezTo>
                    <a:pt x="21142" y="4676"/>
                    <a:pt x="21009" y="6315"/>
                    <a:pt x="21008" y="8349"/>
                  </a:cubicBezTo>
                  <a:cubicBezTo>
                    <a:pt x="21007" y="10389"/>
                    <a:pt x="21138" y="12044"/>
                    <a:pt x="21301" y="12060"/>
                  </a:cubicBezTo>
                  <a:cubicBezTo>
                    <a:pt x="21464" y="12076"/>
                    <a:pt x="21597" y="10437"/>
                    <a:pt x="21598" y="8397"/>
                  </a:cubicBezTo>
                  <a:cubicBezTo>
                    <a:pt x="21599" y="6363"/>
                    <a:pt x="21468" y="4703"/>
                    <a:pt x="21305" y="4687"/>
                  </a:cubicBezTo>
                  <a:close/>
                  <a:moveTo>
                    <a:pt x="0" y="3657"/>
                  </a:moveTo>
                  <a:cubicBezTo>
                    <a:pt x="-1" y="5696"/>
                    <a:pt x="131" y="7356"/>
                    <a:pt x="293" y="7372"/>
                  </a:cubicBezTo>
                  <a:cubicBezTo>
                    <a:pt x="456" y="7388"/>
                    <a:pt x="589" y="5744"/>
                    <a:pt x="590" y="3710"/>
                  </a:cubicBezTo>
                  <a:cubicBezTo>
                    <a:pt x="591" y="1676"/>
                    <a:pt x="460" y="10"/>
                    <a:pt x="297" y="0"/>
                  </a:cubicBezTo>
                  <a:cubicBezTo>
                    <a:pt x="134" y="-11"/>
                    <a:pt x="1" y="1623"/>
                    <a:pt x="0" y="3657"/>
                  </a:cubicBezTo>
                  <a:close/>
                  <a:moveTo>
                    <a:pt x="0" y="3657"/>
                  </a:moveTo>
                </a:path>
              </a:pathLst>
            </a:custGeom>
            <a:solidFill>
              <a:srgbClr val="A5A8AA"/>
            </a:solidFill>
            <a:ln>
              <a:noFill/>
            </a:ln>
          </p:spPr>
          <p:txBody>
            <a:bodyPr lIns="0" tIns="0" rIns="0" bIns="0"/>
            <a:lstStyle/>
            <a:p>
              <a:endParaRPr lang="en-US"/>
            </a:p>
          </p:txBody>
        </p:sp>
        <p:sp>
          <p:nvSpPr>
            <p:cNvPr id="9354" name="AutoShape 71"/>
            <p:cNvSpPr/>
            <p:nvPr/>
          </p:nvSpPr>
          <p:spPr bwMode="auto">
            <a:xfrm>
              <a:off x="360" y="352"/>
              <a:ext cx="185" cy="185"/>
            </a:xfrm>
            <a:custGeom>
              <a:avLst/>
              <a:gdLst>
                <a:gd name="T0" fmla="*/ 0 w 21519"/>
                <a:gd name="T1" fmla="*/ 0 h 21521"/>
                <a:gd name="T2" fmla="*/ 0 w 21519"/>
                <a:gd name="T3" fmla="*/ 0 h 21521"/>
                <a:gd name="T4" fmla="*/ 0 w 21519"/>
                <a:gd name="T5" fmla="*/ 0 h 21521"/>
                <a:gd name="T6" fmla="*/ 0 w 21519"/>
                <a:gd name="T7" fmla="*/ 0 h 21521"/>
                <a:gd name="T8" fmla="*/ 0 w 21519"/>
                <a:gd name="T9" fmla="*/ 0 h 21521"/>
                <a:gd name="T10" fmla="*/ 0 w 21519"/>
                <a:gd name="T11" fmla="*/ 0 h 21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19" h="21521">
                  <a:moveTo>
                    <a:pt x="21518" y="10835"/>
                  </a:moveTo>
                  <a:cubicBezTo>
                    <a:pt x="21479" y="16778"/>
                    <a:pt x="16628" y="21560"/>
                    <a:pt x="10685" y="21520"/>
                  </a:cubicBezTo>
                  <a:cubicBezTo>
                    <a:pt x="4742" y="21479"/>
                    <a:pt x="-40" y="16628"/>
                    <a:pt x="0" y="10686"/>
                  </a:cubicBezTo>
                  <a:cubicBezTo>
                    <a:pt x="41" y="4743"/>
                    <a:pt x="4892" y="-40"/>
                    <a:pt x="10834" y="0"/>
                  </a:cubicBezTo>
                  <a:cubicBezTo>
                    <a:pt x="16777" y="41"/>
                    <a:pt x="21560" y="4892"/>
                    <a:pt x="21518" y="10835"/>
                  </a:cubicBezTo>
                  <a:close/>
                  <a:moveTo>
                    <a:pt x="21518" y="10835"/>
                  </a:moveTo>
                </a:path>
              </a:pathLst>
            </a:custGeom>
            <a:solidFill>
              <a:srgbClr val="BCE6EF"/>
            </a:solidFill>
            <a:ln>
              <a:noFill/>
            </a:ln>
          </p:spPr>
          <p:txBody>
            <a:bodyPr lIns="0" tIns="0" rIns="0" bIns="0"/>
            <a:lstStyle/>
            <a:p>
              <a:endParaRPr lang="en-US"/>
            </a:p>
          </p:txBody>
        </p:sp>
        <p:sp>
          <p:nvSpPr>
            <p:cNvPr id="9355" name="AutoShape 72"/>
            <p:cNvSpPr/>
            <p:nvPr/>
          </p:nvSpPr>
          <p:spPr bwMode="auto">
            <a:xfrm>
              <a:off x="448" y="368"/>
              <a:ext cx="87" cy="88"/>
            </a:xfrm>
            <a:custGeom>
              <a:avLst/>
              <a:gdLst>
                <a:gd name="T0" fmla="*/ 0 w 15512"/>
                <a:gd name="T1" fmla="*/ 0 h 15550"/>
                <a:gd name="T2" fmla="*/ 0 w 15512"/>
                <a:gd name="T3" fmla="*/ 0 h 15550"/>
                <a:gd name="T4" fmla="*/ 0 w 15512"/>
                <a:gd name="T5" fmla="*/ 0 h 15550"/>
                <a:gd name="T6" fmla="*/ 0 w 15512"/>
                <a:gd name="T7" fmla="*/ 0 h 15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512" h="15550">
                  <a:moveTo>
                    <a:pt x="15511" y="13917"/>
                  </a:moveTo>
                  <a:cubicBezTo>
                    <a:pt x="15460" y="21548"/>
                    <a:pt x="-6035" y="-52"/>
                    <a:pt x="1665" y="0"/>
                  </a:cubicBezTo>
                  <a:cubicBezTo>
                    <a:pt x="9366" y="52"/>
                    <a:pt x="15565" y="6284"/>
                    <a:pt x="15511" y="13917"/>
                  </a:cubicBezTo>
                  <a:close/>
                  <a:moveTo>
                    <a:pt x="15511" y="13917"/>
                  </a:moveTo>
                </a:path>
              </a:pathLst>
            </a:custGeom>
            <a:solidFill>
              <a:srgbClr val="000000">
                <a:alpha val="29803"/>
              </a:srgbClr>
            </a:solidFill>
            <a:ln>
              <a:noFill/>
            </a:ln>
          </p:spPr>
          <p:txBody>
            <a:bodyPr lIns="0" tIns="0" rIns="0" bIns="0"/>
            <a:lstStyle/>
            <a:p>
              <a:endParaRPr lang="en-US"/>
            </a:p>
          </p:txBody>
        </p:sp>
        <p:sp>
          <p:nvSpPr>
            <p:cNvPr id="9356" name="AutoShape 73"/>
            <p:cNvSpPr/>
            <p:nvPr/>
          </p:nvSpPr>
          <p:spPr bwMode="auto">
            <a:xfrm>
              <a:off x="448" y="328"/>
              <a:ext cx="10" cy="10"/>
            </a:xfrm>
            <a:custGeom>
              <a:avLst/>
              <a:gdLst>
                <a:gd name="T0" fmla="*/ 0 w 21507"/>
                <a:gd name="T1" fmla="*/ 0 h 21507"/>
                <a:gd name="T2" fmla="*/ 0 w 21507"/>
                <a:gd name="T3" fmla="*/ 0 h 21507"/>
                <a:gd name="T4" fmla="*/ 0 w 21507"/>
                <a:gd name="T5" fmla="*/ 0 h 21507"/>
                <a:gd name="T6" fmla="*/ 0 w 21507"/>
                <a:gd name="T7" fmla="*/ 0 h 21507"/>
                <a:gd name="T8" fmla="*/ 0 w 21507"/>
                <a:gd name="T9" fmla="*/ 0 h 21507"/>
                <a:gd name="T10" fmla="*/ 0 w 21507"/>
                <a:gd name="T11" fmla="*/ 0 h 215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07" h="21507">
                  <a:moveTo>
                    <a:pt x="21507" y="10824"/>
                  </a:moveTo>
                  <a:cubicBezTo>
                    <a:pt x="21476" y="16757"/>
                    <a:pt x="16617" y="21554"/>
                    <a:pt x="10684" y="21507"/>
                  </a:cubicBezTo>
                  <a:cubicBezTo>
                    <a:pt x="4751" y="21461"/>
                    <a:pt x="-46" y="16617"/>
                    <a:pt x="1" y="10684"/>
                  </a:cubicBezTo>
                  <a:cubicBezTo>
                    <a:pt x="47" y="4735"/>
                    <a:pt x="4906" y="-46"/>
                    <a:pt x="10824" y="1"/>
                  </a:cubicBezTo>
                  <a:cubicBezTo>
                    <a:pt x="16773" y="32"/>
                    <a:pt x="21554" y="4891"/>
                    <a:pt x="21507" y="10824"/>
                  </a:cubicBezTo>
                  <a:close/>
                  <a:moveTo>
                    <a:pt x="21507" y="10824"/>
                  </a:moveTo>
                </a:path>
              </a:pathLst>
            </a:custGeom>
            <a:solidFill>
              <a:srgbClr val="808083"/>
            </a:solidFill>
            <a:ln>
              <a:noFill/>
            </a:ln>
          </p:spPr>
          <p:txBody>
            <a:bodyPr lIns="0" tIns="0" rIns="0" bIns="0"/>
            <a:lstStyle/>
            <a:p>
              <a:endParaRPr lang="en-US"/>
            </a:p>
          </p:txBody>
        </p:sp>
        <p:sp>
          <p:nvSpPr>
            <p:cNvPr id="9357" name="AutoShape 74"/>
            <p:cNvSpPr/>
            <p:nvPr/>
          </p:nvSpPr>
          <p:spPr bwMode="auto">
            <a:xfrm>
              <a:off x="352" y="384"/>
              <a:ext cx="10" cy="10"/>
            </a:xfrm>
            <a:custGeom>
              <a:avLst/>
              <a:gdLst>
                <a:gd name="T0" fmla="*/ 0 w 18916"/>
                <a:gd name="T1" fmla="*/ 0 h 18915"/>
                <a:gd name="T2" fmla="*/ 0 w 18916"/>
                <a:gd name="T3" fmla="*/ 0 h 18915"/>
                <a:gd name="T4" fmla="*/ 0 w 18916"/>
                <a:gd name="T5" fmla="*/ 0 h 18915"/>
                <a:gd name="T6" fmla="*/ 0 w 18916"/>
                <a:gd name="T7" fmla="*/ 0 h 18915"/>
                <a:gd name="T8" fmla="*/ 0 w 18916"/>
                <a:gd name="T9" fmla="*/ 0 h 18915"/>
                <a:gd name="T10" fmla="*/ 0 w 18916"/>
                <a:gd name="T11" fmla="*/ 0 h 189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6" h="18915">
                  <a:moveTo>
                    <a:pt x="14247" y="1312"/>
                  </a:moveTo>
                  <a:cubicBezTo>
                    <a:pt x="18750" y="3940"/>
                    <a:pt x="20256" y="9743"/>
                    <a:pt x="17614" y="14233"/>
                  </a:cubicBezTo>
                  <a:cubicBezTo>
                    <a:pt x="14986" y="18750"/>
                    <a:pt x="9182" y="20256"/>
                    <a:pt x="4693" y="17614"/>
                  </a:cubicBezTo>
                  <a:cubicBezTo>
                    <a:pt x="175" y="14972"/>
                    <a:pt x="-1344" y="9169"/>
                    <a:pt x="1298" y="4679"/>
                  </a:cubicBezTo>
                  <a:cubicBezTo>
                    <a:pt x="3953" y="162"/>
                    <a:pt x="9743" y="-1344"/>
                    <a:pt x="14247" y="1312"/>
                  </a:cubicBezTo>
                  <a:close/>
                  <a:moveTo>
                    <a:pt x="14247" y="1312"/>
                  </a:moveTo>
                </a:path>
              </a:pathLst>
            </a:custGeom>
            <a:solidFill>
              <a:srgbClr val="808083"/>
            </a:solidFill>
            <a:ln>
              <a:noFill/>
            </a:ln>
          </p:spPr>
          <p:txBody>
            <a:bodyPr lIns="0" tIns="0" rIns="0" bIns="0"/>
            <a:lstStyle/>
            <a:p>
              <a:endParaRPr lang="en-US"/>
            </a:p>
          </p:txBody>
        </p:sp>
        <p:sp>
          <p:nvSpPr>
            <p:cNvPr id="9358" name="AutoShape 75"/>
            <p:cNvSpPr/>
            <p:nvPr/>
          </p:nvSpPr>
          <p:spPr bwMode="auto">
            <a:xfrm>
              <a:off x="352" y="496"/>
              <a:ext cx="10" cy="10"/>
            </a:xfrm>
            <a:custGeom>
              <a:avLst/>
              <a:gdLst>
                <a:gd name="T0" fmla="*/ 0 w 18901"/>
                <a:gd name="T1" fmla="*/ 0 h 18906"/>
                <a:gd name="T2" fmla="*/ 0 w 18901"/>
                <a:gd name="T3" fmla="*/ 0 h 18906"/>
                <a:gd name="T4" fmla="*/ 0 w 18901"/>
                <a:gd name="T5" fmla="*/ 0 h 18906"/>
                <a:gd name="T6" fmla="*/ 0 w 18901"/>
                <a:gd name="T7" fmla="*/ 0 h 18906"/>
                <a:gd name="T8" fmla="*/ 0 w 18901"/>
                <a:gd name="T9" fmla="*/ 0 h 18906"/>
                <a:gd name="T10" fmla="*/ 0 w 18901"/>
                <a:gd name="T11" fmla="*/ 0 h 18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01" h="18906">
                  <a:moveTo>
                    <a:pt x="4778" y="1238"/>
                  </a:moveTo>
                  <a:cubicBezTo>
                    <a:pt x="9316" y="-1349"/>
                    <a:pt x="15085" y="253"/>
                    <a:pt x="17656" y="4797"/>
                  </a:cubicBezTo>
                  <a:cubicBezTo>
                    <a:pt x="20253" y="9328"/>
                    <a:pt x="18654" y="15091"/>
                    <a:pt x="14115" y="17664"/>
                  </a:cubicBezTo>
                  <a:cubicBezTo>
                    <a:pt x="9576" y="20251"/>
                    <a:pt x="3821" y="18663"/>
                    <a:pt x="1237" y="14132"/>
                  </a:cubicBezTo>
                  <a:cubicBezTo>
                    <a:pt x="-1347" y="9574"/>
                    <a:pt x="252" y="3811"/>
                    <a:pt x="4778" y="1238"/>
                  </a:cubicBezTo>
                  <a:close/>
                  <a:moveTo>
                    <a:pt x="4778" y="1238"/>
                  </a:moveTo>
                </a:path>
              </a:pathLst>
            </a:custGeom>
            <a:solidFill>
              <a:srgbClr val="808083"/>
            </a:solidFill>
            <a:ln>
              <a:noFill/>
            </a:ln>
          </p:spPr>
          <p:txBody>
            <a:bodyPr lIns="0" tIns="0" rIns="0" bIns="0"/>
            <a:lstStyle/>
            <a:p>
              <a:endParaRPr lang="en-US"/>
            </a:p>
          </p:txBody>
        </p:sp>
        <p:sp>
          <p:nvSpPr>
            <p:cNvPr id="9359" name="AutoShape 76"/>
            <p:cNvSpPr/>
            <p:nvPr/>
          </p:nvSpPr>
          <p:spPr bwMode="auto">
            <a:xfrm>
              <a:off x="448" y="560"/>
              <a:ext cx="10" cy="10"/>
            </a:xfrm>
            <a:custGeom>
              <a:avLst/>
              <a:gdLst>
                <a:gd name="T0" fmla="*/ 0 w 21492"/>
                <a:gd name="T1" fmla="*/ 0 h 21507"/>
                <a:gd name="T2" fmla="*/ 0 w 21492"/>
                <a:gd name="T3" fmla="*/ 0 h 21507"/>
                <a:gd name="T4" fmla="*/ 0 w 21492"/>
                <a:gd name="T5" fmla="*/ 0 h 21507"/>
                <a:gd name="T6" fmla="*/ 0 w 21492"/>
                <a:gd name="T7" fmla="*/ 0 h 21507"/>
                <a:gd name="T8" fmla="*/ 0 w 21492"/>
                <a:gd name="T9" fmla="*/ 0 h 21507"/>
                <a:gd name="T10" fmla="*/ 0 w 21492"/>
                <a:gd name="T11" fmla="*/ 0 h 215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492" h="21507">
                  <a:moveTo>
                    <a:pt x="1" y="10683"/>
                  </a:moveTo>
                  <a:cubicBezTo>
                    <a:pt x="32" y="4750"/>
                    <a:pt x="4906" y="-31"/>
                    <a:pt x="10824" y="0"/>
                  </a:cubicBezTo>
                  <a:cubicBezTo>
                    <a:pt x="16773" y="47"/>
                    <a:pt x="21554" y="4890"/>
                    <a:pt x="21492" y="10839"/>
                  </a:cubicBezTo>
                  <a:cubicBezTo>
                    <a:pt x="21461" y="16772"/>
                    <a:pt x="16617" y="21569"/>
                    <a:pt x="10684" y="21507"/>
                  </a:cubicBezTo>
                  <a:cubicBezTo>
                    <a:pt x="4735" y="21476"/>
                    <a:pt x="-46" y="16632"/>
                    <a:pt x="1" y="10683"/>
                  </a:cubicBezTo>
                  <a:close/>
                  <a:moveTo>
                    <a:pt x="1" y="10683"/>
                  </a:moveTo>
                </a:path>
              </a:pathLst>
            </a:custGeom>
            <a:solidFill>
              <a:srgbClr val="808083"/>
            </a:solidFill>
            <a:ln>
              <a:noFill/>
            </a:ln>
          </p:spPr>
          <p:txBody>
            <a:bodyPr lIns="0" tIns="0" rIns="0" bIns="0"/>
            <a:lstStyle/>
            <a:p>
              <a:endParaRPr lang="en-US"/>
            </a:p>
          </p:txBody>
        </p:sp>
        <p:sp>
          <p:nvSpPr>
            <p:cNvPr id="9360" name="AutoShape 77"/>
            <p:cNvSpPr/>
            <p:nvPr/>
          </p:nvSpPr>
          <p:spPr bwMode="auto">
            <a:xfrm>
              <a:off x="552" y="496"/>
              <a:ext cx="10" cy="10"/>
            </a:xfrm>
            <a:custGeom>
              <a:avLst/>
              <a:gdLst>
                <a:gd name="T0" fmla="*/ 0 w 18914"/>
                <a:gd name="T1" fmla="*/ 0 h 18914"/>
                <a:gd name="T2" fmla="*/ 0 w 18914"/>
                <a:gd name="T3" fmla="*/ 0 h 18914"/>
                <a:gd name="T4" fmla="*/ 0 w 18914"/>
                <a:gd name="T5" fmla="*/ 0 h 18914"/>
                <a:gd name="T6" fmla="*/ 0 w 18914"/>
                <a:gd name="T7" fmla="*/ 0 h 18914"/>
                <a:gd name="T8" fmla="*/ 0 w 18914"/>
                <a:gd name="T9" fmla="*/ 0 h 18914"/>
                <a:gd name="T10" fmla="*/ 0 w 18914"/>
                <a:gd name="T11" fmla="*/ 0 h 189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4" h="18914">
                  <a:moveTo>
                    <a:pt x="4666" y="17608"/>
                  </a:moveTo>
                  <a:cubicBezTo>
                    <a:pt x="176" y="14967"/>
                    <a:pt x="-1343" y="9190"/>
                    <a:pt x="1299" y="4673"/>
                  </a:cubicBezTo>
                  <a:cubicBezTo>
                    <a:pt x="3954" y="170"/>
                    <a:pt x="9731" y="-1336"/>
                    <a:pt x="14248" y="1292"/>
                  </a:cubicBezTo>
                  <a:cubicBezTo>
                    <a:pt x="18738" y="3948"/>
                    <a:pt x="20257" y="9738"/>
                    <a:pt x="17615" y="14241"/>
                  </a:cubicBezTo>
                  <a:cubicBezTo>
                    <a:pt x="14960" y="18731"/>
                    <a:pt x="9183" y="20264"/>
                    <a:pt x="4666" y="17608"/>
                  </a:cubicBezTo>
                  <a:close/>
                  <a:moveTo>
                    <a:pt x="4666" y="17608"/>
                  </a:moveTo>
                </a:path>
              </a:pathLst>
            </a:custGeom>
            <a:solidFill>
              <a:srgbClr val="808083"/>
            </a:solidFill>
            <a:ln>
              <a:noFill/>
            </a:ln>
          </p:spPr>
          <p:txBody>
            <a:bodyPr lIns="0" tIns="0" rIns="0" bIns="0"/>
            <a:lstStyle/>
            <a:p>
              <a:endParaRPr lang="en-US"/>
            </a:p>
          </p:txBody>
        </p:sp>
        <p:sp>
          <p:nvSpPr>
            <p:cNvPr id="9361" name="AutoShape 78"/>
            <p:cNvSpPr/>
            <p:nvPr/>
          </p:nvSpPr>
          <p:spPr bwMode="auto">
            <a:xfrm>
              <a:off x="552" y="384"/>
              <a:ext cx="10" cy="10"/>
            </a:xfrm>
            <a:custGeom>
              <a:avLst/>
              <a:gdLst>
                <a:gd name="T0" fmla="*/ 0 w 18915"/>
                <a:gd name="T1" fmla="*/ 0 h 18913"/>
                <a:gd name="T2" fmla="*/ 0 w 18915"/>
                <a:gd name="T3" fmla="*/ 0 h 18913"/>
                <a:gd name="T4" fmla="*/ 0 w 18915"/>
                <a:gd name="T5" fmla="*/ 0 h 18913"/>
                <a:gd name="T6" fmla="*/ 0 w 18915"/>
                <a:gd name="T7" fmla="*/ 0 h 18913"/>
                <a:gd name="T8" fmla="*/ 0 w 18915"/>
                <a:gd name="T9" fmla="*/ 0 h 18913"/>
                <a:gd name="T10" fmla="*/ 0 w 18915"/>
                <a:gd name="T11" fmla="*/ 0 h 189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5" h="18913">
                  <a:moveTo>
                    <a:pt x="14127" y="17681"/>
                  </a:moveTo>
                  <a:cubicBezTo>
                    <a:pt x="9582" y="20254"/>
                    <a:pt x="3819" y="18666"/>
                    <a:pt x="1232" y="14122"/>
                  </a:cubicBezTo>
                  <a:cubicBezTo>
                    <a:pt x="-1341" y="9591"/>
                    <a:pt x="247" y="3814"/>
                    <a:pt x="4764" y="1241"/>
                  </a:cubicBezTo>
                  <a:cubicBezTo>
                    <a:pt x="9336" y="-1346"/>
                    <a:pt x="15085" y="242"/>
                    <a:pt x="17686" y="4786"/>
                  </a:cubicBezTo>
                  <a:cubicBezTo>
                    <a:pt x="20259" y="9331"/>
                    <a:pt x="18657" y="15094"/>
                    <a:pt x="14127" y="17681"/>
                  </a:cubicBezTo>
                  <a:close/>
                  <a:moveTo>
                    <a:pt x="14127" y="17681"/>
                  </a:moveTo>
                </a:path>
              </a:pathLst>
            </a:custGeom>
            <a:solidFill>
              <a:srgbClr val="808083"/>
            </a:solidFill>
            <a:ln>
              <a:noFill/>
            </a:ln>
          </p:spPr>
          <p:txBody>
            <a:bodyPr lIns="0" tIns="0" rIns="0" bIns="0"/>
            <a:lstStyle/>
            <a:p>
              <a:endParaRPr lang="en-US"/>
            </a:p>
          </p:txBody>
        </p:sp>
        <p:sp>
          <p:nvSpPr>
            <p:cNvPr id="9362" name="AutoShape 79"/>
            <p:cNvSpPr/>
            <p:nvPr/>
          </p:nvSpPr>
          <p:spPr bwMode="auto">
            <a:xfrm>
              <a:off x="408" y="776"/>
              <a:ext cx="83" cy="847"/>
            </a:xfrm>
            <a:custGeom>
              <a:avLst/>
              <a:gdLst>
                <a:gd name="T0" fmla="*/ 0 w 20823"/>
                <a:gd name="T1" fmla="*/ 0 h 21591"/>
                <a:gd name="T2" fmla="*/ 0 w 20823"/>
                <a:gd name="T3" fmla="*/ 0 h 21591"/>
                <a:gd name="T4" fmla="*/ 0 w 20823"/>
                <a:gd name="T5" fmla="*/ 0 h 21591"/>
                <a:gd name="T6" fmla="*/ 0 w 20823"/>
                <a:gd name="T7" fmla="*/ 0 h 21591"/>
                <a:gd name="T8" fmla="*/ 0 w 20823"/>
                <a:gd name="T9" fmla="*/ 0 h 21591"/>
                <a:gd name="T10" fmla="*/ 0 w 20823"/>
                <a:gd name="T11" fmla="*/ 0 h 2159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823" h="21591">
                  <a:moveTo>
                    <a:pt x="20772" y="8086"/>
                  </a:moveTo>
                  <a:cubicBezTo>
                    <a:pt x="20374" y="13960"/>
                    <a:pt x="15215" y="21595"/>
                    <a:pt x="9488" y="21591"/>
                  </a:cubicBezTo>
                  <a:cubicBezTo>
                    <a:pt x="3759" y="21587"/>
                    <a:pt x="-371" y="13945"/>
                    <a:pt x="26" y="8071"/>
                  </a:cubicBezTo>
                  <a:cubicBezTo>
                    <a:pt x="484" y="1260"/>
                    <a:pt x="3209" y="-5"/>
                    <a:pt x="10942" y="0"/>
                  </a:cubicBezTo>
                  <a:cubicBezTo>
                    <a:pt x="18675" y="6"/>
                    <a:pt x="21229" y="1275"/>
                    <a:pt x="20772" y="8086"/>
                  </a:cubicBezTo>
                  <a:close/>
                  <a:moveTo>
                    <a:pt x="20772" y="8086"/>
                  </a:moveTo>
                </a:path>
              </a:pathLst>
            </a:custGeom>
            <a:solidFill>
              <a:srgbClr val="1D242B"/>
            </a:solidFill>
            <a:ln>
              <a:noFill/>
            </a:ln>
          </p:spPr>
          <p:txBody>
            <a:bodyPr lIns="0" tIns="0" rIns="0" bIns="0"/>
            <a:lstStyle/>
            <a:p>
              <a:endParaRPr lang="en-US"/>
            </a:p>
          </p:txBody>
        </p:sp>
        <p:sp>
          <p:nvSpPr>
            <p:cNvPr id="9363" name="AutoShape 80"/>
            <p:cNvSpPr/>
            <p:nvPr/>
          </p:nvSpPr>
          <p:spPr bwMode="auto">
            <a:xfrm>
              <a:off x="0" y="784"/>
              <a:ext cx="891" cy="765"/>
            </a:xfrm>
            <a:custGeom>
              <a:avLst/>
              <a:gdLst>
                <a:gd name="T0" fmla="*/ 0 w 21280"/>
                <a:gd name="T1" fmla="*/ 0 h 21596"/>
                <a:gd name="T2" fmla="*/ 0 w 21280"/>
                <a:gd name="T3" fmla="*/ 0 h 21596"/>
                <a:gd name="T4" fmla="*/ 0 w 21280"/>
                <a:gd name="T5" fmla="*/ 0 h 21596"/>
                <a:gd name="T6" fmla="*/ 0 w 21280"/>
                <a:gd name="T7" fmla="*/ 0 h 21596"/>
                <a:gd name="T8" fmla="*/ 0 w 21280"/>
                <a:gd name="T9" fmla="*/ 0 h 21596"/>
                <a:gd name="T10" fmla="*/ 0 w 21280"/>
                <a:gd name="T11" fmla="*/ 0 h 21596"/>
                <a:gd name="T12" fmla="*/ 0 w 21280"/>
                <a:gd name="T13" fmla="*/ 0 h 21596"/>
                <a:gd name="T14" fmla="*/ 0 w 21280"/>
                <a:gd name="T15" fmla="*/ 0 h 21596"/>
                <a:gd name="T16" fmla="*/ 0 w 21280"/>
                <a:gd name="T17" fmla="*/ 0 h 21596"/>
                <a:gd name="T18" fmla="*/ 0 w 21280"/>
                <a:gd name="T19" fmla="*/ 0 h 21596"/>
                <a:gd name="T20" fmla="*/ 0 w 21280"/>
                <a:gd name="T21" fmla="*/ 0 h 21596"/>
                <a:gd name="T22" fmla="*/ 0 w 21280"/>
                <a:gd name="T23" fmla="*/ 0 h 21596"/>
                <a:gd name="T24" fmla="*/ 0 w 21280"/>
                <a:gd name="T25" fmla="*/ 0 h 21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280" h="21596">
                  <a:moveTo>
                    <a:pt x="16341" y="100"/>
                  </a:moveTo>
                  <a:cubicBezTo>
                    <a:pt x="16199" y="2382"/>
                    <a:pt x="15970" y="4269"/>
                    <a:pt x="15701" y="5827"/>
                  </a:cubicBezTo>
                  <a:cubicBezTo>
                    <a:pt x="17306" y="7341"/>
                    <a:pt x="18167" y="9258"/>
                    <a:pt x="18747" y="11724"/>
                  </a:cubicBezTo>
                  <a:cubicBezTo>
                    <a:pt x="19694" y="15744"/>
                    <a:pt x="19463" y="21591"/>
                    <a:pt x="20006" y="21596"/>
                  </a:cubicBezTo>
                  <a:cubicBezTo>
                    <a:pt x="20549" y="21600"/>
                    <a:pt x="21412" y="18227"/>
                    <a:pt x="21262" y="11639"/>
                  </a:cubicBezTo>
                  <a:cubicBezTo>
                    <a:pt x="21120" y="5338"/>
                    <a:pt x="18602" y="1255"/>
                    <a:pt x="16341" y="100"/>
                  </a:cubicBezTo>
                  <a:close/>
                  <a:moveTo>
                    <a:pt x="5683" y="5730"/>
                  </a:moveTo>
                  <a:cubicBezTo>
                    <a:pt x="5433" y="4169"/>
                    <a:pt x="5226" y="2280"/>
                    <a:pt x="5112" y="0"/>
                  </a:cubicBezTo>
                  <a:cubicBezTo>
                    <a:pt x="2833" y="1106"/>
                    <a:pt x="256" y="5151"/>
                    <a:pt x="38" y="11465"/>
                  </a:cubicBezTo>
                  <a:cubicBezTo>
                    <a:pt x="-188" y="18050"/>
                    <a:pt x="635" y="21437"/>
                    <a:pt x="1178" y="21442"/>
                  </a:cubicBezTo>
                  <a:cubicBezTo>
                    <a:pt x="1721" y="21446"/>
                    <a:pt x="1559" y="15596"/>
                    <a:pt x="2552" y="11592"/>
                  </a:cubicBezTo>
                  <a:cubicBezTo>
                    <a:pt x="3164" y="9128"/>
                    <a:pt x="4050" y="7220"/>
                    <a:pt x="5683" y="5730"/>
                  </a:cubicBezTo>
                  <a:close/>
                  <a:moveTo>
                    <a:pt x="5683" y="5730"/>
                  </a:moveTo>
                </a:path>
              </a:pathLst>
            </a:custGeom>
            <a:solidFill>
              <a:srgbClr val="1D242B"/>
            </a:solidFill>
            <a:ln>
              <a:noFill/>
            </a:ln>
          </p:spPr>
          <p:txBody>
            <a:bodyPr lIns="0" tIns="0" rIns="0" bIns="0"/>
            <a:lstStyle/>
            <a:p>
              <a:endParaRPr lang="en-US"/>
            </a:p>
          </p:txBody>
        </p:sp>
      </p:grpSp>
      <p:grpSp>
        <p:nvGrpSpPr>
          <p:cNvPr id="8198" name="Group 3"/>
          <p:cNvGrpSpPr/>
          <p:nvPr/>
        </p:nvGrpSpPr>
        <p:grpSpPr bwMode="auto">
          <a:xfrm>
            <a:off x="21996400" y="5232400"/>
            <a:ext cx="2417763" cy="5076825"/>
            <a:chOff x="21996400" y="5232400"/>
            <a:chExt cx="2417763" cy="5076825"/>
          </a:xfrm>
        </p:grpSpPr>
        <p:sp>
          <p:nvSpPr>
            <p:cNvPr id="9324" name="AutoShape 82"/>
            <p:cNvSpPr/>
            <p:nvPr/>
          </p:nvSpPr>
          <p:spPr bwMode="auto">
            <a:xfrm>
              <a:off x="21996400" y="9220200"/>
              <a:ext cx="2417763" cy="1089025"/>
            </a:xfrm>
            <a:custGeom>
              <a:avLst/>
              <a:gdLst>
                <a:gd name="T0" fmla="*/ 2147483647 w 21280"/>
                <a:gd name="T1" fmla="*/ 2147483647 h 21597"/>
                <a:gd name="T2" fmla="*/ 2147483647 w 21280"/>
                <a:gd name="T3" fmla="*/ 2147483647 h 21597"/>
                <a:gd name="T4" fmla="*/ 2147483647 w 21280"/>
                <a:gd name="T5" fmla="*/ 2147483647 h 21597"/>
                <a:gd name="T6" fmla="*/ 2147483647 w 21280"/>
                <a:gd name="T7" fmla="*/ 2147483647 h 21597"/>
                <a:gd name="T8" fmla="*/ 2147483647 w 21280"/>
                <a:gd name="T9" fmla="*/ 2147483647 h 21597"/>
                <a:gd name="T10" fmla="*/ 2147483647 w 21280"/>
                <a:gd name="T11" fmla="*/ 2147483647 h 21597"/>
                <a:gd name="T12" fmla="*/ 2147483647 w 21280"/>
                <a:gd name="T13" fmla="*/ 2147483647 h 21597"/>
                <a:gd name="T14" fmla="*/ 2147483647 w 21280"/>
                <a:gd name="T15" fmla="*/ 2147483647 h 21597"/>
                <a:gd name="T16" fmla="*/ 2147483647 w 21280"/>
                <a:gd name="T17" fmla="*/ 2147483647 h 21597"/>
                <a:gd name="T18" fmla="*/ 2147483647 w 21280"/>
                <a:gd name="T19" fmla="*/ 2147483647 h 21597"/>
                <a:gd name="T20" fmla="*/ 2147483647 w 21280"/>
                <a:gd name="T21" fmla="*/ 2147483647 h 21597"/>
                <a:gd name="T22" fmla="*/ 2147483647 w 21280"/>
                <a:gd name="T23" fmla="*/ 2147483647 h 21597"/>
                <a:gd name="T24" fmla="*/ 2147483647 w 21280"/>
                <a:gd name="T25" fmla="*/ 2147483647 h 21597"/>
                <a:gd name="T26" fmla="*/ 2147483647 w 21280"/>
                <a:gd name="T27" fmla="*/ 2147483647 h 21597"/>
                <a:gd name="T28" fmla="*/ 2147483647 w 21280"/>
                <a:gd name="T29" fmla="*/ 2147483647 h 21597"/>
                <a:gd name="T30" fmla="*/ 2147483647 w 21280"/>
                <a:gd name="T31" fmla="*/ 2147483647 h 21597"/>
                <a:gd name="T32" fmla="*/ 2147483647 w 21280"/>
                <a:gd name="T33" fmla="*/ 2147483647 h 21597"/>
                <a:gd name="T34" fmla="*/ 2147483647 w 21280"/>
                <a:gd name="T35" fmla="*/ 2147483647 h 21597"/>
                <a:gd name="T36" fmla="*/ 2147483647 w 21280"/>
                <a:gd name="T37" fmla="*/ 2147483647 h 21597"/>
                <a:gd name="T38" fmla="*/ 2147483647 w 21280"/>
                <a:gd name="T39" fmla="*/ 2147483647 h 21597"/>
                <a:gd name="T40" fmla="*/ 2147483647 w 21280"/>
                <a:gd name="T41" fmla="*/ 2147483647 h 21597"/>
                <a:gd name="T42" fmla="*/ 2147483647 w 21280"/>
                <a:gd name="T43" fmla="*/ 2147483647 h 21597"/>
                <a:gd name="T44" fmla="*/ 2147483647 w 21280"/>
                <a:gd name="T45" fmla="*/ 2147483647 h 21597"/>
                <a:gd name="T46" fmla="*/ 2147483647 w 21280"/>
                <a:gd name="T47" fmla="*/ 2147483647 h 21597"/>
                <a:gd name="T48" fmla="*/ 2147483647 w 21280"/>
                <a:gd name="T49" fmla="*/ 2147483647 h 21597"/>
                <a:gd name="T50" fmla="*/ 2147483647 w 21280"/>
                <a:gd name="T51" fmla="*/ 2147483647 h 21597"/>
                <a:gd name="T52" fmla="*/ 2147483647 w 21280"/>
                <a:gd name="T53" fmla="*/ 2147483647 h 21597"/>
                <a:gd name="T54" fmla="*/ 2147483647 w 21280"/>
                <a:gd name="T55" fmla="*/ 2147483647 h 21597"/>
                <a:gd name="T56" fmla="*/ 2147483647 w 21280"/>
                <a:gd name="T57" fmla="*/ 2147483647 h 21597"/>
                <a:gd name="T58" fmla="*/ 2147483647 w 21280"/>
                <a:gd name="T59" fmla="*/ 2147483647 h 21597"/>
                <a:gd name="T60" fmla="*/ 2147483647 w 21280"/>
                <a:gd name="T61" fmla="*/ 2147483647 h 21597"/>
                <a:gd name="T62" fmla="*/ 2147483647 w 21280"/>
                <a:gd name="T63" fmla="*/ 2147483647 h 21597"/>
                <a:gd name="T64" fmla="*/ 2147483647 w 21280"/>
                <a:gd name="T65" fmla="*/ 2147483647 h 21597"/>
                <a:gd name="T66" fmla="*/ 2147483647 w 21280"/>
                <a:gd name="T67" fmla="*/ 2147483647 h 21597"/>
                <a:gd name="T68" fmla="*/ 2147483647 w 21280"/>
                <a:gd name="T69" fmla="*/ 2147483647 h 21597"/>
                <a:gd name="T70" fmla="*/ 2147483647 w 21280"/>
                <a:gd name="T71" fmla="*/ 2147483647 h 21597"/>
                <a:gd name="T72" fmla="*/ 2147483647 w 21280"/>
                <a:gd name="T73" fmla="*/ 2147483647 h 21597"/>
                <a:gd name="T74" fmla="*/ 2147483647 w 21280"/>
                <a:gd name="T75" fmla="*/ 2147483647 h 21597"/>
                <a:gd name="T76" fmla="*/ 2147483647 w 21280"/>
                <a:gd name="T77" fmla="*/ 2147483647 h 21597"/>
                <a:gd name="T78" fmla="*/ 2147483647 w 21280"/>
                <a:gd name="T79" fmla="*/ 2147483647 h 21597"/>
                <a:gd name="T80" fmla="*/ 2147483647 w 21280"/>
                <a:gd name="T81" fmla="*/ 2147483647 h 21597"/>
                <a:gd name="T82" fmla="*/ 2147483647 w 21280"/>
                <a:gd name="T83" fmla="*/ 2147483647 h 21597"/>
                <a:gd name="T84" fmla="*/ 2147483647 w 21280"/>
                <a:gd name="T85" fmla="*/ 2147483647 h 21597"/>
                <a:gd name="T86" fmla="*/ 2147483647 w 21280"/>
                <a:gd name="T87" fmla="*/ 2147483647 h 21597"/>
                <a:gd name="T88" fmla="*/ 2147483647 w 21280"/>
                <a:gd name="T89" fmla="*/ 2147483647 h 21597"/>
                <a:gd name="T90" fmla="*/ 2147483647 w 21280"/>
                <a:gd name="T91" fmla="*/ 2147483647 h 21597"/>
                <a:gd name="T92" fmla="*/ 2147483647 w 21280"/>
                <a:gd name="T93" fmla="*/ 2147483647 h 21597"/>
                <a:gd name="T94" fmla="*/ 2147483647 w 21280"/>
                <a:gd name="T95" fmla="*/ 2147483647 h 21597"/>
                <a:gd name="T96" fmla="*/ 2147483647 w 21280"/>
                <a:gd name="T97" fmla="*/ 2147483647 h 21597"/>
                <a:gd name="T98" fmla="*/ 2147483647 w 21280"/>
                <a:gd name="T99" fmla="*/ 2147483647 h 21597"/>
                <a:gd name="T100" fmla="*/ 2147483647 w 21280"/>
                <a:gd name="T101" fmla="*/ 2147483647 h 21597"/>
                <a:gd name="T102" fmla="*/ 2147483647 w 21280"/>
                <a:gd name="T103" fmla="*/ 2147483647 h 21597"/>
                <a:gd name="T104" fmla="*/ 2147483647 w 21280"/>
                <a:gd name="T105" fmla="*/ 2147483647 h 21597"/>
                <a:gd name="T106" fmla="*/ 2147483647 w 21280"/>
                <a:gd name="T107" fmla="*/ 2147483647 h 21597"/>
                <a:gd name="T108" fmla="*/ 2147483647 w 21280"/>
                <a:gd name="T109" fmla="*/ 2147483647 h 21597"/>
                <a:gd name="T110" fmla="*/ 2147483647 w 21280"/>
                <a:gd name="T111" fmla="*/ 2147483647 h 21597"/>
                <a:gd name="T112" fmla="*/ 2147483647 w 21280"/>
                <a:gd name="T113" fmla="*/ 2147483647 h 21597"/>
                <a:gd name="T114" fmla="*/ 2147483647 w 21280"/>
                <a:gd name="T115" fmla="*/ 2147483647 h 2159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1280" h="21597">
                  <a:moveTo>
                    <a:pt x="15866" y="8949"/>
                  </a:moveTo>
                  <a:cubicBezTo>
                    <a:pt x="15855" y="8913"/>
                    <a:pt x="15843" y="8876"/>
                    <a:pt x="15831" y="8840"/>
                  </a:cubicBezTo>
                  <a:cubicBezTo>
                    <a:pt x="15843" y="8876"/>
                    <a:pt x="15855" y="8913"/>
                    <a:pt x="15866" y="8949"/>
                  </a:cubicBezTo>
                  <a:close/>
                  <a:moveTo>
                    <a:pt x="15921" y="9130"/>
                  </a:moveTo>
                  <a:cubicBezTo>
                    <a:pt x="15909" y="9091"/>
                    <a:pt x="15898" y="9053"/>
                    <a:pt x="15886" y="9014"/>
                  </a:cubicBezTo>
                  <a:cubicBezTo>
                    <a:pt x="15898" y="9053"/>
                    <a:pt x="15909" y="9091"/>
                    <a:pt x="15921" y="9130"/>
                  </a:cubicBezTo>
                  <a:close/>
                  <a:moveTo>
                    <a:pt x="15986" y="9359"/>
                  </a:moveTo>
                  <a:cubicBezTo>
                    <a:pt x="15970" y="9302"/>
                    <a:pt x="15955" y="9246"/>
                    <a:pt x="15938" y="9190"/>
                  </a:cubicBezTo>
                  <a:cubicBezTo>
                    <a:pt x="15955" y="9246"/>
                    <a:pt x="15970" y="9302"/>
                    <a:pt x="15986" y="9359"/>
                  </a:cubicBezTo>
                  <a:close/>
                  <a:moveTo>
                    <a:pt x="16033" y="9541"/>
                  </a:moveTo>
                  <a:cubicBezTo>
                    <a:pt x="16024" y="9505"/>
                    <a:pt x="16015" y="9469"/>
                    <a:pt x="16006" y="9434"/>
                  </a:cubicBezTo>
                  <a:cubicBezTo>
                    <a:pt x="16015" y="9469"/>
                    <a:pt x="16024" y="9505"/>
                    <a:pt x="16033" y="9541"/>
                  </a:cubicBezTo>
                  <a:close/>
                  <a:moveTo>
                    <a:pt x="16080" y="9728"/>
                  </a:moveTo>
                  <a:cubicBezTo>
                    <a:pt x="16072" y="9695"/>
                    <a:pt x="16064" y="9662"/>
                    <a:pt x="16055" y="9629"/>
                  </a:cubicBezTo>
                  <a:cubicBezTo>
                    <a:pt x="16064" y="9662"/>
                    <a:pt x="16072" y="9695"/>
                    <a:pt x="16080" y="9728"/>
                  </a:cubicBezTo>
                  <a:close/>
                  <a:moveTo>
                    <a:pt x="16124" y="9923"/>
                  </a:moveTo>
                  <a:cubicBezTo>
                    <a:pt x="16117" y="9889"/>
                    <a:pt x="16109" y="9855"/>
                    <a:pt x="16101" y="9821"/>
                  </a:cubicBezTo>
                  <a:cubicBezTo>
                    <a:pt x="16109" y="9855"/>
                    <a:pt x="16117" y="9889"/>
                    <a:pt x="16124" y="9923"/>
                  </a:cubicBezTo>
                  <a:close/>
                  <a:moveTo>
                    <a:pt x="16173" y="10150"/>
                  </a:moveTo>
                  <a:cubicBezTo>
                    <a:pt x="16164" y="10105"/>
                    <a:pt x="16154" y="10060"/>
                    <a:pt x="16145" y="10015"/>
                  </a:cubicBezTo>
                  <a:cubicBezTo>
                    <a:pt x="16154" y="10060"/>
                    <a:pt x="16164" y="10105"/>
                    <a:pt x="16173" y="10150"/>
                  </a:cubicBezTo>
                  <a:close/>
                  <a:moveTo>
                    <a:pt x="16222" y="10405"/>
                  </a:moveTo>
                  <a:cubicBezTo>
                    <a:pt x="16215" y="10365"/>
                    <a:pt x="16207" y="10325"/>
                    <a:pt x="16199" y="10284"/>
                  </a:cubicBezTo>
                  <a:cubicBezTo>
                    <a:pt x="16207" y="10325"/>
                    <a:pt x="16215" y="10365"/>
                    <a:pt x="16222" y="10405"/>
                  </a:cubicBezTo>
                  <a:close/>
                  <a:moveTo>
                    <a:pt x="16259" y="10615"/>
                  </a:moveTo>
                  <a:cubicBezTo>
                    <a:pt x="16253" y="10578"/>
                    <a:pt x="16247" y="10541"/>
                    <a:pt x="16240" y="10505"/>
                  </a:cubicBezTo>
                  <a:cubicBezTo>
                    <a:pt x="16247" y="10541"/>
                    <a:pt x="16253" y="10578"/>
                    <a:pt x="16259" y="10615"/>
                  </a:cubicBezTo>
                  <a:close/>
                  <a:moveTo>
                    <a:pt x="16294" y="10832"/>
                  </a:moveTo>
                  <a:cubicBezTo>
                    <a:pt x="16289" y="10795"/>
                    <a:pt x="16283" y="10757"/>
                    <a:pt x="16277" y="10720"/>
                  </a:cubicBezTo>
                  <a:cubicBezTo>
                    <a:pt x="16283" y="10757"/>
                    <a:pt x="16289" y="10795"/>
                    <a:pt x="16294" y="10832"/>
                  </a:cubicBezTo>
                  <a:close/>
                  <a:moveTo>
                    <a:pt x="15812" y="8782"/>
                  </a:moveTo>
                  <a:cubicBezTo>
                    <a:pt x="15799" y="8740"/>
                    <a:pt x="15785" y="8699"/>
                    <a:pt x="15771" y="8658"/>
                  </a:cubicBezTo>
                  <a:cubicBezTo>
                    <a:pt x="15785" y="8699"/>
                    <a:pt x="15799" y="8740"/>
                    <a:pt x="15812" y="8782"/>
                  </a:cubicBezTo>
                  <a:close/>
                  <a:moveTo>
                    <a:pt x="5585" y="8813"/>
                  </a:moveTo>
                  <a:cubicBezTo>
                    <a:pt x="5593" y="8785"/>
                    <a:pt x="5602" y="8757"/>
                    <a:pt x="5611" y="8730"/>
                  </a:cubicBezTo>
                  <a:cubicBezTo>
                    <a:pt x="5602" y="8757"/>
                    <a:pt x="5593" y="8785"/>
                    <a:pt x="5585" y="8813"/>
                  </a:cubicBezTo>
                  <a:close/>
                  <a:moveTo>
                    <a:pt x="5535" y="8979"/>
                  </a:moveTo>
                  <a:cubicBezTo>
                    <a:pt x="5544" y="8951"/>
                    <a:pt x="5552" y="8923"/>
                    <a:pt x="5560" y="8895"/>
                  </a:cubicBezTo>
                  <a:cubicBezTo>
                    <a:pt x="5552" y="8923"/>
                    <a:pt x="5544" y="8951"/>
                    <a:pt x="5535" y="8979"/>
                  </a:cubicBezTo>
                  <a:close/>
                  <a:moveTo>
                    <a:pt x="5487" y="9154"/>
                  </a:moveTo>
                  <a:cubicBezTo>
                    <a:pt x="5495" y="9124"/>
                    <a:pt x="5503" y="9094"/>
                    <a:pt x="5511" y="9064"/>
                  </a:cubicBezTo>
                  <a:cubicBezTo>
                    <a:pt x="5503" y="9094"/>
                    <a:pt x="5495" y="9124"/>
                    <a:pt x="5487" y="9154"/>
                  </a:cubicBezTo>
                  <a:close/>
                  <a:moveTo>
                    <a:pt x="5423" y="9401"/>
                  </a:moveTo>
                  <a:cubicBezTo>
                    <a:pt x="5436" y="9345"/>
                    <a:pt x="5450" y="9291"/>
                    <a:pt x="5465" y="9236"/>
                  </a:cubicBezTo>
                  <a:cubicBezTo>
                    <a:pt x="5450" y="9291"/>
                    <a:pt x="5436" y="9345"/>
                    <a:pt x="5423" y="9401"/>
                  </a:cubicBezTo>
                  <a:close/>
                  <a:moveTo>
                    <a:pt x="5379" y="9584"/>
                  </a:moveTo>
                  <a:cubicBezTo>
                    <a:pt x="5387" y="9549"/>
                    <a:pt x="5396" y="9514"/>
                    <a:pt x="5404" y="9480"/>
                  </a:cubicBezTo>
                  <a:cubicBezTo>
                    <a:pt x="5396" y="9514"/>
                    <a:pt x="5387" y="9549"/>
                    <a:pt x="5379" y="9584"/>
                  </a:cubicBezTo>
                  <a:close/>
                  <a:moveTo>
                    <a:pt x="5338" y="9773"/>
                  </a:moveTo>
                  <a:cubicBezTo>
                    <a:pt x="5345" y="9739"/>
                    <a:pt x="5352" y="9705"/>
                    <a:pt x="5360" y="9671"/>
                  </a:cubicBezTo>
                  <a:cubicBezTo>
                    <a:pt x="5352" y="9705"/>
                    <a:pt x="5345" y="9739"/>
                    <a:pt x="5338" y="9773"/>
                  </a:cubicBezTo>
                  <a:close/>
                  <a:moveTo>
                    <a:pt x="5297" y="9973"/>
                  </a:moveTo>
                  <a:cubicBezTo>
                    <a:pt x="5304" y="9936"/>
                    <a:pt x="5311" y="9899"/>
                    <a:pt x="5319" y="9862"/>
                  </a:cubicBezTo>
                  <a:cubicBezTo>
                    <a:pt x="5311" y="9899"/>
                    <a:pt x="5304" y="9936"/>
                    <a:pt x="5297" y="9973"/>
                  </a:cubicBezTo>
                  <a:close/>
                  <a:moveTo>
                    <a:pt x="5251" y="10215"/>
                  </a:moveTo>
                  <a:cubicBezTo>
                    <a:pt x="5261" y="10162"/>
                    <a:pt x="5270" y="10109"/>
                    <a:pt x="5280" y="10057"/>
                  </a:cubicBezTo>
                  <a:cubicBezTo>
                    <a:pt x="5270" y="10109"/>
                    <a:pt x="5261" y="10162"/>
                    <a:pt x="5251" y="10215"/>
                  </a:cubicBezTo>
                  <a:close/>
                  <a:moveTo>
                    <a:pt x="5211" y="10455"/>
                  </a:moveTo>
                  <a:cubicBezTo>
                    <a:pt x="5220" y="10400"/>
                    <a:pt x="5229" y="10345"/>
                    <a:pt x="5238" y="10291"/>
                  </a:cubicBezTo>
                  <a:cubicBezTo>
                    <a:pt x="5229" y="10345"/>
                    <a:pt x="5220" y="10400"/>
                    <a:pt x="5211" y="10455"/>
                  </a:cubicBezTo>
                  <a:close/>
                  <a:moveTo>
                    <a:pt x="5179" y="10670"/>
                  </a:moveTo>
                  <a:cubicBezTo>
                    <a:pt x="5185" y="10624"/>
                    <a:pt x="5192" y="10579"/>
                    <a:pt x="5199" y="10534"/>
                  </a:cubicBezTo>
                  <a:cubicBezTo>
                    <a:pt x="5192" y="10579"/>
                    <a:pt x="5185" y="10624"/>
                    <a:pt x="5179" y="10670"/>
                  </a:cubicBezTo>
                  <a:close/>
                  <a:moveTo>
                    <a:pt x="5149" y="10895"/>
                  </a:moveTo>
                  <a:cubicBezTo>
                    <a:pt x="5155" y="10848"/>
                    <a:pt x="5161" y="10800"/>
                    <a:pt x="5167" y="10753"/>
                  </a:cubicBezTo>
                  <a:cubicBezTo>
                    <a:pt x="5161" y="10800"/>
                    <a:pt x="5155" y="10848"/>
                    <a:pt x="5149" y="10895"/>
                  </a:cubicBezTo>
                  <a:close/>
                  <a:moveTo>
                    <a:pt x="5635" y="8651"/>
                  </a:moveTo>
                  <a:cubicBezTo>
                    <a:pt x="5648" y="8611"/>
                    <a:pt x="5662" y="8571"/>
                    <a:pt x="5675" y="8532"/>
                  </a:cubicBezTo>
                  <a:cubicBezTo>
                    <a:pt x="5662" y="8571"/>
                    <a:pt x="5648" y="8611"/>
                    <a:pt x="5635" y="8651"/>
                  </a:cubicBezTo>
                  <a:close/>
                  <a:moveTo>
                    <a:pt x="16321" y="11014"/>
                  </a:moveTo>
                  <a:cubicBezTo>
                    <a:pt x="16323" y="11025"/>
                    <a:pt x="16324" y="11037"/>
                    <a:pt x="16326" y="11048"/>
                  </a:cubicBezTo>
                  <a:cubicBezTo>
                    <a:pt x="16321" y="11011"/>
                    <a:pt x="16316" y="10975"/>
                    <a:pt x="16311" y="10939"/>
                  </a:cubicBezTo>
                  <a:cubicBezTo>
                    <a:pt x="16314" y="10964"/>
                    <a:pt x="16317" y="10989"/>
                    <a:pt x="16321" y="11014"/>
                  </a:cubicBezTo>
                  <a:close/>
                  <a:moveTo>
                    <a:pt x="5136" y="10992"/>
                  </a:moveTo>
                  <a:cubicBezTo>
                    <a:pt x="5134" y="11010"/>
                    <a:pt x="5132" y="11029"/>
                    <a:pt x="5130" y="11048"/>
                  </a:cubicBezTo>
                  <a:cubicBezTo>
                    <a:pt x="5132" y="11029"/>
                    <a:pt x="5134" y="11010"/>
                    <a:pt x="5136" y="10992"/>
                  </a:cubicBezTo>
                  <a:close/>
                  <a:moveTo>
                    <a:pt x="5137" y="10991"/>
                  </a:moveTo>
                  <a:cubicBezTo>
                    <a:pt x="5137" y="10985"/>
                    <a:pt x="5138" y="10979"/>
                    <a:pt x="5139" y="10973"/>
                  </a:cubicBezTo>
                  <a:cubicBezTo>
                    <a:pt x="5138" y="10979"/>
                    <a:pt x="5137" y="10985"/>
                    <a:pt x="5136" y="10991"/>
                  </a:cubicBezTo>
                  <a:cubicBezTo>
                    <a:pt x="5136" y="10991"/>
                    <a:pt x="5137" y="10991"/>
                    <a:pt x="5137" y="10991"/>
                  </a:cubicBezTo>
                  <a:close/>
                  <a:moveTo>
                    <a:pt x="21263" y="5723"/>
                  </a:moveTo>
                  <a:cubicBezTo>
                    <a:pt x="21119" y="8691"/>
                    <a:pt x="18602" y="10615"/>
                    <a:pt x="16341" y="11159"/>
                  </a:cubicBezTo>
                  <a:cubicBezTo>
                    <a:pt x="16343" y="11174"/>
                    <a:pt x="16345" y="11190"/>
                    <a:pt x="16347" y="11206"/>
                  </a:cubicBezTo>
                  <a:cubicBezTo>
                    <a:pt x="16353" y="11253"/>
                    <a:pt x="16359" y="11302"/>
                    <a:pt x="16365" y="11350"/>
                  </a:cubicBezTo>
                  <a:cubicBezTo>
                    <a:pt x="16370" y="11387"/>
                    <a:pt x="16374" y="11425"/>
                    <a:pt x="16378" y="11462"/>
                  </a:cubicBezTo>
                  <a:cubicBezTo>
                    <a:pt x="16383" y="11505"/>
                    <a:pt x="16387" y="11548"/>
                    <a:pt x="16392" y="11591"/>
                  </a:cubicBezTo>
                  <a:cubicBezTo>
                    <a:pt x="16396" y="11634"/>
                    <a:pt x="16401" y="11676"/>
                    <a:pt x="16405" y="11718"/>
                  </a:cubicBezTo>
                  <a:cubicBezTo>
                    <a:pt x="16409" y="11766"/>
                    <a:pt x="16414" y="11813"/>
                    <a:pt x="16418" y="11861"/>
                  </a:cubicBezTo>
                  <a:cubicBezTo>
                    <a:pt x="16421" y="11896"/>
                    <a:pt x="16424" y="11931"/>
                    <a:pt x="16427" y="11966"/>
                  </a:cubicBezTo>
                  <a:cubicBezTo>
                    <a:pt x="16432" y="12024"/>
                    <a:pt x="16437" y="12082"/>
                    <a:pt x="16441" y="12141"/>
                  </a:cubicBezTo>
                  <a:cubicBezTo>
                    <a:pt x="16443" y="12166"/>
                    <a:pt x="16445" y="12192"/>
                    <a:pt x="16446" y="12218"/>
                  </a:cubicBezTo>
                  <a:cubicBezTo>
                    <a:pt x="16451" y="12287"/>
                    <a:pt x="16456" y="12358"/>
                    <a:pt x="16460" y="12430"/>
                  </a:cubicBezTo>
                  <a:cubicBezTo>
                    <a:pt x="16461" y="12453"/>
                    <a:pt x="16462" y="12477"/>
                    <a:pt x="16464" y="12500"/>
                  </a:cubicBezTo>
                  <a:cubicBezTo>
                    <a:pt x="16468" y="12575"/>
                    <a:pt x="16471" y="12650"/>
                    <a:pt x="16475" y="12726"/>
                  </a:cubicBezTo>
                  <a:cubicBezTo>
                    <a:pt x="16475" y="12746"/>
                    <a:pt x="16476" y="12766"/>
                    <a:pt x="16477" y="12786"/>
                  </a:cubicBezTo>
                  <a:cubicBezTo>
                    <a:pt x="16480" y="12867"/>
                    <a:pt x="16483" y="12948"/>
                    <a:pt x="16485" y="13030"/>
                  </a:cubicBezTo>
                  <a:cubicBezTo>
                    <a:pt x="16486" y="13044"/>
                    <a:pt x="16500" y="13057"/>
                    <a:pt x="16501" y="13071"/>
                  </a:cubicBezTo>
                  <a:cubicBezTo>
                    <a:pt x="16503" y="13161"/>
                    <a:pt x="16521" y="13251"/>
                    <a:pt x="16521" y="13343"/>
                  </a:cubicBezTo>
                  <a:lnTo>
                    <a:pt x="16521" y="13194"/>
                  </a:lnTo>
                  <a:lnTo>
                    <a:pt x="16492" y="13194"/>
                  </a:lnTo>
                  <a:cubicBezTo>
                    <a:pt x="16493" y="13194"/>
                    <a:pt x="16492" y="13457"/>
                    <a:pt x="16491" y="13551"/>
                  </a:cubicBezTo>
                  <a:cubicBezTo>
                    <a:pt x="16490" y="13577"/>
                    <a:pt x="16488" y="13640"/>
                    <a:pt x="16488" y="13666"/>
                  </a:cubicBezTo>
                  <a:cubicBezTo>
                    <a:pt x="16486" y="13733"/>
                    <a:pt x="16483" y="13818"/>
                    <a:pt x="16480" y="13885"/>
                  </a:cubicBezTo>
                  <a:cubicBezTo>
                    <a:pt x="16478" y="13914"/>
                    <a:pt x="16476" y="13952"/>
                    <a:pt x="16474" y="13981"/>
                  </a:cubicBezTo>
                  <a:cubicBezTo>
                    <a:pt x="16470" y="14044"/>
                    <a:pt x="16466" y="14112"/>
                    <a:pt x="16461" y="14173"/>
                  </a:cubicBezTo>
                  <a:cubicBezTo>
                    <a:pt x="16458" y="14202"/>
                    <a:pt x="16455" y="14232"/>
                    <a:pt x="16452" y="14260"/>
                  </a:cubicBezTo>
                  <a:cubicBezTo>
                    <a:pt x="16446" y="14323"/>
                    <a:pt x="16440" y="14386"/>
                    <a:pt x="16433" y="14447"/>
                  </a:cubicBezTo>
                  <a:cubicBezTo>
                    <a:pt x="16429" y="14474"/>
                    <a:pt x="16426" y="14501"/>
                    <a:pt x="16422" y="14527"/>
                  </a:cubicBezTo>
                  <a:cubicBezTo>
                    <a:pt x="16414" y="14590"/>
                    <a:pt x="16405" y="14653"/>
                    <a:pt x="16396" y="14715"/>
                  </a:cubicBezTo>
                  <a:cubicBezTo>
                    <a:pt x="16392" y="14739"/>
                    <a:pt x="16389" y="14762"/>
                    <a:pt x="16385" y="14786"/>
                  </a:cubicBezTo>
                  <a:cubicBezTo>
                    <a:pt x="16374" y="14851"/>
                    <a:pt x="16363" y="14916"/>
                    <a:pt x="16350" y="14981"/>
                  </a:cubicBezTo>
                  <a:cubicBezTo>
                    <a:pt x="16347" y="15000"/>
                    <a:pt x="16343" y="15019"/>
                    <a:pt x="16339" y="15038"/>
                  </a:cubicBezTo>
                  <a:cubicBezTo>
                    <a:pt x="16326" y="15107"/>
                    <a:pt x="16311" y="15176"/>
                    <a:pt x="16296" y="15245"/>
                  </a:cubicBezTo>
                  <a:cubicBezTo>
                    <a:pt x="16293" y="15258"/>
                    <a:pt x="16290" y="15272"/>
                    <a:pt x="16287" y="15286"/>
                  </a:cubicBezTo>
                  <a:cubicBezTo>
                    <a:pt x="16269" y="15361"/>
                    <a:pt x="16229" y="15457"/>
                    <a:pt x="16210" y="15531"/>
                  </a:cubicBezTo>
                  <a:cubicBezTo>
                    <a:pt x="16209" y="15535"/>
                    <a:pt x="16185" y="15565"/>
                    <a:pt x="16185" y="15565"/>
                  </a:cubicBezTo>
                  <a:lnTo>
                    <a:pt x="16185" y="15542"/>
                  </a:lnTo>
                  <a:cubicBezTo>
                    <a:pt x="15739" y="17260"/>
                    <a:pt x="14838" y="18231"/>
                    <a:pt x="13861" y="19238"/>
                  </a:cubicBezTo>
                  <a:cubicBezTo>
                    <a:pt x="13858" y="19238"/>
                    <a:pt x="13854" y="19369"/>
                    <a:pt x="13851" y="19373"/>
                  </a:cubicBezTo>
                  <a:cubicBezTo>
                    <a:pt x="13819" y="19404"/>
                    <a:pt x="13787" y="19496"/>
                    <a:pt x="13756" y="19527"/>
                  </a:cubicBezTo>
                  <a:cubicBezTo>
                    <a:pt x="13742" y="19540"/>
                    <a:pt x="13729" y="19584"/>
                    <a:pt x="13716" y="19596"/>
                  </a:cubicBezTo>
                  <a:cubicBezTo>
                    <a:pt x="13681" y="19629"/>
                    <a:pt x="13645" y="19678"/>
                    <a:pt x="13609" y="19711"/>
                  </a:cubicBezTo>
                  <a:cubicBezTo>
                    <a:pt x="13600" y="19720"/>
                    <a:pt x="13591" y="19737"/>
                    <a:pt x="13581" y="19745"/>
                  </a:cubicBezTo>
                  <a:cubicBezTo>
                    <a:pt x="13540" y="19784"/>
                    <a:pt x="13498" y="19825"/>
                    <a:pt x="13456" y="19862"/>
                  </a:cubicBezTo>
                  <a:cubicBezTo>
                    <a:pt x="13453" y="19865"/>
                    <a:pt x="13450" y="19870"/>
                    <a:pt x="13447" y="19873"/>
                  </a:cubicBezTo>
                  <a:cubicBezTo>
                    <a:pt x="13172" y="20116"/>
                    <a:pt x="12900" y="20334"/>
                    <a:pt x="12642" y="20524"/>
                  </a:cubicBezTo>
                  <a:cubicBezTo>
                    <a:pt x="12641" y="20525"/>
                    <a:pt x="12640" y="20526"/>
                    <a:pt x="12639" y="20526"/>
                  </a:cubicBezTo>
                  <a:cubicBezTo>
                    <a:pt x="12597" y="20557"/>
                    <a:pt x="12556" y="20588"/>
                    <a:pt x="12515" y="20617"/>
                  </a:cubicBezTo>
                  <a:cubicBezTo>
                    <a:pt x="12512" y="20620"/>
                    <a:pt x="12508" y="20622"/>
                    <a:pt x="12505" y="20625"/>
                  </a:cubicBezTo>
                  <a:cubicBezTo>
                    <a:pt x="12467" y="20652"/>
                    <a:pt x="12429" y="20679"/>
                    <a:pt x="12391" y="20705"/>
                  </a:cubicBezTo>
                  <a:cubicBezTo>
                    <a:pt x="12386" y="20708"/>
                    <a:pt x="12381" y="20712"/>
                    <a:pt x="12376" y="20715"/>
                  </a:cubicBezTo>
                  <a:cubicBezTo>
                    <a:pt x="12340" y="20740"/>
                    <a:pt x="12305" y="20764"/>
                    <a:pt x="12270" y="20788"/>
                  </a:cubicBezTo>
                  <a:cubicBezTo>
                    <a:pt x="12263" y="20792"/>
                    <a:pt x="12257" y="20796"/>
                    <a:pt x="12251" y="20801"/>
                  </a:cubicBezTo>
                  <a:cubicBezTo>
                    <a:pt x="12217" y="20823"/>
                    <a:pt x="12184" y="20846"/>
                    <a:pt x="12151" y="20868"/>
                  </a:cubicBezTo>
                  <a:cubicBezTo>
                    <a:pt x="12144" y="20872"/>
                    <a:pt x="12137" y="20876"/>
                    <a:pt x="12130" y="20881"/>
                  </a:cubicBezTo>
                  <a:cubicBezTo>
                    <a:pt x="12099" y="20902"/>
                    <a:pt x="12067" y="20923"/>
                    <a:pt x="12036" y="20942"/>
                  </a:cubicBezTo>
                  <a:cubicBezTo>
                    <a:pt x="12029" y="20947"/>
                    <a:pt x="12022" y="20952"/>
                    <a:pt x="12014" y="20957"/>
                  </a:cubicBezTo>
                  <a:cubicBezTo>
                    <a:pt x="11984" y="20976"/>
                    <a:pt x="11954" y="20995"/>
                    <a:pt x="11924" y="21014"/>
                  </a:cubicBezTo>
                  <a:cubicBezTo>
                    <a:pt x="11917" y="21018"/>
                    <a:pt x="11910" y="21022"/>
                    <a:pt x="11902" y="21027"/>
                  </a:cubicBezTo>
                  <a:cubicBezTo>
                    <a:pt x="11873" y="21046"/>
                    <a:pt x="11845" y="21063"/>
                    <a:pt x="11817" y="21080"/>
                  </a:cubicBezTo>
                  <a:cubicBezTo>
                    <a:pt x="11809" y="21085"/>
                    <a:pt x="11802" y="21089"/>
                    <a:pt x="11794" y="21094"/>
                  </a:cubicBezTo>
                  <a:cubicBezTo>
                    <a:pt x="11767" y="21111"/>
                    <a:pt x="11740" y="21127"/>
                    <a:pt x="11713" y="21143"/>
                  </a:cubicBezTo>
                  <a:cubicBezTo>
                    <a:pt x="11706" y="21147"/>
                    <a:pt x="11698" y="21152"/>
                    <a:pt x="11691" y="21156"/>
                  </a:cubicBezTo>
                  <a:cubicBezTo>
                    <a:pt x="11665" y="21172"/>
                    <a:pt x="11639" y="21187"/>
                    <a:pt x="11614" y="21201"/>
                  </a:cubicBezTo>
                  <a:cubicBezTo>
                    <a:pt x="11607" y="21205"/>
                    <a:pt x="11600" y="21210"/>
                    <a:pt x="11592" y="21214"/>
                  </a:cubicBezTo>
                  <a:cubicBezTo>
                    <a:pt x="11568" y="21229"/>
                    <a:pt x="11544" y="21242"/>
                    <a:pt x="11520" y="21256"/>
                  </a:cubicBezTo>
                  <a:cubicBezTo>
                    <a:pt x="11513" y="21260"/>
                    <a:pt x="11506" y="21264"/>
                    <a:pt x="11498" y="21268"/>
                  </a:cubicBezTo>
                  <a:cubicBezTo>
                    <a:pt x="11475" y="21281"/>
                    <a:pt x="11453" y="21294"/>
                    <a:pt x="11431" y="21306"/>
                  </a:cubicBezTo>
                  <a:cubicBezTo>
                    <a:pt x="11424" y="21310"/>
                    <a:pt x="11417" y="21314"/>
                    <a:pt x="11410" y="21318"/>
                  </a:cubicBezTo>
                  <a:cubicBezTo>
                    <a:pt x="11389" y="21329"/>
                    <a:pt x="11368" y="21341"/>
                    <a:pt x="11347" y="21352"/>
                  </a:cubicBezTo>
                  <a:cubicBezTo>
                    <a:pt x="11340" y="21355"/>
                    <a:pt x="11334" y="21359"/>
                    <a:pt x="11327" y="21363"/>
                  </a:cubicBezTo>
                  <a:cubicBezTo>
                    <a:pt x="11307" y="21374"/>
                    <a:pt x="11288" y="21384"/>
                    <a:pt x="11269" y="21394"/>
                  </a:cubicBezTo>
                  <a:cubicBezTo>
                    <a:pt x="11262" y="21398"/>
                    <a:pt x="11256" y="21401"/>
                    <a:pt x="11250" y="21404"/>
                  </a:cubicBezTo>
                  <a:cubicBezTo>
                    <a:pt x="11232" y="21414"/>
                    <a:pt x="11214" y="21423"/>
                    <a:pt x="11196" y="21432"/>
                  </a:cubicBezTo>
                  <a:cubicBezTo>
                    <a:pt x="11191" y="21436"/>
                    <a:pt x="11185" y="21439"/>
                    <a:pt x="11179" y="21442"/>
                  </a:cubicBezTo>
                  <a:cubicBezTo>
                    <a:pt x="11162" y="21450"/>
                    <a:pt x="11146" y="21459"/>
                    <a:pt x="11130" y="21467"/>
                  </a:cubicBezTo>
                  <a:cubicBezTo>
                    <a:pt x="11124" y="21470"/>
                    <a:pt x="11119" y="21472"/>
                    <a:pt x="11115" y="21475"/>
                  </a:cubicBezTo>
                  <a:cubicBezTo>
                    <a:pt x="11099" y="21483"/>
                    <a:pt x="11084" y="21490"/>
                    <a:pt x="11069" y="21497"/>
                  </a:cubicBezTo>
                  <a:cubicBezTo>
                    <a:pt x="11065" y="21500"/>
                    <a:pt x="11061" y="21502"/>
                    <a:pt x="11056" y="21504"/>
                  </a:cubicBezTo>
                  <a:cubicBezTo>
                    <a:pt x="11042" y="21511"/>
                    <a:pt x="11029" y="21517"/>
                    <a:pt x="11017" y="21523"/>
                  </a:cubicBezTo>
                  <a:cubicBezTo>
                    <a:pt x="11013" y="21525"/>
                    <a:pt x="11009" y="21527"/>
                    <a:pt x="11005" y="21529"/>
                  </a:cubicBezTo>
                  <a:cubicBezTo>
                    <a:pt x="10993" y="21535"/>
                    <a:pt x="10981" y="21540"/>
                    <a:pt x="10970" y="21546"/>
                  </a:cubicBezTo>
                  <a:cubicBezTo>
                    <a:pt x="10967" y="21547"/>
                    <a:pt x="10964" y="21549"/>
                    <a:pt x="10961" y="21550"/>
                  </a:cubicBezTo>
                  <a:cubicBezTo>
                    <a:pt x="10950" y="21556"/>
                    <a:pt x="10941" y="21560"/>
                    <a:pt x="10932" y="21564"/>
                  </a:cubicBezTo>
                  <a:cubicBezTo>
                    <a:pt x="10929" y="21566"/>
                    <a:pt x="10926" y="21567"/>
                    <a:pt x="10924" y="21568"/>
                  </a:cubicBezTo>
                  <a:cubicBezTo>
                    <a:pt x="10915" y="21572"/>
                    <a:pt x="10908" y="21575"/>
                    <a:pt x="10901" y="21578"/>
                  </a:cubicBezTo>
                  <a:cubicBezTo>
                    <a:pt x="10899" y="21579"/>
                    <a:pt x="10897" y="21580"/>
                    <a:pt x="10895" y="21581"/>
                  </a:cubicBezTo>
                  <a:cubicBezTo>
                    <a:pt x="10889" y="21584"/>
                    <a:pt x="10884" y="21586"/>
                    <a:pt x="10880" y="21588"/>
                  </a:cubicBezTo>
                  <a:cubicBezTo>
                    <a:pt x="10878" y="21589"/>
                    <a:pt x="10875" y="21590"/>
                    <a:pt x="10873" y="21591"/>
                  </a:cubicBezTo>
                  <a:cubicBezTo>
                    <a:pt x="10870" y="21593"/>
                    <a:pt x="10868" y="21594"/>
                    <a:pt x="10865" y="21595"/>
                  </a:cubicBezTo>
                  <a:cubicBezTo>
                    <a:pt x="10864" y="21596"/>
                    <a:pt x="10862" y="21596"/>
                    <a:pt x="10861" y="21597"/>
                  </a:cubicBezTo>
                  <a:cubicBezTo>
                    <a:pt x="10858" y="21598"/>
                    <a:pt x="10856" y="21556"/>
                    <a:pt x="10856" y="21556"/>
                  </a:cubicBezTo>
                  <a:cubicBezTo>
                    <a:pt x="10856" y="21556"/>
                    <a:pt x="10850" y="21505"/>
                    <a:pt x="10839" y="21505"/>
                  </a:cubicBezTo>
                  <a:cubicBezTo>
                    <a:pt x="10838" y="21505"/>
                    <a:pt x="10838" y="21505"/>
                    <a:pt x="10838" y="21505"/>
                  </a:cubicBezTo>
                  <a:cubicBezTo>
                    <a:pt x="10832" y="21505"/>
                    <a:pt x="10826" y="21542"/>
                    <a:pt x="10818" y="21539"/>
                  </a:cubicBezTo>
                  <a:cubicBezTo>
                    <a:pt x="10816" y="21538"/>
                    <a:pt x="10813" y="21558"/>
                    <a:pt x="10811" y="21557"/>
                  </a:cubicBezTo>
                  <a:cubicBezTo>
                    <a:pt x="10804" y="21554"/>
                    <a:pt x="10797" y="21562"/>
                    <a:pt x="10788" y="21558"/>
                  </a:cubicBezTo>
                  <a:cubicBezTo>
                    <a:pt x="10786" y="21556"/>
                    <a:pt x="10782" y="21560"/>
                    <a:pt x="10779" y="21559"/>
                  </a:cubicBezTo>
                  <a:cubicBezTo>
                    <a:pt x="10771" y="21555"/>
                    <a:pt x="10761" y="21553"/>
                    <a:pt x="10751" y="21549"/>
                  </a:cubicBezTo>
                  <a:cubicBezTo>
                    <a:pt x="10748" y="21547"/>
                    <a:pt x="10744" y="21546"/>
                    <a:pt x="10740" y="21545"/>
                  </a:cubicBezTo>
                  <a:cubicBezTo>
                    <a:pt x="10729" y="21540"/>
                    <a:pt x="10718" y="21535"/>
                    <a:pt x="10706" y="21530"/>
                  </a:cubicBezTo>
                  <a:cubicBezTo>
                    <a:pt x="10702" y="21528"/>
                    <a:pt x="10698" y="21526"/>
                    <a:pt x="10693" y="21524"/>
                  </a:cubicBezTo>
                  <a:cubicBezTo>
                    <a:pt x="10681" y="21518"/>
                    <a:pt x="10668" y="21512"/>
                    <a:pt x="10655" y="21505"/>
                  </a:cubicBezTo>
                  <a:cubicBezTo>
                    <a:pt x="10650" y="21503"/>
                    <a:pt x="10644" y="21501"/>
                    <a:pt x="10639" y="21498"/>
                  </a:cubicBezTo>
                  <a:cubicBezTo>
                    <a:pt x="10625" y="21491"/>
                    <a:pt x="10611" y="21484"/>
                    <a:pt x="10596" y="21477"/>
                  </a:cubicBezTo>
                  <a:cubicBezTo>
                    <a:pt x="10590" y="21474"/>
                    <a:pt x="10585" y="21471"/>
                    <a:pt x="10579" y="21469"/>
                  </a:cubicBezTo>
                  <a:cubicBezTo>
                    <a:pt x="10563" y="21461"/>
                    <a:pt x="10547" y="21453"/>
                    <a:pt x="10530" y="21444"/>
                  </a:cubicBezTo>
                  <a:cubicBezTo>
                    <a:pt x="10524" y="21441"/>
                    <a:pt x="10518" y="21438"/>
                    <a:pt x="10511" y="21435"/>
                  </a:cubicBezTo>
                  <a:cubicBezTo>
                    <a:pt x="10494" y="21426"/>
                    <a:pt x="10477" y="21417"/>
                    <a:pt x="10458" y="21408"/>
                  </a:cubicBezTo>
                  <a:cubicBezTo>
                    <a:pt x="10452" y="21404"/>
                    <a:pt x="10445" y="21401"/>
                    <a:pt x="10438" y="21397"/>
                  </a:cubicBezTo>
                  <a:cubicBezTo>
                    <a:pt x="10419" y="21387"/>
                    <a:pt x="10400" y="21377"/>
                    <a:pt x="10381" y="21367"/>
                  </a:cubicBezTo>
                  <a:cubicBezTo>
                    <a:pt x="10373" y="21363"/>
                    <a:pt x="10366" y="21359"/>
                    <a:pt x="10358" y="21355"/>
                  </a:cubicBezTo>
                  <a:cubicBezTo>
                    <a:pt x="10338" y="21345"/>
                    <a:pt x="10318" y="21334"/>
                    <a:pt x="10297" y="21323"/>
                  </a:cubicBezTo>
                  <a:cubicBezTo>
                    <a:pt x="10289" y="21318"/>
                    <a:pt x="10281" y="21314"/>
                    <a:pt x="10273" y="21310"/>
                  </a:cubicBezTo>
                  <a:cubicBezTo>
                    <a:pt x="10252" y="21298"/>
                    <a:pt x="10230" y="21286"/>
                    <a:pt x="10207" y="21274"/>
                  </a:cubicBezTo>
                  <a:cubicBezTo>
                    <a:pt x="10199" y="21269"/>
                    <a:pt x="10191" y="21265"/>
                    <a:pt x="10183" y="21260"/>
                  </a:cubicBezTo>
                  <a:cubicBezTo>
                    <a:pt x="10160" y="21247"/>
                    <a:pt x="10137" y="21234"/>
                    <a:pt x="10113" y="21221"/>
                  </a:cubicBezTo>
                  <a:cubicBezTo>
                    <a:pt x="10104" y="21216"/>
                    <a:pt x="10096" y="21211"/>
                    <a:pt x="10087" y="21206"/>
                  </a:cubicBezTo>
                  <a:cubicBezTo>
                    <a:pt x="10063" y="21192"/>
                    <a:pt x="10038" y="21178"/>
                    <a:pt x="10014" y="21164"/>
                  </a:cubicBezTo>
                  <a:cubicBezTo>
                    <a:pt x="10004" y="21159"/>
                    <a:pt x="9995" y="21154"/>
                    <a:pt x="9986" y="21148"/>
                  </a:cubicBezTo>
                  <a:cubicBezTo>
                    <a:pt x="9961" y="21134"/>
                    <a:pt x="9935" y="21118"/>
                    <a:pt x="9909" y="21103"/>
                  </a:cubicBezTo>
                  <a:cubicBezTo>
                    <a:pt x="9900" y="21098"/>
                    <a:pt x="9890" y="21092"/>
                    <a:pt x="9881" y="21086"/>
                  </a:cubicBezTo>
                  <a:cubicBezTo>
                    <a:pt x="9854" y="21071"/>
                    <a:pt x="9828" y="21054"/>
                    <a:pt x="9800" y="21038"/>
                  </a:cubicBezTo>
                  <a:cubicBezTo>
                    <a:pt x="9791" y="21032"/>
                    <a:pt x="9781" y="21026"/>
                    <a:pt x="9772" y="21021"/>
                  </a:cubicBezTo>
                  <a:cubicBezTo>
                    <a:pt x="9744" y="21003"/>
                    <a:pt x="9715" y="20986"/>
                    <a:pt x="9687" y="20968"/>
                  </a:cubicBezTo>
                  <a:cubicBezTo>
                    <a:pt x="9678" y="20962"/>
                    <a:pt x="9668" y="20956"/>
                    <a:pt x="9658" y="20950"/>
                  </a:cubicBezTo>
                  <a:cubicBezTo>
                    <a:pt x="9629" y="20932"/>
                    <a:pt x="9600" y="20913"/>
                    <a:pt x="9570" y="20894"/>
                  </a:cubicBezTo>
                  <a:cubicBezTo>
                    <a:pt x="9560" y="20888"/>
                    <a:pt x="9551" y="20882"/>
                    <a:pt x="9541" y="20876"/>
                  </a:cubicBezTo>
                  <a:cubicBezTo>
                    <a:pt x="9511" y="20856"/>
                    <a:pt x="9480" y="20836"/>
                    <a:pt x="9449" y="20816"/>
                  </a:cubicBezTo>
                  <a:cubicBezTo>
                    <a:pt x="9439" y="20810"/>
                    <a:pt x="9430" y="20804"/>
                    <a:pt x="9421" y="20798"/>
                  </a:cubicBezTo>
                  <a:cubicBezTo>
                    <a:pt x="9389" y="20777"/>
                    <a:pt x="9356" y="20755"/>
                    <a:pt x="9324" y="20733"/>
                  </a:cubicBezTo>
                  <a:cubicBezTo>
                    <a:pt x="9315" y="20727"/>
                    <a:pt x="9306" y="20721"/>
                    <a:pt x="9297" y="20715"/>
                  </a:cubicBezTo>
                  <a:cubicBezTo>
                    <a:pt x="9263" y="20692"/>
                    <a:pt x="9229" y="20668"/>
                    <a:pt x="9195" y="20645"/>
                  </a:cubicBezTo>
                  <a:cubicBezTo>
                    <a:pt x="9187" y="20639"/>
                    <a:pt x="9179" y="20633"/>
                    <a:pt x="9171" y="20628"/>
                  </a:cubicBezTo>
                  <a:cubicBezTo>
                    <a:pt x="9134" y="20603"/>
                    <a:pt x="9098" y="20577"/>
                    <a:pt x="9061" y="20550"/>
                  </a:cubicBezTo>
                  <a:cubicBezTo>
                    <a:pt x="9055" y="20546"/>
                    <a:pt x="9048" y="20542"/>
                    <a:pt x="9042" y="20537"/>
                  </a:cubicBezTo>
                  <a:cubicBezTo>
                    <a:pt x="9002" y="20508"/>
                    <a:pt x="8962" y="20479"/>
                    <a:pt x="8922" y="20450"/>
                  </a:cubicBezTo>
                  <a:cubicBezTo>
                    <a:pt x="8918" y="20447"/>
                    <a:pt x="8914" y="20445"/>
                    <a:pt x="8911" y="20442"/>
                  </a:cubicBezTo>
                  <a:cubicBezTo>
                    <a:pt x="8733" y="20311"/>
                    <a:pt x="8550" y="20168"/>
                    <a:pt x="8364" y="20014"/>
                  </a:cubicBezTo>
                  <a:cubicBezTo>
                    <a:pt x="8357" y="20008"/>
                    <a:pt x="8350" y="20002"/>
                    <a:pt x="8344" y="19996"/>
                  </a:cubicBezTo>
                  <a:cubicBezTo>
                    <a:pt x="8305" y="19964"/>
                    <a:pt x="8266" y="19931"/>
                    <a:pt x="8227" y="19898"/>
                  </a:cubicBezTo>
                  <a:cubicBezTo>
                    <a:pt x="8213" y="19885"/>
                    <a:pt x="8198" y="19872"/>
                    <a:pt x="8184" y="19860"/>
                  </a:cubicBezTo>
                  <a:cubicBezTo>
                    <a:pt x="8152" y="19833"/>
                    <a:pt x="8121" y="19806"/>
                    <a:pt x="8090" y="19778"/>
                  </a:cubicBezTo>
                  <a:cubicBezTo>
                    <a:pt x="8071" y="19761"/>
                    <a:pt x="8053" y="19745"/>
                    <a:pt x="8035" y="19728"/>
                  </a:cubicBezTo>
                  <a:cubicBezTo>
                    <a:pt x="8007" y="19703"/>
                    <a:pt x="7979" y="19678"/>
                    <a:pt x="7952" y="19653"/>
                  </a:cubicBezTo>
                  <a:cubicBezTo>
                    <a:pt x="7931" y="19634"/>
                    <a:pt x="7910" y="19615"/>
                    <a:pt x="7890" y="19596"/>
                  </a:cubicBezTo>
                  <a:cubicBezTo>
                    <a:pt x="7864" y="19572"/>
                    <a:pt x="7839" y="19412"/>
                    <a:pt x="7814" y="19388"/>
                  </a:cubicBezTo>
                  <a:cubicBezTo>
                    <a:pt x="7809" y="19384"/>
                    <a:pt x="7804" y="19490"/>
                    <a:pt x="7799" y="19238"/>
                  </a:cubicBezTo>
                  <a:cubicBezTo>
                    <a:pt x="7800" y="19238"/>
                    <a:pt x="7800" y="19238"/>
                    <a:pt x="7800" y="19238"/>
                  </a:cubicBezTo>
                  <a:cubicBezTo>
                    <a:pt x="6799" y="18231"/>
                    <a:pt x="5820" y="17116"/>
                    <a:pt x="5334" y="15428"/>
                  </a:cubicBezTo>
                  <a:cubicBezTo>
                    <a:pt x="5334" y="15428"/>
                    <a:pt x="5333" y="15496"/>
                    <a:pt x="5333" y="15496"/>
                  </a:cubicBezTo>
                  <a:cubicBezTo>
                    <a:pt x="5326" y="15471"/>
                    <a:pt x="5319" y="15479"/>
                    <a:pt x="5312" y="15454"/>
                  </a:cubicBezTo>
                  <a:cubicBezTo>
                    <a:pt x="5300" y="15410"/>
                    <a:pt x="5288" y="15384"/>
                    <a:pt x="5277" y="15340"/>
                  </a:cubicBezTo>
                  <a:cubicBezTo>
                    <a:pt x="5267" y="15303"/>
                    <a:pt x="5258" y="15273"/>
                    <a:pt x="5248" y="15235"/>
                  </a:cubicBezTo>
                  <a:cubicBezTo>
                    <a:pt x="5238" y="15190"/>
                    <a:pt x="5227" y="15150"/>
                    <a:pt x="5217" y="15106"/>
                  </a:cubicBezTo>
                  <a:cubicBezTo>
                    <a:pt x="5208" y="15067"/>
                    <a:pt x="5200" y="15030"/>
                    <a:pt x="5192" y="14990"/>
                  </a:cubicBezTo>
                  <a:cubicBezTo>
                    <a:pt x="5182" y="14946"/>
                    <a:pt x="5173" y="14902"/>
                    <a:pt x="5165" y="14857"/>
                  </a:cubicBezTo>
                  <a:cubicBezTo>
                    <a:pt x="5157" y="14817"/>
                    <a:pt x="5149" y="14777"/>
                    <a:pt x="5142" y="14735"/>
                  </a:cubicBezTo>
                  <a:cubicBezTo>
                    <a:pt x="5134" y="14691"/>
                    <a:pt x="5127" y="14647"/>
                    <a:pt x="5120" y="14602"/>
                  </a:cubicBezTo>
                  <a:cubicBezTo>
                    <a:pt x="5113" y="14560"/>
                    <a:pt x="5106" y="14518"/>
                    <a:pt x="5100" y="14475"/>
                  </a:cubicBezTo>
                  <a:cubicBezTo>
                    <a:pt x="5094" y="14431"/>
                    <a:pt x="5088" y="14386"/>
                    <a:pt x="5083" y="14341"/>
                  </a:cubicBezTo>
                  <a:cubicBezTo>
                    <a:pt x="5077" y="14297"/>
                    <a:pt x="5071" y="14253"/>
                    <a:pt x="5067" y="14209"/>
                  </a:cubicBezTo>
                  <a:cubicBezTo>
                    <a:pt x="5062" y="14165"/>
                    <a:pt x="5058" y="14120"/>
                    <a:pt x="5054" y="14076"/>
                  </a:cubicBezTo>
                  <a:cubicBezTo>
                    <a:pt x="5049" y="14030"/>
                    <a:pt x="5045" y="13983"/>
                    <a:pt x="5041" y="13937"/>
                  </a:cubicBezTo>
                  <a:cubicBezTo>
                    <a:pt x="5038" y="13895"/>
                    <a:pt x="5036" y="13853"/>
                    <a:pt x="5033" y="13811"/>
                  </a:cubicBezTo>
                  <a:cubicBezTo>
                    <a:pt x="5030" y="13761"/>
                    <a:pt x="5027" y="13711"/>
                    <a:pt x="5024" y="13660"/>
                  </a:cubicBezTo>
                  <a:cubicBezTo>
                    <a:pt x="5023" y="13629"/>
                    <a:pt x="5023" y="13598"/>
                    <a:pt x="5022" y="13567"/>
                  </a:cubicBezTo>
                  <a:cubicBezTo>
                    <a:pt x="5019" y="13507"/>
                    <a:pt x="5017" y="13447"/>
                    <a:pt x="5016" y="13387"/>
                  </a:cubicBezTo>
                  <a:cubicBezTo>
                    <a:pt x="5007" y="12684"/>
                    <a:pt x="5034" y="12041"/>
                    <a:pt x="5088" y="11450"/>
                  </a:cubicBezTo>
                  <a:cubicBezTo>
                    <a:pt x="5088" y="11446"/>
                    <a:pt x="5089" y="11441"/>
                    <a:pt x="5089" y="11436"/>
                  </a:cubicBezTo>
                  <a:cubicBezTo>
                    <a:pt x="5096" y="11360"/>
                    <a:pt x="5104" y="11285"/>
                    <a:pt x="5112" y="11211"/>
                  </a:cubicBezTo>
                  <a:cubicBezTo>
                    <a:pt x="5112" y="11206"/>
                    <a:pt x="5112" y="11201"/>
                    <a:pt x="5113" y="11196"/>
                  </a:cubicBezTo>
                  <a:cubicBezTo>
                    <a:pt x="5113" y="11200"/>
                    <a:pt x="5112" y="11203"/>
                    <a:pt x="5112" y="11206"/>
                  </a:cubicBezTo>
                  <a:cubicBezTo>
                    <a:pt x="2834" y="10685"/>
                    <a:pt x="256" y="8779"/>
                    <a:pt x="39" y="5805"/>
                  </a:cubicBezTo>
                  <a:cubicBezTo>
                    <a:pt x="-188" y="2702"/>
                    <a:pt x="635" y="1107"/>
                    <a:pt x="1178" y="1105"/>
                  </a:cubicBezTo>
                  <a:cubicBezTo>
                    <a:pt x="1721" y="1103"/>
                    <a:pt x="1559" y="3858"/>
                    <a:pt x="2552" y="5745"/>
                  </a:cubicBezTo>
                  <a:cubicBezTo>
                    <a:pt x="3164" y="6906"/>
                    <a:pt x="4050" y="7804"/>
                    <a:pt x="5683" y="8506"/>
                  </a:cubicBezTo>
                  <a:cubicBezTo>
                    <a:pt x="5896" y="7881"/>
                    <a:pt x="6140" y="7367"/>
                    <a:pt x="6386" y="6945"/>
                  </a:cubicBezTo>
                  <a:cubicBezTo>
                    <a:pt x="6624" y="6897"/>
                    <a:pt x="6889" y="6854"/>
                    <a:pt x="7178" y="6815"/>
                  </a:cubicBezTo>
                  <a:cubicBezTo>
                    <a:pt x="7177" y="6814"/>
                    <a:pt x="7176" y="6814"/>
                    <a:pt x="7175" y="6813"/>
                  </a:cubicBezTo>
                  <a:cubicBezTo>
                    <a:pt x="7163" y="6806"/>
                    <a:pt x="7150" y="6798"/>
                    <a:pt x="7138" y="6791"/>
                  </a:cubicBezTo>
                  <a:cubicBezTo>
                    <a:pt x="7136" y="6790"/>
                    <a:pt x="7134" y="6788"/>
                    <a:pt x="7132" y="6787"/>
                  </a:cubicBezTo>
                  <a:cubicBezTo>
                    <a:pt x="7117" y="6778"/>
                    <a:pt x="7102" y="6768"/>
                    <a:pt x="7087" y="6759"/>
                  </a:cubicBezTo>
                  <a:cubicBezTo>
                    <a:pt x="7082" y="6755"/>
                    <a:pt x="7076" y="6752"/>
                    <a:pt x="7070" y="6748"/>
                  </a:cubicBezTo>
                  <a:cubicBezTo>
                    <a:pt x="7046" y="6733"/>
                    <a:pt x="7023" y="6717"/>
                    <a:pt x="7000" y="6702"/>
                  </a:cubicBezTo>
                  <a:cubicBezTo>
                    <a:pt x="6997" y="6700"/>
                    <a:pt x="6993" y="6698"/>
                    <a:pt x="6990" y="6695"/>
                  </a:cubicBezTo>
                  <a:cubicBezTo>
                    <a:pt x="6983" y="6691"/>
                    <a:pt x="6976" y="6686"/>
                    <a:pt x="6969" y="6681"/>
                  </a:cubicBezTo>
                  <a:cubicBezTo>
                    <a:pt x="6962" y="6676"/>
                    <a:pt x="6955" y="6671"/>
                    <a:pt x="6948" y="6667"/>
                  </a:cubicBezTo>
                  <a:cubicBezTo>
                    <a:pt x="6922" y="6648"/>
                    <a:pt x="6896" y="6630"/>
                    <a:pt x="6871" y="6611"/>
                  </a:cubicBezTo>
                  <a:cubicBezTo>
                    <a:pt x="6862" y="6604"/>
                    <a:pt x="6853" y="6597"/>
                    <a:pt x="6844" y="6591"/>
                  </a:cubicBezTo>
                  <a:cubicBezTo>
                    <a:pt x="6817" y="6571"/>
                    <a:pt x="6791" y="6551"/>
                    <a:pt x="6766" y="6530"/>
                  </a:cubicBezTo>
                  <a:cubicBezTo>
                    <a:pt x="6761" y="6526"/>
                    <a:pt x="6756" y="6522"/>
                    <a:pt x="6751" y="6519"/>
                  </a:cubicBezTo>
                  <a:cubicBezTo>
                    <a:pt x="6744" y="6513"/>
                    <a:pt x="6738" y="6508"/>
                    <a:pt x="6731" y="6502"/>
                  </a:cubicBezTo>
                  <a:cubicBezTo>
                    <a:pt x="6728" y="6499"/>
                    <a:pt x="6724" y="6496"/>
                    <a:pt x="6721" y="6493"/>
                  </a:cubicBezTo>
                  <a:cubicBezTo>
                    <a:pt x="6701" y="6477"/>
                    <a:pt x="6682" y="6461"/>
                    <a:pt x="6663" y="6444"/>
                  </a:cubicBezTo>
                  <a:cubicBezTo>
                    <a:pt x="6656" y="6438"/>
                    <a:pt x="6650" y="6432"/>
                    <a:pt x="6643" y="6427"/>
                  </a:cubicBezTo>
                  <a:cubicBezTo>
                    <a:pt x="6621" y="6407"/>
                    <a:pt x="6599" y="6387"/>
                    <a:pt x="6578" y="6367"/>
                  </a:cubicBezTo>
                  <a:cubicBezTo>
                    <a:pt x="6570" y="6359"/>
                    <a:pt x="6562" y="6352"/>
                    <a:pt x="6554" y="6344"/>
                  </a:cubicBezTo>
                  <a:cubicBezTo>
                    <a:pt x="6536" y="6326"/>
                    <a:pt x="6519" y="6308"/>
                    <a:pt x="6501" y="6291"/>
                  </a:cubicBezTo>
                  <a:cubicBezTo>
                    <a:pt x="6497" y="6286"/>
                    <a:pt x="6493" y="6282"/>
                    <a:pt x="6489" y="6278"/>
                  </a:cubicBezTo>
                  <a:cubicBezTo>
                    <a:pt x="6489" y="6278"/>
                    <a:pt x="6489" y="6321"/>
                    <a:pt x="6488" y="6321"/>
                  </a:cubicBezTo>
                  <a:cubicBezTo>
                    <a:pt x="6485" y="6317"/>
                    <a:pt x="6481" y="6354"/>
                    <a:pt x="6478" y="6354"/>
                  </a:cubicBezTo>
                  <a:cubicBezTo>
                    <a:pt x="6449" y="6198"/>
                    <a:pt x="6422" y="6249"/>
                    <a:pt x="6395" y="6218"/>
                  </a:cubicBezTo>
                  <a:cubicBezTo>
                    <a:pt x="6391" y="6213"/>
                    <a:pt x="6388" y="6187"/>
                    <a:pt x="6384" y="6183"/>
                  </a:cubicBezTo>
                  <a:cubicBezTo>
                    <a:pt x="6322" y="6110"/>
                    <a:pt x="6266" y="6023"/>
                    <a:pt x="6217" y="5944"/>
                  </a:cubicBezTo>
                  <a:cubicBezTo>
                    <a:pt x="6214" y="5941"/>
                    <a:pt x="6212" y="5932"/>
                    <a:pt x="6210" y="5928"/>
                  </a:cubicBezTo>
                  <a:cubicBezTo>
                    <a:pt x="6186" y="5890"/>
                    <a:pt x="6164" y="5849"/>
                    <a:pt x="6143" y="5809"/>
                  </a:cubicBezTo>
                  <a:cubicBezTo>
                    <a:pt x="6140" y="5804"/>
                    <a:pt x="6137" y="5797"/>
                    <a:pt x="6134" y="5792"/>
                  </a:cubicBezTo>
                  <a:cubicBezTo>
                    <a:pt x="6114" y="5752"/>
                    <a:pt x="6094" y="5711"/>
                    <a:pt x="6077" y="5670"/>
                  </a:cubicBezTo>
                  <a:cubicBezTo>
                    <a:pt x="6076" y="5667"/>
                    <a:pt x="6074" y="5664"/>
                    <a:pt x="6073" y="5660"/>
                  </a:cubicBezTo>
                  <a:cubicBezTo>
                    <a:pt x="6056" y="5619"/>
                    <a:pt x="6040" y="5577"/>
                    <a:pt x="6026" y="5534"/>
                  </a:cubicBezTo>
                  <a:cubicBezTo>
                    <a:pt x="6025" y="5532"/>
                    <a:pt x="6025" y="5530"/>
                    <a:pt x="6024" y="5529"/>
                  </a:cubicBezTo>
                  <a:cubicBezTo>
                    <a:pt x="6011" y="5486"/>
                    <a:pt x="5999" y="5316"/>
                    <a:pt x="5988" y="5272"/>
                  </a:cubicBezTo>
                  <a:cubicBezTo>
                    <a:pt x="5988" y="5269"/>
                    <a:pt x="5986" y="5134"/>
                    <a:pt x="5986" y="5134"/>
                  </a:cubicBezTo>
                  <a:cubicBezTo>
                    <a:pt x="5986" y="5134"/>
                    <a:pt x="5986" y="5134"/>
                    <a:pt x="5986" y="5134"/>
                  </a:cubicBezTo>
                  <a:cubicBezTo>
                    <a:pt x="5926" y="4882"/>
                    <a:pt x="5928" y="4714"/>
                    <a:pt x="6010" y="4406"/>
                  </a:cubicBezTo>
                  <a:cubicBezTo>
                    <a:pt x="7233" y="4090"/>
                    <a:pt x="8425" y="4074"/>
                    <a:pt x="9759" y="4052"/>
                  </a:cubicBezTo>
                  <a:cubicBezTo>
                    <a:pt x="9900" y="1868"/>
                    <a:pt x="10208" y="1"/>
                    <a:pt x="10588" y="0"/>
                  </a:cubicBezTo>
                  <a:cubicBezTo>
                    <a:pt x="10969" y="-2"/>
                    <a:pt x="11323" y="1911"/>
                    <a:pt x="11519" y="4093"/>
                  </a:cubicBezTo>
                  <a:cubicBezTo>
                    <a:pt x="12853" y="4105"/>
                    <a:pt x="14047" y="4074"/>
                    <a:pt x="15278" y="4381"/>
                  </a:cubicBezTo>
                  <a:cubicBezTo>
                    <a:pt x="15367" y="4687"/>
                    <a:pt x="15377" y="4882"/>
                    <a:pt x="15323" y="5134"/>
                  </a:cubicBezTo>
                  <a:cubicBezTo>
                    <a:pt x="15323" y="5134"/>
                    <a:pt x="15323" y="5134"/>
                    <a:pt x="15324" y="5134"/>
                  </a:cubicBezTo>
                  <a:cubicBezTo>
                    <a:pt x="15323" y="5134"/>
                    <a:pt x="15322" y="5250"/>
                    <a:pt x="15321" y="5254"/>
                  </a:cubicBezTo>
                  <a:cubicBezTo>
                    <a:pt x="15312" y="5298"/>
                    <a:pt x="15301" y="5395"/>
                    <a:pt x="15288" y="5438"/>
                  </a:cubicBezTo>
                  <a:cubicBezTo>
                    <a:pt x="15288" y="5440"/>
                    <a:pt x="15287" y="5469"/>
                    <a:pt x="15287" y="5470"/>
                  </a:cubicBezTo>
                  <a:cubicBezTo>
                    <a:pt x="15274" y="5513"/>
                    <a:pt x="15259" y="5569"/>
                    <a:pt x="15243" y="5611"/>
                  </a:cubicBezTo>
                  <a:cubicBezTo>
                    <a:pt x="15242" y="5614"/>
                    <a:pt x="15240" y="5625"/>
                    <a:pt x="15239" y="5627"/>
                  </a:cubicBezTo>
                  <a:cubicBezTo>
                    <a:pt x="15223" y="5668"/>
                    <a:pt x="15205" y="5712"/>
                    <a:pt x="15185" y="5752"/>
                  </a:cubicBezTo>
                  <a:cubicBezTo>
                    <a:pt x="15182" y="5757"/>
                    <a:pt x="15179" y="5765"/>
                    <a:pt x="15177" y="5771"/>
                  </a:cubicBezTo>
                  <a:cubicBezTo>
                    <a:pt x="15157" y="5809"/>
                    <a:pt x="15136" y="5849"/>
                    <a:pt x="15113" y="5887"/>
                  </a:cubicBezTo>
                  <a:cubicBezTo>
                    <a:pt x="15111" y="5891"/>
                    <a:pt x="15108" y="5896"/>
                    <a:pt x="15106" y="5899"/>
                  </a:cubicBezTo>
                  <a:cubicBezTo>
                    <a:pt x="15082" y="5938"/>
                    <a:pt x="15057" y="5978"/>
                    <a:pt x="15030" y="6016"/>
                  </a:cubicBezTo>
                  <a:cubicBezTo>
                    <a:pt x="15030" y="6016"/>
                    <a:pt x="15030" y="6016"/>
                    <a:pt x="15030" y="6016"/>
                  </a:cubicBezTo>
                  <a:cubicBezTo>
                    <a:pt x="15003" y="6054"/>
                    <a:pt x="14975" y="6091"/>
                    <a:pt x="14945" y="6127"/>
                  </a:cubicBezTo>
                  <a:cubicBezTo>
                    <a:pt x="14941" y="6132"/>
                    <a:pt x="14933" y="6119"/>
                    <a:pt x="14929" y="6124"/>
                  </a:cubicBezTo>
                  <a:cubicBezTo>
                    <a:pt x="14903" y="6155"/>
                    <a:pt x="14845" y="6198"/>
                    <a:pt x="14845" y="6198"/>
                  </a:cubicBezTo>
                  <a:lnTo>
                    <a:pt x="14845" y="6184"/>
                  </a:lnTo>
                  <a:cubicBezTo>
                    <a:pt x="14845" y="6184"/>
                    <a:pt x="14846" y="6142"/>
                    <a:pt x="14843" y="6142"/>
                  </a:cubicBezTo>
                  <a:cubicBezTo>
                    <a:pt x="14843" y="6142"/>
                    <a:pt x="14843" y="6142"/>
                    <a:pt x="14843" y="6142"/>
                  </a:cubicBezTo>
                  <a:cubicBezTo>
                    <a:pt x="14839" y="6142"/>
                    <a:pt x="14834" y="6203"/>
                    <a:pt x="14829" y="6209"/>
                  </a:cubicBezTo>
                  <a:cubicBezTo>
                    <a:pt x="14813" y="6226"/>
                    <a:pt x="14796" y="6269"/>
                    <a:pt x="14778" y="6287"/>
                  </a:cubicBezTo>
                  <a:cubicBezTo>
                    <a:pt x="14771" y="6294"/>
                    <a:pt x="14763" y="6315"/>
                    <a:pt x="14756" y="6322"/>
                  </a:cubicBezTo>
                  <a:cubicBezTo>
                    <a:pt x="14747" y="6331"/>
                    <a:pt x="14738" y="6347"/>
                    <a:pt x="14728" y="6355"/>
                  </a:cubicBezTo>
                  <a:cubicBezTo>
                    <a:pt x="14728" y="6356"/>
                    <a:pt x="14727" y="6360"/>
                    <a:pt x="14726" y="6360"/>
                  </a:cubicBezTo>
                  <a:cubicBezTo>
                    <a:pt x="14715" y="6371"/>
                    <a:pt x="14703" y="6383"/>
                    <a:pt x="14692" y="6394"/>
                  </a:cubicBezTo>
                  <a:cubicBezTo>
                    <a:pt x="14685" y="6400"/>
                    <a:pt x="14679" y="6407"/>
                    <a:pt x="14673" y="6413"/>
                  </a:cubicBezTo>
                  <a:cubicBezTo>
                    <a:pt x="14655" y="6428"/>
                    <a:pt x="14637" y="6445"/>
                    <a:pt x="14618" y="6461"/>
                  </a:cubicBezTo>
                  <a:cubicBezTo>
                    <a:pt x="14614" y="6465"/>
                    <a:pt x="14609" y="6469"/>
                    <a:pt x="14604" y="6473"/>
                  </a:cubicBezTo>
                  <a:cubicBezTo>
                    <a:pt x="14598" y="6478"/>
                    <a:pt x="14592" y="6484"/>
                    <a:pt x="14586" y="6489"/>
                  </a:cubicBezTo>
                  <a:cubicBezTo>
                    <a:pt x="14582" y="6492"/>
                    <a:pt x="14577" y="6496"/>
                    <a:pt x="14572" y="6500"/>
                  </a:cubicBezTo>
                  <a:cubicBezTo>
                    <a:pt x="14547" y="6521"/>
                    <a:pt x="14521" y="6541"/>
                    <a:pt x="14495" y="6561"/>
                  </a:cubicBezTo>
                  <a:cubicBezTo>
                    <a:pt x="14491" y="6565"/>
                    <a:pt x="14487" y="6568"/>
                    <a:pt x="14483" y="6571"/>
                  </a:cubicBezTo>
                  <a:cubicBezTo>
                    <a:pt x="14483" y="6571"/>
                    <a:pt x="14482" y="6572"/>
                    <a:pt x="14482" y="6572"/>
                  </a:cubicBezTo>
                  <a:cubicBezTo>
                    <a:pt x="14478" y="6575"/>
                    <a:pt x="14473" y="6578"/>
                    <a:pt x="14469" y="6581"/>
                  </a:cubicBezTo>
                  <a:cubicBezTo>
                    <a:pt x="14444" y="6600"/>
                    <a:pt x="14419" y="6619"/>
                    <a:pt x="14393" y="6638"/>
                  </a:cubicBezTo>
                  <a:cubicBezTo>
                    <a:pt x="14386" y="6642"/>
                    <a:pt x="14379" y="6647"/>
                    <a:pt x="14373" y="6652"/>
                  </a:cubicBezTo>
                  <a:cubicBezTo>
                    <a:pt x="14366" y="6657"/>
                    <a:pt x="14360" y="6661"/>
                    <a:pt x="14353" y="6666"/>
                  </a:cubicBezTo>
                  <a:cubicBezTo>
                    <a:pt x="14348" y="6669"/>
                    <a:pt x="14343" y="6672"/>
                    <a:pt x="14339" y="6675"/>
                  </a:cubicBezTo>
                  <a:cubicBezTo>
                    <a:pt x="14317" y="6691"/>
                    <a:pt x="14295" y="6705"/>
                    <a:pt x="14273" y="6720"/>
                  </a:cubicBezTo>
                  <a:cubicBezTo>
                    <a:pt x="14267" y="6724"/>
                    <a:pt x="14261" y="6728"/>
                    <a:pt x="14255" y="6732"/>
                  </a:cubicBezTo>
                  <a:cubicBezTo>
                    <a:pt x="14242" y="6740"/>
                    <a:pt x="14229" y="6749"/>
                    <a:pt x="14216" y="6757"/>
                  </a:cubicBezTo>
                  <a:cubicBezTo>
                    <a:pt x="14212" y="6760"/>
                    <a:pt x="14208" y="6762"/>
                    <a:pt x="14204" y="6764"/>
                  </a:cubicBezTo>
                  <a:cubicBezTo>
                    <a:pt x="14193" y="6771"/>
                    <a:pt x="14181" y="6779"/>
                    <a:pt x="14170" y="6786"/>
                  </a:cubicBezTo>
                  <a:cubicBezTo>
                    <a:pt x="14169" y="6786"/>
                    <a:pt x="14168" y="6787"/>
                    <a:pt x="14167" y="6788"/>
                  </a:cubicBezTo>
                  <a:cubicBezTo>
                    <a:pt x="14456" y="6824"/>
                    <a:pt x="14723" y="6866"/>
                    <a:pt x="14962" y="6913"/>
                  </a:cubicBezTo>
                  <a:cubicBezTo>
                    <a:pt x="15239" y="7366"/>
                    <a:pt x="15516" y="7927"/>
                    <a:pt x="15758" y="8620"/>
                  </a:cubicBezTo>
                  <a:cubicBezTo>
                    <a:pt x="15739" y="8567"/>
                    <a:pt x="15720" y="8513"/>
                    <a:pt x="15701" y="8461"/>
                  </a:cubicBezTo>
                  <a:cubicBezTo>
                    <a:pt x="17306" y="7748"/>
                    <a:pt x="18166" y="6845"/>
                    <a:pt x="18747" y="5683"/>
                  </a:cubicBezTo>
                  <a:cubicBezTo>
                    <a:pt x="19694" y="3789"/>
                    <a:pt x="19463" y="1034"/>
                    <a:pt x="20006" y="1032"/>
                  </a:cubicBezTo>
                  <a:cubicBezTo>
                    <a:pt x="20549" y="1030"/>
                    <a:pt x="21412" y="2619"/>
                    <a:pt x="21263" y="5723"/>
                  </a:cubicBezTo>
                  <a:close/>
                  <a:moveTo>
                    <a:pt x="21263" y="5723"/>
                  </a:moveTo>
                </a:path>
              </a:pathLst>
            </a:custGeom>
            <a:solidFill>
              <a:srgbClr val="000000">
                <a:alpha val="9804"/>
              </a:srgbClr>
            </a:solidFill>
            <a:ln>
              <a:noFill/>
            </a:ln>
          </p:spPr>
          <p:txBody>
            <a:bodyPr lIns="0" tIns="0" rIns="0" bIns="0"/>
            <a:lstStyle/>
            <a:p>
              <a:endParaRPr lang="en-US"/>
            </a:p>
          </p:txBody>
        </p:sp>
        <p:sp>
          <p:nvSpPr>
            <p:cNvPr id="9325" name="AutoShape 83"/>
            <p:cNvSpPr/>
            <p:nvPr/>
          </p:nvSpPr>
          <p:spPr bwMode="auto">
            <a:xfrm>
              <a:off x="22669500" y="8077200"/>
              <a:ext cx="1068388" cy="730250"/>
            </a:xfrm>
            <a:custGeom>
              <a:avLst/>
              <a:gdLst>
                <a:gd name="T0" fmla="*/ 2147483647 w 19504"/>
                <a:gd name="T1" fmla="*/ 1329193 h 21517"/>
                <a:gd name="T2" fmla="*/ 1215499123 w 19504"/>
                <a:gd name="T3" fmla="*/ 2147483647 h 21517"/>
                <a:gd name="T4" fmla="*/ 2147483647 w 19504"/>
                <a:gd name="T5" fmla="*/ 2147483647 h 21517"/>
                <a:gd name="T6" fmla="*/ 2147483647 w 19504"/>
                <a:gd name="T7" fmla="*/ 2147483647 h 21517"/>
                <a:gd name="T8" fmla="*/ 2147483647 w 19504"/>
                <a:gd name="T9" fmla="*/ 1329193 h 21517"/>
                <a:gd name="T10" fmla="*/ 2147483647 w 19504"/>
                <a:gd name="T11" fmla="*/ 1329193 h 215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504" h="21517">
                  <a:moveTo>
                    <a:pt x="9820" y="1"/>
                  </a:moveTo>
                  <a:cubicBezTo>
                    <a:pt x="5312" y="-49"/>
                    <a:pt x="-1008" y="6404"/>
                    <a:pt x="135" y="18954"/>
                  </a:cubicBezTo>
                  <a:cubicBezTo>
                    <a:pt x="3215" y="21264"/>
                    <a:pt x="6197" y="21472"/>
                    <a:pt x="9728" y="21512"/>
                  </a:cubicBezTo>
                  <a:cubicBezTo>
                    <a:pt x="13258" y="21551"/>
                    <a:pt x="16241" y="21409"/>
                    <a:pt x="19341" y="19168"/>
                  </a:cubicBezTo>
                  <a:cubicBezTo>
                    <a:pt x="20592" y="6645"/>
                    <a:pt x="14328" y="52"/>
                    <a:pt x="9820" y="1"/>
                  </a:cubicBezTo>
                  <a:close/>
                  <a:moveTo>
                    <a:pt x="9820" y="1"/>
                  </a:moveTo>
                </a:path>
              </a:pathLst>
            </a:custGeom>
            <a:solidFill>
              <a:srgbClr val="808083"/>
            </a:solidFill>
            <a:ln>
              <a:noFill/>
            </a:ln>
          </p:spPr>
          <p:txBody>
            <a:bodyPr lIns="0" tIns="0" rIns="0" bIns="0"/>
            <a:lstStyle/>
            <a:p>
              <a:endParaRPr lang="en-US"/>
            </a:p>
          </p:txBody>
        </p:sp>
        <p:sp>
          <p:nvSpPr>
            <p:cNvPr id="9326" name="AutoShape 84"/>
            <p:cNvSpPr/>
            <p:nvPr/>
          </p:nvSpPr>
          <p:spPr bwMode="auto">
            <a:xfrm>
              <a:off x="22682200" y="8077200"/>
              <a:ext cx="1060450" cy="538163"/>
            </a:xfrm>
            <a:custGeom>
              <a:avLst/>
              <a:gdLst>
                <a:gd name="T0" fmla="*/ 2147483647 w 21600"/>
                <a:gd name="T1" fmla="*/ 0 h 21493"/>
                <a:gd name="T2" fmla="*/ 0 w 21600"/>
                <a:gd name="T3" fmla="*/ 2147483647 h 21493"/>
                <a:gd name="T4" fmla="*/ 2147483647 w 21600"/>
                <a:gd name="T5" fmla="*/ 2147483647 h 21493"/>
                <a:gd name="T6" fmla="*/ 2147483647 w 21600"/>
                <a:gd name="T7" fmla="*/ 2147483647 h 21493"/>
                <a:gd name="T8" fmla="*/ 2147483647 w 21600"/>
                <a:gd name="T9" fmla="*/ 0 h 21493"/>
                <a:gd name="T10" fmla="*/ 2147483647 w 21600"/>
                <a:gd name="T11" fmla="*/ 0 h 2149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493">
                  <a:moveTo>
                    <a:pt x="10866" y="0"/>
                  </a:moveTo>
                  <a:cubicBezTo>
                    <a:pt x="6574" y="-57"/>
                    <a:pt x="810" y="6300"/>
                    <a:pt x="0" y="18734"/>
                  </a:cubicBezTo>
                  <a:cubicBezTo>
                    <a:pt x="3411" y="20837"/>
                    <a:pt x="6867" y="21437"/>
                    <a:pt x="10790" y="21490"/>
                  </a:cubicBezTo>
                  <a:cubicBezTo>
                    <a:pt x="14715" y="21543"/>
                    <a:pt x="18175" y="21037"/>
                    <a:pt x="21600" y="19027"/>
                  </a:cubicBezTo>
                  <a:cubicBezTo>
                    <a:pt x="20878" y="6573"/>
                    <a:pt x="15159" y="59"/>
                    <a:pt x="10866" y="0"/>
                  </a:cubicBezTo>
                  <a:close/>
                  <a:moveTo>
                    <a:pt x="10866" y="0"/>
                  </a:moveTo>
                </a:path>
              </a:pathLst>
            </a:custGeom>
            <a:solidFill>
              <a:srgbClr val="919397"/>
            </a:solidFill>
            <a:ln>
              <a:noFill/>
            </a:ln>
          </p:spPr>
          <p:txBody>
            <a:bodyPr lIns="0" tIns="0" rIns="0" bIns="0"/>
            <a:lstStyle/>
            <a:p>
              <a:endParaRPr lang="en-US"/>
            </a:p>
          </p:txBody>
        </p:sp>
        <p:sp>
          <p:nvSpPr>
            <p:cNvPr id="9327" name="AutoShape 85"/>
            <p:cNvSpPr/>
            <p:nvPr/>
          </p:nvSpPr>
          <p:spPr bwMode="auto">
            <a:xfrm>
              <a:off x="22733000" y="8077200"/>
              <a:ext cx="950913" cy="342900"/>
            </a:xfrm>
            <a:custGeom>
              <a:avLst/>
              <a:gdLst>
                <a:gd name="T0" fmla="*/ 2147483647 w 21600"/>
                <a:gd name="T1" fmla="*/ 65340 h 21464"/>
                <a:gd name="T2" fmla="*/ 0 w 21600"/>
                <a:gd name="T3" fmla="*/ 1181192042 h 21464"/>
                <a:gd name="T4" fmla="*/ 2147483647 w 21600"/>
                <a:gd name="T5" fmla="*/ 1397707656 h 21464"/>
                <a:gd name="T6" fmla="*/ 2147483647 w 21600"/>
                <a:gd name="T7" fmla="*/ 1207898208 h 21464"/>
                <a:gd name="T8" fmla="*/ 2147483647 w 21600"/>
                <a:gd name="T9" fmla="*/ 65340 h 21464"/>
                <a:gd name="T10" fmla="*/ 2147483647 w 21600"/>
                <a:gd name="T11" fmla="*/ 65340 h 214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464">
                  <a:moveTo>
                    <a:pt x="10846" y="1"/>
                  </a:moveTo>
                  <a:cubicBezTo>
                    <a:pt x="7085" y="-69"/>
                    <a:pt x="2311" y="6061"/>
                    <a:pt x="0" y="18134"/>
                  </a:cubicBezTo>
                  <a:cubicBezTo>
                    <a:pt x="3405" y="20627"/>
                    <a:pt x="6892" y="21382"/>
                    <a:pt x="10793" y="21458"/>
                  </a:cubicBezTo>
                  <a:cubicBezTo>
                    <a:pt x="14693" y="21531"/>
                    <a:pt x="18182" y="20910"/>
                    <a:pt x="21600" y="18544"/>
                  </a:cubicBezTo>
                  <a:cubicBezTo>
                    <a:pt x="19350" y="6386"/>
                    <a:pt x="14607" y="72"/>
                    <a:pt x="10846" y="1"/>
                  </a:cubicBezTo>
                  <a:close/>
                  <a:moveTo>
                    <a:pt x="10846" y="1"/>
                  </a:moveTo>
                </a:path>
              </a:pathLst>
            </a:custGeom>
            <a:solidFill>
              <a:srgbClr val="A5A8AA"/>
            </a:solidFill>
            <a:ln>
              <a:noFill/>
            </a:ln>
          </p:spPr>
          <p:txBody>
            <a:bodyPr lIns="0" tIns="0" rIns="0" bIns="0"/>
            <a:lstStyle/>
            <a:p>
              <a:endParaRPr lang="en-US"/>
            </a:p>
          </p:txBody>
        </p:sp>
        <p:sp>
          <p:nvSpPr>
            <p:cNvPr id="9328" name="AutoShape 86"/>
            <p:cNvSpPr/>
            <p:nvPr/>
          </p:nvSpPr>
          <p:spPr bwMode="auto">
            <a:xfrm>
              <a:off x="22567900" y="5232400"/>
              <a:ext cx="1303338" cy="3060700"/>
            </a:xfrm>
            <a:custGeom>
              <a:avLst/>
              <a:gdLst>
                <a:gd name="T0" fmla="*/ 2147483647 w 21395"/>
                <a:gd name="T1" fmla="*/ 0 h 21591"/>
                <a:gd name="T2" fmla="*/ 41370123 w 21395"/>
                <a:gd name="T3" fmla="*/ 2147483647 h 21591"/>
                <a:gd name="T4" fmla="*/ 2147483647 w 21395"/>
                <a:gd name="T5" fmla="*/ 2147483647 h 21591"/>
                <a:gd name="T6" fmla="*/ 2147483647 w 21395"/>
                <a:gd name="T7" fmla="*/ 2147483647 h 21591"/>
                <a:gd name="T8" fmla="*/ 2147483647 w 21395"/>
                <a:gd name="T9" fmla="*/ 2147483647 h 21591"/>
                <a:gd name="T10" fmla="*/ 2147483647 w 21395"/>
                <a:gd name="T11" fmla="*/ 2147483647 h 21591"/>
                <a:gd name="T12" fmla="*/ 2147483647 w 21395"/>
                <a:gd name="T13" fmla="*/ 0 h 21591"/>
                <a:gd name="T14" fmla="*/ 2147483647 w 21395"/>
                <a:gd name="T15" fmla="*/ 0 h 2159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95" h="21591">
                  <a:moveTo>
                    <a:pt x="10889" y="0"/>
                  </a:moveTo>
                  <a:cubicBezTo>
                    <a:pt x="10889" y="0"/>
                    <a:pt x="137" y="3488"/>
                    <a:pt x="3" y="11826"/>
                  </a:cubicBezTo>
                  <a:cubicBezTo>
                    <a:pt x="-72" y="16471"/>
                    <a:pt x="1231" y="19348"/>
                    <a:pt x="2555" y="21103"/>
                  </a:cubicBezTo>
                  <a:cubicBezTo>
                    <a:pt x="4451" y="21401"/>
                    <a:pt x="7254" y="21581"/>
                    <a:pt x="10542" y="21590"/>
                  </a:cubicBezTo>
                  <a:cubicBezTo>
                    <a:pt x="13829" y="21600"/>
                    <a:pt x="16638" y="21437"/>
                    <a:pt x="18543" y="21151"/>
                  </a:cubicBezTo>
                  <a:cubicBezTo>
                    <a:pt x="19924" y="19403"/>
                    <a:pt x="21319" y="16535"/>
                    <a:pt x="21394" y="11890"/>
                  </a:cubicBezTo>
                  <a:cubicBezTo>
                    <a:pt x="21528" y="3552"/>
                    <a:pt x="10889" y="0"/>
                    <a:pt x="10889" y="0"/>
                  </a:cubicBezTo>
                  <a:close/>
                  <a:moveTo>
                    <a:pt x="10889" y="0"/>
                  </a:moveTo>
                </a:path>
              </a:pathLst>
            </a:custGeom>
            <a:solidFill>
              <a:srgbClr val="CFD1D3"/>
            </a:solidFill>
            <a:ln>
              <a:noFill/>
            </a:ln>
          </p:spPr>
          <p:txBody>
            <a:bodyPr lIns="0" tIns="0" rIns="0" bIns="0"/>
            <a:lstStyle/>
            <a:p>
              <a:endParaRPr lang="en-US"/>
            </a:p>
          </p:txBody>
        </p:sp>
        <p:sp>
          <p:nvSpPr>
            <p:cNvPr id="9329" name="AutoShape 87"/>
            <p:cNvSpPr/>
            <p:nvPr/>
          </p:nvSpPr>
          <p:spPr bwMode="auto">
            <a:xfrm>
              <a:off x="22885400" y="5232400"/>
              <a:ext cx="688975" cy="447675"/>
            </a:xfrm>
            <a:custGeom>
              <a:avLst/>
              <a:gdLst>
                <a:gd name="T0" fmla="*/ 2147483647 w 21600"/>
                <a:gd name="T1" fmla="*/ 0 h 21564"/>
                <a:gd name="T2" fmla="*/ 0 w 21600"/>
                <a:gd name="T3" fmla="*/ 2147483647 h 21564"/>
                <a:gd name="T4" fmla="*/ 2147483647 w 21600"/>
                <a:gd name="T5" fmla="*/ 2147483647 h 21564"/>
                <a:gd name="T6" fmla="*/ 2147483647 w 21600"/>
                <a:gd name="T7" fmla="*/ 2147483647 h 21564"/>
                <a:gd name="T8" fmla="*/ 2147483647 w 21600"/>
                <a:gd name="T9" fmla="*/ 0 h 21564"/>
                <a:gd name="T10" fmla="*/ 2147483647 w 21600"/>
                <a:gd name="T11" fmla="*/ 0 h 215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564">
                  <a:moveTo>
                    <a:pt x="10893" y="0"/>
                  </a:moveTo>
                  <a:cubicBezTo>
                    <a:pt x="10893" y="0"/>
                    <a:pt x="5361" y="6399"/>
                    <a:pt x="0" y="20490"/>
                  </a:cubicBezTo>
                  <a:cubicBezTo>
                    <a:pt x="3483" y="21153"/>
                    <a:pt x="7094" y="21521"/>
                    <a:pt x="10797" y="21561"/>
                  </a:cubicBezTo>
                  <a:cubicBezTo>
                    <a:pt x="14497" y="21600"/>
                    <a:pt x="18112" y="21308"/>
                    <a:pt x="21600" y="20719"/>
                  </a:cubicBezTo>
                  <a:cubicBezTo>
                    <a:pt x="16367" y="6516"/>
                    <a:pt x="10893" y="0"/>
                    <a:pt x="10893" y="0"/>
                  </a:cubicBezTo>
                  <a:close/>
                  <a:moveTo>
                    <a:pt x="10893" y="0"/>
                  </a:moveTo>
                </a:path>
              </a:pathLst>
            </a:custGeom>
            <a:solidFill>
              <a:srgbClr val="EF0A67"/>
            </a:solidFill>
            <a:ln>
              <a:noFill/>
            </a:ln>
          </p:spPr>
          <p:txBody>
            <a:bodyPr lIns="0" tIns="0" rIns="0" bIns="0"/>
            <a:lstStyle/>
            <a:p>
              <a:endParaRPr lang="en-US"/>
            </a:p>
          </p:txBody>
        </p:sp>
        <p:sp>
          <p:nvSpPr>
            <p:cNvPr id="9330" name="AutoShape 88"/>
            <p:cNvSpPr/>
            <p:nvPr/>
          </p:nvSpPr>
          <p:spPr bwMode="auto">
            <a:xfrm>
              <a:off x="22567900" y="6464300"/>
              <a:ext cx="1303338" cy="1008063"/>
            </a:xfrm>
            <a:custGeom>
              <a:avLst/>
              <a:gdLst>
                <a:gd name="T0" fmla="*/ 2147483647 w 21565"/>
                <a:gd name="T1" fmla="*/ 873276312 h 21568"/>
                <a:gd name="T2" fmla="*/ 2147483647 w 21565"/>
                <a:gd name="T3" fmla="*/ 2147483647 h 21568"/>
                <a:gd name="T4" fmla="*/ 2147483647 w 21565"/>
                <a:gd name="T5" fmla="*/ 0 h 21568"/>
                <a:gd name="T6" fmla="*/ 39956965 w 21565"/>
                <a:gd name="T7" fmla="*/ 2147483647 h 21568"/>
                <a:gd name="T8" fmla="*/ 2147483647 w 21565"/>
                <a:gd name="T9" fmla="*/ 2147483647 h 21568"/>
                <a:gd name="T10" fmla="*/ 2147483647 w 21565"/>
                <a:gd name="T11" fmla="*/ 2147483647 h 21568"/>
                <a:gd name="T12" fmla="*/ 2147483647 w 21565"/>
                <a:gd name="T13" fmla="*/ 2147483647 h 21568"/>
                <a:gd name="T14" fmla="*/ 2147483647 w 21565"/>
                <a:gd name="T15" fmla="*/ 2147483647 h 21568"/>
                <a:gd name="T16" fmla="*/ 2147483647 w 21565"/>
                <a:gd name="T17" fmla="*/ 873276312 h 21568"/>
                <a:gd name="T18" fmla="*/ 2147483647 w 21565"/>
                <a:gd name="T19" fmla="*/ 873276312 h 215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65" h="21568">
                  <a:moveTo>
                    <a:pt x="21070" y="183"/>
                  </a:moveTo>
                  <a:cubicBezTo>
                    <a:pt x="17899" y="1069"/>
                    <a:pt x="14442" y="1541"/>
                    <a:pt x="10826" y="1509"/>
                  </a:cubicBezTo>
                  <a:cubicBezTo>
                    <a:pt x="7211" y="1476"/>
                    <a:pt x="3759" y="942"/>
                    <a:pt x="598" y="0"/>
                  </a:cubicBezTo>
                  <a:cubicBezTo>
                    <a:pt x="238" y="2906"/>
                    <a:pt x="21" y="6074"/>
                    <a:pt x="3" y="9514"/>
                  </a:cubicBezTo>
                  <a:cubicBezTo>
                    <a:pt x="-18" y="13396"/>
                    <a:pt x="67" y="16871"/>
                    <a:pt x="229" y="19979"/>
                  </a:cubicBezTo>
                  <a:cubicBezTo>
                    <a:pt x="3461" y="20971"/>
                    <a:pt x="7003" y="21534"/>
                    <a:pt x="10719" y="21567"/>
                  </a:cubicBezTo>
                  <a:cubicBezTo>
                    <a:pt x="14436" y="21600"/>
                    <a:pt x="17983" y="21101"/>
                    <a:pt x="21226" y="20167"/>
                  </a:cubicBezTo>
                  <a:cubicBezTo>
                    <a:pt x="21421" y="17062"/>
                    <a:pt x="21543" y="13589"/>
                    <a:pt x="21564" y="9707"/>
                  </a:cubicBezTo>
                  <a:cubicBezTo>
                    <a:pt x="21582" y="6266"/>
                    <a:pt x="21399" y="3096"/>
                    <a:pt x="21070" y="183"/>
                  </a:cubicBezTo>
                  <a:close/>
                  <a:moveTo>
                    <a:pt x="21070" y="183"/>
                  </a:moveTo>
                </a:path>
              </a:pathLst>
            </a:custGeom>
            <a:solidFill>
              <a:srgbClr val="E6E6E8"/>
            </a:solidFill>
            <a:ln>
              <a:noFill/>
            </a:ln>
          </p:spPr>
          <p:txBody>
            <a:bodyPr lIns="0" tIns="0" rIns="0" bIns="0"/>
            <a:lstStyle/>
            <a:p>
              <a:endParaRPr lang="en-US"/>
            </a:p>
          </p:txBody>
        </p:sp>
        <p:sp>
          <p:nvSpPr>
            <p:cNvPr id="9331" name="AutoShape 89"/>
            <p:cNvSpPr/>
            <p:nvPr/>
          </p:nvSpPr>
          <p:spPr bwMode="auto">
            <a:xfrm>
              <a:off x="23215600" y="5232400"/>
              <a:ext cx="660400" cy="3060700"/>
            </a:xfrm>
            <a:custGeom>
              <a:avLst/>
              <a:gdLst>
                <a:gd name="T0" fmla="*/ 627567894 w 21338"/>
                <a:gd name="T1" fmla="*/ 0 h 21591"/>
                <a:gd name="T2" fmla="*/ 627567894 w 21338"/>
                <a:gd name="T3" fmla="*/ 0 h 21591"/>
                <a:gd name="T4" fmla="*/ 0 w 21338"/>
                <a:gd name="T5" fmla="*/ 2147483647 h 21591"/>
                <a:gd name="T6" fmla="*/ 918612 w 21338"/>
                <a:gd name="T7" fmla="*/ 2147483647 h 21591"/>
                <a:gd name="T8" fmla="*/ 2147483647 w 21338"/>
                <a:gd name="T9" fmla="*/ 2147483647 h 21591"/>
                <a:gd name="T10" fmla="*/ 2147483647 w 21338"/>
                <a:gd name="T11" fmla="*/ 2147483647 h 21591"/>
                <a:gd name="T12" fmla="*/ 627567894 w 21338"/>
                <a:gd name="T13" fmla="*/ 0 h 21591"/>
                <a:gd name="T14" fmla="*/ 627567894 w 21338"/>
                <a:gd name="T15" fmla="*/ 0 h 2159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38" h="21591">
                  <a:moveTo>
                    <a:pt x="684" y="0"/>
                  </a:moveTo>
                  <a:lnTo>
                    <a:pt x="684" y="0"/>
                  </a:lnTo>
                  <a:lnTo>
                    <a:pt x="0" y="21590"/>
                  </a:lnTo>
                  <a:cubicBezTo>
                    <a:pt x="1" y="21590"/>
                    <a:pt x="1" y="21590"/>
                    <a:pt x="1" y="21590"/>
                  </a:cubicBezTo>
                  <a:cubicBezTo>
                    <a:pt x="6464" y="21600"/>
                    <a:pt x="11986" y="21437"/>
                    <a:pt x="15731" y="21151"/>
                  </a:cubicBezTo>
                  <a:cubicBezTo>
                    <a:pt x="18447" y="19403"/>
                    <a:pt x="21189" y="16535"/>
                    <a:pt x="21336" y="11890"/>
                  </a:cubicBezTo>
                  <a:cubicBezTo>
                    <a:pt x="21600" y="3552"/>
                    <a:pt x="684" y="0"/>
                    <a:pt x="684" y="0"/>
                  </a:cubicBezTo>
                  <a:close/>
                  <a:moveTo>
                    <a:pt x="684" y="0"/>
                  </a:moveTo>
                </a:path>
              </a:pathLst>
            </a:custGeom>
            <a:solidFill>
              <a:srgbClr val="161C21">
                <a:alpha val="9804"/>
              </a:srgbClr>
            </a:solidFill>
            <a:ln>
              <a:noFill/>
            </a:ln>
          </p:spPr>
          <p:txBody>
            <a:bodyPr lIns="0" tIns="0" rIns="0" bIns="0"/>
            <a:lstStyle/>
            <a:p>
              <a:endParaRPr lang="en-US"/>
            </a:p>
          </p:txBody>
        </p:sp>
        <p:sp>
          <p:nvSpPr>
            <p:cNvPr id="9332" name="AutoShape 90"/>
            <p:cNvSpPr/>
            <p:nvPr/>
          </p:nvSpPr>
          <p:spPr bwMode="auto">
            <a:xfrm>
              <a:off x="22745700" y="5740400"/>
              <a:ext cx="965200" cy="1554163"/>
            </a:xfrm>
            <a:custGeom>
              <a:avLst/>
              <a:gdLst>
                <a:gd name="T0" fmla="*/ 2147483647 w 21598"/>
                <a:gd name="T1" fmla="*/ 2147483647 h 21599"/>
                <a:gd name="T2" fmla="*/ 2147483647 w 21598"/>
                <a:gd name="T3" fmla="*/ 2147483647 h 21599"/>
                <a:gd name="T4" fmla="*/ 2147483647 w 21598"/>
                <a:gd name="T5" fmla="*/ 2147483647 h 21599"/>
                <a:gd name="T6" fmla="*/ 2147483647 w 21598"/>
                <a:gd name="T7" fmla="*/ 2147483647 h 21599"/>
                <a:gd name="T8" fmla="*/ 2147483647 w 21598"/>
                <a:gd name="T9" fmla="*/ 2147483647 h 21599"/>
                <a:gd name="T10" fmla="*/ 2147483647 w 21598"/>
                <a:gd name="T11" fmla="*/ 0 h 21599"/>
                <a:gd name="T12" fmla="*/ 2147483647 w 21598"/>
                <a:gd name="T13" fmla="*/ 2147483647 h 21599"/>
                <a:gd name="T14" fmla="*/ 2147483647 w 21598"/>
                <a:gd name="T15" fmla="*/ 2147483647 h 21599"/>
                <a:gd name="T16" fmla="*/ 2147483647 w 21598"/>
                <a:gd name="T17" fmla="*/ 2147483647 h 21599"/>
                <a:gd name="T18" fmla="*/ 2147483647 w 21598"/>
                <a:gd name="T19" fmla="*/ 0 h 21599"/>
                <a:gd name="T20" fmla="*/ 2147483647 w 21598"/>
                <a:gd name="T21" fmla="*/ 2147483647 h 21599"/>
                <a:gd name="T22" fmla="*/ 2147483647 w 21598"/>
                <a:gd name="T23" fmla="*/ 2147483647 h 21599"/>
                <a:gd name="T24" fmla="*/ 2147483647 w 21598"/>
                <a:gd name="T25" fmla="*/ 2147483647 h 21599"/>
                <a:gd name="T26" fmla="*/ 2147483647 w 21598"/>
                <a:gd name="T27" fmla="*/ 2147483647 h 21599"/>
                <a:gd name="T28" fmla="*/ 2147483647 w 21598"/>
                <a:gd name="T29" fmla="*/ 2147483647 h 21599"/>
                <a:gd name="T30" fmla="*/ 2147483647 w 21598"/>
                <a:gd name="T31" fmla="*/ 2147483647 h 21599"/>
                <a:gd name="T32" fmla="*/ 2147483647 w 21598"/>
                <a:gd name="T33" fmla="*/ 2147483647 h 21599"/>
                <a:gd name="T34" fmla="*/ 2147483647 w 21598"/>
                <a:gd name="T35" fmla="*/ 2147483647 h 21599"/>
                <a:gd name="T36" fmla="*/ 2147483647 w 21598"/>
                <a:gd name="T37" fmla="*/ 2147483647 h 21599"/>
                <a:gd name="T38" fmla="*/ 2147483647 w 21598"/>
                <a:gd name="T39" fmla="*/ 2147483647 h 21599"/>
                <a:gd name="T40" fmla="*/ 2147483647 w 21598"/>
                <a:gd name="T41" fmla="*/ 2147483647 h 21599"/>
                <a:gd name="T42" fmla="*/ 2147483647 w 21598"/>
                <a:gd name="T43" fmla="*/ 2147483647 h 21599"/>
                <a:gd name="T44" fmla="*/ 2147483647 w 21598"/>
                <a:gd name="T45" fmla="*/ 2147483647 h 21599"/>
                <a:gd name="T46" fmla="*/ 2147483647 w 21598"/>
                <a:gd name="T47" fmla="*/ 2147483647 h 21599"/>
                <a:gd name="T48" fmla="*/ 2147483647 w 21598"/>
                <a:gd name="T49" fmla="*/ 2147483647 h 21599"/>
                <a:gd name="T50" fmla="*/ 0 w 21598"/>
                <a:gd name="T51" fmla="*/ 2147483647 h 21599"/>
                <a:gd name="T52" fmla="*/ 1292260554 w 21598"/>
                <a:gd name="T53" fmla="*/ 2147483647 h 21599"/>
                <a:gd name="T54" fmla="*/ 2147483647 w 21598"/>
                <a:gd name="T55" fmla="*/ 2147483647 h 21599"/>
                <a:gd name="T56" fmla="*/ 1312251876 w 21598"/>
                <a:gd name="T57" fmla="*/ 2147483647 h 21599"/>
                <a:gd name="T58" fmla="*/ 0 w 21598"/>
                <a:gd name="T59" fmla="*/ 2147483647 h 21599"/>
                <a:gd name="T60" fmla="*/ 0 w 21598"/>
                <a:gd name="T61" fmla="*/ 2147483647 h 215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598" h="21599">
                  <a:moveTo>
                    <a:pt x="9677" y="4101"/>
                  </a:moveTo>
                  <a:cubicBezTo>
                    <a:pt x="9676" y="4213"/>
                    <a:pt x="9822" y="4305"/>
                    <a:pt x="10002" y="4305"/>
                  </a:cubicBezTo>
                  <a:cubicBezTo>
                    <a:pt x="10183" y="4306"/>
                    <a:pt x="10330" y="4216"/>
                    <a:pt x="10332" y="4104"/>
                  </a:cubicBezTo>
                  <a:cubicBezTo>
                    <a:pt x="10333" y="3991"/>
                    <a:pt x="10187" y="3900"/>
                    <a:pt x="10007" y="3899"/>
                  </a:cubicBezTo>
                  <a:cubicBezTo>
                    <a:pt x="9826" y="3898"/>
                    <a:pt x="9679" y="3988"/>
                    <a:pt x="9677" y="4101"/>
                  </a:cubicBezTo>
                  <a:close/>
                  <a:moveTo>
                    <a:pt x="10050" y="0"/>
                  </a:moveTo>
                  <a:cubicBezTo>
                    <a:pt x="9870" y="-1"/>
                    <a:pt x="9722" y="89"/>
                    <a:pt x="9720" y="202"/>
                  </a:cubicBezTo>
                  <a:cubicBezTo>
                    <a:pt x="9719" y="314"/>
                    <a:pt x="9865" y="406"/>
                    <a:pt x="10046" y="406"/>
                  </a:cubicBezTo>
                  <a:cubicBezTo>
                    <a:pt x="10226" y="407"/>
                    <a:pt x="10374" y="317"/>
                    <a:pt x="10375" y="205"/>
                  </a:cubicBezTo>
                  <a:cubicBezTo>
                    <a:pt x="10376" y="92"/>
                    <a:pt x="10231" y="1"/>
                    <a:pt x="10050" y="0"/>
                  </a:cubicBezTo>
                  <a:close/>
                  <a:moveTo>
                    <a:pt x="20943" y="11168"/>
                  </a:moveTo>
                  <a:cubicBezTo>
                    <a:pt x="20942" y="11280"/>
                    <a:pt x="21088" y="11372"/>
                    <a:pt x="21268" y="11372"/>
                  </a:cubicBezTo>
                  <a:cubicBezTo>
                    <a:pt x="21449" y="11373"/>
                    <a:pt x="21597" y="11283"/>
                    <a:pt x="21598" y="11170"/>
                  </a:cubicBezTo>
                  <a:cubicBezTo>
                    <a:pt x="21599" y="11058"/>
                    <a:pt x="21453" y="10966"/>
                    <a:pt x="21273" y="10966"/>
                  </a:cubicBezTo>
                  <a:cubicBezTo>
                    <a:pt x="21092" y="10965"/>
                    <a:pt x="20945" y="11056"/>
                    <a:pt x="20943" y="11168"/>
                  </a:cubicBezTo>
                  <a:close/>
                  <a:moveTo>
                    <a:pt x="9546" y="15906"/>
                  </a:moveTo>
                  <a:cubicBezTo>
                    <a:pt x="9545" y="16018"/>
                    <a:pt x="9690" y="16109"/>
                    <a:pt x="9871" y="16110"/>
                  </a:cubicBezTo>
                  <a:cubicBezTo>
                    <a:pt x="10052" y="16111"/>
                    <a:pt x="10199" y="16021"/>
                    <a:pt x="10200" y="15908"/>
                  </a:cubicBezTo>
                  <a:cubicBezTo>
                    <a:pt x="10202" y="15796"/>
                    <a:pt x="10056" y="15705"/>
                    <a:pt x="9875" y="15704"/>
                  </a:cubicBezTo>
                  <a:cubicBezTo>
                    <a:pt x="9694" y="15703"/>
                    <a:pt x="9547" y="15793"/>
                    <a:pt x="9546" y="15906"/>
                  </a:cubicBezTo>
                  <a:close/>
                  <a:moveTo>
                    <a:pt x="9485" y="21394"/>
                  </a:moveTo>
                  <a:cubicBezTo>
                    <a:pt x="9484" y="21506"/>
                    <a:pt x="9629" y="21598"/>
                    <a:pt x="9810" y="21599"/>
                  </a:cubicBezTo>
                  <a:cubicBezTo>
                    <a:pt x="9990" y="21599"/>
                    <a:pt x="10137" y="21509"/>
                    <a:pt x="10139" y="21396"/>
                  </a:cubicBezTo>
                  <a:cubicBezTo>
                    <a:pt x="10141" y="21284"/>
                    <a:pt x="9995" y="21193"/>
                    <a:pt x="9814" y="21192"/>
                  </a:cubicBezTo>
                  <a:cubicBezTo>
                    <a:pt x="9633" y="21191"/>
                    <a:pt x="9486" y="21281"/>
                    <a:pt x="9485" y="21394"/>
                  </a:cubicBezTo>
                  <a:close/>
                  <a:moveTo>
                    <a:pt x="0" y="11078"/>
                  </a:moveTo>
                  <a:cubicBezTo>
                    <a:pt x="-1" y="11190"/>
                    <a:pt x="144" y="11282"/>
                    <a:pt x="324" y="11282"/>
                  </a:cubicBezTo>
                  <a:cubicBezTo>
                    <a:pt x="505" y="11283"/>
                    <a:pt x="653" y="11193"/>
                    <a:pt x="654" y="11081"/>
                  </a:cubicBezTo>
                  <a:cubicBezTo>
                    <a:pt x="655" y="10968"/>
                    <a:pt x="510" y="10877"/>
                    <a:pt x="329" y="10876"/>
                  </a:cubicBezTo>
                  <a:cubicBezTo>
                    <a:pt x="149" y="10875"/>
                    <a:pt x="1" y="10965"/>
                    <a:pt x="0" y="11078"/>
                  </a:cubicBezTo>
                  <a:close/>
                  <a:moveTo>
                    <a:pt x="0" y="11078"/>
                  </a:moveTo>
                </a:path>
              </a:pathLst>
            </a:custGeom>
            <a:solidFill>
              <a:srgbClr val="BABCBF"/>
            </a:solidFill>
            <a:ln>
              <a:noFill/>
            </a:ln>
          </p:spPr>
          <p:txBody>
            <a:bodyPr lIns="0" tIns="0" rIns="0" bIns="0"/>
            <a:lstStyle/>
            <a:p>
              <a:endParaRPr lang="en-US"/>
            </a:p>
          </p:txBody>
        </p:sp>
        <p:sp>
          <p:nvSpPr>
            <p:cNvPr id="9333" name="AutoShape 91"/>
            <p:cNvSpPr/>
            <p:nvPr/>
          </p:nvSpPr>
          <p:spPr bwMode="auto">
            <a:xfrm>
              <a:off x="22669500" y="7454900"/>
              <a:ext cx="1071563" cy="84138"/>
            </a:xfrm>
            <a:custGeom>
              <a:avLst/>
              <a:gdLst>
                <a:gd name="T0" fmla="*/ 2147483647 w 21598"/>
                <a:gd name="T1" fmla="*/ 4132086 h 21575"/>
                <a:gd name="T2" fmla="*/ 2147483647 w 21598"/>
                <a:gd name="T3" fmla="*/ 4990415 h 21575"/>
                <a:gd name="T4" fmla="*/ 2147483647 w 21598"/>
                <a:gd name="T5" fmla="*/ 4143657 h 21575"/>
                <a:gd name="T6" fmla="*/ 2147483647 w 21598"/>
                <a:gd name="T7" fmla="*/ 3284143 h 21575"/>
                <a:gd name="T8" fmla="*/ 2147483647 w 21598"/>
                <a:gd name="T9" fmla="*/ 4132086 h 21575"/>
                <a:gd name="T10" fmla="*/ 2147483647 w 21598"/>
                <a:gd name="T11" fmla="*/ 3926938 h 21575"/>
                <a:gd name="T12" fmla="*/ 2147483647 w 21598"/>
                <a:gd name="T13" fmla="*/ 4786639 h 21575"/>
                <a:gd name="T14" fmla="*/ 2147483647 w 21598"/>
                <a:gd name="T15" fmla="*/ 3938512 h 21575"/>
                <a:gd name="T16" fmla="*/ 2147483647 w 21598"/>
                <a:gd name="T17" fmla="*/ 3080348 h 21575"/>
                <a:gd name="T18" fmla="*/ 2147483647 w 21598"/>
                <a:gd name="T19" fmla="*/ 3926938 h 21575"/>
                <a:gd name="T20" fmla="*/ 2147483647 w 21598"/>
                <a:gd name="T21" fmla="*/ 1083643 h 21575"/>
                <a:gd name="T22" fmla="*/ 2147483647 w 21598"/>
                <a:gd name="T23" fmla="*/ 1931769 h 21575"/>
                <a:gd name="T24" fmla="*/ 2147483647 w 21598"/>
                <a:gd name="T25" fmla="*/ 2789856 h 21575"/>
                <a:gd name="T26" fmla="*/ 2147483647 w 21598"/>
                <a:gd name="T27" fmla="*/ 1941971 h 21575"/>
                <a:gd name="T28" fmla="*/ 2147483647 w 21598"/>
                <a:gd name="T29" fmla="*/ 1083643 h 21575"/>
                <a:gd name="T30" fmla="*/ 0 w 21598"/>
                <a:gd name="T31" fmla="*/ 845405 h 21575"/>
                <a:gd name="T32" fmla="*/ 1775364566 w 21598"/>
                <a:gd name="T33" fmla="*/ 1704860 h 21575"/>
                <a:gd name="T34" fmla="*/ 2147483647 w 21598"/>
                <a:gd name="T35" fmla="*/ 858328 h 21575"/>
                <a:gd name="T36" fmla="*/ 1799544342 w 21598"/>
                <a:gd name="T37" fmla="*/ 0 h 21575"/>
                <a:gd name="T38" fmla="*/ 0 w 21598"/>
                <a:gd name="T39" fmla="*/ 845405 h 21575"/>
                <a:gd name="T40" fmla="*/ 0 w 21598"/>
                <a:gd name="T41" fmla="*/ 845405 h 215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598" h="21575">
                  <a:moveTo>
                    <a:pt x="14597" y="17865"/>
                  </a:moveTo>
                  <a:cubicBezTo>
                    <a:pt x="14596" y="19895"/>
                    <a:pt x="14727" y="21563"/>
                    <a:pt x="14890" y="21576"/>
                  </a:cubicBezTo>
                  <a:cubicBezTo>
                    <a:pt x="15053" y="21588"/>
                    <a:pt x="15186" y="19951"/>
                    <a:pt x="15187" y="17915"/>
                  </a:cubicBezTo>
                  <a:cubicBezTo>
                    <a:pt x="15188" y="15879"/>
                    <a:pt x="15057" y="14217"/>
                    <a:pt x="14894" y="14199"/>
                  </a:cubicBezTo>
                  <a:cubicBezTo>
                    <a:pt x="14730" y="14186"/>
                    <a:pt x="14598" y="15823"/>
                    <a:pt x="14597" y="17865"/>
                  </a:cubicBezTo>
                  <a:close/>
                  <a:moveTo>
                    <a:pt x="6890" y="16978"/>
                  </a:moveTo>
                  <a:cubicBezTo>
                    <a:pt x="6889" y="19014"/>
                    <a:pt x="7020" y="20682"/>
                    <a:pt x="7183" y="20695"/>
                  </a:cubicBezTo>
                  <a:cubicBezTo>
                    <a:pt x="7346" y="20701"/>
                    <a:pt x="7479" y="19064"/>
                    <a:pt x="7480" y="17028"/>
                  </a:cubicBezTo>
                  <a:cubicBezTo>
                    <a:pt x="7481" y="14998"/>
                    <a:pt x="7350" y="13337"/>
                    <a:pt x="7187" y="13318"/>
                  </a:cubicBezTo>
                  <a:cubicBezTo>
                    <a:pt x="7024" y="13305"/>
                    <a:pt x="6891" y="14948"/>
                    <a:pt x="6890" y="16978"/>
                  </a:cubicBezTo>
                  <a:close/>
                  <a:moveTo>
                    <a:pt x="21305" y="4685"/>
                  </a:moveTo>
                  <a:cubicBezTo>
                    <a:pt x="21142" y="4673"/>
                    <a:pt x="21009" y="6316"/>
                    <a:pt x="21008" y="8352"/>
                  </a:cubicBezTo>
                  <a:cubicBezTo>
                    <a:pt x="21007" y="10388"/>
                    <a:pt x="21138" y="12044"/>
                    <a:pt x="21301" y="12062"/>
                  </a:cubicBezTo>
                  <a:cubicBezTo>
                    <a:pt x="21464" y="12075"/>
                    <a:pt x="21597" y="10438"/>
                    <a:pt x="21598" y="8396"/>
                  </a:cubicBezTo>
                  <a:cubicBezTo>
                    <a:pt x="21599" y="6366"/>
                    <a:pt x="21468" y="4698"/>
                    <a:pt x="21305" y="4685"/>
                  </a:cubicBezTo>
                  <a:close/>
                  <a:moveTo>
                    <a:pt x="0" y="3655"/>
                  </a:moveTo>
                  <a:cubicBezTo>
                    <a:pt x="-1" y="5691"/>
                    <a:pt x="130" y="7352"/>
                    <a:pt x="293" y="7371"/>
                  </a:cubicBezTo>
                  <a:cubicBezTo>
                    <a:pt x="456" y="7390"/>
                    <a:pt x="589" y="5747"/>
                    <a:pt x="590" y="3711"/>
                  </a:cubicBezTo>
                  <a:cubicBezTo>
                    <a:pt x="591" y="1675"/>
                    <a:pt x="460" y="7"/>
                    <a:pt x="297" y="0"/>
                  </a:cubicBezTo>
                  <a:cubicBezTo>
                    <a:pt x="134" y="-12"/>
                    <a:pt x="1" y="1618"/>
                    <a:pt x="0" y="3655"/>
                  </a:cubicBezTo>
                  <a:close/>
                  <a:moveTo>
                    <a:pt x="0" y="3655"/>
                  </a:moveTo>
                </a:path>
              </a:pathLst>
            </a:custGeom>
            <a:solidFill>
              <a:srgbClr val="A5A8AA"/>
            </a:solidFill>
            <a:ln>
              <a:noFill/>
            </a:ln>
          </p:spPr>
          <p:txBody>
            <a:bodyPr lIns="0" tIns="0" rIns="0" bIns="0"/>
            <a:lstStyle/>
            <a:p>
              <a:endParaRPr lang="en-US"/>
            </a:p>
          </p:txBody>
        </p:sp>
        <p:sp>
          <p:nvSpPr>
            <p:cNvPr id="9334" name="AutoShape 92"/>
            <p:cNvSpPr/>
            <p:nvPr/>
          </p:nvSpPr>
          <p:spPr bwMode="auto">
            <a:xfrm>
              <a:off x="22974300" y="6197600"/>
              <a:ext cx="503238" cy="503238"/>
            </a:xfrm>
            <a:custGeom>
              <a:avLst/>
              <a:gdLst>
                <a:gd name="T0" fmla="*/ 2147483647 w 21518"/>
                <a:gd name="T1" fmla="*/ 2147483647 h 21520"/>
                <a:gd name="T2" fmla="*/ 2147483647 w 21518"/>
                <a:gd name="T3" fmla="*/ 2147483647 h 21520"/>
                <a:gd name="T4" fmla="*/ 0 w 21518"/>
                <a:gd name="T5" fmla="*/ 2147483647 h 21520"/>
                <a:gd name="T6" fmla="*/ 2147483647 w 21518"/>
                <a:gd name="T7" fmla="*/ 0 h 21520"/>
                <a:gd name="T8" fmla="*/ 2147483647 w 21518"/>
                <a:gd name="T9" fmla="*/ 2147483647 h 21520"/>
                <a:gd name="T10" fmla="*/ 2147483647 w 21518"/>
                <a:gd name="T11" fmla="*/ 2147483647 h 215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18" h="21520">
                  <a:moveTo>
                    <a:pt x="21517" y="10835"/>
                  </a:moveTo>
                  <a:cubicBezTo>
                    <a:pt x="21477" y="16777"/>
                    <a:pt x="16627" y="21560"/>
                    <a:pt x="10685" y="21520"/>
                  </a:cubicBezTo>
                  <a:cubicBezTo>
                    <a:pt x="4742" y="21478"/>
                    <a:pt x="-41" y="16628"/>
                    <a:pt x="0" y="10686"/>
                  </a:cubicBezTo>
                  <a:cubicBezTo>
                    <a:pt x="41" y="4744"/>
                    <a:pt x="4891" y="-40"/>
                    <a:pt x="10833" y="0"/>
                  </a:cubicBezTo>
                  <a:cubicBezTo>
                    <a:pt x="16776" y="42"/>
                    <a:pt x="21559" y="4892"/>
                    <a:pt x="21517" y="10835"/>
                  </a:cubicBezTo>
                  <a:close/>
                  <a:moveTo>
                    <a:pt x="21517" y="10835"/>
                  </a:moveTo>
                </a:path>
              </a:pathLst>
            </a:custGeom>
            <a:solidFill>
              <a:srgbClr val="BCE6EF"/>
            </a:solidFill>
            <a:ln>
              <a:noFill/>
            </a:ln>
          </p:spPr>
          <p:txBody>
            <a:bodyPr lIns="0" tIns="0" rIns="0" bIns="0"/>
            <a:lstStyle/>
            <a:p>
              <a:endParaRPr lang="en-US"/>
            </a:p>
          </p:txBody>
        </p:sp>
        <p:sp>
          <p:nvSpPr>
            <p:cNvPr id="9335" name="AutoShape 93"/>
            <p:cNvSpPr/>
            <p:nvPr/>
          </p:nvSpPr>
          <p:spPr bwMode="auto">
            <a:xfrm>
              <a:off x="23202900" y="6235700"/>
              <a:ext cx="236538" cy="239713"/>
            </a:xfrm>
            <a:custGeom>
              <a:avLst/>
              <a:gdLst>
                <a:gd name="T0" fmla="*/ 838849939 w 15511"/>
                <a:gd name="T1" fmla="*/ 786088672 h 15549"/>
                <a:gd name="T2" fmla="*/ 90099003 w 15511"/>
                <a:gd name="T3" fmla="*/ 0 h 15549"/>
                <a:gd name="T4" fmla="*/ 838849939 w 15511"/>
                <a:gd name="T5" fmla="*/ 786088672 h 15549"/>
                <a:gd name="T6" fmla="*/ 838849939 w 15511"/>
                <a:gd name="T7" fmla="*/ 786088672 h 15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511" h="15549">
                  <a:moveTo>
                    <a:pt x="15511" y="13916"/>
                  </a:moveTo>
                  <a:cubicBezTo>
                    <a:pt x="15460" y="21548"/>
                    <a:pt x="-6035" y="-52"/>
                    <a:pt x="1666" y="0"/>
                  </a:cubicBezTo>
                  <a:cubicBezTo>
                    <a:pt x="9366" y="53"/>
                    <a:pt x="15565" y="6284"/>
                    <a:pt x="15511" y="13916"/>
                  </a:cubicBezTo>
                  <a:close/>
                  <a:moveTo>
                    <a:pt x="15511" y="13916"/>
                  </a:moveTo>
                </a:path>
              </a:pathLst>
            </a:custGeom>
            <a:solidFill>
              <a:srgbClr val="000000">
                <a:alpha val="29803"/>
              </a:srgbClr>
            </a:solidFill>
            <a:ln>
              <a:noFill/>
            </a:ln>
          </p:spPr>
          <p:txBody>
            <a:bodyPr lIns="0" tIns="0" rIns="0" bIns="0"/>
            <a:lstStyle/>
            <a:p>
              <a:endParaRPr lang="en-US"/>
            </a:p>
          </p:txBody>
        </p:sp>
        <p:sp>
          <p:nvSpPr>
            <p:cNvPr id="9336" name="AutoShape 94"/>
            <p:cNvSpPr/>
            <p:nvPr/>
          </p:nvSpPr>
          <p:spPr bwMode="auto">
            <a:xfrm>
              <a:off x="23215600" y="6134100"/>
              <a:ext cx="28575" cy="28575"/>
            </a:xfrm>
            <a:custGeom>
              <a:avLst/>
              <a:gdLst>
                <a:gd name="T0" fmla="*/ 66993 w 21510"/>
                <a:gd name="T1" fmla="*/ 33757 h 21501"/>
                <a:gd name="T2" fmla="*/ 33255 w 21510"/>
                <a:gd name="T3" fmla="*/ 67074 h 21501"/>
                <a:gd name="T4" fmla="*/ 1 w 21510"/>
                <a:gd name="T5" fmla="*/ 33302 h 21501"/>
                <a:gd name="T6" fmla="*/ 33707 w 21510"/>
                <a:gd name="T7" fmla="*/ 1 h 21501"/>
                <a:gd name="T8" fmla="*/ 66993 w 21510"/>
                <a:gd name="T9" fmla="*/ 33757 h 21501"/>
                <a:gd name="T10" fmla="*/ 66993 w 21510"/>
                <a:gd name="T11" fmla="*/ 33757 h 215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10" h="21501">
                  <a:moveTo>
                    <a:pt x="21510" y="10821"/>
                  </a:moveTo>
                  <a:cubicBezTo>
                    <a:pt x="21464" y="16758"/>
                    <a:pt x="16617" y="21546"/>
                    <a:pt x="10678" y="21500"/>
                  </a:cubicBezTo>
                  <a:cubicBezTo>
                    <a:pt x="4738" y="21469"/>
                    <a:pt x="-54" y="16612"/>
                    <a:pt x="1" y="10675"/>
                  </a:cubicBezTo>
                  <a:cubicBezTo>
                    <a:pt x="37" y="4730"/>
                    <a:pt x="4893" y="-54"/>
                    <a:pt x="10823" y="1"/>
                  </a:cubicBezTo>
                  <a:cubicBezTo>
                    <a:pt x="16772" y="33"/>
                    <a:pt x="21546" y="4885"/>
                    <a:pt x="21510" y="10821"/>
                  </a:cubicBezTo>
                  <a:close/>
                  <a:moveTo>
                    <a:pt x="21510" y="10821"/>
                  </a:moveTo>
                </a:path>
              </a:pathLst>
            </a:custGeom>
            <a:solidFill>
              <a:srgbClr val="808083"/>
            </a:solidFill>
            <a:ln>
              <a:noFill/>
            </a:ln>
          </p:spPr>
          <p:txBody>
            <a:bodyPr lIns="0" tIns="0" rIns="0" bIns="0"/>
            <a:lstStyle/>
            <a:p>
              <a:endParaRPr lang="en-US"/>
            </a:p>
          </p:txBody>
        </p:sp>
        <p:sp>
          <p:nvSpPr>
            <p:cNvPr id="9337" name="AutoShape 95"/>
            <p:cNvSpPr/>
            <p:nvPr/>
          </p:nvSpPr>
          <p:spPr bwMode="auto">
            <a:xfrm>
              <a:off x="22948900" y="6286500"/>
              <a:ext cx="28575" cy="28575"/>
            </a:xfrm>
            <a:custGeom>
              <a:avLst/>
              <a:gdLst>
                <a:gd name="T0" fmla="*/ 74118 w 18919"/>
                <a:gd name="T1" fmla="*/ 6803 h 18915"/>
                <a:gd name="T2" fmla="*/ 91708 w 18919"/>
                <a:gd name="T3" fmla="*/ 74186 h 18915"/>
                <a:gd name="T4" fmla="*/ 24399 w 18919"/>
                <a:gd name="T5" fmla="*/ 91754 h 18915"/>
                <a:gd name="T6" fmla="*/ 6767 w 18919"/>
                <a:gd name="T7" fmla="*/ 24331 h 18915"/>
                <a:gd name="T8" fmla="*/ 74118 w 18919"/>
                <a:gd name="T9" fmla="*/ 6803 h 18915"/>
                <a:gd name="T10" fmla="*/ 74118 w 18919"/>
                <a:gd name="T11" fmla="*/ 6803 h 189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9" h="18915">
                  <a:moveTo>
                    <a:pt x="14242" y="1306"/>
                  </a:moveTo>
                  <a:cubicBezTo>
                    <a:pt x="18751" y="3938"/>
                    <a:pt x="20257" y="9741"/>
                    <a:pt x="17622" y="14243"/>
                  </a:cubicBezTo>
                  <a:cubicBezTo>
                    <a:pt x="14979" y="18745"/>
                    <a:pt x="9189" y="20255"/>
                    <a:pt x="4688" y="17616"/>
                  </a:cubicBezTo>
                  <a:cubicBezTo>
                    <a:pt x="171" y="14972"/>
                    <a:pt x="-1343" y="9169"/>
                    <a:pt x="1300" y="4671"/>
                  </a:cubicBezTo>
                  <a:cubicBezTo>
                    <a:pt x="3959" y="169"/>
                    <a:pt x="9741" y="-1345"/>
                    <a:pt x="14242" y="1306"/>
                  </a:cubicBezTo>
                  <a:close/>
                  <a:moveTo>
                    <a:pt x="14242" y="1306"/>
                  </a:moveTo>
                </a:path>
              </a:pathLst>
            </a:custGeom>
            <a:solidFill>
              <a:srgbClr val="808083"/>
            </a:solidFill>
            <a:ln>
              <a:noFill/>
            </a:ln>
          </p:spPr>
          <p:txBody>
            <a:bodyPr lIns="0" tIns="0" rIns="0" bIns="0"/>
            <a:lstStyle/>
            <a:p>
              <a:endParaRPr lang="en-US"/>
            </a:p>
          </p:txBody>
        </p:sp>
        <p:sp>
          <p:nvSpPr>
            <p:cNvPr id="9338" name="AutoShape 96"/>
            <p:cNvSpPr/>
            <p:nvPr/>
          </p:nvSpPr>
          <p:spPr bwMode="auto">
            <a:xfrm>
              <a:off x="22936200" y="6591300"/>
              <a:ext cx="28575" cy="28575"/>
            </a:xfrm>
            <a:custGeom>
              <a:avLst/>
              <a:gdLst>
                <a:gd name="T0" fmla="*/ 24980 w 18904"/>
                <a:gd name="T1" fmla="*/ 6455 h 18907"/>
                <a:gd name="T2" fmla="*/ 92181 w 18904"/>
                <a:gd name="T3" fmla="*/ 25001 h 18907"/>
                <a:gd name="T4" fmla="*/ 73681 w 18904"/>
                <a:gd name="T5" fmla="*/ 92186 h 18907"/>
                <a:gd name="T6" fmla="*/ 6439 w 18904"/>
                <a:gd name="T7" fmla="*/ 73722 h 18907"/>
                <a:gd name="T8" fmla="*/ 24980 w 18904"/>
                <a:gd name="T9" fmla="*/ 6455 h 18907"/>
                <a:gd name="T10" fmla="*/ 24980 w 18904"/>
                <a:gd name="T11" fmla="*/ 6455 h 189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04" h="18907">
                  <a:moveTo>
                    <a:pt x="4785" y="1237"/>
                  </a:moveTo>
                  <a:cubicBezTo>
                    <a:pt x="9321" y="-1349"/>
                    <a:pt x="15089" y="256"/>
                    <a:pt x="17657" y="4792"/>
                  </a:cubicBezTo>
                  <a:cubicBezTo>
                    <a:pt x="20257" y="9331"/>
                    <a:pt x="18657" y="15091"/>
                    <a:pt x="14113" y="17669"/>
                  </a:cubicBezTo>
                  <a:cubicBezTo>
                    <a:pt x="9577" y="20251"/>
                    <a:pt x="3817" y="18662"/>
                    <a:pt x="1233" y="14130"/>
                  </a:cubicBezTo>
                  <a:cubicBezTo>
                    <a:pt x="-1343" y="9575"/>
                    <a:pt x="249" y="3819"/>
                    <a:pt x="4785" y="1237"/>
                  </a:cubicBezTo>
                  <a:close/>
                  <a:moveTo>
                    <a:pt x="4785" y="1237"/>
                  </a:moveTo>
                </a:path>
              </a:pathLst>
            </a:custGeom>
            <a:solidFill>
              <a:srgbClr val="808083"/>
            </a:solidFill>
            <a:ln>
              <a:noFill/>
            </a:ln>
          </p:spPr>
          <p:txBody>
            <a:bodyPr lIns="0" tIns="0" rIns="0" bIns="0"/>
            <a:lstStyle/>
            <a:p>
              <a:endParaRPr lang="en-US"/>
            </a:p>
          </p:txBody>
        </p:sp>
        <p:sp>
          <p:nvSpPr>
            <p:cNvPr id="9339" name="AutoShape 97"/>
            <p:cNvSpPr/>
            <p:nvPr/>
          </p:nvSpPr>
          <p:spPr bwMode="auto">
            <a:xfrm>
              <a:off x="23202900" y="6743700"/>
              <a:ext cx="28575" cy="28575"/>
            </a:xfrm>
            <a:custGeom>
              <a:avLst/>
              <a:gdLst>
                <a:gd name="T0" fmla="*/ 1 w 21492"/>
                <a:gd name="T1" fmla="*/ 33268 h 21519"/>
                <a:gd name="T2" fmla="*/ 33792 w 21492"/>
                <a:gd name="T3" fmla="*/ 0 h 21519"/>
                <a:gd name="T4" fmla="*/ 67158 w 21492"/>
                <a:gd name="T5" fmla="*/ 33722 h 21519"/>
                <a:gd name="T6" fmla="*/ 33368 w 21492"/>
                <a:gd name="T7" fmla="*/ 66905 h 21519"/>
                <a:gd name="T8" fmla="*/ 1 w 21492"/>
                <a:gd name="T9" fmla="*/ 33268 h 21519"/>
                <a:gd name="T10" fmla="*/ 1 w 21492"/>
                <a:gd name="T11" fmla="*/ 33268 h 215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492" h="21519">
                  <a:moveTo>
                    <a:pt x="1" y="10700"/>
                  </a:moveTo>
                  <a:cubicBezTo>
                    <a:pt x="19" y="4758"/>
                    <a:pt x="4893" y="-27"/>
                    <a:pt x="10814" y="0"/>
                  </a:cubicBezTo>
                  <a:cubicBezTo>
                    <a:pt x="16763" y="46"/>
                    <a:pt x="21546" y="4904"/>
                    <a:pt x="21491" y="10846"/>
                  </a:cubicBezTo>
                  <a:cubicBezTo>
                    <a:pt x="21455" y="16779"/>
                    <a:pt x="16608" y="21573"/>
                    <a:pt x="10678" y="21518"/>
                  </a:cubicBezTo>
                  <a:cubicBezTo>
                    <a:pt x="4729" y="21491"/>
                    <a:pt x="-54" y="16642"/>
                    <a:pt x="1" y="10700"/>
                  </a:cubicBezTo>
                  <a:close/>
                  <a:moveTo>
                    <a:pt x="1" y="10700"/>
                  </a:moveTo>
                </a:path>
              </a:pathLst>
            </a:custGeom>
            <a:solidFill>
              <a:srgbClr val="808083"/>
            </a:solidFill>
            <a:ln>
              <a:noFill/>
            </a:ln>
          </p:spPr>
          <p:txBody>
            <a:bodyPr lIns="0" tIns="0" rIns="0" bIns="0"/>
            <a:lstStyle/>
            <a:p>
              <a:endParaRPr lang="en-US"/>
            </a:p>
          </p:txBody>
        </p:sp>
        <p:sp>
          <p:nvSpPr>
            <p:cNvPr id="9340" name="AutoShape 98"/>
            <p:cNvSpPr/>
            <p:nvPr/>
          </p:nvSpPr>
          <p:spPr bwMode="auto">
            <a:xfrm>
              <a:off x="23469600" y="6591300"/>
              <a:ext cx="28575" cy="28575"/>
            </a:xfrm>
            <a:custGeom>
              <a:avLst/>
              <a:gdLst>
                <a:gd name="T0" fmla="*/ 24336 w 18913"/>
                <a:gd name="T1" fmla="*/ 91789 h 18911"/>
                <a:gd name="T2" fmla="*/ 6805 w 18913"/>
                <a:gd name="T3" fmla="*/ 24367 h 18911"/>
                <a:gd name="T4" fmla="*/ 74242 w 18913"/>
                <a:gd name="T5" fmla="*/ 6756 h 18911"/>
                <a:gd name="T6" fmla="*/ 91771 w 18913"/>
                <a:gd name="T7" fmla="*/ 74202 h 18911"/>
                <a:gd name="T8" fmla="*/ 24336 w 18913"/>
                <a:gd name="T9" fmla="*/ 91789 h 18911"/>
                <a:gd name="T10" fmla="*/ 24336 w 18913"/>
                <a:gd name="T11" fmla="*/ 91789 h 189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3" h="18911">
                  <a:moveTo>
                    <a:pt x="4670" y="17608"/>
                  </a:moveTo>
                  <a:cubicBezTo>
                    <a:pt x="169" y="14966"/>
                    <a:pt x="-1345" y="9186"/>
                    <a:pt x="1306" y="4674"/>
                  </a:cubicBezTo>
                  <a:cubicBezTo>
                    <a:pt x="3949" y="171"/>
                    <a:pt x="9739" y="-1338"/>
                    <a:pt x="14248" y="1296"/>
                  </a:cubicBezTo>
                  <a:cubicBezTo>
                    <a:pt x="18741" y="3942"/>
                    <a:pt x="20255" y="9738"/>
                    <a:pt x="17612" y="14234"/>
                  </a:cubicBezTo>
                  <a:cubicBezTo>
                    <a:pt x="14969" y="18729"/>
                    <a:pt x="9187" y="20262"/>
                    <a:pt x="4670" y="17608"/>
                  </a:cubicBezTo>
                  <a:close/>
                  <a:moveTo>
                    <a:pt x="4670" y="17608"/>
                  </a:moveTo>
                </a:path>
              </a:pathLst>
            </a:custGeom>
            <a:solidFill>
              <a:srgbClr val="808083"/>
            </a:solidFill>
            <a:ln>
              <a:noFill/>
            </a:ln>
          </p:spPr>
          <p:txBody>
            <a:bodyPr lIns="0" tIns="0" rIns="0" bIns="0"/>
            <a:lstStyle/>
            <a:p>
              <a:endParaRPr lang="en-US"/>
            </a:p>
          </p:txBody>
        </p:sp>
        <p:sp>
          <p:nvSpPr>
            <p:cNvPr id="9341" name="AutoShape 99"/>
            <p:cNvSpPr/>
            <p:nvPr/>
          </p:nvSpPr>
          <p:spPr bwMode="auto">
            <a:xfrm>
              <a:off x="23482300" y="6286500"/>
              <a:ext cx="28575" cy="28575"/>
            </a:xfrm>
            <a:custGeom>
              <a:avLst/>
              <a:gdLst>
                <a:gd name="T0" fmla="*/ 73592 w 18919"/>
                <a:gd name="T1" fmla="*/ 92137 h 18909"/>
                <a:gd name="T2" fmla="*/ 6406 w 18919"/>
                <a:gd name="T3" fmla="*/ 73592 h 18909"/>
                <a:gd name="T4" fmla="*/ 24870 w 18919"/>
                <a:gd name="T5" fmla="*/ 6441 h 18909"/>
                <a:gd name="T6" fmla="*/ 92057 w 18919"/>
                <a:gd name="T7" fmla="*/ 24903 h 18909"/>
                <a:gd name="T8" fmla="*/ 73592 w 18919"/>
                <a:gd name="T9" fmla="*/ 92137 h 18909"/>
                <a:gd name="T10" fmla="*/ 73592 w 18919"/>
                <a:gd name="T11" fmla="*/ 92137 h 1890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9" h="18909">
                  <a:moveTo>
                    <a:pt x="14141" y="17667"/>
                  </a:moveTo>
                  <a:cubicBezTo>
                    <a:pt x="9592" y="20257"/>
                    <a:pt x="3826" y="18664"/>
                    <a:pt x="1231" y="14111"/>
                  </a:cubicBezTo>
                  <a:cubicBezTo>
                    <a:pt x="-1340" y="9587"/>
                    <a:pt x="246" y="3814"/>
                    <a:pt x="4779" y="1235"/>
                  </a:cubicBezTo>
                  <a:cubicBezTo>
                    <a:pt x="9336" y="-1343"/>
                    <a:pt x="15102" y="246"/>
                    <a:pt x="17689" y="4775"/>
                  </a:cubicBezTo>
                  <a:cubicBezTo>
                    <a:pt x="20260" y="9327"/>
                    <a:pt x="18666" y="15088"/>
                    <a:pt x="14141" y="17667"/>
                  </a:cubicBezTo>
                  <a:close/>
                  <a:moveTo>
                    <a:pt x="14141" y="17667"/>
                  </a:moveTo>
                </a:path>
              </a:pathLst>
            </a:custGeom>
            <a:solidFill>
              <a:srgbClr val="808083"/>
            </a:solidFill>
            <a:ln>
              <a:noFill/>
            </a:ln>
          </p:spPr>
          <p:txBody>
            <a:bodyPr lIns="0" tIns="0" rIns="0" bIns="0"/>
            <a:lstStyle/>
            <a:p>
              <a:endParaRPr lang="en-US"/>
            </a:p>
          </p:txBody>
        </p:sp>
        <p:sp>
          <p:nvSpPr>
            <p:cNvPr id="9342" name="AutoShape 100"/>
            <p:cNvSpPr/>
            <p:nvPr/>
          </p:nvSpPr>
          <p:spPr bwMode="auto">
            <a:xfrm>
              <a:off x="23101300" y="7340600"/>
              <a:ext cx="227013" cy="2298700"/>
            </a:xfrm>
            <a:custGeom>
              <a:avLst/>
              <a:gdLst>
                <a:gd name="T0" fmla="*/ 293418080 w 20823"/>
                <a:gd name="T1" fmla="*/ 2147483647 h 21591"/>
                <a:gd name="T2" fmla="*/ 134030076 w 20823"/>
                <a:gd name="T3" fmla="*/ 2147483647 h 21591"/>
                <a:gd name="T4" fmla="*/ 366668 w 20823"/>
                <a:gd name="T5" fmla="*/ 2147483647 h 21591"/>
                <a:gd name="T6" fmla="*/ 154584624 w 20823"/>
                <a:gd name="T7" fmla="*/ 0 h 21591"/>
                <a:gd name="T8" fmla="*/ 293418080 w 20823"/>
                <a:gd name="T9" fmla="*/ 2147483647 h 21591"/>
                <a:gd name="T10" fmla="*/ 293418080 w 20823"/>
                <a:gd name="T11" fmla="*/ 2147483647 h 2159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823" h="21591">
                  <a:moveTo>
                    <a:pt x="20771" y="8086"/>
                  </a:moveTo>
                  <a:cubicBezTo>
                    <a:pt x="20375" y="13960"/>
                    <a:pt x="15215" y="21595"/>
                    <a:pt x="9488" y="21591"/>
                  </a:cubicBezTo>
                  <a:cubicBezTo>
                    <a:pt x="3759" y="21587"/>
                    <a:pt x="-371" y="13945"/>
                    <a:pt x="26" y="8071"/>
                  </a:cubicBezTo>
                  <a:cubicBezTo>
                    <a:pt x="483" y="1260"/>
                    <a:pt x="3210" y="-5"/>
                    <a:pt x="10943" y="0"/>
                  </a:cubicBezTo>
                  <a:cubicBezTo>
                    <a:pt x="18674" y="6"/>
                    <a:pt x="21229" y="1275"/>
                    <a:pt x="20771" y="8086"/>
                  </a:cubicBezTo>
                  <a:close/>
                  <a:moveTo>
                    <a:pt x="20771" y="8086"/>
                  </a:moveTo>
                </a:path>
              </a:pathLst>
            </a:custGeom>
            <a:solidFill>
              <a:srgbClr val="1D242B"/>
            </a:solidFill>
            <a:ln>
              <a:noFill/>
            </a:ln>
          </p:spPr>
          <p:txBody>
            <a:bodyPr lIns="0" tIns="0" rIns="0" bIns="0"/>
            <a:lstStyle/>
            <a:p>
              <a:endParaRPr lang="en-US"/>
            </a:p>
          </p:txBody>
        </p:sp>
        <p:sp>
          <p:nvSpPr>
            <p:cNvPr id="9343" name="AutoShape 101"/>
            <p:cNvSpPr/>
            <p:nvPr/>
          </p:nvSpPr>
          <p:spPr bwMode="auto">
            <a:xfrm>
              <a:off x="21996400" y="7353300"/>
              <a:ext cx="2417763" cy="2076450"/>
            </a:xfrm>
            <a:custGeom>
              <a:avLst/>
              <a:gdLst>
                <a:gd name="T0" fmla="*/ 2147483647 w 21280"/>
                <a:gd name="T1" fmla="*/ 2147483647 h 21596"/>
                <a:gd name="T2" fmla="*/ 2147483647 w 21280"/>
                <a:gd name="T3" fmla="*/ 2147483647 h 21596"/>
                <a:gd name="T4" fmla="*/ 2147483647 w 21280"/>
                <a:gd name="T5" fmla="*/ 2147483647 h 21596"/>
                <a:gd name="T6" fmla="*/ 2147483647 w 21280"/>
                <a:gd name="T7" fmla="*/ 2147483647 h 21596"/>
                <a:gd name="T8" fmla="*/ 2147483647 w 21280"/>
                <a:gd name="T9" fmla="*/ 2147483647 h 21596"/>
                <a:gd name="T10" fmla="*/ 2147483647 w 21280"/>
                <a:gd name="T11" fmla="*/ 2147483647 h 21596"/>
                <a:gd name="T12" fmla="*/ 2147483647 w 21280"/>
                <a:gd name="T13" fmla="*/ 2147483647 h 21596"/>
                <a:gd name="T14" fmla="*/ 2147483647 w 21280"/>
                <a:gd name="T15" fmla="*/ 0 h 21596"/>
                <a:gd name="T16" fmla="*/ 2147483647 w 21280"/>
                <a:gd name="T17" fmla="*/ 2147483647 h 21596"/>
                <a:gd name="T18" fmla="*/ 2147483647 w 21280"/>
                <a:gd name="T19" fmla="*/ 2147483647 h 21596"/>
                <a:gd name="T20" fmla="*/ 2147483647 w 21280"/>
                <a:gd name="T21" fmla="*/ 2147483647 h 21596"/>
                <a:gd name="T22" fmla="*/ 2147483647 w 21280"/>
                <a:gd name="T23" fmla="*/ 2147483647 h 21596"/>
                <a:gd name="T24" fmla="*/ 2147483647 w 21280"/>
                <a:gd name="T25" fmla="*/ 2147483647 h 21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280" h="21596">
                  <a:moveTo>
                    <a:pt x="16341" y="100"/>
                  </a:moveTo>
                  <a:cubicBezTo>
                    <a:pt x="16200" y="2382"/>
                    <a:pt x="15970" y="4269"/>
                    <a:pt x="15701" y="5827"/>
                  </a:cubicBezTo>
                  <a:cubicBezTo>
                    <a:pt x="17306" y="7341"/>
                    <a:pt x="18167" y="9258"/>
                    <a:pt x="18747" y="11724"/>
                  </a:cubicBezTo>
                  <a:cubicBezTo>
                    <a:pt x="19694" y="15745"/>
                    <a:pt x="19463" y="21591"/>
                    <a:pt x="20006" y="21596"/>
                  </a:cubicBezTo>
                  <a:cubicBezTo>
                    <a:pt x="20549" y="21600"/>
                    <a:pt x="21412" y="18227"/>
                    <a:pt x="21263" y="11639"/>
                  </a:cubicBezTo>
                  <a:cubicBezTo>
                    <a:pt x="21120" y="5338"/>
                    <a:pt x="18602" y="1255"/>
                    <a:pt x="16341" y="100"/>
                  </a:cubicBezTo>
                  <a:close/>
                  <a:moveTo>
                    <a:pt x="5683" y="5730"/>
                  </a:moveTo>
                  <a:cubicBezTo>
                    <a:pt x="5433" y="4169"/>
                    <a:pt x="5226" y="2280"/>
                    <a:pt x="5112" y="0"/>
                  </a:cubicBezTo>
                  <a:cubicBezTo>
                    <a:pt x="2834" y="1106"/>
                    <a:pt x="256" y="5151"/>
                    <a:pt x="39" y="11465"/>
                  </a:cubicBezTo>
                  <a:cubicBezTo>
                    <a:pt x="-188" y="18050"/>
                    <a:pt x="635" y="21437"/>
                    <a:pt x="1178" y="21442"/>
                  </a:cubicBezTo>
                  <a:cubicBezTo>
                    <a:pt x="1721" y="21446"/>
                    <a:pt x="1559" y="15596"/>
                    <a:pt x="2552" y="11592"/>
                  </a:cubicBezTo>
                  <a:cubicBezTo>
                    <a:pt x="3164" y="9128"/>
                    <a:pt x="4050" y="7220"/>
                    <a:pt x="5683" y="5730"/>
                  </a:cubicBezTo>
                  <a:close/>
                  <a:moveTo>
                    <a:pt x="5683" y="5730"/>
                  </a:moveTo>
                </a:path>
              </a:pathLst>
            </a:custGeom>
            <a:solidFill>
              <a:srgbClr val="1D242B"/>
            </a:solidFill>
            <a:ln>
              <a:noFill/>
            </a:ln>
          </p:spPr>
          <p:txBody>
            <a:bodyPr lIns="0" tIns="0" rIns="0" bIns="0"/>
            <a:lstStyle/>
            <a:p>
              <a:endParaRPr lang="en-US"/>
            </a:p>
          </p:txBody>
        </p:sp>
      </p:grpSp>
      <p:grpSp>
        <p:nvGrpSpPr>
          <p:cNvPr id="8199" name="Group 1"/>
          <p:cNvGrpSpPr/>
          <p:nvPr/>
        </p:nvGrpSpPr>
        <p:grpSpPr bwMode="auto">
          <a:xfrm>
            <a:off x="1173163" y="1366838"/>
            <a:ext cx="6651625" cy="6507162"/>
            <a:chOff x="1173163" y="1366837"/>
            <a:chExt cx="6651625" cy="6507163"/>
          </a:xfrm>
        </p:grpSpPr>
        <p:sp>
          <p:nvSpPr>
            <p:cNvPr id="9269" name="AutoShape 4"/>
            <p:cNvSpPr/>
            <p:nvPr/>
          </p:nvSpPr>
          <p:spPr bwMode="auto">
            <a:xfrm>
              <a:off x="1173163" y="1447800"/>
              <a:ext cx="6426200" cy="6426200"/>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solidFill>
            <a:ln>
              <a:noFill/>
            </a:ln>
          </p:spPr>
          <p:txBody>
            <a:bodyPr lIns="0" tIns="0" rIns="0" bIns="0"/>
            <a:lstStyle/>
            <a:p>
              <a:endParaRPr lang="en-US"/>
            </a:p>
          </p:txBody>
        </p:sp>
        <p:sp>
          <p:nvSpPr>
            <p:cNvPr id="9270" name="AutoShape 5"/>
            <p:cNvSpPr/>
            <p:nvPr/>
          </p:nvSpPr>
          <p:spPr bwMode="auto">
            <a:xfrm>
              <a:off x="3771900" y="2509837"/>
              <a:ext cx="1241425" cy="827088"/>
            </a:xfrm>
            <a:custGeom>
              <a:avLst/>
              <a:gdLst>
                <a:gd name="T0" fmla="*/ 793886261 w 21238"/>
                <a:gd name="T1" fmla="*/ 1614205033 h 21485"/>
                <a:gd name="T2" fmla="*/ 2147483647 w 21238"/>
                <a:gd name="T3" fmla="*/ 2147483647 h 21485"/>
                <a:gd name="T4" fmla="*/ 2147483647 w 21238"/>
                <a:gd name="T5" fmla="*/ 2147483647 h 21485"/>
                <a:gd name="T6" fmla="*/ 1494300373 w 21238"/>
                <a:gd name="T7" fmla="*/ 21963931 h 21485"/>
                <a:gd name="T8" fmla="*/ 793886261 w 21238"/>
                <a:gd name="T9" fmla="*/ 1614205033 h 21485"/>
                <a:gd name="T10" fmla="*/ 793886261 w 21238"/>
                <a:gd name="T11" fmla="*/ 1614205033 h 21485"/>
                <a:gd name="T12" fmla="*/ 793886261 w 21238"/>
                <a:gd name="T13" fmla="*/ 1614205033 h 214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38" h="21485">
                  <a:moveTo>
                    <a:pt x="68" y="735"/>
                  </a:moveTo>
                  <a:cubicBezTo>
                    <a:pt x="-362" y="8099"/>
                    <a:pt x="1263" y="15356"/>
                    <a:pt x="4647" y="21485"/>
                  </a:cubicBezTo>
                  <a:cubicBezTo>
                    <a:pt x="10253" y="14160"/>
                    <a:pt x="15907" y="8446"/>
                    <a:pt x="21238" y="4036"/>
                  </a:cubicBezTo>
                  <a:cubicBezTo>
                    <a:pt x="14293" y="935"/>
                    <a:pt x="7049" y="-115"/>
                    <a:pt x="128" y="10"/>
                  </a:cubicBezTo>
                  <a:cubicBezTo>
                    <a:pt x="116" y="266"/>
                    <a:pt x="81" y="502"/>
                    <a:pt x="68" y="735"/>
                  </a:cubicBezTo>
                  <a:cubicBezTo>
                    <a:pt x="68" y="735"/>
                    <a:pt x="68" y="735"/>
                    <a:pt x="68" y="735"/>
                  </a:cubicBezTo>
                  <a:close/>
                  <a:moveTo>
                    <a:pt x="68" y="735"/>
                  </a:moveTo>
                </a:path>
              </a:pathLst>
            </a:custGeom>
            <a:solidFill>
              <a:srgbClr val="4E96E2"/>
            </a:solidFill>
            <a:ln>
              <a:noFill/>
            </a:ln>
          </p:spPr>
          <p:txBody>
            <a:bodyPr lIns="0" tIns="0" rIns="0" bIns="0"/>
            <a:lstStyle/>
            <a:p>
              <a:endParaRPr lang="en-US"/>
            </a:p>
          </p:txBody>
        </p:sp>
        <p:sp>
          <p:nvSpPr>
            <p:cNvPr id="9271" name="AutoShape 6"/>
            <p:cNvSpPr/>
            <p:nvPr/>
          </p:nvSpPr>
          <p:spPr bwMode="auto">
            <a:xfrm>
              <a:off x="2057400" y="2217737"/>
              <a:ext cx="284163" cy="257175"/>
            </a:xfrm>
            <a:custGeom>
              <a:avLst/>
              <a:gdLst>
                <a:gd name="T0" fmla="*/ 647006893 w 21600"/>
                <a:gd name="T1" fmla="*/ 0 h 21600"/>
                <a:gd name="T2" fmla="*/ 389461468 w 21600"/>
                <a:gd name="T3" fmla="*/ 149008755 h 21600"/>
                <a:gd name="T4" fmla="*/ 0 w 21600"/>
                <a:gd name="T5" fmla="*/ 434063989 h 21600"/>
                <a:gd name="T6" fmla="*/ 524585421 w 21600"/>
                <a:gd name="T7" fmla="*/ 334329310 h 21600"/>
                <a:gd name="T8" fmla="*/ 647006893 w 21600"/>
                <a:gd name="T9" fmla="*/ 0 h 21600"/>
                <a:gd name="T10" fmla="*/ 647006893 w 21600"/>
                <a:gd name="T11" fmla="*/ 0 h 21600"/>
                <a:gd name="T12" fmla="*/ 647006893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8680" y="2394"/>
                    <a:pt x="15814" y="4904"/>
                    <a:pt x="13002" y="7415"/>
                  </a:cubicBezTo>
                  <a:cubicBezTo>
                    <a:pt x="8546" y="11953"/>
                    <a:pt x="4141" y="16637"/>
                    <a:pt x="0" y="21600"/>
                  </a:cubicBezTo>
                  <a:cubicBezTo>
                    <a:pt x="5361" y="19965"/>
                    <a:pt x="11304" y="18323"/>
                    <a:pt x="17513" y="16637"/>
                  </a:cubicBezTo>
                  <a:cubicBezTo>
                    <a:pt x="18680" y="11034"/>
                    <a:pt x="20007" y="5488"/>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9272" name="AutoShape 7"/>
            <p:cNvSpPr/>
            <p:nvPr/>
          </p:nvSpPr>
          <p:spPr bwMode="auto">
            <a:xfrm>
              <a:off x="4254500" y="2852737"/>
              <a:ext cx="1281113" cy="1049338"/>
            </a:xfrm>
            <a:custGeom>
              <a:avLst/>
              <a:gdLst>
                <a:gd name="T0" fmla="*/ 2147483647 w 21600"/>
                <a:gd name="T1" fmla="*/ 2147483647 h 21500"/>
                <a:gd name="T2" fmla="*/ 2147483647 w 21600"/>
                <a:gd name="T3" fmla="*/ 0 h 21500"/>
                <a:gd name="T4" fmla="*/ 0 w 21600"/>
                <a:gd name="T5" fmla="*/ 2147483647 h 21500"/>
                <a:gd name="T6" fmla="*/ 2147483647 w 21600"/>
                <a:gd name="T7" fmla="*/ 2147483647 h 21500"/>
                <a:gd name="T8" fmla="*/ 2147483647 w 21600"/>
                <a:gd name="T9" fmla="*/ 2147483647 h 21500"/>
                <a:gd name="T10" fmla="*/ 2147483647 w 21600"/>
                <a:gd name="T11" fmla="*/ 2147483647 h 21500"/>
                <a:gd name="T12" fmla="*/ 2147483647 w 21600"/>
                <a:gd name="T13" fmla="*/ 2147483647 h 215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500">
                  <a:moveTo>
                    <a:pt x="21600" y="21199"/>
                  </a:moveTo>
                  <a:cubicBezTo>
                    <a:pt x="20657" y="12911"/>
                    <a:pt x="19290" y="5853"/>
                    <a:pt x="17688" y="0"/>
                  </a:cubicBezTo>
                  <a:cubicBezTo>
                    <a:pt x="12079" y="3419"/>
                    <a:pt x="5998" y="8029"/>
                    <a:pt x="0" y="14229"/>
                  </a:cubicBezTo>
                  <a:cubicBezTo>
                    <a:pt x="4148" y="18236"/>
                    <a:pt x="9427" y="20756"/>
                    <a:pt x="15154" y="21371"/>
                  </a:cubicBezTo>
                  <a:cubicBezTo>
                    <a:pt x="17370" y="21600"/>
                    <a:pt x="19526" y="21514"/>
                    <a:pt x="21600" y="21199"/>
                  </a:cubicBezTo>
                  <a:cubicBezTo>
                    <a:pt x="21600" y="21199"/>
                    <a:pt x="21600" y="21199"/>
                    <a:pt x="21600" y="21199"/>
                  </a:cubicBezTo>
                  <a:close/>
                  <a:moveTo>
                    <a:pt x="21600" y="21199"/>
                  </a:moveTo>
                </a:path>
              </a:pathLst>
            </a:custGeom>
            <a:solidFill>
              <a:srgbClr val="4E96E2"/>
            </a:solidFill>
            <a:ln>
              <a:noFill/>
            </a:ln>
          </p:spPr>
          <p:txBody>
            <a:bodyPr lIns="0" tIns="0" rIns="0" bIns="0"/>
            <a:lstStyle/>
            <a:p>
              <a:endParaRPr lang="en-US"/>
            </a:p>
          </p:txBody>
        </p:sp>
        <p:sp>
          <p:nvSpPr>
            <p:cNvPr id="9273" name="AutoShape 8"/>
            <p:cNvSpPr/>
            <p:nvPr/>
          </p:nvSpPr>
          <p:spPr bwMode="auto">
            <a:xfrm>
              <a:off x="3860800" y="1582737"/>
              <a:ext cx="1263650" cy="820738"/>
            </a:xfrm>
            <a:custGeom>
              <a:avLst/>
              <a:gdLst>
                <a:gd name="T0" fmla="*/ 2147483647 w 21600"/>
                <a:gd name="T1" fmla="*/ 0 h 21600"/>
                <a:gd name="T2" fmla="*/ 0 w 21600"/>
                <a:gd name="T3" fmla="*/ 2147483647 h 21600"/>
                <a:gd name="T4" fmla="*/ 2147483647 w 21600"/>
                <a:gd name="T5" fmla="*/ 2147483647 h 21600"/>
                <a:gd name="T6" fmla="*/ 2147483647 w 21600"/>
                <a:gd name="T7" fmla="*/ 0 h 21600"/>
                <a:gd name="T8" fmla="*/ 2147483647 w 21600"/>
                <a:gd name="T9" fmla="*/ 0 h 21600"/>
                <a:gd name="T10" fmla="*/ 2147483647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672" y="0"/>
                  </a:moveTo>
                  <a:cubicBezTo>
                    <a:pt x="6277" y="3508"/>
                    <a:pt x="2077" y="9498"/>
                    <a:pt x="0" y="16919"/>
                  </a:cubicBezTo>
                  <a:cubicBezTo>
                    <a:pt x="7065" y="16955"/>
                    <a:pt x="14452" y="18239"/>
                    <a:pt x="21600" y="21600"/>
                  </a:cubicBezTo>
                  <a:cubicBezTo>
                    <a:pt x="18139" y="10231"/>
                    <a:pt x="14332" y="3620"/>
                    <a:pt x="11672" y="0"/>
                  </a:cubicBezTo>
                  <a:cubicBezTo>
                    <a:pt x="11672" y="0"/>
                    <a:pt x="11672" y="0"/>
                    <a:pt x="11672" y="0"/>
                  </a:cubicBezTo>
                  <a:close/>
                  <a:moveTo>
                    <a:pt x="11672" y="0"/>
                  </a:moveTo>
                </a:path>
              </a:pathLst>
            </a:custGeom>
            <a:solidFill>
              <a:srgbClr val="4E96E2"/>
            </a:solidFill>
            <a:ln>
              <a:noFill/>
            </a:ln>
          </p:spPr>
          <p:txBody>
            <a:bodyPr lIns="0" tIns="0" rIns="0" bIns="0"/>
            <a:lstStyle/>
            <a:p>
              <a:endParaRPr lang="en-US"/>
            </a:p>
          </p:txBody>
        </p:sp>
        <p:sp>
          <p:nvSpPr>
            <p:cNvPr id="9274" name="AutoShape 9"/>
            <p:cNvSpPr/>
            <p:nvPr/>
          </p:nvSpPr>
          <p:spPr bwMode="auto">
            <a:xfrm>
              <a:off x="2603500" y="1544637"/>
              <a:ext cx="1444625" cy="803275"/>
            </a:xfrm>
            <a:custGeom>
              <a:avLst/>
              <a:gdLst>
                <a:gd name="T0" fmla="*/ 0 w 21600"/>
                <a:gd name="T1" fmla="*/ 2147483647 h 21600"/>
                <a:gd name="T2" fmla="*/ 2147483647 w 21600"/>
                <a:gd name="T3" fmla="*/ 2147483647 h 21600"/>
                <a:gd name="T4" fmla="*/ 2147483647 w 21600"/>
                <a:gd name="T5" fmla="*/ 0 h 21600"/>
                <a:gd name="T6" fmla="*/ 2147483647 w 21600"/>
                <a:gd name="T7" fmla="*/ 2147483647 h 21600"/>
                <a:gd name="T8" fmla="*/ 0 w 21600"/>
                <a:gd name="T9" fmla="*/ 2147483647 h 21600"/>
                <a:gd name="T10" fmla="*/ 0 w 21600"/>
                <a:gd name="T11" fmla="*/ 2147483647 h 21600"/>
                <a:gd name="T12" fmla="*/ 0 w 21600"/>
                <a:gd name="T13" fmla="*/ 2147483647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21600"/>
                  </a:moveTo>
                  <a:cubicBezTo>
                    <a:pt x="4251" y="20120"/>
                    <a:pt x="9087" y="18900"/>
                    <a:pt x="14226" y="18431"/>
                  </a:cubicBezTo>
                  <a:cubicBezTo>
                    <a:pt x="15532" y="11185"/>
                    <a:pt x="18112" y="4863"/>
                    <a:pt x="21600" y="0"/>
                  </a:cubicBezTo>
                  <a:cubicBezTo>
                    <a:pt x="14717" y="1673"/>
                    <a:pt x="8304" y="5313"/>
                    <a:pt x="2663" y="10643"/>
                  </a:cubicBezTo>
                  <a:cubicBezTo>
                    <a:pt x="1545" y="14096"/>
                    <a:pt x="647" y="17771"/>
                    <a:pt x="0" y="21600"/>
                  </a:cubicBezTo>
                  <a:cubicBezTo>
                    <a:pt x="0" y="21600"/>
                    <a:pt x="0" y="21600"/>
                    <a:pt x="0" y="21600"/>
                  </a:cubicBezTo>
                  <a:close/>
                  <a:moveTo>
                    <a:pt x="0" y="21600"/>
                  </a:moveTo>
                </a:path>
              </a:pathLst>
            </a:custGeom>
            <a:solidFill>
              <a:srgbClr val="4E96E2"/>
            </a:solidFill>
            <a:ln>
              <a:noFill/>
            </a:ln>
          </p:spPr>
          <p:txBody>
            <a:bodyPr lIns="0" tIns="0" rIns="0" bIns="0"/>
            <a:lstStyle/>
            <a:p>
              <a:endParaRPr lang="en-US"/>
            </a:p>
          </p:txBody>
        </p:sp>
        <p:sp>
          <p:nvSpPr>
            <p:cNvPr id="9275" name="AutoShape 10"/>
            <p:cNvSpPr/>
            <p:nvPr/>
          </p:nvSpPr>
          <p:spPr bwMode="auto">
            <a:xfrm>
              <a:off x="5549900" y="7615237"/>
              <a:ext cx="57150" cy="23813"/>
            </a:xfrm>
            <a:custGeom>
              <a:avLst/>
              <a:gdLst>
                <a:gd name="T0" fmla="*/ 1058529 w 21600"/>
                <a:gd name="T1" fmla="*/ 0 h 21600"/>
                <a:gd name="T2" fmla="*/ 89389 w 21600"/>
                <a:gd name="T3" fmla="*/ 10710 h 21600"/>
                <a:gd name="T4" fmla="*/ 0 w 21600"/>
                <a:gd name="T5" fmla="*/ 31908 h 21600"/>
                <a:gd name="T6" fmla="*/ 1058529 w 21600"/>
                <a:gd name="T7" fmla="*/ 0 h 21600"/>
                <a:gd name="T8" fmla="*/ 1058529 w 21600"/>
                <a:gd name="T9" fmla="*/ 0 h 21600"/>
                <a:gd name="T10" fmla="*/ 1058529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cubicBezTo>
                    <a:pt x="15093" y="2274"/>
                    <a:pt x="8331" y="4837"/>
                    <a:pt x="1824" y="7250"/>
                  </a:cubicBezTo>
                  <a:cubicBezTo>
                    <a:pt x="1298" y="12087"/>
                    <a:pt x="522" y="17546"/>
                    <a:pt x="0" y="21600"/>
                  </a:cubicBezTo>
                  <a:cubicBezTo>
                    <a:pt x="7274" y="14951"/>
                    <a:pt x="14312" y="7250"/>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9276" name="AutoShape 11"/>
            <p:cNvSpPr/>
            <p:nvPr/>
          </p:nvSpPr>
          <p:spPr bwMode="auto">
            <a:xfrm>
              <a:off x="2628900" y="4719637"/>
              <a:ext cx="2979738" cy="1579563"/>
            </a:xfrm>
            <a:custGeom>
              <a:avLst/>
              <a:gdLst>
                <a:gd name="T0" fmla="*/ 2147483647 w 21600"/>
                <a:gd name="T1" fmla="*/ 2147483647 h 21600"/>
                <a:gd name="T2" fmla="*/ 2147483647 w 21600"/>
                <a:gd name="T3" fmla="*/ 2147483647 h 21600"/>
                <a:gd name="T4" fmla="*/ 2147483647 w 21600"/>
                <a:gd name="T5" fmla="*/ 0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9092" y="9960"/>
                  </a:moveTo>
                  <a:cubicBezTo>
                    <a:pt x="18347" y="9960"/>
                    <a:pt x="17597" y="9893"/>
                    <a:pt x="16852" y="9769"/>
                  </a:cubicBezTo>
                  <a:cubicBezTo>
                    <a:pt x="11922" y="8947"/>
                    <a:pt x="7367" y="5510"/>
                    <a:pt x="3825" y="0"/>
                  </a:cubicBezTo>
                  <a:cubicBezTo>
                    <a:pt x="2427" y="3390"/>
                    <a:pt x="1145" y="6799"/>
                    <a:pt x="0" y="10007"/>
                  </a:cubicBezTo>
                  <a:cubicBezTo>
                    <a:pt x="4241" y="16396"/>
                    <a:pt x="9632" y="20397"/>
                    <a:pt x="15485" y="21371"/>
                  </a:cubicBezTo>
                  <a:cubicBezTo>
                    <a:pt x="16391" y="21524"/>
                    <a:pt x="17314" y="21600"/>
                    <a:pt x="18215" y="21600"/>
                  </a:cubicBezTo>
                  <a:cubicBezTo>
                    <a:pt x="19193" y="21600"/>
                    <a:pt x="20156" y="21495"/>
                    <a:pt x="21104" y="21321"/>
                  </a:cubicBezTo>
                  <a:cubicBezTo>
                    <a:pt x="21347" y="17800"/>
                    <a:pt x="21524" y="13913"/>
                    <a:pt x="21600" y="9702"/>
                  </a:cubicBezTo>
                  <a:cubicBezTo>
                    <a:pt x="20779" y="9864"/>
                    <a:pt x="19943" y="9960"/>
                    <a:pt x="19092" y="9960"/>
                  </a:cubicBezTo>
                  <a:cubicBezTo>
                    <a:pt x="19092" y="9960"/>
                    <a:pt x="19092" y="9960"/>
                    <a:pt x="19092" y="9960"/>
                  </a:cubicBezTo>
                  <a:close/>
                  <a:moveTo>
                    <a:pt x="19092" y="9960"/>
                  </a:moveTo>
                </a:path>
              </a:pathLst>
            </a:custGeom>
            <a:solidFill>
              <a:srgbClr val="4E96E2"/>
            </a:solidFill>
            <a:ln>
              <a:noFill/>
            </a:ln>
          </p:spPr>
          <p:txBody>
            <a:bodyPr lIns="0" tIns="0" rIns="0" bIns="0"/>
            <a:lstStyle/>
            <a:p>
              <a:endParaRPr lang="en-US"/>
            </a:p>
          </p:txBody>
        </p:sp>
        <p:sp>
          <p:nvSpPr>
            <p:cNvPr id="9277" name="AutoShape 12"/>
            <p:cNvSpPr/>
            <p:nvPr/>
          </p:nvSpPr>
          <p:spPr bwMode="auto">
            <a:xfrm>
              <a:off x="1638300" y="6269037"/>
              <a:ext cx="84138" cy="119063"/>
            </a:xfrm>
            <a:custGeom>
              <a:avLst/>
              <a:gdLst>
                <a:gd name="T0" fmla="*/ 4972875 w 21600"/>
                <a:gd name="T1" fmla="*/ 16231572 h 21600"/>
                <a:gd name="T2" fmla="*/ 0 w 21600"/>
                <a:gd name="T3" fmla="*/ 0 h 21600"/>
                <a:gd name="T4" fmla="*/ 4232714 w 21600"/>
                <a:gd name="T5" fmla="*/ 19940952 h 21600"/>
                <a:gd name="T6" fmla="*/ 4972875 w 21600"/>
                <a:gd name="T7" fmla="*/ 16231572 h 21600"/>
                <a:gd name="T8" fmla="*/ 4972875 w 21600"/>
                <a:gd name="T9" fmla="*/ 16231572 h 21600"/>
                <a:gd name="T10" fmla="*/ 4972875 w 21600"/>
                <a:gd name="T11" fmla="*/ 16231572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7582"/>
                  </a:moveTo>
                  <a:cubicBezTo>
                    <a:pt x="14097" y="11836"/>
                    <a:pt x="7139" y="5932"/>
                    <a:pt x="0" y="0"/>
                  </a:cubicBezTo>
                  <a:cubicBezTo>
                    <a:pt x="6065" y="7188"/>
                    <a:pt x="11962" y="14598"/>
                    <a:pt x="18385" y="21600"/>
                  </a:cubicBezTo>
                  <a:cubicBezTo>
                    <a:pt x="19275" y="20374"/>
                    <a:pt x="20526" y="18836"/>
                    <a:pt x="21600" y="17582"/>
                  </a:cubicBezTo>
                  <a:cubicBezTo>
                    <a:pt x="21600" y="17582"/>
                    <a:pt x="21600" y="17582"/>
                    <a:pt x="21600" y="17582"/>
                  </a:cubicBezTo>
                  <a:close/>
                  <a:moveTo>
                    <a:pt x="21600" y="17582"/>
                  </a:moveTo>
                </a:path>
              </a:pathLst>
            </a:custGeom>
            <a:solidFill>
              <a:srgbClr val="4E96E2"/>
            </a:solidFill>
            <a:ln>
              <a:noFill/>
            </a:ln>
          </p:spPr>
          <p:txBody>
            <a:bodyPr lIns="0" tIns="0" rIns="0" bIns="0"/>
            <a:lstStyle/>
            <a:p>
              <a:endParaRPr lang="en-US"/>
            </a:p>
          </p:txBody>
        </p:sp>
        <p:sp>
          <p:nvSpPr>
            <p:cNvPr id="9278" name="AutoShape 13"/>
            <p:cNvSpPr/>
            <p:nvPr/>
          </p:nvSpPr>
          <p:spPr bwMode="auto">
            <a:xfrm>
              <a:off x="2527300" y="2522537"/>
              <a:ext cx="1311275" cy="1768475"/>
            </a:xfrm>
            <a:custGeom>
              <a:avLst/>
              <a:gdLst>
                <a:gd name="T0" fmla="*/ 1777574497 w 20913"/>
                <a:gd name="T1" fmla="*/ 2147483647 h 21600"/>
                <a:gd name="T2" fmla="*/ 2147483647 w 20913"/>
                <a:gd name="T3" fmla="*/ 2147483647 h 21600"/>
                <a:gd name="T4" fmla="*/ 2147483647 w 20913"/>
                <a:gd name="T5" fmla="*/ 2147483647 h 21600"/>
                <a:gd name="T6" fmla="*/ 2147483647 w 20913"/>
                <a:gd name="T7" fmla="*/ 0 h 21600"/>
                <a:gd name="T8" fmla="*/ 2147483647 w 20913"/>
                <a:gd name="T9" fmla="*/ 2147483647 h 21600"/>
                <a:gd name="T10" fmla="*/ 1777574497 w 20913"/>
                <a:gd name="T11" fmla="*/ 2147483647 h 21600"/>
                <a:gd name="T12" fmla="*/ 1777574497 w 20913"/>
                <a:gd name="T13" fmla="*/ 2147483647 h 21600"/>
                <a:gd name="T14" fmla="*/ 1777574497 w 20913"/>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913" h="21600">
                  <a:moveTo>
                    <a:pt x="115" y="2337"/>
                  </a:moveTo>
                  <a:cubicBezTo>
                    <a:pt x="-687" y="9273"/>
                    <a:pt x="2721" y="16081"/>
                    <a:pt x="9673" y="21600"/>
                  </a:cubicBezTo>
                  <a:cubicBezTo>
                    <a:pt x="13182" y="18341"/>
                    <a:pt x="16958" y="15168"/>
                    <a:pt x="20913" y="12293"/>
                  </a:cubicBezTo>
                  <a:cubicBezTo>
                    <a:pt x="16936" y="8710"/>
                    <a:pt x="15020" y="4401"/>
                    <a:pt x="15488" y="0"/>
                  </a:cubicBezTo>
                  <a:cubicBezTo>
                    <a:pt x="9918" y="273"/>
                    <a:pt x="4715" y="913"/>
                    <a:pt x="248" y="1638"/>
                  </a:cubicBezTo>
                  <a:cubicBezTo>
                    <a:pt x="215" y="1877"/>
                    <a:pt x="136" y="2099"/>
                    <a:pt x="115" y="2337"/>
                  </a:cubicBezTo>
                  <a:cubicBezTo>
                    <a:pt x="115" y="2337"/>
                    <a:pt x="115" y="2337"/>
                    <a:pt x="115" y="2337"/>
                  </a:cubicBezTo>
                  <a:close/>
                  <a:moveTo>
                    <a:pt x="115" y="2337"/>
                  </a:moveTo>
                </a:path>
              </a:pathLst>
            </a:custGeom>
            <a:solidFill>
              <a:srgbClr val="4E96E2"/>
            </a:solidFill>
            <a:ln>
              <a:noFill/>
            </a:ln>
          </p:spPr>
          <p:txBody>
            <a:bodyPr lIns="0" tIns="0" rIns="0" bIns="0"/>
            <a:lstStyle/>
            <a:p>
              <a:endParaRPr lang="en-US"/>
            </a:p>
          </p:txBody>
        </p:sp>
        <p:sp>
          <p:nvSpPr>
            <p:cNvPr id="9279" name="AutoShape 14"/>
            <p:cNvSpPr/>
            <p:nvPr/>
          </p:nvSpPr>
          <p:spPr bwMode="auto">
            <a:xfrm>
              <a:off x="1206500" y="3919537"/>
              <a:ext cx="1046163" cy="2184400"/>
            </a:xfrm>
            <a:custGeom>
              <a:avLst/>
              <a:gdLst>
                <a:gd name="T0" fmla="*/ 2147483647 w 21600"/>
                <a:gd name="T1" fmla="*/ 2147483647 h 21600"/>
                <a:gd name="T2" fmla="*/ 2147483647 w 21600"/>
                <a:gd name="T3" fmla="*/ 2147483647 h 21600"/>
                <a:gd name="T4" fmla="*/ 2147483647 w 21600"/>
                <a:gd name="T5" fmla="*/ 0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5611"/>
                  </a:moveTo>
                  <a:cubicBezTo>
                    <a:pt x="20835" y="15273"/>
                    <a:pt x="20027" y="14955"/>
                    <a:pt x="19291" y="14596"/>
                  </a:cubicBezTo>
                  <a:cubicBezTo>
                    <a:pt x="10331" y="10313"/>
                    <a:pt x="4358" y="5305"/>
                    <a:pt x="1659" y="0"/>
                  </a:cubicBezTo>
                  <a:cubicBezTo>
                    <a:pt x="736" y="1879"/>
                    <a:pt x="188" y="3834"/>
                    <a:pt x="0" y="5823"/>
                  </a:cubicBezTo>
                  <a:cubicBezTo>
                    <a:pt x="707" y="11467"/>
                    <a:pt x="5482" y="16908"/>
                    <a:pt x="13880" y="21600"/>
                  </a:cubicBezTo>
                  <a:cubicBezTo>
                    <a:pt x="15959" y="19901"/>
                    <a:pt x="18556" y="17854"/>
                    <a:pt x="21600" y="15611"/>
                  </a:cubicBezTo>
                  <a:cubicBezTo>
                    <a:pt x="21600" y="15611"/>
                    <a:pt x="21600" y="15611"/>
                    <a:pt x="21600" y="15611"/>
                  </a:cubicBezTo>
                  <a:close/>
                  <a:moveTo>
                    <a:pt x="21600" y="15611"/>
                  </a:moveTo>
                </a:path>
              </a:pathLst>
            </a:custGeom>
            <a:solidFill>
              <a:srgbClr val="4E96E2"/>
            </a:solidFill>
            <a:ln>
              <a:noFill/>
            </a:ln>
          </p:spPr>
          <p:txBody>
            <a:bodyPr lIns="0" tIns="0" rIns="0" bIns="0"/>
            <a:lstStyle/>
            <a:p>
              <a:endParaRPr lang="en-US"/>
            </a:p>
          </p:txBody>
        </p:sp>
        <p:sp>
          <p:nvSpPr>
            <p:cNvPr id="9280" name="AutoShape 15"/>
            <p:cNvSpPr/>
            <p:nvPr/>
          </p:nvSpPr>
          <p:spPr bwMode="auto">
            <a:xfrm>
              <a:off x="1498600" y="2725737"/>
              <a:ext cx="1447800" cy="2527300"/>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0 h 21600"/>
                <a:gd name="T10" fmla="*/ 2147483647 w 21600"/>
                <a:gd name="T11" fmla="*/ 2147483647 h 21600"/>
                <a:gd name="T12" fmla="*/ 0 w 21600"/>
                <a:gd name="T13" fmla="*/ 2147483647 h 21600"/>
                <a:gd name="T14" fmla="*/ 0 w 21600"/>
                <a:gd name="T15" fmla="*/ 2147483647 h 21600"/>
                <a:gd name="T16" fmla="*/ 0 w 21600"/>
                <a:gd name="T17" fmla="*/ 2147483647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4969"/>
                  </a:moveTo>
                  <a:cubicBezTo>
                    <a:pt x="208" y="10804"/>
                    <a:pt x="4553" y="16448"/>
                    <a:pt x="12607" y="21064"/>
                  </a:cubicBezTo>
                  <a:cubicBezTo>
                    <a:pt x="12931" y="21255"/>
                    <a:pt x="13296" y="21422"/>
                    <a:pt x="13639" y="21600"/>
                  </a:cubicBezTo>
                  <a:cubicBezTo>
                    <a:pt x="16015" y="19589"/>
                    <a:pt x="18693" y="17451"/>
                    <a:pt x="21600" y="15325"/>
                  </a:cubicBezTo>
                  <a:cubicBezTo>
                    <a:pt x="14087" y="10984"/>
                    <a:pt x="10388" y="5561"/>
                    <a:pt x="11076" y="0"/>
                  </a:cubicBezTo>
                  <a:cubicBezTo>
                    <a:pt x="7752" y="485"/>
                    <a:pt x="5168" y="955"/>
                    <a:pt x="3626" y="1256"/>
                  </a:cubicBezTo>
                  <a:cubicBezTo>
                    <a:pt x="2251" y="2431"/>
                    <a:pt x="1052" y="3674"/>
                    <a:pt x="0" y="4969"/>
                  </a:cubicBezTo>
                  <a:cubicBezTo>
                    <a:pt x="0" y="4969"/>
                    <a:pt x="0" y="4969"/>
                    <a:pt x="0" y="4969"/>
                  </a:cubicBezTo>
                  <a:close/>
                  <a:moveTo>
                    <a:pt x="0" y="4969"/>
                  </a:moveTo>
                </a:path>
              </a:pathLst>
            </a:custGeom>
            <a:solidFill>
              <a:srgbClr val="4E96E2"/>
            </a:solidFill>
            <a:ln>
              <a:noFill/>
            </a:ln>
          </p:spPr>
          <p:txBody>
            <a:bodyPr lIns="0" tIns="0" rIns="0" bIns="0"/>
            <a:lstStyle/>
            <a:p>
              <a:endParaRPr lang="en-US"/>
            </a:p>
          </p:txBody>
        </p:sp>
        <p:sp>
          <p:nvSpPr>
            <p:cNvPr id="9281" name="AutoShape 16"/>
            <p:cNvSpPr/>
            <p:nvPr/>
          </p:nvSpPr>
          <p:spPr bwMode="auto">
            <a:xfrm>
              <a:off x="1903413" y="6573837"/>
              <a:ext cx="3341687" cy="12779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0 h 21600"/>
                <a:gd name="T12" fmla="*/ 0 w 21600"/>
                <a:gd name="T13" fmla="*/ 2147483647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6185" y="21600"/>
                  </a:moveTo>
                  <a:cubicBezTo>
                    <a:pt x="17988" y="21600"/>
                    <a:pt x="19738" y="20985"/>
                    <a:pt x="21406" y="19852"/>
                  </a:cubicBezTo>
                  <a:cubicBezTo>
                    <a:pt x="21460" y="19462"/>
                    <a:pt x="21523" y="18954"/>
                    <a:pt x="21600" y="18373"/>
                  </a:cubicBezTo>
                  <a:cubicBezTo>
                    <a:pt x="20773" y="18565"/>
                    <a:pt x="19937" y="18671"/>
                    <a:pt x="19087" y="18671"/>
                  </a:cubicBezTo>
                  <a:cubicBezTo>
                    <a:pt x="18228" y="18671"/>
                    <a:pt x="17351" y="18565"/>
                    <a:pt x="16488" y="18361"/>
                  </a:cubicBezTo>
                  <a:cubicBezTo>
                    <a:pt x="10224" y="16923"/>
                    <a:pt x="4502" y="10393"/>
                    <a:pt x="253" y="0"/>
                  </a:cubicBezTo>
                  <a:cubicBezTo>
                    <a:pt x="158" y="437"/>
                    <a:pt x="72" y="847"/>
                    <a:pt x="0" y="1181"/>
                  </a:cubicBezTo>
                  <a:cubicBezTo>
                    <a:pt x="3801" y="13617"/>
                    <a:pt x="9641" y="21600"/>
                    <a:pt x="16185" y="21600"/>
                  </a:cubicBezTo>
                  <a:cubicBezTo>
                    <a:pt x="16185" y="21600"/>
                    <a:pt x="16185" y="21600"/>
                    <a:pt x="16185" y="21600"/>
                  </a:cubicBezTo>
                  <a:close/>
                  <a:moveTo>
                    <a:pt x="16185" y="21600"/>
                  </a:moveTo>
                </a:path>
              </a:pathLst>
            </a:custGeom>
            <a:solidFill>
              <a:srgbClr val="4E96E2"/>
            </a:solidFill>
            <a:ln>
              <a:noFill/>
            </a:ln>
          </p:spPr>
          <p:txBody>
            <a:bodyPr lIns="0" tIns="0" rIns="0" bIns="0"/>
            <a:lstStyle/>
            <a:p>
              <a:endParaRPr lang="en-US"/>
            </a:p>
          </p:txBody>
        </p:sp>
        <p:sp>
          <p:nvSpPr>
            <p:cNvPr id="9282" name="AutoShape 17"/>
            <p:cNvSpPr/>
            <p:nvPr/>
          </p:nvSpPr>
          <p:spPr bwMode="auto">
            <a:xfrm>
              <a:off x="6845300" y="2814637"/>
              <a:ext cx="692150" cy="1246188"/>
            </a:xfrm>
            <a:custGeom>
              <a:avLst/>
              <a:gdLst>
                <a:gd name="T0" fmla="*/ 2147483647 w 21600"/>
                <a:gd name="T1" fmla="*/ 2147483647 h 21600"/>
                <a:gd name="T2" fmla="*/ 2147483647 w 21600"/>
                <a:gd name="T3" fmla="*/ 2147483647 h 21600"/>
                <a:gd name="T4" fmla="*/ 2147483647 w 21600"/>
                <a:gd name="T5" fmla="*/ 0 h 21600"/>
                <a:gd name="T6" fmla="*/ 2147483647 w 21600"/>
                <a:gd name="T7" fmla="*/ 2147483647 h 21600"/>
                <a:gd name="T8" fmla="*/ 0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0816" y="21600"/>
                  </a:moveTo>
                  <a:cubicBezTo>
                    <a:pt x="21100" y="21370"/>
                    <a:pt x="21339" y="21128"/>
                    <a:pt x="21600" y="20874"/>
                  </a:cubicBezTo>
                  <a:cubicBezTo>
                    <a:pt x="18835" y="13234"/>
                    <a:pt x="13260" y="6161"/>
                    <a:pt x="5443" y="0"/>
                  </a:cubicBezTo>
                  <a:cubicBezTo>
                    <a:pt x="5421" y="95"/>
                    <a:pt x="5443" y="183"/>
                    <a:pt x="5421" y="278"/>
                  </a:cubicBezTo>
                  <a:cubicBezTo>
                    <a:pt x="4877" y="3682"/>
                    <a:pt x="2983" y="6864"/>
                    <a:pt x="0" y="9735"/>
                  </a:cubicBezTo>
                  <a:cubicBezTo>
                    <a:pt x="8906" y="13948"/>
                    <a:pt x="15743" y="18089"/>
                    <a:pt x="20816" y="21600"/>
                  </a:cubicBezTo>
                  <a:cubicBezTo>
                    <a:pt x="20816" y="21600"/>
                    <a:pt x="20816" y="21600"/>
                    <a:pt x="20816" y="21600"/>
                  </a:cubicBezTo>
                  <a:close/>
                  <a:moveTo>
                    <a:pt x="20816" y="21600"/>
                  </a:moveTo>
                </a:path>
              </a:pathLst>
            </a:custGeom>
            <a:solidFill>
              <a:srgbClr val="4E96E2"/>
            </a:solidFill>
            <a:ln>
              <a:noFill/>
            </a:ln>
          </p:spPr>
          <p:txBody>
            <a:bodyPr lIns="0" tIns="0" rIns="0" bIns="0"/>
            <a:lstStyle/>
            <a:p>
              <a:endParaRPr lang="en-US"/>
            </a:p>
          </p:txBody>
        </p:sp>
        <p:sp>
          <p:nvSpPr>
            <p:cNvPr id="9283" name="AutoShape 18"/>
            <p:cNvSpPr/>
            <p:nvPr/>
          </p:nvSpPr>
          <p:spPr bwMode="auto">
            <a:xfrm>
              <a:off x="5626100" y="2916237"/>
              <a:ext cx="831850" cy="909638"/>
            </a:xfrm>
            <a:custGeom>
              <a:avLst/>
              <a:gdLst>
                <a:gd name="T0" fmla="*/ 2147483647 w 21600"/>
                <a:gd name="T1" fmla="*/ 2147483647 h 21600"/>
                <a:gd name="T2" fmla="*/ 0 w 21600"/>
                <a:gd name="T3" fmla="*/ 0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2260"/>
                  </a:moveTo>
                  <a:cubicBezTo>
                    <a:pt x="15439" y="7928"/>
                    <a:pt x="8245" y="3716"/>
                    <a:pt x="0" y="0"/>
                  </a:cubicBezTo>
                  <a:cubicBezTo>
                    <a:pt x="2029" y="6254"/>
                    <a:pt x="3733" y="13455"/>
                    <a:pt x="5001" y="21600"/>
                  </a:cubicBezTo>
                  <a:cubicBezTo>
                    <a:pt x="11670" y="19738"/>
                    <a:pt x="17395" y="16490"/>
                    <a:pt x="21600" y="12260"/>
                  </a:cubicBezTo>
                  <a:cubicBezTo>
                    <a:pt x="21600" y="12260"/>
                    <a:pt x="21600" y="12260"/>
                    <a:pt x="21600" y="12260"/>
                  </a:cubicBezTo>
                  <a:close/>
                  <a:moveTo>
                    <a:pt x="21600" y="12260"/>
                  </a:moveTo>
                </a:path>
              </a:pathLst>
            </a:custGeom>
            <a:solidFill>
              <a:srgbClr val="4E96E2"/>
            </a:solidFill>
            <a:ln>
              <a:noFill/>
            </a:ln>
          </p:spPr>
          <p:txBody>
            <a:bodyPr lIns="0" tIns="0" rIns="0" bIns="0"/>
            <a:lstStyle/>
            <a:p>
              <a:endParaRPr lang="en-US"/>
            </a:p>
          </p:txBody>
        </p:sp>
        <p:sp>
          <p:nvSpPr>
            <p:cNvPr id="9284" name="AutoShape 19"/>
            <p:cNvSpPr/>
            <p:nvPr/>
          </p:nvSpPr>
          <p:spPr bwMode="auto">
            <a:xfrm>
              <a:off x="5842000" y="4529137"/>
              <a:ext cx="1765300" cy="1711325"/>
            </a:xfrm>
            <a:custGeom>
              <a:avLst/>
              <a:gdLst>
                <a:gd name="T0" fmla="*/ 2147483647 w 21600"/>
                <a:gd name="T1" fmla="*/ 2147483647 h 21600"/>
                <a:gd name="T2" fmla="*/ 2147483647 w 21600"/>
                <a:gd name="T3" fmla="*/ 0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035"/>
                  </a:moveTo>
                  <a:cubicBezTo>
                    <a:pt x="21386" y="1649"/>
                    <a:pt x="20968" y="935"/>
                    <a:pt x="20352" y="0"/>
                  </a:cubicBezTo>
                  <a:cubicBezTo>
                    <a:pt x="15523" y="5398"/>
                    <a:pt x="8676" y="9270"/>
                    <a:pt x="753" y="10822"/>
                  </a:cubicBezTo>
                  <a:cubicBezTo>
                    <a:pt x="650" y="14703"/>
                    <a:pt x="376" y="18317"/>
                    <a:pt x="0" y="21600"/>
                  </a:cubicBezTo>
                  <a:cubicBezTo>
                    <a:pt x="7710" y="20259"/>
                    <a:pt x="14583" y="17100"/>
                    <a:pt x="20079" y="12672"/>
                  </a:cubicBezTo>
                  <a:cubicBezTo>
                    <a:pt x="21019" y="9279"/>
                    <a:pt x="21557" y="5722"/>
                    <a:pt x="21600" y="2035"/>
                  </a:cubicBezTo>
                  <a:cubicBezTo>
                    <a:pt x="21600" y="2035"/>
                    <a:pt x="21600" y="2035"/>
                    <a:pt x="21600" y="2035"/>
                  </a:cubicBezTo>
                  <a:close/>
                  <a:moveTo>
                    <a:pt x="21600" y="2035"/>
                  </a:moveTo>
                </a:path>
              </a:pathLst>
            </a:custGeom>
            <a:solidFill>
              <a:srgbClr val="4E96E2"/>
            </a:solidFill>
            <a:ln>
              <a:noFill/>
            </a:ln>
          </p:spPr>
          <p:txBody>
            <a:bodyPr lIns="0" tIns="0" rIns="0" bIns="0"/>
            <a:lstStyle/>
            <a:p>
              <a:endParaRPr lang="en-US"/>
            </a:p>
          </p:txBody>
        </p:sp>
        <p:sp>
          <p:nvSpPr>
            <p:cNvPr id="9285" name="AutoShape 20"/>
            <p:cNvSpPr/>
            <p:nvPr/>
          </p:nvSpPr>
          <p:spPr bwMode="auto">
            <a:xfrm>
              <a:off x="5638800" y="5842000"/>
              <a:ext cx="1665288" cy="131921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0 h 21600"/>
                <a:gd name="T10" fmla="*/ 2147483647 w 21600"/>
                <a:gd name="T11" fmla="*/ 0 h 21600"/>
                <a:gd name="T12" fmla="*/ 2147483647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5901" y="4345"/>
                    <a:pt x="9278" y="7421"/>
                    <a:pt x="2057" y="8759"/>
                  </a:cubicBezTo>
                  <a:cubicBezTo>
                    <a:pt x="1440" y="13810"/>
                    <a:pt x="706" y="18124"/>
                    <a:pt x="0" y="21600"/>
                  </a:cubicBezTo>
                  <a:cubicBezTo>
                    <a:pt x="4240" y="20571"/>
                    <a:pt x="8236" y="18879"/>
                    <a:pt x="11896" y="16672"/>
                  </a:cubicBezTo>
                  <a:cubicBezTo>
                    <a:pt x="15955" y="12018"/>
                    <a:pt x="19253" y="6346"/>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9286" name="AutoShape 21"/>
            <p:cNvSpPr/>
            <p:nvPr/>
          </p:nvSpPr>
          <p:spPr bwMode="auto">
            <a:xfrm>
              <a:off x="5740400" y="2382837"/>
              <a:ext cx="998538" cy="801688"/>
            </a:xfrm>
            <a:custGeom>
              <a:avLst/>
              <a:gdLst>
                <a:gd name="T0" fmla="*/ 2147483647 w 21430"/>
                <a:gd name="T1" fmla="*/ 0 h 21600"/>
                <a:gd name="T2" fmla="*/ 0 w 21430"/>
                <a:gd name="T3" fmla="*/ 2147483647 h 21600"/>
                <a:gd name="T4" fmla="*/ 2147483647 w 21430"/>
                <a:gd name="T5" fmla="*/ 2147483647 h 21600"/>
                <a:gd name="T6" fmla="*/ 2147483647 w 21430"/>
                <a:gd name="T7" fmla="*/ 2147483647 h 21600"/>
                <a:gd name="T8" fmla="*/ 2147483647 w 21430"/>
                <a:gd name="T9" fmla="*/ 1533263411 h 21600"/>
                <a:gd name="T10" fmla="*/ 2147483647 w 21430"/>
                <a:gd name="T11" fmla="*/ 0 h 21600"/>
                <a:gd name="T12" fmla="*/ 2147483647 w 21430"/>
                <a:gd name="T13" fmla="*/ 0 h 21600"/>
                <a:gd name="T14" fmla="*/ 2147483647 w 2143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30" h="21600">
                  <a:moveTo>
                    <a:pt x="19878" y="0"/>
                  </a:moveTo>
                  <a:cubicBezTo>
                    <a:pt x="16911" y="583"/>
                    <a:pt x="9482" y="2369"/>
                    <a:pt x="0" y="7052"/>
                  </a:cubicBezTo>
                  <a:cubicBezTo>
                    <a:pt x="7220" y="11470"/>
                    <a:pt x="13481" y="16470"/>
                    <a:pt x="18859" y="21600"/>
                  </a:cubicBezTo>
                  <a:cubicBezTo>
                    <a:pt x="20207" y="18383"/>
                    <a:pt x="21090" y="14891"/>
                    <a:pt x="21345" y="11164"/>
                  </a:cubicBezTo>
                  <a:cubicBezTo>
                    <a:pt x="21600" y="7613"/>
                    <a:pt x="21270" y="4133"/>
                    <a:pt x="20462" y="808"/>
                  </a:cubicBezTo>
                  <a:cubicBezTo>
                    <a:pt x="20267" y="545"/>
                    <a:pt x="20072" y="266"/>
                    <a:pt x="19878" y="0"/>
                  </a:cubicBezTo>
                  <a:cubicBezTo>
                    <a:pt x="19878" y="0"/>
                    <a:pt x="19878" y="0"/>
                    <a:pt x="19878" y="0"/>
                  </a:cubicBezTo>
                  <a:close/>
                  <a:moveTo>
                    <a:pt x="19878" y="0"/>
                  </a:moveTo>
                </a:path>
              </a:pathLst>
            </a:custGeom>
            <a:solidFill>
              <a:srgbClr val="4E96E2"/>
            </a:solidFill>
            <a:ln>
              <a:noFill/>
            </a:ln>
          </p:spPr>
          <p:txBody>
            <a:bodyPr lIns="0" tIns="0" rIns="0" bIns="0"/>
            <a:lstStyle/>
            <a:p>
              <a:endParaRPr lang="en-US"/>
            </a:p>
          </p:txBody>
        </p:sp>
        <p:sp>
          <p:nvSpPr>
            <p:cNvPr id="9287" name="AutoShape 22"/>
            <p:cNvSpPr/>
            <p:nvPr/>
          </p:nvSpPr>
          <p:spPr bwMode="auto">
            <a:xfrm>
              <a:off x="3340100" y="3741737"/>
              <a:ext cx="2278063" cy="1422400"/>
            </a:xfrm>
            <a:custGeom>
              <a:avLst/>
              <a:gdLst>
                <a:gd name="T0" fmla="*/ 2147483647 w 21587"/>
                <a:gd name="T1" fmla="*/ 2147483647 h 21600"/>
                <a:gd name="T2" fmla="*/ 2147483647 w 21587"/>
                <a:gd name="T3" fmla="*/ 2147483647 h 21600"/>
                <a:gd name="T4" fmla="*/ 2147483647 w 21587"/>
                <a:gd name="T5" fmla="*/ 2147483647 h 21600"/>
                <a:gd name="T6" fmla="*/ 2147483647 w 21587"/>
                <a:gd name="T7" fmla="*/ 0 h 21600"/>
                <a:gd name="T8" fmla="*/ 0 w 21587"/>
                <a:gd name="T9" fmla="*/ 2147483647 h 21600"/>
                <a:gd name="T10" fmla="*/ 2147483647 w 21587"/>
                <a:gd name="T11" fmla="*/ 2147483647 h 21600"/>
                <a:gd name="T12" fmla="*/ 2147483647 w 21587"/>
                <a:gd name="T13" fmla="*/ 2147483647 h 21600"/>
                <a:gd name="T14" fmla="*/ 2147483647 w 21587"/>
                <a:gd name="T15" fmla="*/ 2147483647 h 21600"/>
                <a:gd name="T16" fmla="*/ 2147483647 w 21587"/>
                <a:gd name="T17" fmla="*/ 2147483647 h 21600"/>
                <a:gd name="T18" fmla="*/ 2147483647 w 21587"/>
                <a:gd name="T19" fmla="*/ 2147483647 h 21600"/>
                <a:gd name="T20" fmla="*/ 2147483647 w 21587"/>
                <a:gd name="T21" fmla="*/ 2147483647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587" h="21600">
                  <a:moveTo>
                    <a:pt x="21117" y="6515"/>
                  </a:moveTo>
                  <a:cubicBezTo>
                    <a:pt x="20322" y="6674"/>
                    <a:pt x="19508" y="6777"/>
                    <a:pt x="18680" y="6777"/>
                  </a:cubicBezTo>
                  <a:cubicBezTo>
                    <a:pt x="18098" y="6777"/>
                    <a:pt x="17515" y="6738"/>
                    <a:pt x="16926" y="6653"/>
                  </a:cubicBezTo>
                  <a:cubicBezTo>
                    <a:pt x="13021" y="6098"/>
                    <a:pt x="9413" y="3756"/>
                    <a:pt x="6620" y="0"/>
                  </a:cubicBezTo>
                  <a:cubicBezTo>
                    <a:pt x="4296" y="3512"/>
                    <a:pt x="2072" y="7427"/>
                    <a:pt x="0" y="11480"/>
                  </a:cubicBezTo>
                  <a:cubicBezTo>
                    <a:pt x="4217" y="17080"/>
                    <a:pt x="9658" y="20573"/>
                    <a:pt x="15569" y="21411"/>
                  </a:cubicBezTo>
                  <a:cubicBezTo>
                    <a:pt x="16463" y="21539"/>
                    <a:pt x="17370" y="21600"/>
                    <a:pt x="18264" y="21600"/>
                  </a:cubicBezTo>
                  <a:cubicBezTo>
                    <a:pt x="19389" y="21600"/>
                    <a:pt x="20501" y="21486"/>
                    <a:pt x="21586" y="21281"/>
                  </a:cubicBezTo>
                  <a:cubicBezTo>
                    <a:pt x="21600" y="16648"/>
                    <a:pt x="21454" y="11703"/>
                    <a:pt x="21117" y="6515"/>
                  </a:cubicBezTo>
                  <a:cubicBezTo>
                    <a:pt x="21117" y="6515"/>
                    <a:pt x="21117" y="6515"/>
                    <a:pt x="21117" y="6515"/>
                  </a:cubicBezTo>
                  <a:close/>
                  <a:moveTo>
                    <a:pt x="21117" y="6515"/>
                  </a:moveTo>
                </a:path>
              </a:pathLst>
            </a:custGeom>
            <a:solidFill>
              <a:srgbClr val="4E96E2"/>
            </a:solidFill>
            <a:ln>
              <a:noFill/>
            </a:ln>
          </p:spPr>
          <p:txBody>
            <a:bodyPr lIns="0" tIns="0" rIns="0" bIns="0"/>
            <a:lstStyle/>
            <a:p>
              <a:endParaRPr lang="en-US"/>
            </a:p>
          </p:txBody>
        </p:sp>
        <p:sp>
          <p:nvSpPr>
            <p:cNvPr id="9288" name="AutoShape 23"/>
            <p:cNvSpPr/>
            <p:nvPr/>
          </p:nvSpPr>
          <p:spPr bwMode="auto">
            <a:xfrm>
              <a:off x="5854700" y="3614737"/>
              <a:ext cx="1484313" cy="1482725"/>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w 21600"/>
                <a:gd name="T13" fmla="*/ 2147483647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7275"/>
                  </a:moveTo>
                  <a:cubicBezTo>
                    <a:pt x="539" y="12312"/>
                    <a:pt x="773" y="17095"/>
                    <a:pt x="793" y="21600"/>
                  </a:cubicBezTo>
                  <a:cubicBezTo>
                    <a:pt x="9295" y="19832"/>
                    <a:pt x="16586" y="15680"/>
                    <a:pt x="21600" y="9982"/>
                  </a:cubicBezTo>
                  <a:cubicBezTo>
                    <a:pt x="19372" y="7143"/>
                    <a:pt x="16210" y="3602"/>
                    <a:pt x="12030" y="0"/>
                  </a:cubicBezTo>
                  <a:cubicBezTo>
                    <a:pt x="9020" y="3388"/>
                    <a:pt x="4840" y="5933"/>
                    <a:pt x="0" y="7275"/>
                  </a:cubicBezTo>
                  <a:cubicBezTo>
                    <a:pt x="0" y="7275"/>
                    <a:pt x="0" y="7275"/>
                    <a:pt x="0" y="7275"/>
                  </a:cubicBezTo>
                  <a:close/>
                  <a:moveTo>
                    <a:pt x="0" y="7275"/>
                  </a:moveTo>
                </a:path>
              </a:pathLst>
            </a:custGeom>
            <a:solidFill>
              <a:srgbClr val="4E96E2"/>
            </a:solidFill>
            <a:ln>
              <a:noFill/>
            </a:ln>
          </p:spPr>
          <p:txBody>
            <a:bodyPr lIns="0" tIns="0" rIns="0" bIns="0"/>
            <a:lstStyle/>
            <a:p>
              <a:endParaRPr lang="en-US"/>
            </a:p>
          </p:txBody>
        </p:sp>
        <p:sp>
          <p:nvSpPr>
            <p:cNvPr id="9289" name="AutoShape 24"/>
            <p:cNvSpPr/>
            <p:nvPr/>
          </p:nvSpPr>
          <p:spPr bwMode="auto">
            <a:xfrm>
              <a:off x="2081213" y="5684837"/>
              <a:ext cx="3416300" cy="17081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21600" y="11135"/>
                  </a:moveTo>
                  <a:cubicBezTo>
                    <a:pt x="20862" y="11261"/>
                    <a:pt x="20110" y="11329"/>
                    <a:pt x="19350" y="11329"/>
                  </a:cubicBezTo>
                  <a:cubicBezTo>
                    <a:pt x="18510" y="11329"/>
                    <a:pt x="17653" y="11252"/>
                    <a:pt x="16809" y="11102"/>
                  </a:cubicBezTo>
                  <a:cubicBezTo>
                    <a:pt x="11408" y="10156"/>
                    <a:pt x="6422" y="6238"/>
                    <a:pt x="2466" y="0"/>
                  </a:cubicBezTo>
                  <a:cubicBezTo>
                    <a:pt x="1476" y="3067"/>
                    <a:pt x="637" y="5834"/>
                    <a:pt x="0" y="8024"/>
                  </a:cubicBezTo>
                  <a:cubicBezTo>
                    <a:pt x="3890" y="15601"/>
                    <a:pt x="9242" y="20356"/>
                    <a:pt x="15121" y="21390"/>
                  </a:cubicBezTo>
                  <a:cubicBezTo>
                    <a:pt x="15912" y="21532"/>
                    <a:pt x="16716" y="21600"/>
                    <a:pt x="17503" y="21600"/>
                  </a:cubicBezTo>
                  <a:cubicBezTo>
                    <a:pt x="18528" y="21600"/>
                    <a:pt x="19532" y="21470"/>
                    <a:pt x="20517" y="21240"/>
                  </a:cubicBezTo>
                  <a:cubicBezTo>
                    <a:pt x="20871" y="18650"/>
                    <a:pt x="21264" y="15247"/>
                    <a:pt x="21600" y="11135"/>
                  </a:cubicBezTo>
                  <a:cubicBezTo>
                    <a:pt x="21600" y="11135"/>
                    <a:pt x="21600" y="11135"/>
                    <a:pt x="21600" y="11135"/>
                  </a:cubicBezTo>
                  <a:close/>
                  <a:moveTo>
                    <a:pt x="21600" y="11135"/>
                  </a:moveTo>
                </a:path>
              </a:pathLst>
            </a:custGeom>
            <a:solidFill>
              <a:srgbClr val="4E96E2"/>
            </a:solidFill>
            <a:ln>
              <a:noFill/>
            </a:ln>
          </p:spPr>
          <p:txBody>
            <a:bodyPr lIns="0" tIns="0" rIns="0" bIns="0"/>
            <a:lstStyle/>
            <a:p>
              <a:endParaRPr lang="en-US"/>
            </a:p>
          </p:txBody>
        </p:sp>
        <p:sp>
          <p:nvSpPr>
            <p:cNvPr id="9290" name="AutoShape 25"/>
            <p:cNvSpPr/>
            <p:nvPr/>
          </p:nvSpPr>
          <p:spPr bwMode="auto">
            <a:xfrm>
              <a:off x="4889500" y="1506537"/>
              <a:ext cx="1511300" cy="947738"/>
            </a:xfrm>
            <a:custGeom>
              <a:avLst/>
              <a:gdLst>
                <a:gd name="T0" fmla="*/ 2147483647 w 21600"/>
                <a:gd name="T1" fmla="*/ 0 h 21600"/>
                <a:gd name="T2" fmla="*/ 2147483647 w 21600"/>
                <a:gd name="T3" fmla="*/ 2057019127 h 21600"/>
                <a:gd name="T4" fmla="*/ 2147483647 w 21600"/>
                <a:gd name="T5" fmla="*/ 1408371576 h 21600"/>
                <a:gd name="T6" fmla="*/ 0 w 21600"/>
                <a:gd name="T7" fmla="*/ 819107840 h 21600"/>
                <a:gd name="T8" fmla="*/ 2147483647 w 21600"/>
                <a:gd name="T9" fmla="*/ 2147483647 h 21600"/>
                <a:gd name="T10" fmla="*/ 2147483647 w 21600"/>
                <a:gd name="T11" fmla="*/ 2147483647 h 21600"/>
                <a:gd name="T12" fmla="*/ 2147483647 w 21600"/>
                <a:gd name="T13" fmla="*/ 0 h 21600"/>
                <a:gd name="T14" fmla="*/ 2147483647 w 21600"/>
                <a:gd name="T15" fmla="*/ 0 h 21600"/>
                <a:gd name="T16" fmla="*/ 2147483647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07" y="0"/>
                  </a:moveTo>
                  <a:cubicBezTo>
                    <a:pt x="1747" y="175"/>
                    <a:pt x="2086" y="380"/>
                    <a:pt x="2425" y="555"/>
                  </a:cubicBezTo>
                  <a:cubicBezTo>
                    <a:pt x="2136" y="509"/>
                    <a:pt x="1867" y="428"/>
                    <a:pt x="1577" y="380"/>
                  </a:cubicBezTo>
                  <a:cubicBezTo>
                    <a:pt x="1048" y="318"/>
                    <a:pt x="519" y="271"/>
                    <a:pt x="0" y="221"/>
                  </a:cubicBezTo>
                  <a:cubicBezTo>
                    <a:pt x="2585" y="4696"/>
                    <a:pt x="5610" y="11478"/>
                    <a:pt x="8235" y="21600"/>
                  </a:cubicBezTo>
                  <a:cubicBezTo>
                    <a:pt x="13705" y="17829"/>
                    <a:pt x="18406" y="15744"/>
                    <a:pt x="21600" y="14625"/>
                  </a:cubicBezTo>
                  <a:cubicBezTo>
                    <a:pt x="15840" y="7307"/>
                    <a:pt x="8933" y="2197"/>
                    <a:pt x="1407" y="0"/>
                  </a:cubicBezTo>
                  <a:cubicBezTo>
                    <a:pt x="1407" y="0"/>
                    <a:pt x="1407" y="0"/>
                    <a:pt x="1407" y="0"/>
                  </a:cubicBezTo>
                  <a:close/>
                  <a:moveTo>
                    <a:pt x="1407" y="0"/>
                  </a:moveTo>
                </a:path>
              </a:pathLst>
            </a:custGeom>
            <a:solidFill>
              <a:srgbClr val="4E96E2"/>
            </a:solidFill>
            <a:ln>
              <a:noFill/>
            </a:ln>
          </p:spPr>
          <p:txBody>
            <a:bodyPr lIns="0" tIns="0" rIns="0" bIns="0"/>
            <a:lstStyle/>
            <a:p>
              <a:endParaRPr lang="en-US"/>
            </a:p>
          </p:txBody>
        </p:sp>
        <p:sp>
          <p:nvSpPr>
            <p:cNvPr id="9291" name="AutoShape 26"/>
            <p:cNvSpPr/>
            <p:nvPr/>
          </p:nvSpPr>
          <p:spPr bwMode="auto">
            <a:xfrm>
              <a:off x="3352800" y="1544637"/>
              <a:ext cx="74613" cy="25400"/>
            </a:xfrm>
            <a:custGeom>
              <a:avLst/>
              <a:gdLst>
                <a:gd name="T0" fmla="*/ 0 w 21600"/>
                <a:gd name="T1" fmla="*/ 41303 h 21600"/>
                <a:gd name="T2" fmla="*/ 3075365 w 21600"/>
                <a:gd name="T3" fmla="*/ 0 h 21600"/>
                <a:gd name="T4" fmla="*/ 0 w 21600"/>
                <a:gd name="T5" fmla="*/ 41303 h 21600"/>
                <a:gd name="T6" fmla="*/ 0 w 21600"/>
                <a:gd name="T7" fmla="*/ 4130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0" y="14161"/>
                    <a:pt x="14362" y="6968"/>
                    <a:pt x="21600" y="0"/>
                  </a:cubicBezTo>
                  <a:cubicBezTo>
                    <a:pt x="14362" y="6968"/>
                    <a:pt x="7163" y="14161"/>
                    <a:pt x="0" y="21600"/>
                  </a:cubicBezTo>
                  <a:close/>
                  <a:moveTo>
                    <a:pt x="0" y="21600"/>
                  </a:moveTo>
                </a:path>
              </a:pathLst>
            </a:custGeom>
            <a:solidFill>
              <a:srgbClr val="4E96E2"/>
            </a:solidFill>
            <a:ln>
              <a:noFill/>
            </a:ln>
          </p:spPr>
          <p:txBody>
            <a:bodyPr lIns="0" tIns="0" rIns="0" bIns="0"/>
            <a:lstStyle/>
            <a:p>
              <a:endParaRPr lang="en-US"/>
            </a:p>
          </p:txBody>
        </p:sp>
        <p:sp>
          <p:nvSpPr>
            <p:cNvPr id="9292" name="AutoShape 27"/>
            <p:cNvSpPr/>
            <p:nvPr/>
          </p:nvSpPr>
          <p:spPr bwMode="auto">
            <a:xfrm>
              <a:off x="3429000" y="1506537"/>
              <a:ext cx="85725" cy="26988"/>
            </a:xfrm>
            <a:custGeom>
              <a:avLst/>
              <a:gdLst>
                <a:gd name="T0" fmla="*/ 0 w 21600"/>
                <a:gd name="T1" fmla="*/ 52640 h 21600"/>
                <a:gd name="T2" fmla="*/ 5358813 w 21600"/>
                <a:gd name="T3" fmla="*/ 0 h 21600"/>
                <a:gd name="T4" fmla="*/ 0 w 21600"/>
                <a:gd name="T5" fmla="*/ 52640 h 21600"/>
                <a:gd name="T6" fmla="*/ 0 w 21600"/>
                <a:gd name="T7" fmla="*/ 5264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6" y="14092"/>
                    <a:pt x="14361" y="6914"/>
                    <a:pt x="21600" y="0"/>
                  </a:cubicBezTo>
                  <a:cubicBezTo>
                    <a:pt x="14361" y="6914"/>
                    <a:pt x="7156" y="14096"/>
                    <a:pt x="0" y="21600"/>
                  </a:cubicBezTo>
                  <a:close/>
                  <a:moveTo>
                    <a:pt x="0" y="21600"/>
                  </a:moveTo>
                </a:path>
              </a:pathLst>
            </a:custGeom>
            <a:solidFill>
              <a:srgbClr val="4E96E2"/>
            </a:solidFill>
            <a:ln>
              <a:noFill/>
            </a:ln>
          </p:spPr>
          <p:txBody>
            <a:bodyPr lIns="0" tIns="0" rIns="0" bIns="0"/>
            <a:lstStyle/>
            <a:p>
              <a:endParaRPr lang="en-US"/>
            </a:p>
          </p:txBody>
        </p:sp>
        <p:sp>
          <p:nvSpPr>
            <p:cNvPr id="9293" name="AutoShape 28"/>
            <p:cNvSpPr/>
            <p:nvPr/>
          </p:nvSpPr>
          <p:spPr bwMode="auto">
            <a:xfrm>
              <a:off x="3721100" y="1443037"/>
              <a:ext cx="57150" cy="12700"/>
            </a:xfrm>
            <a:custGeom>
              <a:avLst/>
              <a:gdLst>
                <a:gd name="T0" fmla="*/ 0 w 21600"/>
                <a:gd name="T1" fmla="*/ 2581 h 21600"/>
                <a:gd name="T2" fmla="*/ 1058529 w 21600"/>
                <a:gd name="T3" fmla="*/ 0 h 21600"/>
                <a:gd name="T4" fmla="*/ 0 w 21600"/>
                <a:gd name="T5" fmla="*/ 2581 h 21600"/>
                <a:gd name="T6" fmla="*/ 0 w 21600"/>
                <a:gd name="T7" fmla="*/ 25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2" y="14108"/>
                    <a:pt x="14377" y="6938"/>
                    <a:pt x="21600" y="0"/>
                  </a:cubicBezTo>
                  <a:cubicBezTo>
                    <a:pt x="14377" y="6938"/>
                    <a:pt x="7172" y="14108"/>
                    <a:pt x="0" y="21600"/>
                  </a:cubicBezTo>
                  <a:close/>
                  <a:moveTo>
                    <a:pt x="0" y="21600"/>
                  </a:moveTo>
                </a:path>
              </a:pathLst>
            </a:custGeom>
            <a:solidFill>
              <a:srgbClr val="4E96E2"/>
            </a:solidFill>
            <a:ln>
              <a:noFill/>
            </a:ln>
          </p:spPr>
          <p:txBody>
            <a:bodyPr lIns="0" tIns="0" rIns="0" bIns="0"/>
            <a:lstStyle/>
            <a:p>
              <a:endParaRPr lang="en-US"/>
            </a:p>
          </p:txBody>
        </p:sp>
        <p:sp>
          <p:nvSpPr>
            <p:cNvPr id="9294" name="AutoShape 29"/>
            <p:cNvSpPr/>
            <p:nvPr/>
          </p:nvSpPr>
          <p:spPr bwMode="auto">
            <a:xfrm>
              <a:off x="3632200" y="1455737"/>
              <a:ext cx="57150" cy="14288"/>
            </a:xfrm>
            <a:custGeom>
              <a:avLst/>
              <a:gdLst>
                <a:gd name="T0" fmla="*/ 0 w 21600"/>
                <a:gd name="T1" fmla="*/ 4136 h 21600"/>
                <a:gd name="T2" fmla="*/ 1058529 w 21600"/>
                <a:gd name="T3" fmla="*/ 0 h 21600"/>
                <a:gd name="T4" fmla="*/ 0 w 21600"/>
                <a:gd name="T5" fmla="*/ 4136 h 21600"/>
                <a:gd name="T6" fmla="*/ 0 w 21600"/>
                <a:gd name="T7" fmla="*/ 413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8" y="14172"/>
                    <a:pt x="14370" y="6943"/>
                    <a:pt x="21600" y="0"/>
                  </a:cubicBezTo>
                  <a:cubicBezTo>
                    <a:pt x="14370" y="6943"/>
                    <a:pt x="7178" y="14172"/>
                    <a:pt x="0" y="21600"/>
                  </a:cubicBezTo>
                  <a:close/>
                  <a:moveTo>
                    <a:pt x="0" y="21600"/>
                  </a:moveTo>
                </a:path>
              </a:pathLst>
            </a:custGeom>
            <a:solidFill>
              <a:srgbClr val="4E96E2"/>
            </a:solidFill>
            <a:ln>
              <a:noFill/>
            </a:ln>
          </p:spPr>
          <p:txBody>
            <a:bodyPr lIns="0" tIns="0" rIns="0" bIns="0"/>
            <a:lstStyle/>
            <a:p>
              <a:endParaRPr lang="en-US"/>
            </a:p>
          </p:txBody>
        </p:sp>
        <p:sp>
          <p:nvSpPr>
            <p:cNvPr id="9295" name="AutoShape 30"/>
            <p:cNvSpPr/>
            <p:nvPr/>
          </p:nvSpPr>
          <p:spPr bwMode="auto">
            <a:xfrm>
              <a:off x="3543300" y="1481137"/>
              <a:ext cx="63500" cy="17463"/>
            </a:xfrm>
            <a:custGeom>
              <a:avLst/>
              <a:gdLst>
                <a:gd name="T0" fmla="*/ 0 w 21600"/>
                <a:gd name="T1" fmla="*/ 9228 h 21600"/>
                <a:gd name="T2" fmla="*/ 1613367 w 21600"/>
                <a:gd name="T3" fmla="*/ 0 h 21600"/>
                <a:gd name="T4" fmla="*/ 0 w 21600"/>
                <a:gd name="T5" fmla="*/ 9228 h 21600"/>
                <a:gd name="T6" fmla="*/ 0 w 21600"/>
                <a:gd name="T7" fmla="*/ 922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9" y="14193"/>
                    <a:pt x="14375" y="6930"/>
                    <a:pt x="21600" y="0"/>
                  </a:cubicBezTo>
                  <a:cubicBezTo>
                    <a:pt x="14371" y="6930"/>
                    <a:pt x="7179" y="14200"/>
                    <a:pt x="0" y="21600"/>
                  </a:cubicBezTo>
                  <a:close/>
                  <a:moveTo>
                    <a:pt x="0" y="21600"/>
                  </a:moveTo>
                </a:path>
              </a:pathLst>
            </a:custGeom>
            <a:solidFill>
              <a:srgbClr val="4E96E2"/>
            </a:solidFill>
            <a:ln>
              <a:noFill/>
            </a:ln>
          </p:spPr>
          <p:txBody>
            <a:bodyPr lIns="0" tIns="0" rIns="0" bIns="0"/>
            <a:lstStyle/>
            <a:p>
              <a:endParaRPr lang="en-US"/>
            </a:p>
          </p:txBody>
        </p:sp>
        <p:sp>
          <p:nvSpPr>
            <p:cNvPr id="9296" name="AutoShape 31"/>
            <p:cNvSpPr/>
            <p:nvPr/>
          </p:nvSpPr>
          <p:spPr bwMode="auto">
            <a:xfrm>
              <a:off x="3086100" y="1646237"/>
              <a:ext cx="57150" cy="25400"/>
            </a:xfrm>
            <a:custGeom>
              <a:avLst/>
              <a:gdLst>
                <a:gd name="T0" fmla="*/ 0 w 21600"/>
                <a:gd name="T1" fmla="*/ 41303 h 21600"/>
                <a:gd name="T2" fmla="*/ 1058529 w 21600"/>
                <a:gd name="T3" fmla="*/ 0 h 21600"/>
                <a:gd name="T4" fmla="*/ 0 w 21600"/>
                <a:gd name="T5" fmla="*/ 41303 h 21600"/>
                <a:gd name="T6" fmla="*/ 0 w 21600"/>
                <a:gd name="T7" fmla="*/ 4130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9" y="14273"/>
                    <a:pt x="14361" y="7043"/>
                    <a:pt x="21600" y="0"/>
                  </a:cubicBezTo>
                  <a:cubicBezTo>
                    <a:pt x="14361" y="7043"/>
                    <a:pt x="7169" y="14273"/>
                    <a:pt x="0" y="21600"/>
                  </a:cubicBezTo>
                  <a:close/>
                  <a:moveTo>
                    <a:pt x="0" y="21600"/>
                  </a:moveTo>
                </a:path>
              </a:pathLst>
            </a:custGeom>
            <a:solidFill>
              <a:srgbClr val="4E96E2"/>
            </a:solidFill>
            <a:ln>
              <a:noFill/>
            </a:ln>
          </p:spPr>
          <p:txBody>
            <a:bodyPr lIns="0" tIns="0" rIns="0" bIns="0"/>
            <a:lstStyle/>
            <a:p>
              <a:endParaRPr lang="en-US"/>
            </a:p>
          </p:txBody>
        </p:sp>
        <p:sp>
          <p:nvSpPr>
            <p:cNvPr id="9297" name="AutoShape 32"/>
            <p:cNvSpPr/>
            <p:nvPr/>
          </p:nvSpPr>
          <p:spPr bwMode="auto">
            <a:xfrm>
              <a:off x="3263900" y="1570037"/>
              <a:ext cx="57150" cy="22225"/>
            </a:xfrm>
            <a:custGeom>
              <a:avLst/>
              <a:gdLst>
                <a:gd name="T0" fmla="*/ 0 w 21600"/>
                <a:gd name="T1" fmla="*/ 24211 h 21600"/>
                <a:gd name="T2" fmla="*/ 1058529 w 21600"/>
                <a:gd name="T3" fmla="*/ 0 h 21600"/>
                <a:gd name="T4" fmla="*/ 0 w 21600"/>
                <a:gd name="T5" fmla="*/ 24211 h 21600"/>
                <a:gd name="T6" fmla="*/ 0 w 21600"/>
                <a:gd name="T7" fmla="*/ 2421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8" y="14218"/>
                    <a:pt x="14372" y="7061"/>
                    <a:pt x="21600" y="0"/>
                  </a:cubicBezTo>
                  <a:cubicBezTo>
                    <a:pt x="14372" y="7061"/>
                    <a:pt x="7168" y="14218"/>
                    <a:pt x="0" y="21600"/>
                  </a:cubicBezTo>
                  <a:close/>
                  <a:moveTo>
                    <a:pt x="0" y="21600"/>
                  </a:moveTo>
                </a:path>
              </a:pathLst>
            </a:custGeom>
            <a:solidFill>
              <a:srgbClr val="4E96E2"/>
            </a:solidFill>
            <a:ln>
              <a:noFill/>
            </a:ln>
          </p:spPr>
          <p:txBody>
            <a:bodyPr lIns="0" tIns="0" rIns="0" bIns="0"/>
            <a:lstStyle/>
            <a:p>
              <a:endParaRPr lang="en-US"/>
            </a:p>
          </p:txBody>
        </p:sp>
        <p:sp>
          <p:nvSpPr>
            <p:cNvPr id="9298" name="AutoShape 33"/>
            <p:cNvSpPr/>
            <p:nvPr/>
          </p:nvSpPr>
          <p:spPr bwMode="auto">
            <a:xfrm>
              <a:off x="3175000" y="1608137"/>
              <a:ext cx="53975" cy="22225"/>
            </a:xfrm>
            <a:custGeom>
              <a:avLst/>
              <a:gdLst>
                <a:gd name="T0" fmla="*/ 0 w 21600"/>
                <a:gd name="T1" fmla="*/ 24211 h 21600"/>
                <a:gd name="T2" fmla="*/ 842187 w 21600"/>
                <a:gd name="T3" fmla="*/ 0 h 21600"/>
                <a:gd name="T4" fmla="*/ 0 w 21600"/>
                <a:gd name="T5" fmla="*/ 24211 h 21600"/>
                <a:gd name="T6" fmla="*/ 0 w 21600"/>
                <a:gd name="T7" fmla="*/ 2421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4" y="14256"/>
                    <a:pt x="14372" y="7045"/>
                    <a:pt x="21600" y="0"/>
                  </a:cubicBezTo>
                  <a:cubicBezTo>
                    <a:pt x="14372" y="7045"/>
                    <a:pt x="7174" y="14256"/>
                    <a:pt x="0" y="21600"/>
                  </a:cubicBezTo>
                  <a:close/>
                  <a:moveTo>
                    <a:pt x="0" y="21600"/>
                  </a:moveTo>
                </a:path>
              </a:pathLst>
            </a:custGeom>
            <a:solidFill>
              <a:srgbClr val="4E96E2"/>
            </a:solidFill>
            <a:ln>
              <a:noFill/>
            </a:ln>
          </p:spPr>
          <p:txBody>
            <a:bodyPr lIns="0" tIns="0" rIns="0" bIns="0"/>
            <a:lstStyle/>
            <a:p>
              <a:endParaRPr lang="en-US"/>
            </a:p>
          </p:txBody>
        </p:sp>
        <p:sp>
          <p:nvSpPr>
            <p:cNvPr id="9299" name="AutoShape 34"/>
            <p:cNvSpPr/>
            <p:nvPr/>
          </p:nvSpPr>
          <p:spPr bwMode="auto">
            <a:xfrm>
              <a:off x="3911600" y="1392237"/>
              <a:ext cx="90488" cy="14288"/>
            </a:xfrm>
            <a:custGeom>
              <a:avLst/>
              <a:gdLst>
                <a:gd name="T0" fmla="*/ 0 w 21600"/>
                <a:gd name="T1" fmla="*/ 4136 h 21600"/>
                <a:gd name="T2" fmla="*/ 6652778 w 21600"/>
                <a:gd name="T3" fmla="*/ 0 h 21600"/>
                <a:gd name="T4" fmla="*/ 0 w 21600"/>
                <a:gd name="T5" fmla="*/ 4136 h 21600"/>
                <a:gd name="T6" fmla="*/ 0 w 21600"/>
                <a:gd name="T7" fmla="*/ 413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8" y="13838"/>
                    <a:pt x="14368" y="6608"/>
                    <a:pt x="21600" y="0"/>
                  </a:cubicBezTo>
                  <a:cubicBezTo>
                    <a:pt x="14368" y="6608"/>
                    <a:pt x="7168" y="13838"/>
                    <a:pt x="0" y="21600"/>
                  </a:cubicBezTo>
                  <a:close/>
                  <a:moveTo>
                    <a:pt x="0" y="21600"/>
                  </a:moveTo>
                </a:path>
              </a:pathLst>
            </a:custGeom>
            <a:solidFill>
              <a:srgbClr val="4E96E2"/>
            </a:solidFill>
            <a:ln>
              <a:noFill/>
            </a:ln>
          </p:spPr>
          <p:txBody>
            <a:bodyPr lIns="0" tIns="0" rIns="0" bIns="0"/>
            <a:lstStyle/>
            <a:p>
              <a:endParaRPr lang="en-US"/>
            </a:p>
          </p:txBody>
        </p:sp>
        <p:sp>
          <p:nvSpPr>
            <p:cNvPr id="9300" name="AutoShape 35"/>
            <p:cNvSpPr/>
            <p:nvPr/>
          </p:nvSpPr>
          <p:spPr bwMode="auto">
            <a:xfrm>
              <a:off x="4305300" y="1366837"/>
              <a:ext cx="63500" cy="1588"/>
            </a:xfrm>
            <a:custGeom>
              <a:avLst/>
              <a:gdLst>
                <a:gd name="T0" fmla="*/ 0 w 21600"/>
                <a:gd name="T1" fmla="*/ 1 h 21600"/>
                <a:gd name="T2" fmla="*/ 1613367 w 21600"/>
                <a:gd name="T3" fmla="*/ 0 h 21600"/>
                <a:gd name="T4" fmla="*/ 0 w 21600"/>
                <a:gd name="T5" fmla="*/ 1 h 21600"/>
                <a:gd name="T6" fmla="*/ 0 w 21600"/>
                <a:gd name="T7" fmla="*/ 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5" y="12681"/>
                    <a:pt x="14383" y="5899"/>
                    <a:pt x="21600" y="0"/>
                  </a:cubicBezTo>
                  <a:cubicBezTo>
                    <a:pt x="14383" y="5899"/>
                    <a:pt x="7175" y="12681"/>
                    <a:pt x="0" y="21600"/>
                  </a:cubicBezTo>
                  <a:close/>
                  <a:moveTo>
                    <a:pt x="0" y="21600"/>
                  </a:moveTo>
                </a:path>
              </a:pathLst>
            </a:custGeom>
            <a:solidFill>
              <a:srgbClr val="4E96E2"/>
            </a:solidFill>
            <a:ln>
              <a:noFill/>
            </a:ln>
          </p:spPr>
          <p:txBody>
            <a:bodyPr lIns="0" tIns="0" rIns="0" bIns="0"/>
            <a:lstStyle/>
            <a:p>
              <a:endParaRPr lang="en-US"/>
            </a:p>
          </p:txBody>
        </p:sp>
        <p:sp>
          <p:nvSpPr>
            <p:cNvPr id="9301" name="AutoShape 36"/>
            <p:cNvSpPr/>
            <p:nvPr/>
          </p:nvSpPr>
          <p:spPr bwMode="auto">
            <a:xfrm>
              <a:off x="4406900" y="1366837"/>
              <a:ext cx="93663" cy="0"/>
            </a:xfrm>
            <a:custGeom>
              <a:avLst/>
              <a:gdLst>
                <a:gd name="T0" fmla="*/ 0 w 21600"/>
                <a:gd name="T1" fmla="*/ 0 h 21600"/>
                <a:gd name="T2" fmla="*/ 7636791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7" y="8206"/>
                    <a:pt x="14375" y="0"/>
                    <a:pt x="21600" y="0"/>
                  </a:cubicBezTo>
                  <a:cubicBezTo>
                    <a:pt x="14375" y="0"/>
                    <a:pt x="7177" y="8206"/>
                    <a:pt x="0" y="21600"/>
                  </a:cubicBezTo>
                  <a:close/>
                  <a:moveTo>
                    <a:pt x="0" y="21600"/>
                  </a:moveTo>
                </a:path>
              </a:pathLst>
            </a:custGeom>
            <a:solidFill>
              <a:srgbClr val="4E96E2"/>
            </a:solidFill>
            <a:ln>
              <a:noFill/>
            </a:ln>
          </p:spPr>
          <p:txBody>
            <a:bodyPr lIns="0" tIns="0" rIns="0" bIns="0"/>
            <a:lstStyle/>
            <a:p>
              <a:endParaRPr lang="en-US"/>
            </a:p>
          </p:txBody>
        </p:sp>
        <p:sp>
          <p:nvSpPr>
            <p:cNvPr id="9302" name="AutoShape 37"/>
            <p:cNvSpPr/>
            <p:nvPr/>
          </p:nvSpPr>
          <p:spPr bwMode="auto">
            <a:xfrm>
              <a:off x="2082800" y="2268537"/>
              <a:ext cx="127000" cy="127000"/>
            </a:xfrm>
            <a:custGeom>
              <a:avLst/>
              <a:gdLst>
                <a:gd name="T0" fmla="*/ 25813902 w 21600"/>
                <a:gd name="T1" fmla="*/ 0 h 21600"/>
                <a:gd name="T2" fmla="*/ 0 w 21600"/>
                <a:gd name="T3" fmla="*/ 25813902 h 21600"/>
                <a:gd name="T4" fmla="*/ 25813902 w 21600"/>
                <a:gd name="T5" fmla="*/ 0 h 21600"/>
                <a:gd name="T6" fmla="*/ 25813902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cubicBezTo>
                    <a:pt x="14208" y="7005"/>
                    <a:pt x="7010" y="14207"/>
                    <a:pt x="0" y="21600"/>
                  </a:cubicBezTo>
                  <a:cubicBezTo>
                    <a:pt x="7010" y="14207"/>
                    <a:pt x="14208" y="7005"/>
                    <a:pt x="21600" y="0"/>
                  </a:cubicBezTo>
                  <a:close/>
                  <a:moveTo>
                    <a:pt x="21600" y="0"/>
                  </a:moveTo>
                </a:path>
              </a:pathLst>
            </a:custGeom>
            <a:solidFill>
              <a:srgbClr val="4E96E2"/>
            </a:solidFill>
            <a:ln>
              <a:noFill/>
            </a:ln>
          </p:spPr>
          <p:txBody>
            <a:bodyPr lIns="0" tIns="0" rIns="0" bIns="0"/>
            <a:lstStyle/>
            <a:p>
              <a:endParaRPr lang="en-US"/>
            </a:p>
          </p:txBody>
        </p:sp>
        <p:sp>
          <p:nvSpPr>
            <p:cNvPr id="9303" name="AutoShape 38"/>
            <p:cNvSpPr/>
            <p:nvPr/>
          </p:nvSpPr>
          <p:spPr bwMode="auto">
            <a:xfrm>
              <a:off x="4114800" y="1379537"/>
              <a:ext cx="60325" cy="6350"/>
            </a:xfrm>
            <a:custGeom>
              <a:avLst/>
              <a:gdLst>
                <a:gd name="T0" fmla="*/ 0 w 21600"/>
                <a:gd name="T1" fmla="*/ 161 h 21600"/>
                <a:gd name="T2" fmla="*/ 1314099 w 21600"/>
                <a:gd name="T3" fmla="*/ 0 h 21600"/>
                <a:gd name="T4" fmla="*/ 0 w 21600"/>
                <a:gd name="T5" fmla="*/ 161 h 21600"/>
                <a:gd name="T6" fmla="*/ 0 w 21600"/>
                <a:gd name="T7" fmla="*/ 16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87" y="13850"/>
                    <a:pt x="14378" y="6538"/>
                    <a:pt x="21600" y="0"/>
                  </a:cubicBezTo>
                  <a:cubicBezTo>
                    <a:pt x="14378" y="6538"/>
                    <a:pt x="7187" y="13850"/>
                    <a:pt x="0" y="21600"/>
                  </a:cubicBezTo>
                  <a:close/>
                  <a:moveTo>
                    <a:pt x="0" y="21600"/>
                  </a:moveTo>
                </a:path>
              </a:pathLst>
            </a:custGeom>
            <a:solidFill>
              <a:srgbClr val="4E96E2"/>
            </a:solidFill>
            <a:ln>
              <a:noFill/>
            </a:ln>
          </p:spPr>
          <p:txBody>
            <a:bodyPr lIns="0" tIns="0" rIns="0" bIns="0"/>
            <a:lstStyle/>
            <a:p>
              <a:endParaRPr lang="en-US"/>
            </a:p>
          </p:txBody>
        </p:sp>
        <p:sp>
          <p:nvSpPr>
            <p:cNvPr id="9304" name="AutoShape 39"/>
            <p:cNvSpPr/>
            <p:nvPr/>
          </p:nvSpPr>
          <p:spPr bwMode="auto">
            <a:xfrm>
              <a:off x="2984500" y="1684337"/>
              <a:ext cx="77788" cy="38100"/>
            </a:xfrm>
            <a:custGeom>
              <a:avLst/>
              <a:gdLst>
                <a:gd name="T0" fmla="*/ 0 w 21600"/>
                <a:gd name="T1" fmla="*/ 209091 h 21600"/>
                <a:gd name="T2" fmla="*/ 3633204 w 21600"/>
                <a:gd name="T3" fmla="*/ 0 h 21600"/>
                <a:gd name="T4" fmla="*/ 0 w 21600"/>
                <a:gd name="T5" fmla="*/ 209091 h 21600"/>
                <a:gd name="T6" fmla="*/ 0 w 21600"/>
                <a:gd name="T7" fmla="*/ 20909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1" y="14198"/>
                    <a:pt x="14350" y="7025"/>
                    <a:pt x="21600" y="0"/>
                  </a:cubicBezTo>
                  <a:cubicBezTo>
                    <a:pt x="14350" y="7025"/>
                    <a:pt x="7141" y="14201"/>
                    <a:pt x="0" y="21600"/>
                  </a:cubicBezTo>
                  <a:close/>
                  <a:moveTo>
                    <a:pt x="0" y="21600"/>
                  </a:moveTo>
                </a:path>
              </a:pathLst>
            </a:custGeom>
            <a:solidFill>
              <a:srgbClr val="4E96E2"/>
            </a:solidFill>
            <a:ln>
              <a:noFill/>
            </a:ln>
          </p:spPr>
          <p:txBody>
            <a:bodyPr lIns="0" tIns="0" rIns="0" bIns="0"/>
            <a:lstStyle/>
            <a:p>
              <a:endParaRPr lang="en-US"/>
            </a:p>
          </p:txBody>
        </p:sp>
        <p:sp>
          <p:nvSpPr>
            <p:cNvPr id="9305" name="AutoShape 40"/>
            <p:cNvSpPr/>
            <p:nvPr/>
          </p:nvSpPr>
          <p:spPr bwMode="auto">
            <a:xfrm>
              <a:off x="4013200" y="1392237"/>
              <a:ext cx="73025" cy="9525"/>
            </a:xfrm>
            <a:custGeom>
              <a:avLst/>
              <a:gdLst>
                <a:gd name="T0" fmla="*/ 0 w 21600"/>
                <a:gd name="T1" fmla="*/ 817 h 21600"/>
                <a:gd name="T2" fmla="*/ 2821791 w 21600"/>
                <a:gd name="T3" fmla="*/ 0 h 21600"/>
                <a:gd name="T4" fmla="*/ 0 w 21600"/>
                <a:gd name="T5" fmla="*/ 817 h 21600"/>
                <a:gd name="T6" fmla="*/ 0 w 21600"/>
                <a:gd name="T7" fmla="*/ 81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7" y="13887"/>
                    <a:pt x="14372" y="6565"/>
                    <a:pt x="21600" y="0"/>
                  </a:cubicBezTo>
                  <a:cubicBezTo>
                    <a:pt x="14372" y="6565"/>
                    <a:pt x="7177" y="13887"/>
                    <a:pt x="0" y="21600"/>
                  </a:cubicBezTo>
                  <a:close/>
                  <a:moveTo>
                    <a:pt x="0" y="21600"/>
                  </a:moveTo>
                </a:path>
              </a:pathLst>
            </a:custGeom>
            <a:solidFill>
              <a:srgbClr val="4E96E2"/>
            </a:solidFill>
            <a:ln>
              <a:noFill/>
            </a:ln>
          </p:spPr>
          <p:txBody>
            <a:bodyPr lIns="0" tIns="0" rIns="0" bIns="0"/>
            <a:lstStyle/>
            <a:p>
              <a:endParaRPr lang="en-US"/>
            </a:p>
          </p:txBody>
        </p:sp>
        <p:sp>
          <p:nvSpPr>
            <p:cNvPr id="9306" name="AutoShape 41"/>
            <p:cNvSpPr/>
            <p:nvPr/>
          </p:nvSpPr>
          <p:spPr bwMode="auto">
            <a:xfrm>
              <a:off x="3810000" y="1417637"/>
              <a:ext cx="65088" cy="12700"/>
            </a:xfrm>
            <a:custGeom>
              <a:avLst/>
              <a:gdLst>
                <a:gd name="T0" fmla="*/ 0 w 21600"/>
                <a:gd name="T1" fmla="*/ 2581 h 21600"/>
                <a:gd name="T2" fmla="*/ 1780913 w 21600"/>
                <a:gd name="T3" fmla="*/ 0 h 21600"/>
                <a:gd name="T4" fmla="*/ 0 w 21600"/>
                <a:gd name="T5" fmla="*/ 2581 h 21600"/>
                <a:gd name="T6" fmla="*/ 0 w 21600"/>
                <a:gd name="T7" fmla="*/ 25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3" y="13988"/>
                    <a:pt x="14379" y="6887"/>
                    <a:pt x="21600" y="0"/>
                  </a:cubicBezTo>
                  <a:cubicBezTo>
                    <a:pt x="14379" y="6887"/>
                    <a:pt x="7173" y="13988"/>
                    <a:pt x="0" y="21600"/>
                  </a:cubicBezTo>
                  <a:close/>
                  <a:moveTo>
                    <a:pt x="0" y="21600"/>
                  </a:moveTo>
                </a:path>
              </a:pathLst>
            </a:custGeom>
            <a:solidFill>
              <a:srgbClr val="4E96E2"/>
            </a:solidFill>
            <a:ln>
              <a:noFill/>
            </a:ln>
          </p:spPr>
          <p:txBody>
            <a:bodyPr lIns="0" tIns="0" rIns="0" bIns="0"/>
            <a:lstStyle/>
            <a:p>
              <a:endParaRPr lang="en-US"/>
            </a:p>
          </p:txBody>
        </p:sp>
        <p:sp>
          <p:nvSpPr>
            <p:cNvPr id="9307" name="AutoShape 42"/>
            <p:cNvSpPr/>
            <p:nvPr/>
          </p:nvSpPr>
          <p:spPr bwMode="auto">
            <a:xfrm>
              <a:off x="4216400" y="1366837"/>
              <a:ext cx="58738" cy="3175"/>
            </a:xfrm>
            <a:custGeom>
              <a:avLst/>
              <a:gdLst>
                <a:gd name="T0" fmla="*/ 0 w 21600"/>
                <a:gd name="T1" fmla="*/ 10 h 21600"/>
                <a:gd name="T2" fmla="*/ 1181175 w 21600"/>
                <a:gd name="T3" fmla="*/ 0 h 21600"/>
                <a:gd name="T4" fmla="*/ 0 w 21600"/>
                <a:gd name="T5" fmla="*/ 10 h 21600"/>
                <a:gd name="T6" fmla="*/ 0 w 21600"/>
                <a:gd name="T7" fmla="*/ 1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80" y="13522"/>
                    <a:pt x="14379" y="6372"/>
                    <a:pt x="21600" y="0"/>
                  </a:cubicBezTo>
                  <a:cubicBezTo>
                    <a:pt x="14379" y="6372"/>
                    <a:pt x="7180" y="13522"/>
                    <a:pt x="0" y="21600"/>
                  </a:cubicBezTo>
                  <a:close/>
                  <a:moveTo>
                    <a:pt x="0" y="21600"/>
                  </a:moveTo>
                </a:path>
              </a:pathLst>
            </a:custGeom>
            <a:solidFill>
              <a:srgbClr val="4E96E2"/>
            </a:solidFill>
            <a:ln>
              <a:noFill/>
            </a:ln>
          </p:spPr>
          <p:txBody>
            <a:bodyPr lIns="0" tIns="0" rIns="0" bIns="0"/>
            <a:lstStyle/>
            <a:p>
              <a:endParaRPr lang="en-US"/>
            </a:p>
          </p:txBody>
        </p:sp>
        <p:sp>
          <p:nvSpPr>
            <p:cNvPr id="9308" name="AutoShape 43"/>
            <p:cNvSpPr/>
            <p:nvPr/>
          </p:nvSpPr>
          <p:spPr bwMode="auto">
            <a:xfrm>
              <a:off x="1968500" y="2484437"/>
              <a:ext cx="41275" cy="47625"/>
            </a:xfrm>
            <a:custGeom>
              <a:avLst/>
              <a:gdLst>
                <a:gd name="T0" fmla="*/ 0 w 21600"/>
                <a:gd name="T1" fmla="*/ 510483 h 21600"/>
                <a:gd name="T2" fmla="*/ 287998 w 21600"/>
                <a:gd name="T3" fmla="*/ 0 h 21600"/>
                <a:gd name="T4" fmla="*/ 0 w 21600"/>
                <a:gd name="T5" fmla="*/ 510483 h 21600"/>
                <a:gd name="T6" fmla="*/ 0 w 21600"/>
                <a:gd name="T7" fmla="*/ 51048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0" y="14336"/>
                    <a:pt x="14330" y="7139"/>
                    <a:pt x="21600" y="0"/>
                  </a:cubicBezTo>
                  <a:cubicBezTo>
                    <a:pt x="14330" y="7139"/>
                    <a:pt x="7130" y="14336"/>
                    <a:pt x="0" y="21600"/>
                  </a:cubicBezTo>
                  <a:close/>
                  <a:moveTo>
                    <a:pt x="0" y="21600"/>
                  </a:moveTo>
                </a:path>
              </a:pathLst>
            </a:custGeom>
            <a:solidFill>
              <a:srgbClr val="4E96E2"/>
            </a:solidFill>
            <a:ln>
              <a:noFill/>
            </a:ln>
          </p:spPr>
          <p:txBody>
            <a:bodyPr lIns="0" tIns="0" rIns="0" bIns="0"/>
            <a:lstStyle/>
            <a:p>
              <a:endParaRPr lang="en-US"/>
            </a:p>
          </p:txBody>
        </p:sp>
        <p:sp>
          <p:nvSpPr>
            <p:cNvPr id="9309" name="AutoShape 44"/>
            <p:cNvSpPr/>
            <p:nvPr/>
          </p:nvSpPr>
          <p:spPr bwMode="auto">
            <a:xfrm>
              <a:off x="2298700" y="2154237"/>
              <a:ext cx="47625" cy="41275"/>
            </a:xfrm>
            <a:custGeom>
              <a:avLst/>
              <a:gdLst>
                <a:gd name="T0" fmla="*/ 0 w 21600"/>
                <a:gd name="T1" fmla="*/ 287998 h 21600"/>
                <a:gd name="T2" fmla="*/ 510483 w 21600"/>
                <a:gd name="T3" fmla="*/ 0 h 21600"/>
                <a:gd name="T4" fmla="*/ 0 w 21600"/>
                <a:gd name="T5" fmla="*/ 287998 h 21600"/>
                <a:gd name="T6" fmla="*/ 0 w 21600"/>
                <a:gd name="T7" fmla="*/ 28799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321"/>
                    <a:pt x="14340" y="7120"/>
                    <a:pt x="21600" y="0"/>
                  </a:cubicBezTo>
                  <a:cubicBezTo>
                    <a:pt x="14340" y="7120"/>
                    <a:pt x="7142" y="14321"/>
                    <a:pt x="0" y="21600"/>
                  </a:cubicBezTo>
                  <a:close/>
                  <a:moveTo>
                    <a:pt x="0" y="21600"/>
                  </a:moveTo>
                </a:path>
              </a:pathLst>
            </a:custGeom>
            <a:solidFill>
              <a:srgbClr val="4E96E2"/>
            </a:solidFill>
            <a:ln>
              <a:noFill/>
            </a:ln>
          </p:spPr>
          <p:txBody>
            <a:bodyPr lIns="0" tIns="0" rIns="0" bIns="0"/>
            <a:lstStyle/>
            <a:p>
              <a:endParaRPr lang="en-US"/>
            </a:p>
          </p:txBody>
        </p:sp>
        <p:sp>
          <p:nvSpPr>
            <p:cNvPr id="9310" name="AutoShape 45"/>
            <p:cNvSpPr/>
            <p:nvPr/>
          </p:nvSpPr>
          <p:spPr bwMode="auto">
            <a:xfrm>
              <a:off x="2032000" y="2420937"/>
              <a:ext cx="46038" cy="49213"/>
            </a:xfrm>
            <a:custGeom>
              <a:avLst/>
              <a:gdLst>
                <a:gd name="T0" fmla="*/ 0 w 21600"/>
                <a:gd name="T1" fmla="*/ 582049 h 21600"/>
                <a:gd name="T2" fmla="*/ 445765 w 21600"/>
                <a:gd name="T3" fmla="*/ 0 h 21600"/>
                <a:gd name="T4" fmla="*/ 0 w 21600"/>
                <a:gd name="T5" fmla="*/ 582049 h 21600"/>
                <a:gd name="T6" fmla="*/ 0 w 21600"/>
                <a:gd name="T7" fmla="*/ 58204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19" y="14326"/>
                    <a:pt x="14330" y="7135"/>
                    <a:pt x="21600" y="0"/>
                  </a:cubicBezTo>
                  <a:cubicBezTo>
                    <a:pt x="14330" y="7138"/>
                    <a:pt x="7119" y="14326"/>
                    <a:pt x="0" y="21600"/>
                  </a:cubicBezTo>
                  <a:close/>
                  <a:moveTo>
                    <a:pt x="0" y="21600"/>
                  </a:moveTo>
                </a:path>
              </a:pathLst>
            </a:custGeom>
            <a:solidFill>
              <a:srgbClr val="4E96E2"/>
            </a:solidFill>
            <a:ln>
              <a:noFill/>
            </a:ln>
          </p:spPr>
          <p:txBody>
            <a:bodyPr lIns="0" tIns="0" rIns="0" bIns="0"/>
            <a:lstStyle/>
            <a:p>
              <a:endParaRPr lang="en-US"/>
            </a:p>
          </p:txBody>
        </p:sp>
        <p:sp>
          <p:nvSpPr>
            <p:cNvPr id="9311" name="AutoShape 46"/>
            <p:cNvSpPr/>
            <p:nvPr/>
          </p:nvSpPr>
          <p:spPr bwMode="auto">
            <a:xfrm>
              <a:off x="2222500" y="2217737"/>
              <a:ext cx="50800" cy="46038"/>
            </a:xfrm>
            <a:custGeom>
              <a:avLst/>
              <a:gdLst>
                <a:gd name="T0" fmla="*/ 0 w 21600"/>
                <a:gd name="T1" fmla="*/ 445765 h 21600"/>
                <a:gd name="T2" fmla="*/ 660835 w 21600"/>
                <a:gd name="T3" fmla="*/ 0 h 21600"/>
                <a:gd name="T4" fmla="*/ 0 w 21600"/>
                <a:gd name="T5" fmla="*/ 445765 h 21600"/>
                <a:gd name="T6" fmla="*/ 0 w 21600"/>
                <a:gd name="T7" fmla="*/ 44576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325"/>
                    <a:pt x="14317" y="7115"/>
                    <a:pt x="21600" y="0"/>
                  </a:cubicBezTo>
                  <a:cubicBezTo>
                    <a:pt x="14317" y="7115"/>
                    <a:pt x="7138" y="14325"/>
                    <a:pt x="0" y="21600"/>
                  </a:cubicBezTo>
                  <a:close/>
                  <a:moveTo>
                    <a:pt x="0" y="21600"/>
                  </a:moveTo>
                </a:path>
              </a:pathLst>
            </a:custGeom>
            <a:solidFill>
              <a:srgbClr val="4E96E2"/>
            </a:solidFill>
            <a:ln>
              <a:noFill/>
            </a:ln>
          </p:spPr>
          <p:txBody>
            <a:bodyPr lIns="0" tIns="0" rIns="0" bIns="0"/>
            <a:lstStyle/>
            <a:p>
              <a:endParaRPr lang="en-US"/>
            </a:p>
          </p:txBody>
        </p:sp>
        <p:sp>
          <p:nvSpPr>
            <p:cNvPr id="9312" name="AutoShape 47"/>
            <p:cNvSpPr/>
            <p:nvPr/>
          </p:nvSpPr>
          <p:spPr bwMode="auto">
            <a:xfrm>
              <a:off x="7810500" y="4808537"/>
              <a:ext cx="3175" cy="82550"/>
            </a:xfrm>
            <a:custGeom>
              <a:avLst/>
              <a:gdLst>
                <a:gd name="T0" fmla="*/ 0 w 21600"/>
                <a:gd name="T1" fmla="*/ 4607941 h 21600"/>
                <a:gd name="T2" fmla="*/ 10 w 21600"/>
                <a:gd name="T3" fmla="*/ 0 h 21600"/>
                <a:gd name="T4" fmla="*/ 0 w 21600"/>
                <a:gd name="T5" fmla="*/ 4607941 h 21600"/>
                <a:gd name="T6" fmla="*/ 0 w 21600"/>
                <a:gd name="T7" fmla="*/ 46079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9021" y="14424"/>
                    <a:pt x="16136" y="7226"/>
                    <a:pt x="21600" y="0"/>
                  </a:cubicBezTo>
                  <a:cubicBezTo>
                    <a:pt x="16073" y="7222"/>
                    <a:pt x="9085" y="14424"/>
                    <a:pt x="0" y="21600"/>
                  </a:cubicBezTo>
                  <a:close/>
                  <a:moveTo>
                    <a:pt x="0" y="21600"/>
                  </a:moveTo>
                </a:path>
              </a:pathLst>
            </a:custGeom>
            <a:solidFill>
              <a:srgbClr val="4E96E2"/>
            </a:solidFill>
            <a:ln>
              <a:noFill/>
            </a:ln>
          </p:spPr>
          <p:txBody>
            <a:bodyPr lIns="0" tIns="0" rIns="0" bIns="0"/>
            <a:lstStyle/>
            <a:p>
              <a:endParaRPr lang="en-US"/>
            </a:p>
          </p:txBody>
        </p:sp>
        <p:sp>
          <p:nvSpPr>
            <p:cNvPr id="9313" name="AutoShape 48"/>
            <p:cNvSpPr/>
            <p:nvPr/>
          </p:nvSpPr>
          <p:spPr bwMode="auto">
            <a:xfrm>
              <a:off x="1905000" y="2547937"/>
              <a:ext cx="41275" cy="50800"/>
            </a:xfrm>
            <a:custGeom>
              <a:avLst/>
              <a:gdLst>
                <a:gd name="T0" fmla="*/ 0 w 21600"/>
                <a:gd name="T1" fmla="*/ 660835 h 21600"/>
                <a:gd name="T2" fmla="*/ 287998 w 21600"/>
                <a:gd name="T3" fmla="*/ 0 h 21600"/>
                <a:gd name="T4" fmla="*/ 0 w 21600"/>
                <a:gd name="T5" fmla="*/ 660835 h 21600"/>
                <a:gd name="T6" fmla="*/ 0 w 21600"/>
                <a:gd name="T7" fmla="*/ 66083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0" y="14344"/>
                    <a:pt x="14303" y="7137"/>
                    <a:pt x="21600" y="0"/>
                  </a:cubicBezTo>
                  <a:cubicBezTo>
                    <a:pt x="14303" y="7137"/>
                    <a:pt x="7120" y="14344"/>
                    <a:pt x="0" y="21600"/>
                  </a:cubicBezTo>
                  <a:close/>
                  <a:moveTo>
                    <a:pt x="0" y="21600"/>
                  </a:moveTo>
                </a:path>
              </a:pathLst>
            </a:custGeom>
            <a:solidFill>
              <a:srgbClr val="4E96E2"/>
            </a:solidFill>
            <a:ln>
              <a:noFill/>
            </a:ln>
          </p:spPr>
          <p:txBody>
            <a:bodyPr lIns="0" tIns="0" rIns="0" bIns="0"/>
            <a:lstStyle/>
            <a:p>
              <a:endParaRPr lang="en-US"/>
            </a:p>
          </p:txBody>
        </p:sp>
        <p:sp>
          <p:nvSpPr>
            <p:cNvPr id="9314" name="AutoShape 49"/>
            <p:cNvSpPr/>
            <p:nvPr/>
          </p:nvSpPr>
          <p:spPr bwMode="auto">
            <a:xfrm>
              <a:off x="7823200" y="4681537"/>
              <a:ext cx="1588" cy="101600"/>
            </a:xfrm>
            <a:custGeom>
              <a:avLst/>
              <a:gdLst>
                <a:gd name="T0" fmla="*/ 0 w 21600"/>
                <a:gd name="T1" fmla="*/ 10573366 h 21600"/>
                <a:gd name="T2" fmla="*/ 1 w 21600"/>
                <a:gd name="T3" fmla="*/ 0 h 21600"/>
                <a:gd name="T4" fmla="*/ 0 w 21600"/>
                <a:gd name="T5" fmla="*/ 10573366 h 21600"/>
                <a:gd name="T6" fmla="*/ 0 w 21600"/>
                <a:gd name="T7" fmla="*/ 1057336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13053" y="14424"/>
                    <a:pt x="21600" y="7229"/>
                    <a:pt x="21600" y="0"/>
                  </a:cubicBezTo>
                  <a:cubicBezTo>
                    <a:pt x="21600" y="7229"/>
                    <a:pt x="13053" y="14424"/>
                    <a:pt x="0" y="21600"/>
                  </a:cubicBezTo>
                  <a:close/>
                  <a:moveTo>
                    <a:pt x="0" y="21600"/>
                  </a:moveTo>
                </a:path>
              </a:pathLst>
            </a:custGeom>
            <a:solidFill>
              <a:srgbClr val="4E96E2"/>
            </a:solidFill>
            <a:ln>
              <a:noFill/>
            </a:ln>
          </p:spPr>
          <p:txBody>
            <a:bodyPr lIns="0" tIns="0" rIns="0" bIns="0"/>
            <a:lstStyle/>
            <a:p>
              <a:endParaRPr lang="en-US"/>
            </a:p>
          </p:txBody>
        </p:sp>
        <p:sp>
          <p:nvSpPr>
            <p:cNvPr id="9315" name="AutoShape 50"/>
            <p:cNvSpPr/>
            <p:nvPr/>
          </p:nvSpPr>
          <p:spPr bwMode="auto">
            <a:xfrm>
              <a:off x="2679700" y="1874837"/>
              <a:ext cx="52388" cy="33338"/>
            </a:xfrm>
            <a:custGeom>
              <a:avLst/>
              <a:gdLst>
                <a:gd name="T0" fmla="*/ 0 w 21600"/>
                <a:gd name="T1" fmla="*/ 122574 h 21600"/>
                <a:gd name="T2" fmla="*/ 747422 w 21600"/>
                <a:gd name="T3" fmla="*/ 0 h 21600"/>
                <a:gd name="T4" fmla="*/ 0 w 21600"/>
                <a:gd name="T5" fmla="*/ 122574 h 21600"/>
                <a:gd name="T6" fmla="*/ 0 w 21600"/>
                <a:gd name="T7" fmla="*/ 12257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9" y="14307"/>
                    <a:pt x="14354" y="7089"/>
                    <a:pt x="21600" y="0"/>
                  </a:cubicBezTo>
                  <a:cubicBezTo>
                    <a:pt x="14354" y="7089"/>
                    <a:pt x="7159" y="14307"/>
                    <a:pt x="0" y="21600"/>
                  </a:cubicBezTo>
                  <a:close/>
                  <a:moveTo>
                    <a:pt x="0" y="21600"/>
                  </a:moveTo>
                </a:path>
              </a:pathLst>
            </a:custGeom>
            <a:solidFill>
              <a:srgbClr val="4E96E2"/>
            </a:solidFill>
            <a:ln>
              <a:noFill/>
            </a:ln>
          </p:spPr>
          <p:txBody>
            <a:bodyPr lIns="0" tIns="0" rIns="0" bIns="0"/>
            <a:lstStyle/>
            <a:p>
              <a:endParaRPr lang="en-US"/>
            </a:p>
          </p:txBody>
        </p:sp>
        <p:sp>
          <p:nvSpPr>
            <p:cNvPr id="9316" name="AutoShape 51"/>
            <p:cNvSpPr/>
            <p:nvPr/>
          </p:nvSpPr>
          <p:spPr bwMode="auto">
            <a:xfrm>
              <a:off x="2908300" y="1722437"/>
              <a:ext cx="79375" cy="41275"/>
            </a:xfrm>
            <a:custGeom>
              <a:avLst/>
              <a:gdLst>
                <a:gd name="T0" fmla="*/ 0 w 21600"/>
                <a:gd name="T1" fmla="*/ 287998 h 21600"/>
                <a:gd name="T2" fmla="*/ 3938893 w 21600"/>
                <a:gd name="T3" fmla="*/ 0 h 21600"/>
                <a:gd name="T4" fmla="*/ 0 w 21600"/>
                <a:gd name="T5" fmla="*/ 287998 h 21600"/>
                <a:gd name="T6" fmla="*/ 0 w 21600"/>
                <a:gd name="T7" fmla="*/ 28799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227"/>
                    <a:pt x="14337" y="7013"/>
                    <a:pt x="21600" y="0"/>
                  </a:cubicBezTo>
                  <a:cubicBezTo>
                    <a:pt x="14337" y="7013"/>
                    <a:pt x="7142" y="14227"/>
                    <a:pt x="0" y="21600"/>
                  </a:cubicBezTo>
                  <a:close/>
                  <a:moveTo>
                    <a:pt x="0" y="21600"/>
                  </a:moveTo>
                </a:path>
              </a:pathLst>
            </a:custGeom>
            <a:solidFill>
              <a:srgbClr val="4E96E2"/>
            </a:solidFill>
            <a:ln>
              <a:noFill/>
            </a:ln>
          </p:spPr>
          <p:txBody>
            <a:bodyPr lIns="0" tIns="0" rIns="0" bIns="0"/>
            <a:lstStyle/>
            <a:p>
              <a:endParaRPr lang="en-US"/>
            </a:p>
          </p:txBody>
        </p:sp>
        <p:sp>
          <p:nvSpPr>
            <p:cNvPr id="9317" name="AutoShape 52"/>
            <p:cNvSpPr/>
            <p:nvPr/>
          </p:nvSpPr>
          <p:spPr bwMode="auto">
            <a:xfrm>
              <a:off x="2755900" y="1824037"/>
              <a:ext cx="52388" cy="31750"/>
            </a:xfrm>
            <a:custGeom>
              <a:avLst/>
              <a:gdLst>
                <a:gd name="T0" fmla="*/ 0 w 21600"/>
                <a:gd name="T1" fmla="*/ 100837 h 21600"/>
                <a:gd name="T2" fmla="*/ 747422 w 21600"/>
                <a:gd name="T3" fmla="*/ 0 h 21600"/>
                <a:gd name="T4" fmla="*/ 0 w 21600"/>
                <a:gd name="T5" fmla="*/ 100837 h 21600"/>
                <a:gd name="T6" fmla="*/ 0 w 21600"/>
                <a:gd name="T7" fmla="*/ 10083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7" y="14288"/>
                    <a:pt x="14356" y="7097"/>
                    <a:pt x="21600" y="0"/>
                  </a:cubicBezTo>
                  <a:cubicBezTo>
                    <a:pt x="14356" y="7097"/>
                    <a:pt x="7157" y="14288"/>
                    <a:pt x="0" y="21600"/>
                  </a:cubicBezTo>
                  <a:close/>
                  <a:moveTo>
                    <a:pt x="0" y="21600"/>
                  </a:moveTo>
                </a:path>
              </a:pathLst>
            </a:custGeom>
            <a:solidFill>
              <a:srgbClr val="4E96E2"/>
            </a:solidFill>
            <a:ln>
              <a:noFill/>
            </a:ln>
          </p:spPr>
          <p:txBody>
            <a:bodyPr lIns="0" tIns="0" rIns="0" bIns="0"/>
            <a:lstStyle/>
            <a:p>
              <a:endParaRPr lang="en-US"/>
            </a:p>
          </p:txBody>
        </p:sp>
        <p:sp>
          <p:nvSpPr>
            <p:cNvPr id="9318" name="AutoShape 53"/>
            <p:cNvSpPr/>
            <p:nvPr/>
          </p:nvSpPr>
          <p:spPr bwMode="auto">
            <a:xfrm>
              <a:off x="2832100" y="1773237"/>
              <a:ext cx="57150" cy="31750"/>
            </a:xfrm>
            <a:custGeom>
              <a:avLst/>
              <a:gdLst>
                <a:gd name="T0" fmla="*/ 0 w 21600"/>
                <a:gd name="T1" fmla="*/ 100837 h 21600"/>
                <a:gd name="T2" fmla="*/ 1058529 w 21600"/>
                <a:gd name="T3" fmla="*/ 0 h 21600"/>
                <a:gd name="T4" fmla="*/ 0 w 21600"/>
                <a:gd name="T5" fmla="*/ 100837 h 21600"/>
                <a:gd name="T6" fmla="*/ 0 w 21600"/>
                <a:gd name="T7" fmla="*/ 10083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5" y="14265"/>
                    <a:pt x="14359" y="7088"/>
                    <a:pt x="21600" y="0"/>
                  </a:cubicBezTo>
                  <a:cubicBezTo>
                    <a:pt x="14359" y="7088"/>
                    <a:pt x="7145" y="14265"/>
                    <a:pt x="0" y="21600"/>
                  </a:cubicBezTo>
                  <a:close/>
                  <a:moveTo>
                    <a:pt x="0" y="21600"/>
                  </a:moveTo>
                </a:path>
              </a:pathLst>
            </a:custGeom>
            <a:solidFill>
              <a:srgbClr val="4E96E2"/>
            </a:solidFill>
            <a:ln>
              <a:noFill/>
            </a:ln>
          </p:spPr>
          <p:txBody>
            <a:bodyPr lIns="0" tIns="0" rIns="0" bIns="0"/>
            <a:lstStyle/>
            <a:p>
              <a:endParaRPr lang="en-US"/>
            </a:p>
          </p:txBody>
        </p:sp>
        <p:sp>
          <p:nvSpPr>
            <p:cNvPr id="9319" name="AutoShape 54"/>
            <p:cNvSpPr/>
            <p:nvPr/>
          </p:nvSpPr>
          <p:spPr bwMode="auto">
            <a:xfrm>
              <a:off x="2501900" y="1976437"/>
              <a:ext cx="73025" cy="52388"/>
            </a:xfrm>
            <a:custGeom>
              <a:avLst/>
              <a:gdLst>
                <a:gd name="T0" fmla="*/ 0 w 21600"/>
                <a:gd name="T1" fmla="*/ 747422 h 21600"/>
                <a:gd name="T2" fmla="*/ 2821791 w 21600"/>
                <a:gd name="T3" fmla="*/ 0 h 21600"/>
                <a:gd name="T4" fmla="*/ 0 w 21600"/>
                <a:gd name="T5" fmla="*/ 747422 h 21600"/>
                <a:gd name="T6" fmla="*/ 0 w 21600"/>
                <a:gd name="T7" fmla="*/ 74742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6" y="14267"/>
                    <a:pt x="14328" y="7068"/>
                    <a:pt x="21600" y="0"/>
                  </a:cubicBezTo>
                  <a:cubicBezTo>
                    <a:pt x="14328" y="7068"/>
                    <a:pt x="7126" y="14267"/>
                    <a:pt x="0" y="21600"/>
                  </a:cubicBezTo>
                  <a:close/>
                  <a:moveTo>
                    <a:pt x="0" y="21600"/>
                  </a:moveTo>
                </a:path>
              </a:pathLst>
            </a:custGeom>
            <a:solidFill>
              <a:srgbClr val="4E96E2"/>
            </a:solidFill>
            <a:ln>
              <a:noFill/>
            </a:ln>
          </p:spPr>
          <p:txBody>
            <a:bodyPr lIns="0" tIns="0" rIns="0" bIns="0"/>
            <a:lstStyle/>
            <a:p>
              <a:endParaRPr lang="en-US"/>
            </a:p>
          </p:txBody>
        </p:sp>
        <p:sp>
          <p:nvSpPr>
            <p:cNvPr id="9320" name="AutoShape 55"/>
            <p:cNvSpPr/>
            <p:nvPr/>
          </p:nvSpPr>
          <p:spPr bwMode="auto">
            <a:xfrm>
              <a:off x="2590800" y="1925637"/>
              <a:ext cx="61913" cy="41275"/>
            </a:xfrm>
            <a:custGeom>
              <a:avLst/>
              <a:gdLst>
                <a:gd name="T0" fmla="*/ 0 w 21600"/>
                <a:gd name="T1" fmla="*/ 287998 h 21600"/>
                <a:gd name="T2" fmla="*/ 1458031 w 21600"/>
                <a:gd name="T3" fmla="*/ 0 h 21600"/>
                <a:gd name="T4" fmla="*/ 0 w 21600"/>
                <a:gd name="T5" fmla="*/ 287998 h 21600"/>
                <a:gd name="T6" fmla="*/ 0 w 21600"/>
                <a:gd name="T7" fmla="*/ 28799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292"/>
                    <a:pt x="14337" y="7080"/>
                    <a:pt x="21600" y="0"/>
                  </a:cubicBezTo>
                  <a:cubicBezTo>
                    <a:pt x="14337" y="7080"/>
                    <a:pt x="7138" y="14292"/>
                    <a:pt x="0" y="21600"/>
                  </a:cubicBezTo>
                  <a:close/>
                  <a:moveTo>
                    <a:pt x="0" y="21600"/>
                  </a:moveTo>
                </a:path>
              </a:pathLst>
            </a:custGeom>
            <a:solidFill>
              <a:srgbClr val="4E96E2"/>
            </a:solidFill>
            <a:ln>
              <a:noFill/>
            </a:ln>
          </p:spPr>
          <p:txBody>
            <a:bodyPr lIns="0" tIns="0" rIns="0" bIns="0"/>
            <a:lstStyle/>
            <a:p>
              <a:endParaRPr lang="en-US"/>
            </a:p>
          </p:txBody>
        </p:sp>
        <p:sp>
          <p:nvSpPr>
            <p:cNvPr id="9321" name="AutoShape 56"/>
            <p:cNvSpPr/>
            <p:nvPr/>
          </p:nvSpPr>
          <p:spPr bwMode="auto">
            <a:xfrm>
              <a:off x="2438400" y="2027237"/>
              <a:ext cx="60325" cy="46038"/>
            </a:xfrm>
            <a:custGeom>
              <a:avLst/>
              <a:gdLst>
                <a:gd name="T0" fmla="*/ 0 w 21600"/>
                <a:gd name="T1" fmla="*/ 445765 h 21600"/>
                <a:gd name="T2" fmla="*/ 1314099 w 21600"/>
                <a:gd name="T3" fmla="*/ 0 h 21600"/>
                <a:gd name="T4" fmla="*/ 0 w 21600"/>
                <a:gd name="T5" fmla="*/ 445765 h 21600"/>
                <a:gd name="T6" fmla="*/ 0 w 21600"/>
                <a:gd name="T7" fmla="*/ 44576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8" y="14293"/>
                    <a:pt x="14331" y="7100"/>
                    <a:pt x="21600" y="0"/>
                  </a:cubicBezTo>
                  <a:cubicBezTo>
                    <a:pt x="14331" y="7100"/>
                    <a:pt x="7128" y="14293"/>
                    <a:pt x="0" y="21600"/>
                  </a:cubicBezTo>
                  <a:close/>
                  <a:moveTo>
                    <a:pt x="0" y="21600"/>
                  </a:moveTo>
                </a:path>
              </a:pathLst>
            </a:custGeom>
            <a:solidFill>
              <a:srgbClr val="4E96E2"/>
            </a:solidFill>
            <a:ln>
              <a:noFill/>
            </a:ln>
          </p:spPr>
          <p:txBody>
            <a:bodyPr lIns="0" tIns="0" rIns="0" bIns="0"/>
            <a:lstStyle/>
            <a:p>
              <a:endParaRPr lang="en-US"/>
            </a:p>
          </p:txBody>
        </p:sp>
        <p:sp>
          <p:nvSpPr>
            <p:cNvPr id="9322" name="AutoShape 57"/>
            <p:cNvSpPr/>
            <p:nvPr/>
          </p:nvSpPr>
          <p:spPr bwMode="auto">
            <a:xfrm>
              <a:off x="2362200" y="2090737"/>
              <a:ext cx="49213" cy="39688"/>
            </a:xfrm>
            <a:custGeom>
              <a:avLst/>
              <a:gdLst>
                <a:gd name="T0" fmla="*/ 0 w 21600"/>
                <a:gd name="T1" fmla="*/ 246192 h 21600"/>
                <a:gd name="T2" fmla="*/ 582049 w 21600"/>
                <a:gd name="T3" fmla="*/ 0 h 21600"/>
                <a:gd name="T4" fmla="*/ 0 w 21600"/>
                <a:gd name="T5" fmla="*/ 246192 h 21600"/>
                <a:gd name="T6" fmla="*/ 0 w 21600"/>
                <a:gd name="T7" fmla="*/ 24619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7" y="14313"/>
                    <a:pt x="14350" y="7125"/>
                    <a:pt x="21600" y="0"/>
                  </a:cubicBezTo>
                  <a:cubicBezTo>
                    <a:pt x="14350" y="7125"/>
                    <a:pt x="7137" y="14313"/>
                    <a:pt x="0" y="21600"/>
                  </a:cubicBezTo>
                  <a:close/>
                  <a:moveTo>
                    <a:pt x="0" y="21600"/>
                  </a:moveTo>
                </a:path>
              </a:pathLst>
            </a:custGeom>
            <a:solidFill>
              <a:srgbClr val="4E96E2"/>
            </a:solidFill>
            <a:ln>
              <a:noFill/>
            </a:ln>
          </p:spPr>
          <p:txBody>
            <a:bodyPr lIns="0" tIns="0" rIns="0" bIns="0"/>
            <a:lstStyle/>
            <a:p>
              <a:endParaRPr lang="en-US"/>
            </a:p>
          </p:txBody>
        </p:sp>
        <p:sp>
          <p:nvSpPr>
            <p:cNvPr id="9323" name="AutoShape 102"/>
            <p:cNvSpPr/>
            <p:nvPr/>
          </p:nvSpPr>
          <p:spPr bwMode="auto">
            <a:xfrm>
              <a:off x="1201738" y="2636837"/>
              <a:ext cx="6388100" cy="5181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0 h 21600"/>
                <a:gd name="T10" fmla="*/ 0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530" y="10051"/>
                  </a:moveTo>
                  <a:cubicBezTo>
                    <a:pt x="19558" y="13295"/>
                    <a:pt x="16414" y="15394"/>
                    <a:pt x="12873" y="15394"/>
                  </a:cubicBezTo>
                  <a:cubicBezTo>
                    <a:pt x="6901" y="15394"/>
                    <a:pt x="2060" y="9425"/>
                    <a:pt x="2060" y="2063"/>
                  </a:cubicBezTo>
                  <a:cubicBezTo>
                    <a:pt x="2060" y="1459"/>
                    <a:pt x="2093" y="864"/>
                    <a:pt x="2156" y="281"/>
                  </a:cubicBezTo>
                  <a:cubicBezTo>
                    <a:pt x="2214" y="186"/>
                    <a:pt x="2273" y="93"/>
                    <a:pt x="2332" y="0"/>
                  </a:cubicBezTo>
                  <a:cubicBezTo>
                    <a:pt x="872" y="2273"/>
                    <a:pt x="0" y="5145"/>
                    <a:pt x="0" y="8270"/>
                  </a:cubicBezTo>
                  <a:cubicBezTo>
                    <a:pt x="0" y="15632"/>
                    <a:pt x="4841" y="21600"/>
                    <a:pt x="10813" y="21600"/>
                  </a:cubicBezTo>
                  <a:cubicBezTo>
                    <a:pt x="16532" y="21600"/>
                    <a:pt x="21213" y="16127"/>
                    <a:pt x="21600" y="9198"/>
                  </a:cubicBezTo>
                  <a:cubicBezTo>
                    <a:pt x="21584" y="9485"/>
                    <a:pt x="21561" y="9770"/>
                    <a:pt x="21530" y="10051"/>
                  </a:cubicBezTo>
                  <a:close/>
                  <a:moveTo>
                    <a:pt x="21530" y="10051"/>
                  </a:moveTo>
                </a:path>
              </a:pathLst>
            </a:custGeom>
            <a:solidFill>
              <a:srgbClr val="3B4A58">
                <a:alpha val="29803"/>
              </a:srgbClr>
            </a:solidFill>
            <a:ln>
              <a:noFill/>
            </a:ln>
          </p:spPr>
          <p:txBody>
            <a:bodyPr lIns="0" tIns="0" rIns="0" bIns="0"/>
            <a:lstStyle/>
            <a:p>
              <a:endParaRPr lang="en-US"/>
            </a:p>
          </p:txBody>
        </p:sp>
      </p:grpSp>
      <p:grpSp>
        <p:nvGrpSpPr>
          <p:cNvPr id="8200" name="Group 6"/>
          <p:cNvGrpSpPr/>
          <p:nvPr/>
        </p:nvGrpSpPr>
        <p:grpSpPr bwMode="auto">
          <a:xfrm>
            <a:off x="1412875" y="8259802"/>
            <a:ext cx="8137525" cy="2827298"/>
            <a:chOff x="1412875" y="8259802"/>
            <a:chExt cx="8137525" cy="2827298"/>
          </a:xfrm>
        </p:grpSpPr>
        <p:sp>
          <p:nvSpPr>
            <p:cNvPr id="9267" name="Rectangle 115"/>
            <p:cNvSpPr/>
            <p:nvPr/>
          </p:nvSpPr>
          <p:spPr bwMode="auto">
            <a:xfrm>
              <a:off x="1412875" y="8259802"/>
              <a:ext cx="5798062" cy="1107996"/>
            </a:xfrm>
            <a:prstGeom prst="rect">
              <a:avLst/>
            </a:prstGeom>
            <a:noFill/>
            <a:ln>
              <a:noFill/>
            </a:ln>
          </p:spPr>
          <p:txBody>
            <a:bodyPr wrap="none" lIns="0" tIns="0" rIns="0" bIns="0" anchor="ctr">
              <a:spAutoFit/>
            </a:bodyPr>
            <a:lstStyle/>
            <a:p>
              <a:pPr algn="l"/>
              <a:r>
                <a:rPr lang="en-US" sz="7200" dirty="0">
                  <a:solidFill>
                    <a:srgbClr val="368FE2"/>
                  </a:solidFill>
                  <a:latin typeface="+mn-ea"/>
                  <a:ea typeface="+mn-ea"/>
                  <a:cs typeface="MS PGothic" panose="020B0600070205080204" charset="-128"/>
                  <a:sym typeface="Diavlo Black Regular" charset="0"/>
                </a:rPr>
                <a:t>PC</a:t>
              </a:r>
              <a:r>
                <a:rPr lang="zh-CN" altLang="en-US" sz="7200" dirty="0">
                  <a:solidFill>
                    <a:srgbClr val="368FE2"/>
                  </a:solidFill>
                  <a:latin typeface="+mn-ea"/>
                  <a:ea typeface="+mn-ea"/>
                  <a:cs typeface="MS PGothic" panose="020B0600070205080204" charset="-128"/>
                  <a:sym typeface="Diavlo Black Regular" charset="0"/>
                </a:rPr>
                <a:t>端网页设计</a:t>
              </a:r>
              <a:endParaRPr lang="en-US" sz="7200" dirty="0">
                <a:solidFill>
                  <a:srgbClr val="368FE2"/>
                </a:solidFill>
                <a:latin typeface="+mn-ea"/>
                <a:ea typeface="+mn-ea"/>
                <a:cs typeface="MS PGothic" panose="020B0600070205080204" charset="-128"/>
                <a:sym typeface="Diavlo Black Regular" charset="0"/>
              </a:endParaRPr>
            </a:p>
          </p:txBody>
        </p:sp>
        <p:sp>
          <p:nvSpPr>
            <p:cNvPr id="9268" name="Rectangle 116"/>
            <p:cNvSpPr/>
            <p:nvPr/>
          </p:nvSpPr>
          <p:spPr bwMode="auto">
            <a:xfrm>
              <a:off x="1435100" y="9334500"/>
              <a:ext cx="8115300" cy="1752600"/>
            </a:xfrm>
            <a:prstGeom prst="rect">
              <a:avLst/>
            </a:prstGeom>
            <a:noFill/>
            <a:ln>
              <a:noFill/>
            </a:ln>
          </p:spPr>
          <p:txBody>
            <a:bodyPr lIns="0" tIns="0" rIns="0" bIns="0" anchor="ctr"/>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点击输入文字内容点击输入文字点击输入文字内容点击输入文字内容点击输入文字内容</a:t>
              </a:r>
              <a:endParaRPr lang="en-US" altLang="zh-CN" sz="2400" dirty="0">
                <a:solidFill>
                  <a:srgbClr val="AFB6BA"/>
                </a:solidFill>
                <a:latin typeface="+mn-ea"/>
                <a:ea typeface="+mn-ea"/>
                <a:cs typeface="MS PGothic" panose="020B0600070205080204" charset="-128"/>
                <a:sym typeface="Open Sans" charset="0"/>
              </a:endParaRPr>
            </a:p>
          </p:txBody>
        </p:sp>
      </p:grpSp>
      <p:grpSp>
        <p:nvGrpSpPr>
          <p:cNvPr id="8201" name="Group 5"/>
          <p:cNvGrpSpPr/>
          <p:nvPr/>
        </p:nvGrpSpPr>
        <p:grpSpPr bwMode="auto">
          <a:xfrm>
            <a:off x="14592300" y="2379702"/>
            <a:ext cx="8064500" cy="2903498"/>
            <a:chOff x="14592300" y="2379702"/>
            <a:chExt cx="8064500" cy="2903498"/>
          </a:xfrm>
        </p:grpSpPr>
        <p:sp>
          <p:nvSpPr>
            <p:cNvPr id="9264" name="Rectangle 117"/>
            <p:cNvSpPr/>
            <p:nvPr/>
          </p:nvSpPr>
          <p:spPr bwMode="auto">
            <a:xfrm>
              <a:off x="14592300" y="2379702"/>
              <a:ext cx="5539978" cy="1107996"/>
            </a:xfrm>
            <a:prstGeom prst="rect">
              <a:avLst/>
            </a:prstGeom>
            <a:noFill/>
            <a:ln>
              <a:noFill/>
            </a:ln>
          </p:spPr>
          <p:txBody>
            <a:bodyPr wrap="none" lIns="0" tIns="0" rIns="0" bIns="0" anchor="ctr">
              <a:spAutoFit/>
            </a:bodyPr>
            <a:lstStyle/>
            <a:p>
              <a:pPr algn="l"/>
              <a:r>
                <a:rPr lang="zh-CN" altLang="en-US" sz="7200" dirty="0">
                  <a:solidFill>
                    <a:srgbClr val="FED164"/>
                  </a:solidFill>
                  <a:latin typeface="+mn-ea"/>
                  <a:ea typeface="+mn-ea"/>
                  <a:cs typeface="MS PGothic" panose="020B0600070205080204" charset="-128"/>
                  <a:sym typeface="Diavlo Black Regular" charset="0"/>
                </a:rPr>
                <a:t>交互界面设计</a:t>
              </a:r>
              <a:endParaRPr lang="en-US" sz="7200" dirty="0">
                <a:solidFill>
                  <a:srgbClr val="FED164"/>
                </a:solidFill>
                <a:latin typeface="+mn-ea"/>
                <a:ea typeface="+mn-ea"/>
                <a:cs typeface="MS PGothic" panose="020B0600070205080204" charset="-128"/>
                <a:sym typeface="Diavlo Black Regular" charset="0"/>
              </a:endParaRPr>
            </a:p>
          </p:txBody>
        </p:sp>
        <p:sp>
          <p:nvSpPr>
            <p:cNvPr id="9265" name="Rectangle 118"/>
            <p:cNvSpPr/>
            <p:nvPr/>
          </p:nvSpPr>
          <p:spPr bwMode="auto">
            <a:xfrm>
              <a:off x="17018000" y="3530600"/>
              <a:ext cx="5638800" cy="1752600"/>
            </a:xfrm>
            <a:prstGeom prst="rect">
              <a:avLst/>
            </a:prstGeom>
            <a:noFill/>
            <a:ln>
              <a:noFill/>
            </a:ln>
          </p:spPr>
          <p:txBody>
            <a:bodyPr lIns="0" tIns="0" rIns="0" bIns="0" anchor="ctr"/>
            <a:lstStyle/>
            <a:p>
              <a:pPr algn="l"/>
              <a:r>
                <a:rPr lang="zh-CN" altLang="en-US" sz="2400" dirty="0">
                  <a:solidFill>
                    <a:srgbClr val="AFB6BA"/>
                  </a:solidFill>
                  <a:latin typeface="+mj-ea"/>
                  <a:ea typeface="+mj-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sz="2400" dirty="0">
                <a:solidFill>
                  <a:srgbClr val="AFB6BA"/>
                </a:solidFill>
                <a:latin typeface="+mj-ea"/>
                <a:ea typeface="+mj-ea"/>
                <a:cs typeface="MS PGothic" panose="020B0600070205080204" charset="-128"/>
                <a:sym typeface="Open Sans" charset="0"/>
              </a:endParaRPr>
            </a:p>
          </p:txBody>
        </p:sp>
        <p:sp>
          <p:nvSpPr>
            <p:cNvPr id="9266" name="Rectangle 119"/>
            <p:cNvSpPr/>
            <p:nvPr/>
          </p:nvSpPr>
          <p:spPr bwMode="auto">
            <a:xfrm>
              <a:off x="14592300" y="36428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微软雅黑" panose="020B0503020204020204" charset="-122"/>
                  <a:ea typeface="MS PGothic" panose="020B0600070205080204" charset="-128"/>
                  <a:cs typeface="MS PGothic" panose="020B0600070205080204" charset="-128"/>
                  <a:sym typeface="Diavlo Bold Regular" charset="0"/>
                </a:rPr>
                <a:t>67</a:t>
              </a:r>
              <a:r>
                <a:rPr lang="en-US" sz="4800" dirty="0">
                  <a:solidFill>
                    <a:srgbClr val="2BC2A1"/>
                  </a:solidFill>
                  <a:latin typeface="Diavlo Book Regular" charset="0"/>
                  <a:ea typeface="MS PGothic" panose="020B0600070205080204" charset="-128"/>
                  <a:cs typeface="MS PGothic" panose="020B0600070205080204" charset="-128"/>
                  <a:sym typeface="Diavlo Book Regular" charset="0"/>
                </a:rPr>
                <a:t>%</a:t>
              </a:r>
              <a:endParaRPr lang="en-US" sz="4800" dirty="0">
                <a:solidFill>
                  <a:srgbClr val="2BC2A1"/>
                </a:solidFill>
                <a:latin typeface="Diavlo Book Regular" charset="0"/>
                <a:ea typeface="MS PGothic" panose="020B0600070205080204" charset="-128"/>
                <a:cs typeface="MS PGothic" panose="020B0600070205080204" charset="-128"/>
                <a:sym typeface="Diavlo Book Regular" charset="0"/>
              </a:endParaRPr>
            </a:p>
          </p:txBody>
        </p:sp>
      </p:grpSp>
      <p:grpSp>
        <p:nvGrpSpPr>
          <p:cNvPr id="2" name="Group 1"/>
          <p:cNvGrpSpPr/>
          <p:nvPr/>
        </p:nvGrpSpPr>
        <p:grpSpPr bwMode="auto">
          <a:xfrm>
            <a:off x="13455650" y="6757988"/>
            <a:ext cx="4643438" cy="7656512"/>
            <a:chOff x="13455650" y="6757988"/>
            <a:chExt cx="4643438" cy="7656512"/>
          </a:xfrm>
        </p:grpSpPr>
        <p:sp>
          <p:nvSpPr>
            <p:cNvPr id="9262" name="Line 1"/>
            <p:cNvSpPr>
              <a:spLocks noChangeShapeType="1"/>
            </p:cNvSpPr>
            <p:nvPr/>
          </p:nvSpPr>
          <p:spPr bwMode="auto">
            <a:xfrm>
              <a:off x="13550900" y="10452100"/>
              <a:ext cx="0" cy="3962400"/>
            </a:xfrm>
            <a:prstGeom prst="line">
              <a:avLst/>
            </a:prstGeom>
            <a:noFill/>
            <a:ln w="38100">
              <a:solidFill>
                <a:srgbClr val="FDA531"/>
              </a:solidFill>
              <a:prstDash val="sysDot"/>
              <a:miter lim="800000"/>
            </a:ln>
          </p:spPr>
          <p:txBody>
            <a:bodyPr lIns="0" tIns="0" rIns="0" bIns="0"/>
            <a:lstStyle/>
            <a:p>
              <a:endParaRPr lang="en-US"/>
            </a:p>
          </p:txBody>
        </p:sp>
        <p:sp>
          <p:nvSpPr>
            <p:cNvPr id="9263" name="Freeform 120"/>
            <p:cNvSpPr/>
            <p:nvPr/>
          </p:nvSpPr>
          <p:spPr bwMode="auto">
            <a:xfrm>
              <a:off x="13455650" y="6757988"/>
              <a:ext cx="4643438" cy="2565400"/>
            </a:xfrm>
            <a:custGeom>
              <a:avLst/>
              <a:gdLst>
                <a:gd name="T0" fmla="*/ 2147483647 w 21600"/>
                <a:gd name="T1" fmla="*/ 2147483647 h 20897"/>
                <a:gd name="T2" fmla="*/ 2147483647 w 21600"/>
                <a:gd name="T3" fmla="*/ 2147483647 h 20897"/>
                <a:gd name="T4" fmla="*/ 2147483647 w 21600"/>
                <a:gd name="T5" fmla="*/ 2147483647 h 20897"/>
                <a:gd name="T6" fmla="*/ 2147483647 w 21600"/>
                <a:gd name="T7" fmla="*/ 2147483647 h 20897"/>
                <a:gd name="T8" fmla="*/ 0 w 21600"/>
                <a:gd name="T9" fmla="*/ 2147483647 h 208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0897">
                  <a:moveTo>
                    <a:pt x="21600" y="19531"/>
                  </a:moveTo>
                  <a:cubicBezTo>
                    <a:pt x="21600" y="19531"/>
                    <a:pt x="21083" y="11978"/>
                    <a:pt x="16798" y="5352"/>
                  </a:cubicBezTo>
                  <a:cubicBezTo>
                    <a:pt x="12882" y="-703"/>
                    <a:pt x="9089" y="-348"/>
                    <a:pt x="7489" y="414"/>
                  </a:cubicBezTo>
                  <a:cubicBezTo>
                    <a:pt x="4489" y="1844"/>
                    <a:pt x="1310" y="4858"/>
                    <a:pt x="655" y="12878"/>
                  </a:cubicBezTo>
                  <a:cubicBezTo>
                    <a:pt x="0" y="20897"/>
                    <a:pt x="0" y="20897"/>
                    <a:pt x="0" y="20897"/>
                  </a:cubicBezTo>
                </a:path>
              </a:pathLst>
            </a:custGeom>
            <a:noFill/>
            <a:ln w="38100" cap="flat">
              <a:solidFill>
                <a:srgbClr val="FD9A00"/>
              </a:solidFill>
              <a:prstDash val="sysDot"/>
              <a:miter lim="800000"/>
              <a:headEnd type="none" w="med" len="med"/>
              <a:tailEnd type="none" w="med" len="med"/>
            </a:ln>
          </p:spPr>
          <p:txBody>
            <a:bodyPr lIns="0" tIns="0" rIns="0" bIns="0"/>
            <a:lstStyle/>
            <a:p>
              <a:endParaRPr lang="en-US"/>
            </a:p>
          </p:txBody>
        </p:sp>
      </p:grpSp>
      <p:grpSp>
        <p:nvGrpSpPr>
          <p:cNvPr id="8203" name="Group 142"/>
          <p:cNvGrpSpPr/>
          <p:nvPr/>
        </p:nvGrpSpPr>
        <p:grpSpPr bwMode="auto">
          <a:xfrm>
            <a:off x="12484100" y="7658100"/>
            <a:ext cx="2111375" cy="4171950"/>
            <a:chOff x="0" y="0"/>
            <a:chExt cx="1330" cy="2628"/>
          </a:xfrm>
        </p:grpSpPr>
        <p:sp>
          <p:nvSpPr>
            <p:cNvPr id="9241" name="AutoShape 121"/>
            <p:cNvSpPr/>
            <p:nvPr/>
          </p:nvSpPr>
          <p:spPr bwMode="auto">
            <a:xfrm>
              <a:off x="368" y="664"/>
              <a:ext cx="588" cy="402"/>
            </a:xfrm>
            <a:custGeom>
              <a:avLst/>
              <a:gdLst>
                <a:gd name="T0" fmla="*/ 0 w 19503"/>
                <a:gd name="T1" fmla="*/ 0 h 21594"/>
                <a:gd name="T2" fmla="*/ 0 w 19503"/>
                <a:gd name="T3" fmla="*/ 0 h 21594"/>
                <a:gd name="T4" fmla="*/ 0 w 19503"/>
                <a:gd name="T5" fmla="*/ 0 h 21594"/>
                <a:gd name="T6" fmla="*/ 0 w 19503"/>
                <a:gd name="T7" fmla="*/ 0 h 21594"/>
                <a:gd name="T8" fmla="*/ 0 w 19503"/>
                <a:gd name="T9" fmla="*/ 0 h 21594"/>
                <a:gd name="T10" fmla="*/ 0 w 19503"/>
                <a:gd name="T11" fmla="*/ 0 h 215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503" h="21594">
                  <a:moveTo>
                    <a:pt x="9757" y="21594"/>
                  </a:moveTo>
                  <a:cubicBezTo>
                    <a:pt x="14265" y="21590"/>
                    <a:pt x="20555" y="15037"/>
                    <a:pt x="19354" y="2453"/>
                  </a:cubicBezTo>
                  <a:cubicBezTo>
                    <a:pt x="16264" y="171"/>
                    <a:pt x="13282" y="-3"/>
                    <a:pt x="9750" y="0"/>
                  </a:cubicBezTo>
                  <a:cubicBezTo>
                    <a:pt x="6219" y="3"/>
                    <a:pt x="3237" y="181"/>
                    <a:pt x="148" y="2468"/>
                  </a:cubicBezTo>
                  <a:cubicBezTo>
                    <a:pt x="-1045" y="15054"/>
                    <a:pt x="5249" y="21597"/>
                    <a:pt x="9757" y="21594"/>
                  </a:cubicBezTo>
                  <a:close/>
                  <a:moveTo>
                    <a:pt x="9757" y="21594"/>
                  </a:moveTo>
                </a:path>
              </a:pathLst>
            </a:custGeom>
            <a:solidFill>
              <a:srgbClr val="808083"/>
            </a:solidFill>
            <a:ln>
              <a:noFill/>
            </a:ln>
          </p:spPr>
          <p:txBody>
            <a:bodyPr lIns="0" tIns="0" rIns="0" bIns="0"/>
            <a:lstStyle/>
            <a:p>
              <a:endParaRPr lang="en-US"/>
            </a:p>
          </p:txBody>
        </p:sp>
        <p:sp>
          <p:nvSpPr>
            <p:cNvPr id="9242" name="AutoShape 122"/>
            <p:cNvSpPr/>
            <p:nvPr/>
          </p:nvSpPr>
          <p:spPr bwMode="auto">
            <a:xfrm>
              <a:off x="376" y="768"/>
              <a:ext cx="583" cy="296"/>
            </a:xfrm>
            <a:custGeom>
              <a:avLst/>
              <a:gdLst>
                <a:gd name="T0" fmla="*/ 0 w 21600"/>
                <a:gd name="T1" fmla="*/ 0 h 21592"/>
                <a:gd name="T2" fmla="*/ 0 w 21600"/>
                <a:gd name="T3" fmla="*/ 0 h 21592"/>
                <a:gd name="T4" fmla="*/ 0 w 21600"/>
                <a:gd name="T5" fmla="*/ 0 h 21592"/>
                <a:gd name="T6" fmla="*/ 0 w 21600"/>
                <a:gd name="T7" fmla="*/ 0 h 21592"/>
                <a:gd name="T8" fmla="*/ 0 w 21600"/>
                <a:gd name="T9" fmla="*/ 0 h 21592"/>
                <a:gd name="T10" fmla="*/ 0 w 21600"/>
                <a:gd name="T11" fmla="*/ 0 h 215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592">
                  <a:moveTo>
                    <a:pt x="10805" y="21592"/>
                  </a:moveTo>
                  <a:cubicBezTo>
                    <a:pt x="15097" y="21587"/>
                    <a:pt x="20838" y="15115"/>
                    <a:pt x="21600" y="2611"/>
                  </a:cubicBezTo>
                  <a:cubicBezTo>
                    <a:pt x="18182" y="549"/>
                    <a:pt x="14724" y="-4"/>
                    <a:pt x="10800" y="0"/>
                  </a:cubicBezTo>
                  <a:cubicBezTo>
                    <a:pt x="6875" y="3"/>
                    <a:pt x="3418" y="563"/>
                    <a:pt x="0" y="2631"/>
                  </a:cubicBezTo>
                  <a:cubicBezTo>
                    <a:pt x="769" y="15134"/>
                    <a:pt x="6512" y="21596"/>
                    <a:pt x="10805" y="21592"/>
                  </a:cubicBezTo>
                  <a:close/>
                  <a:moveTo>
                    <a:pt x="10805" y="21592"/>
                  </a:moveTo>
                </a:path>
              </a:pathLst>
            </a:custGeom>
            <a:solidFill>
              <a:srgbClr val="919397"/>
            </a:solidFill>
            <a:ln>
              <a:noFill/>
            </a:ln>
          </p:spPr>
          <p:txBody>
            <a:bodyPr lIns="0" tIns="0" rIns="0" bIns="0"/>
            <a:lstStyle/>
            <a:p>
              <a:endParaRPr lang="en-US"/>
            </a:p>
          </p:txBody>
        </p:sp>
        <p:sp>
          <p:nvSpPr>
            <p:cNvPr id="9243" name="AutoShape 123"/>
            <p:cNvSpPr/>
            <p:nvPr/>
          </p:nvSpPr>
          <p:spPr bwMode="auto">
            <a:xfrm>
              <a:off x="263" y="0"/>
              <a:ext cx="806" cy="703"/>
            </a:xfrm>
            <a:custGeom>
              <a:avLst/>
              <a:gdLst>
                <a:gd name="T0" fmla="*/ 0 w 21598"/>
                <a:gd name="T1" fmla="*/ 0 h 21600"/>
                <a:gd name="T2" fmla="*/ 0 w 21598"/>
                <a:gd name="T3" fmla="*/ 0 h 21600"/>
                <a:gd name="T4" fmla="*/ 0 w 21598"/>
                <a:gd name="T5" fmla="*/ 0 h 21600"/>
                <a:gd name="T6" fmla="*/ 0 w 21598"/>
                <a:gd name="T7" fmla="*/ 0 h 21600"/>
                <a:gd name="T8" fmla="*/ 0 w 21598"/>
                <a:gd name="T9" fmla="*/ 0 h 21600"/>
                <a:gd name="T10" fmla="*/ 0 w 21598"/>
                <a:gd name="T11" fmla="*/ 0 h 21600"/>
                <a:gd name="T12" fmla="*/ 0 w 21598"/>
                <a:gd name="T13" fmla="*/ 0 h 21600"/>
                <a:gd name="T14" fmla="*/ 0 w 21598"/>
                <a:gd name="T15" fmla="*/ 0 h 21600"/>
                <a:gd name="T16" fmla="*/ 0 w 21598"/>
                <a:gd name="T17" fmla="*/ 0 h 21600"/>
                <a:gd name="T18" fmla="*/ 0 w 21598"/>
                <a:gd name="T19" fmla="*/ 0 h 21600"/>
                <a:gd name="T20" fmla="*/ 0 w 21598"/>
                <a:gd name="T21" fmla="*/ 0 h 21600"/>
                <a:gd name="T22" fmla="*/ 0 w 21598"/>
                <a:gd name="T23" fmla="*/ 0 h 21600"/>
                <a:gd name="T24" fmla="*/ 0 w 21598"/>
                <a:gd name="T25" fmla="*/ 0 h 21600"/>
                <a:gd name="T26" fmla="*/ 0 w 21598"/>
                <a:gd name="T27" fmla="*/ 0 h 21600"/>
                <a:gd name="T28" fmla="*/ 0 w 21598"/>
                <a:gd name="T29" fmla="*/ 0 h 21600"/>
                <a:gd name="T30" fmla="*/ 0 w 21598"/>
                <a:gd name="T31" fmla="*/ 0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598" h="21600">
                  <a:moveTo>
                    <a:pt x="3418" y="21600"/>
                  </a:moveTo>
                  <a:cubicBezTo>
                    <a:pt x="5783" y="20472"/>
                    <a:pt x="8094" y="20379"/>
                    <a:pt x="10805" y="20377"/>
                  </a:cubicBezTo>
                  <a:cubicBezTo>
                    <a:pt x="13513" y="20376"/>
                    <a:pt x="15822" y="20466"/>
                    <a:pt x="18184" y="21587"/>
                  </a:cubicBezTo>
                  <a:cubicBezTo>
                    <a:pt x="19938" y="18831"/>
                    <a:pt x="20242" y="17119"/>
                    <a:pt x="20688" y="14773"/>
                  </a:cubicBezTo>
                  <a:cubicBezTo>
                    <a:pt x="21600" y="9976"/>
                    <a:pt x="21598" y="5522"/>
                    <a:pt x="21598" y="5522"/>
                  </a:cubicBezTo>
                  <a:cubicBezTo>
                    <a:pt x="21598" y="5522"/>
                    <a:pt x="18535" y="6826"/>
                    <a:pt x="18224" y="8266"/>
                  </a:cubicBezTo>
                  <a:cubicBezTo>
                    <a:pt x="17974" y="4320"/>
                    <a:pt x="18774" y="1521"/>
                    <a:pt x="18774" y="1521"/>
                  </a:cubicBezTo>
                  <a:cubicBezTo>
                    <a:pt x="18774" y="1521"/>
                    <a:pt x="14209" y="4203"/>
                    <a:pt x="13951" y="8014"/>
                  </a:cubicBezTo>
                  <a:cubicBezTo>
                    <a:pt x="13429" y="2924"/>
                    <a:pt x="10790" y="0"/>
                    <a:pt x="10790" y="0"/>
                  </a:cubicBezTo>
                  <a:cubicBezTo>
                    <a:pt x="10790" y="0"/>
                    <a:pt x="8003" y="3425"/>
                    <a:pt x="7569" y="8451"/>
                  </a:cubicBezTo>
                  <a:cubicBezTo>
                    <a:pt x="7266" y="5393"/>
                    <a:pt x="3575" y="3351"/>
                    <a:pt x="3575" y="3351"/>
                  </a:cubicBezTo>
                  <a:cubicBezTo>
                    <a:pt x="3575" y="3351"/>
                    <a:pt x="4139" y="5638"/>
                    <a:pt x="3852" y="8991"/>
                  </a:cubicBezTo>
                  <a:cubicBezTo>
                    <a:pt x="3536" y="7206"/>
                    <a:pt x="0" y="6067"/>
                    <a:pt x="0" y="6067"/>
                  </a:cubicBezTo>
                  <a:cubicBezTo>
                    <a:pt x="0" y="6067"/>
                    <a:pt x="392" y="10133"/>
                    <a:pt x="1188" y="14455"/>
                  </a:cubicBezTo>
                  <a:cubicBezTo>
                    <a:pt x="1636" y="16885"/>
                    <a:pt x="2178" y="19333"/>
                    <a:pt x="3418" y="21600"/>
                  </a:cubicBezTo>
                  <a:close/>
                  <a:moveTo>
                    <a:pt x="3418" y="21600"/>
                  </a:moveTo>
                </a:path>
              </a:pathLst>
            </a:custGeom>
            <a:solidFill>
              <a:srgbClr val="FE7038"/>
            </a:solidFill>
            <a:ln>
              <a:noFill/>
            </a:ln>
          </p:spPr>
          <p:txBody>
            <a:bodyPr lIns="0" tIns="0" rIns="0" bIns="0"/>
            <a:lstStyle/>
            <a:p>
              <a:endParaRPr lang="en-US"/>
            </a:p>
          </p:txBody>
        </p:sp>
        <p:sp>
          <p:nvSpPr>
            <p:cNvPr id="9244" name="AutoShape 124"/>
            <p:cNvSpPr/>
            <p:nvPr/>
          </p:nvSpPr>
          <p:spPr bwMode="auto">
            <a:xfrm>
              <a:off x="384" y="288"/>
              <a:ext cx="581" cy="39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600" h="21600">
                  <a:moveTo>
                    <a:pt x="10387" y="20514"/>
                  </a:moveTo>
                  <a:cubicBezTo>
                    <a:pt x="13238" y="20512"/>
                    <a:pt x="15770" y="20603"/>
                    <a:pt x="18258" y="21526"/>
                  </a:cubicBezTo>
                  <a:cubicBezTo>
                    <a:pt x="20563" y="17171"/>
                    <a:pt x="21600" y="5150"/>
                    <a:pt x="21600" y="5150"/>
                  </a:cubicBezTo>
                  <a:cubicBezTo>
                    <a:pt x="21600" y="5150"/>
                    <a:pt x="17663" y="7185"/>
                    <a:pt x="17362" y="9231"/>
                  </a:cubicBezTo>
                  <a:cubicBezTo>
                    <a:pt x="16949" y="5709"/>
                    <a:pt x="17086" y="2618"/>
                    <a:pt x="17086" y="2618"/>
                  </a:cubicBezTo>
                  <a:cubicBezTo>
                    <a:pt x="17086" y="2618"/>
                    <a:pt x="13656" y="5212"/>
                    <a:pt x="13226" y="8093"/>
                  </a:cubicBezTo>
                  <a:cubicBezTo>
                    <a:pt x="12733" y="3736"/>
                    <a:pt x="10292" y="0"/>
                    <a:pt x="10292" y="0"/>
                  </a:cubicBezTo>
                  <a:cubicBezTo>
                    <a:pt x="10292" y="0"/>
                    <a:pt x="7736" y="3548"/>
                    <a:pt x="7159" y="8878"/>
                  </a:cubicBezTo>
                  <a:cubicBezTo>
                    <a:pt x="6718" y="5649"/>
                    <a:pt x="4277" y="3805"/>
                    <a:pt x="4130" y="3705"/>
                  </a:cubicBezTo>
                  <a:cubicBezTo>
                    <a:pt x="4130" y="3705"/>
                    <a:pt x="3603" y="6205"/>
                    <a:pt x="3172" y="8864"/>
                  </a:cubicBezTo>
                  <a:cubicBezTo>
                    <a:pt x="2873" y="7080"/>
                    <a:pt x="0" y="5166"/>
                    <a:pt x="0" y="5166"/>
                  </a:cubicBezTo>
                  <a:cubicBezTo>
                    <a:pt x="0" y="5166"/>
                    <a:pt x="266" y="17844"/>
                    <a:pt x="2355" y="21599"/>
                  </a:cubicBezTo>
                  <a:cubicBezTo>
                    <a:pt x="2354" y="21600"/>
                    <a:pt x="2354" y="21600"/>
                    <a:pt x="2352" y="21600"/>
                  </a:cubicBezTo>
                  <a:cubicBezTo>
                    <a:pt x="4892" y="20616"/>
                    <a:pt x="7473" y="20516"/>
                    <a:pt x="10387" y="20514"/>
                  </a:cubicBezTo>
                  <a:close/>
                  <a:moveTo>
                    <a:pt x="10387" y="20514"/>
                  </a:moveTo>
                </a:path>
              </a:pathLst>
            </a:custGeom>
            <a:solidFill>
              <a:srgbClr val="F6EB11"/>
            </a:solidFill>
            <a:ln>
              <a:noFill/>
            </a:ln>
          </p:spPr>
          <p:txBody>
            <a:bodyPr lIns="0" tIns="0" rIns="0" bIns="0"/>
            <a:lstStyle/>
            <a:p>
              <a:endParaRPr lang="en-US"/>
            </a:p>
          </p:txBody>
        </p:sp>
        <p:sp>
          <p:nvSpPr>
            <p:cNvPr id="9245" name="AutoShape 125"/>
            <p:cNvSpPr/>
            <p:nvPr/>
          </p:nvSpPr>
          <p:spPr bwMode="auto">
            <a:xfrm>
              <a:off x="407" y="872"/>
              <a:ext cx="524" cy="189"/>
            </a:xfrm>
            <a:custGeom>
              <a:avLst/>
              <a:gdLst>
                <a:gd name="T0" fmla="*/ 0 w 21600"/>
                <a:gd name="T1" fmla="*/ 0 h 21591"/>
                <a:gd name="T2" fmla="*/ 0 w 21600"/>
                <a:gd name="T3" fmla="*/ 0 h 21591"/>
                <a:gd name="T4" fmla="*/ 0 w 21600"/>
                <a:gd name="T5" fmla="*/ 0 h 21591"/>
                <a:gd name="T6" fmla="*/ 0 w 21600"/>
                <a:gd name="T7" fmla="*/ 0 h 21591"/>
                <a:gd name="T8" fmla="*/ 0 w 21600"/>
                <a:gd name="T9" fmla="*/ 0 h 21591"/>
                <a:gd name="T10" fmla="*/ 0 w 21600"/>
                <a:gd name="T11" fmla="*/ 0 h 2159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591">
                  <a:moveTo>
                    <a:pt x="10803" y="21592"/>
                  </a:moveTo>
                  <a:cubicBezTo>
                    <a:pt x="14564" y="21585"/>
                    <a:pt x="19322" y="15319"/>
                    <a:pt x="21600" y="3124"/>
                  </a:cubicBezTo>
                  <a:cubicBezTo>
                    <a:pt x="18188" y="685"/>
                    <a:pt x="14700" y="-4"/>
                    <a:pt x="10800" y="0"/>
                  </a:cubicBezTo>
                  <a:cubicBezTo>
                    <a:pt x="6899" y="7"/>
                    <a:pt x="3411" y="705"/>
                    <a:pt x="0" y="3153"/>
                  </a:cubicBezTo>
                  <a:cubicBezTo>
                    <a:pt x="2283" y="15342"/>
                    <a:pt x="7042" y="21596"/>
                    <a:pt x="10803" y="21592"/>
                  </a:cubicBezTo>
                  <a:close/>
                  <a:moveTo>
                    <a:pt x="10803" y="21592"/>
                  </a:moveTo>
                </a:path>
              </a:pathLst>
            </a:custGeom>
            <a:solidFill>
              <a:srgbClr val="A5A8AA"/>
            </a:solidFill>
            <a:ln>
              <a:noFill/>
            </a:ln>
          </p:spPr>
          <p:txBody>
            <a:bodyPr lIns="0" tIns="0" rIns="0" bIns="0"/>
            <a:lstStyle/>
            <a:p>
              <a:endParaRPr lang="en-US"/>
            </a:p>
          </p:txBody>
        </p:sp>
        <p:sp>
          <p:nvSpPr>
            <p:cNvPr id="9246" name="AutoShape 126"/>
            <p:cNvSpPr/>
            <p:nvPr/>
          </p:nvSpPr>
          <p:spPr bwMode="auto">
            <a:xfrm>
              <a:off x="304" y="944"/>
              <a:ext cx="717" cy="1684"/>
            </a:xfrm>
            <a:custGeom>
              <a:avLst/>
              <a:gdLst>
                <a:gd name="T0" fmla="*/ 0 w 21585"/>
                <a:gd name="T1" fmla="*/ 1 h 21599"/>
                <a:gd name="T2" fmla="*/ 0 w 21585"/>
                <a:gd name="T3" fmla="*/ 0 h 21599"/>
                <a:gd name="T4" fmla="*/ 0 w 21585"/>
                <a:gd name="T5" fmla="*/ 0 h 21599"/>
                <a:gd name="T6" fmla="*/ 0 w 21585"/>
                <a:gd name="T7" fmla="*/ 0 h 21599"/>
                <a:gd name="T8" fmla="*/ 0 w 21585"/>
                <a:gd name="T9" fmla="*/ 0 h 21599"/>
                <a:gd name="T10" fmla="*/ 0 w 21585"/>
                <a:gd name="T11" fmla="*/ 0 h 21599"/>
                <a:gd name="T12" fmla="*/ 0 w 21585"/>
                <a:gd name="T13" fmla="*/ 1 h 21599"/>
                <a:gd name="T14" fmla="*/ 0 w 21585"/>
                <a:gd name="T15" fmla="*/ 1 h 2159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585" h="21599">
                  <a:moveTo>
                    <a:pt x="10806" y="21599"/>
                  </a:moveTo>
                  <a:cubicBezTo>
                    <a:pt x="10806" y="21599"/>
                    <a:pt x="21595" y="18075"/>
                    <a:pt x="21586" y="9733"/>
                  </a:cubicBezTo>
                  <a:cubicBezTo>
                    <a:pt x="21580" y="5087"/>
                    <a:pt x="20216" y="2213"/>
                    <a:pt x="18849" y="462"/>
                  </a:cubicBezTo>
                  <a:cubicBezTo>
                    <a:pt x="16931" y="170"/>
                    <a:pt x="14100" y="-1"/>
                    <a:pt x="10782" y="0"/>
                  </a:cubicBezTo>
                  <a:cubicBezTo>
                    <a:pt x="7464" y="0"/>
                    <a:pt x="4633" y="172"/>
                    <a:pt x="2716" y="465"/>
                  </a:cubicBezTo>
                  <a:cubicBezTo>
                    <a:pt x="1353" y="2217"/>
                    <a:pt x="-5" y="5091"/>
                    <a:pt x="0" y="9738"/>
                  </a:cubicBezTo>
                  <a:cubicBezTo>
                    <a:pt x="10" y="18080"/>
                    <a:pt x="10806" y="21599"/>
                    <a:pt x="10806" y="21599"/>
                  </a:cubicBezTo>
                  <a:close/>
                  <a:moveTo>
                    <a:pt x="10806" y="21599"/>
                  </a:moveTo>
                </a:path>
              </a:pathLst>
            </a:custGeom>
            <a:solidFill>
              <a:srgbClr val="CFD1D3"/>
            </a:solidFill>
            <a:ln>
              <a:noFill/>
            </a:ln>
          </p:spPr>
          <p:txBody>
            <a:bodyPr lIns="0" tIns="0" rIns="0" bIns="0"/>
            <a:lstStyle/>
            <a:p>
              <a:endParaRPr lang="en-US"/>
            </a:p>
          </p:txBody>
        </p:sp>
        <p:sp>
          <p:nvSpPr>
            <p:cNvPr id="9247" name="AutoShape 127"/>
            <p:cNvSpPr/>
            <p:nvPr/>
          </p:nvSpPr>
          <p:spPr bwMode="auto">
            <a:xfrm>
              <a:off x="480" y="2376"/>
              <a:ext cx="378" cy="246"/>
            </a:xfrm>
            <a:custGeom>
              <a:avLst/>
              <a:gdLst>
                <a:gd name="T0" fmla="*/ 0 w 21600"/>
                <a:gd name="T1" fmla="*/ 0 h 21597"/>
                <a:gd name="T2" fmla="*/ 0 w 21600"/>
                <a:gd name="T3" fmla="*/ 0 h 21597"/>
                <a:gd name="T4" fmla="*/ 0 w 21600"/>
                <a:gd name="T5" fmla="*/ 0 h 21597"/>
                <a:gd name="T6" fmla="*/ 0 w 21600"/>
                <a:gd name="T7" fmla="*/ 0 h 21597"/>
                <a:gd name="T8" fmla="*/ 0 w 21600"/>
                <a:gd name="T9" fmla="*/ 0 h 21597"/>
                <a:gd name="T10" fmla="*/ 0 w 21600"/>
                <a:gd name="T11" fmla="*/ 0 h 215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597">
                  <a:moveTo>
                    <a:pt x="10806" y="21597"/>
                  </a:moveTo>
                  <a:cubicBezTo>
                    <a:pt x="10806" y="21597"/>
                    <a:pt x="16308" y="15125"/>
                    <a:pt x="21600" y="949"/>
                  </a:cubicBezTo>
                  <a:cubicBezTo>
                    <a:pt x="18114" y="324"/>
                    <a:pt x="14502" y="-3"/>
                    <a:pt x="10800" y="0"/>
                  </a:cubicBezTo>
                  <a:cubicBezTo>
                    <a:pt x="7097" y="2"/>
                    <a:pt x="3486" y="336"/>
                    <a:pt x="0" y="965"/>
                  </a:cubicBezTo>
                  <a:cubicBezTo>
                    <a:pt x="5301" y="15133"/>
                    <a:pt x="10806" y="21597"/>
                    <a:pt x="10806" y="21597"/>
                  </a:cubicBezTo>
                  <a:close/>
                  <a:moveTo>
                    <a:pt x="10806" y="21597"/>
                  </a:moveTo>
                </a:path>
              </a:pathLst>
            </a:custGeom>
            <a:solidFill>
              <a:srgbClr val="EF0A67"/>
            </a:solidFill>
            <a:ln>
              <a:noFill/>
            </a:ln>
          </p:spPr>
          <p:txBody>
            <a:bodyPr lIns="0" tIns="0" rIns="0" bIns="0"/>
            <a:lstStyle/>
            <a:p>
              <a:endParaRPr lang="en-US"/>
            </a:p>
          </p:txBody>
        </p:sp>
        <p:sp>
          <p:nvSpPr>
            <p:cNvPr id="9248" name="AutoShape 128"/>
            <p:cNvSpPr/>
            <p:nvPr/>
          </p:nvSpPr>
          <p:spPr bwMode="auto">
            <a:xfrm>
              <a:off x="304" y="1392"/>
              <a:ext cx="717" cy="552"/>
            </a:xfrm>
            <a:custGeom>
              <a:avLst/>
              <a:gdLst>
                <a:gd name="T0" fmla="*/ 0 w 21597"/>
                <a:gd name="T1" fmla="*/ 0 h 21598"/>
                <a:gd name="T2" fmla="*/ 0 w 21597"/>
                <a:gd name="T3" fmla="*/ 0 h 21598"/>
                <a:gd name="T4" fmla="*/ 0 w 21597"/>
                <a:gd name="T5" fmla="*/ 0 h 21598"/>
                <a:gd name="T6" fmla="*/ 0 w 21597"/>
                <a:gd name="T7" fmla="*/ 0 h 21598"/>
                <a:gd name="T8" fmla="*/ 0 w 21597"/>
                <a:gd name="T9" fmla="*/ 0 h 21598"/>
                <a:gd name="T10" fmla="*/ 0 w 21597"/>
                <a:gd name="T11" fmla="*/ 0 h 21598"/>
                <a:gd name="T12" fmla="*/ 0 w 21597"/>
                <a:gd name="T13" fmla="*/ 0 h 21598"/>
                <a:gd name="T14" fmla="*/ 0 w 21597"/>
                <a:gd name="T15" fmla="*/ 0 h 21598"/>
                <a:gd name="T16" fmla="*/ 0 w 21597"/>
                <a:gd name="T17" fmla="*/ 0 h 21598"/>
                <a:gd name="T18" fmla="*/ 0 w 21597"/>
                <a:gd name="T19" fmla="*/ 0 h 215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97" h="21598">
                  <a:moveTo>
                    <a:pt x="549" y="21598"/>
                  </a:moveTo>
                  <a:cubicBezTo>
                    <a:pt x="3720" y="20677"/>
                    <a:pt x="7179" y="20169"/>
                    <a:pt x="10801" y="20167"/>
                  </a:cubicBezTo>
                  <a:cubicBezTo>
                    <a:pt x="14423" y="20165"/>
                    <a:pt x="17883" y="20668"/>
                    <a:pt x="21055" y="21585"/>
                  </a:cubicBezTo>
                  <a:cubicBezTo>
                    <a:pt x="21399" y="18660"/>
                    <a:pt x="21598" y="15473"/>
                    <a:pt x="21597" y="12015"/>
                  </a:cubicBezTo>
                  <a:cubicBezTo>
                    <a:pt x="21595" y="8111"/>
                    <a:pt x="21490" y="4619"/>
                    <a:pt x="21311" y="1495"/>
                  </a:cubicBezTo>
                  <a:cubicBezTo>
                    <a:pt x="18067" y="530"/>
                    <a:pt x="14516" y="-2"/>
                    <a:pt x="10794" y="0"/>
                  </a:cubicBezTo>
                  <a:cubicBezTo>
                    <a:pt x="7071" y="3"/>
                    <a:pt x="3520" y="539"/>
                    <a:pt x="278" y="1509"/>
                  </a:cubicBezTo>
                  <a:cubicBezTo>
                    <a:pt x="101" y="4633"/>
                    <a:pt x="-2" y="8125"/>
                    <a:pt x="0" y="12028"/>
                  </a:cubicBezTo>
                  <a:cubicBezTo>
                    <a:pt x="1" y="15487"/>
                    <a:pt x="202" y="18673"/>
                    <a:pt x="549" y="21598"/>
                  </a:cubicBezTo>
                  <a:close/>
                  <a:moveTo>
                    <a:pt x="549" y="21598"/>
                  </a:moveTo>
                </a:path>
              </a:pathLst>
            </a:custGeom>
            <a:solidFill>
              <a:srgbClr val="E6E6E8"/>
            </a:solidFill>
            <a:ln>
              <a:noFill/>
            </a:ln>
          </p:spPr>
          <p:txBody>
            <a:bodyPr lIns="0" tIns="0" rIns="0" bIns="0"/>
            <a:lstStyle/>
            <a:p>
              <a:endParaRPr lang="en-US"/>
            </a:p>
          </p:txBody>
        </p:sp>
        <p:sp>
          <p:nvSpPr>
            <p:cNvPr id="9249" name="AutoShape 129"/>
            <p:cNvSpPr/>
            <p:nvPr/>
          </p:nvSpPr>
          <p:spPr bwMode="auto">
            <a:xfrm>
              <a:off x="304" y="944"/>
              <a:ext cx="359" cy="1684"/>
            </a:xfrm>
            <a:custGeom>
              <a:avLst/>
              <a:gdLst>
                <a:gd name="T0" fmla="*/ 0 w 21589"/>
                <a:gd name="T1" fmla="*/ 1 h 21600"/>
                <a:gd name="T2" fmla="*/ 0 w 21589"/>
                <a:gd name="T3" fmla="*/ 1 h 21600"/>
                <a:gd name="T4" fmla="*/ 0 w 21589"/>
                <a:gd name="T5" fmla="*/ 0 h 21600"/>
                <a:gd name="T6" fmla="*/ 0 w 21589"/>
                <a:gd name="T7" fmla="*/ 0 h 21600"/>
                <a:gd name="T8" fmla="*/ 0 w 21589"/>
                <a:gd name="T9" fmla="*/ 0 h 21600"/>
                <a:gd name="T10" fmla="*/ 0 w 21589"/>
                <a:gd name="T11" fmla="*/ 1 h 21600"/>
                <a:gd name="T12" fmla="*/ 0 w 21589"/>
                <a:gd name="T13" fmla="*/ 1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589" h="21600">
                  <a:moveTo>
                    <a:pt x="21589" y="21600"/>
                  </a:moveTo>
                  <a:lnTo>
                    <a:pt x="21589" y="21600"/>
                  </a:lnTo>
                  <a:lnTo>
                    <a:pt x="21540" y="0"/>
                  </a:lnTo>
                  <a:cubicBezTo>
                    <a:pt x="14911" y="1"/>
                    <a:pt x="9255" y="173"/>
                    <a:pt x="5425" y="465"/>
                  </a:cubicBezTo>
                  <a:cubicBezTo>
                    <a:pt x="2702" y="2218"/>
                    <a:pt x="-11" y="5091"/>
                    <a:pt x="0" y="9738"/>
                  </a:cubicBezTo>
                  <a:cubicBezTo>
                    <a:pt x="19" y="18081"/>
                    <a:pt x="21589" y="21600"/>
                    <a:pt x="21589" y="21600"/>
                  </a:cubicBezTo>
                  <a:close/>
                  <a:moveTo>
                    <a:pt x="21589" y="21600"/>
                  </a:moveTo>
                </a:path>
              </a:pathLst>
            </a:custGeom>
            <a:solidFill>
              <a:srgbClr val="161C21">
                <a:alpha val="9804"/>
              </a:srgbClr>
            </a:solidFill>
            <a:ln>
              <a:noFill/>
            </a:ln>
          </p:spPr>
          <p:txBody>
            <a:bodyPr lIns="0" tIns="0" rIns="0" bIns="0"/>
            <a:lstStyle/>
            <a:p>
              <a:endParaRPr lang="en-US"/>
            </a:p>
          </p:txBody>
        </p:sp>
        <p:sp>
          <p:nvSpPr>
            <p:cNvPr id="9250" name="AutoShape 130"/>
            <p:cNvSpPr/>
            <p:nvPr/>
          </p:nvSpPr>
          <p:spPr bwMode="auto">
            <a:xfrm>
              <a:off x="400" y="1496"/>
              <a:ext cx="531" cy="85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600">
                  <a:moveTo>
                    <a:pt x="12005" y="17497"/>
                  </a:moveTo>
                  <a:cubicBezTo>
                    <a:pt x="12005" y="17385"/>
                    <a:pt x="11859" y="17294"/>
                    <a:pt x="11678" y="17294"/>
                  </a:cubicBezTo>
                  <a:cubicBezTo>
                    <a:pt x="11497" y="17294"/>
                    <a:pt x="11351" y="17385"/>
                    <a:pt x="11351" y="17497"/>
                  </a:cubicBezTo>
                  <a:cubicBezTo>
                    <a:pt x="11351" y="17610"/>
                    <a:pt x="11497" y="17701"/>
                    <a:pt x="11678" y="17701"/>
                  </a:cubicBezTo>
                  <a:cubicBezTo>
                    <a:pt x="11859" y="17700"/>
                    <a:pt x="12005" y="17609"/>
                    <a:pt x="12005" y="17497"/>
                  </a:cubicBezTo>
                  <a:close/>
                  <a:moveTo>
                    <a:pt x="11681" y="21600"/>
                  </a:moveTo>
                  <a:cubicBezTo>
                    <a:pt x="11862" y="21600"/>
                    <a:pt x="12008" y="21509"/>
                    <a:pt x="12008" y="21396"/>
                  </a:cubicBezTo>
                  <a:cubicBezTo>
                    <a:pt x="12008" y="21284"/>
                    <a:pt x="11862" y="21193"/>
                    <a:pt x="11681" y="21193"/>
                  </a:cubicBezTo>
                  <a:cubicBezTo>
                    <a:pt x="11500" y="21193"/>
                    <a:pt x="11354" y="21284"/>
                    <a:pt x="11354" y="21397"/>
                  </a:cubicBezTo>
                  <a:cubicBezTo>
                    <a:pt x="11354" y="21509"/>
                    <a:pt x="11501" y="21600"/>
                    <a:pt x="11681" y="21600"/>
                  </a:cubicBezTo>
                  <a:close/>
                  <a:moveTo>
                    <a:pt x="655" y="10482"/>
                  </a:moveTo>
                  <a:cubicBezTo>
                    <a:pt x="654" y="10370"/>
                    <a:pt x="508" y="10279"/>
                    <a:pt x="327" y="10279"/>
                  </a:cubicBezTo>
                  <a:cubicBezTo>
                    <a:pt x="146" y="10279"/>
                    <a:pt x="0" y="10370"/>
                    <a:pt x="0" y="10482"/>
                  </a:cubicBezTo>
                  <a:cubicBezTo>
                    <a:pt x="0" y="10595"/>
                    <a:pt x="147" y="10685"/>
                    <a:pt x="327" y="10685"/>
                  </a:cubicBezTo>
                  <a:cubicBezTo>
                    <a:pt x="508" y="10685"/>
                    <a:pt x="655" y="10594"/>
                    <a:pt x="655" y="10482"/>
                  </a:cubicBezTo>
                  <a:close/>
                  <a:moveTo>
                    <a:pt x="11996" y="5692"/>
                  </a:moveTo>
                  <a:cubicBezTo>
                    <a:pt x="11996" y="5579"/>
                    <a:pt x="11849" y="5488"/>
                    <a:pt x="11669" y="5489"/>
                  </a:cubicBezTo>
                  <a:cubicBezTo>
                    <a:pt x="11488" y="5489"/>
                    <a:pt x="11341" y="5580"/>
                    <a:pt x="11342" y="5692"/>
                  </a:cubicBezTo>
                  <a:cubicBezTo>
                    <a:pt x="11342" y="5804"/>
                    <a:pt x="11488" y="5895"/>
                    <a:pt x="11669" y="5895"/>
                  </a:cubicBezTo>
                  <a:cubicBezTo>
                    <a:pt x="11850" y="5895"/>
                    <a:pt x="11996" y="5804"/>
                    <a:pt x="11996" y="5692"/>
                  </a:cubicBezTo>
                  <a:close/>
                  <a:moveTo>
                    <a:pt x="11991" y="203"/>
                  </a:moveTo>
                  <a:cubicBezTo>
                    <a:pt x="11992" y="91"/>
                    <a:pt x="11845" y="0"/>
                    <a:pt x="11664" y="0"/>
                  </a:cubicBezTo>
                  <a:cubicBezTo>
                    <a:pt x="11484" y="0"/>
                    <a:pt x="11337" y="91"/>
                    <a:pt x="11338" y="204"/>
                  </a:cubicBezTo>
                  <a:cubicBezTo>
                    <a:pt x="11338" y="316"/>
                    <a:pt x="11484" y="407"/>
                    <a:pt x="11665" y="407"/>
                  </a:cubicBezTo>
                  <a:cubicBezTo>
                    <a:pt x="11846" y="407"/>
                    <a:pt x="11992" y="316"/>
                    <a:pt x="11991" y="203"/>
                  </a:cubicBezTo>
                  <a:close/>
                  <a:moveTo>
                    <a:pt x="21600" y="10476"/>
                  </a:moveTo>
                  <a:cubicBezTo>
                    <a:pt x="21600" y="10364"/>
                    <a:pt x="21453" y="10272"/>
                    <a:pt x="21273" y="10273"/>
                  </a:cubicBezTo>
                  <a:cubicBezTo>
                    <a:pt x="21092" y="10273"/>
                    <a:pt x="20946" y="10364"/>
                    <a:pt x="20946" y="10476"/>
                  </a:cubicBezTo>
                  <a:cubicBezTo>
                    <a:pt x="20946" y="10588"/>
                    <a:pt x="21092" y="10679"/>
                    <a:pt x="21273" y="10679"/>
                  </a:cubicBezTo>
                  <a:cubicBezTo>
                    <a:pt x="21454" y="10679"/>
                    <a:pt x="21600" y="10588"/>
                    <a:pt x="21600" y="10476"/>
                  </a:cubicBezTo>
                  <a:close/>
                  <a:moveTo>
                    <a:pt x="21600" y="10476"/>
                  </a:moveTo>
                </a:path>
              </a:pathLst>
            </a:custGeom>
            <a:solidFill>
              <a:srgbClr val="BABCBF"/>
            </a:solidFill>
            <a:ln>
              <a:noFill/>
            </a:ln>
          </p:spPr>
          <p:txBody>
            <a:bodyPr lIns="0" tIns="0" rIns="0" bIns="0"/>
            <a:lstStyle/>
            <a:p>
              <a:endParaRPr lang="en-US"/>
            </a:p>
          </p:txBody>
        </p:sp>
        <p:sp>
          <p:nvSpPr>
            <p:cNvPr id="9251" name="AutoShape 131"/>
            <p:cNvSpPr/>
            <p:nvPr/>
          </p:nvSpPr>
          <p:spPr bwMode="auto">
            <a:xfrm>
              <a:off x="376" y="1360"/>
              <a:ext cx="589" cy="44"/>
            </a:xfrm>
            <a:custGeom>
              <a:avLst/>
              <a:gdLst>
                <a:gd name="T0" fmla="*/ 0 w 21599"/>
                <a:gd name="T1" fmla="*/ 0 h 21600"/>
                <a:gd name="T2" fmla="*/ 0 w 21599"/>
                <a:gd name="T3" fmla="*/ 0 h 21600"/>
                <a:gd name="T4" fmla="*/ 0 w 21599"/>
                <a:gd name="T5" fmla="*/ 0 h 21600"/>
                <a:gd name="T6" fmla="*/ 0 w 21599"/>
                <a:gd name="T7" fmla="*/ 0 h 21600"/>
                <a:gd name="T8" fmla="*/ 0 w 21599"/>
                <a:gd name="T9" fmla="*/ 0 h 21600"/>
                <a:gd name="T10" fmla="*/ 0 w 21599"/>
                <a:gd name="T11" fmla="*/ 0 h 21600"/>
                <a:gd name="T12" fmla="*/ 0 w 21599"/>
                <a:gd name="T13" fmla="*/ 0 h 21600"/>
                <a:gd name="T14" fmla="*/ 0 w 21599"/>
                <a:gd name="T15" fmla="*/ 0 h 21600"/>
                <a:gd name="T16" fmla="*/ 0 w 21599"/>
                <a:gd name="T17" fmla="*/ 0 h 21600"/>
                <a:gd name="T18" fmla="*/ 0 w 21599"/>
                <a:gd name="T19" fmla="*/ 0 h 21600"/>
                <a:gd name="T20" fmla="*/ 0 w 21599"/>
                <a:gd name="T21" fmla="*/ 0 h 21600"/>
                <a:gd name="T22" fmla="*/ 0 w 21599"/>
                <a:gd name="T23" fmla="*/ 0 h 21600"/>
                <a:gd name="T24" fmla="*/ 0 w 21599"/>
                <a:gd name="T25" fmla="*/ 0 h 21600"/>
                <a:gd name="T26" fmla="*/ 0 w 21599"/>
                <a:gd name="T27" fmla="*/ 0 h 21600"/>
                <a:gd name="T28" fmla="*/ 0 w 21599"/>
                <a:gd name="T29" fmla="*/ 0 h 21600"/>
                <a:gd name="T30" fmla="*/ 0 w 21599"/>
                <a:gd name="T31" fmla="*/ 0 h 21600"/>
                <a:gd name="T32" fmla="*/ 0 w 21599"/>
                <a:gd name="T33" fmla="*/ 0 h 21600"/>
                <a:gd name="T34" fmla="*/ 0 w 21599"/>
                <a:gd name="T35" fmla="*/ 0 h 21600"/>
                <a:gd name="T36" fmla="*/ 0 w 21599"/>
                <a:gd name="T37" fmla="*/ 0 h 21600"/>
                <a:gd name="T38" fmla="*/ 0 w 21599"/>
                <a:gd name="T39" fmla="*/ 0 h 21600"/>
                <a:gd name="T40" fmla="*/ 0 w 21599"/>
                <a:gd name="T41" fmla="*/ 0 h 21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599" h="21600">
                  <a:moveTo>
                    <a:pt x="6995" y="3934"/>
                  </a:moveTo>
                  <a:cubicBezTo>
                    <a:pt x="6995" y="1765"/>
                    <a:pt x="6863" y="0"/>
                    <a:pt x="6700" y="0"/>
                  </a:cubicBezTo>
                  <a:cubicBezTo>
                    <a:pt x="6538" y="8"/>
                    <a:pt x="6405" y="1765"/>
                    <a:pt x="6405" y="3942"/>
                  </a:cubicBezTo>
                  <a:cubicBezTo>
                    <a:pt x="6405" y="6115"/>
                    <a:pt x="6538" y="7880"/>
                    <a:pt x="6701" y="7876"/>
                  </a:cubicBezTo>
                  <a:cubicBezTo>
                    <a:pt x="6864" y="7880"/>
                    <a:pt x="6995" y="6111"/>
                    <a:pt x="6995" y="3934"/>
                  </a:cubicBezTo>
                  <a:close/>
                  <a:moveTo>
                    <a:pt x="14702" y="4118"/>
                  </a:moveTo>
                  <a:cubicBezTo>
                    <a:pt x="14702" y="1944"/>
                    <a:pt x="14570" y="183"/>
                    <a:pt x="14407" y="183"/>
                  </a:cubicBezTo>
                  <a:cubicBezTo>
                    <a:pt x="14245" y="183"/>
                    <a:pt x="14112" y="1948"/>
                    <a:pt x="14112" y="4121"/>
                  </a:cubicBezTo>
                  <a:cubicBezTo>
                    <a:pt x="14112" y="6299"/>
                    <a:pt x="14245" y="8059"/>
                    <a:pt x="14407" y="8056"/>
                  </a:cubicBezTo>
                  <a:cubicBezTo>
                    <a:pt x="14570" y="8059"/>
                    <a:pt x="14702" y="6295"/>
                    <a:pt x="14702" y="4118"/>
                  </a:cubicBezTo>
                  <a:close/>
                  <a:moveTo>
                    <a:pt x="295" y="18670"/>
                  </a:moveTo>
                  <a:cubicBezTo>
                    <a:pt x="458" y="18670"/>
                    <a:pt x="590" y="16906"/>
                    <a:pt x="590" y="14728"/>
                  </a:cubicBezTo>
                  <a:cubicBezTo>
                    <a:pt x="590" y="12555"/>
                    <a:pt x="458" y="10790"/>
                    <a:pt x="295" y="10794"/>
                  </a:cubicBezTo>
                  <a:cubicBezTo>
                    <a:pt x="132" y="10798"/>
                    <a:pt x="0" y="12559"/>
                    <a:pt x="0" y="14732"/>
                  </a:cubicBezTo>
                  <a:cubicBezTo>
                    <a:pt x="1" y="16906"/>
                    <a:pt x="133" y="18670"/>
                    <a:pt x="295" y="18670"/>
                  </a:cubicBezTo>
                  <a:close/>
                  <a:moveTo>
                    <a:pt x="21600" y="17662"/>
                  </a:moveTo>
                  <a:cubicBezTo>
                    <a:pt x="21600" y="15489"/>
                    <a:pt x="21468" y="13724"/>
                    <a:pt x="21305" y="13728"/>
                  </a:cubicBezTo>
                  <a:cubicBezTo>
                    <a:pt x="21142" y="13724"/>
                    <a:pt x="21010" y="15489"/>
                    <a:pt x="21010" y="17666"/>
                  </a:cubicBezTo>
                  <a:cubicBezTo>
                    <a:pt x="21010" y="19839"/>
                    <a:pt x="21142" y="21600"/>
                    <a:pt x="21305" y="21600"/>
                  </a:cubicBezTo>
                  <a:cubicBezTo>
                    <a:pt x="21468" y="21600"/>
                    <a:pt x="21600" y="19835"/>
                    <a:pt x="21600" y="17662"/>
                  </a:cubicBezTo>
                  <a:close/>
                  <a:moveTo>
                    <a:pt x="21600" y="17662"/>
                  </a:moveTo>
                </a:path>
              </a:pathLst>
            </a:custGeom>
            <a:solidFill>
              <a:srgbClr val="A5A8AA"/>
            </a:solidFill>
            <a:ln>
              <a:noFill/>
            </a:ln>
          </p:spPr>
          <p:txBody>
            <a:bodyPr lIns="0" tIns="0" rIns="0" bIns="0"/>
            <a:lstStyle/>
            <a:p>
              <a:endParaRPr lang="en-US"/>
            </a:p>
          </p:txBody>
        </p:sp>
        <p:sp>
          <p:nvSpPr>
            <p:cNvPr id="9252" name="AutoShape 132"/>
            <p:cNvSpPr/>
            <p:nvPr/>
          </p:nvSpPr>
          <p:spPr bwMode="auto">
            <a:xfrm>
              <a:off x="528" y="1816"/>
              <a:ext cx="277" cy="277"/>
            </a:xfrm>
            <a:custGeom>
              <a:avLst/>
              <a:gdLst>
                <a:gd name="T0" fmla="*/ 0 w 21595"/>
                <a:gd name="T1" fmla="*/ 0 h 21594"/>
                <a:gd name="T2" fmla="*/ 0 w 21595"/>
                <a:gd name="T3" fmla="*/ 0 h 21594"/>
                <a:gd name="T4" fmla="*/ 0 w 21595"/>
                <a:gd name="T5" fmla="*/ 0 h 21594"/>
                <a:gd name="T6" fmla="*/ 0 w 21595"/>
                <a:gd name="T7" fmla="*/ 0 h 21594"/>
                <a:gd name="T8" fmla="*/ 0 w 21595"/>
                <a:gd name="T9" fmla="*/ 0 h 21594"/>
                <a:gd name="T10" fmla="*/ 0 w 21595"/>
                <a:gd name="T11" fmla="*/ 0 h 215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95" h="21594">
                  <a:moveTo>
                    <a:pt x="0" y="10801"/>
                  </a:moveTo>
                  <a:cubicBezTo>
                    <a:pt x="-3" y="4838"/>
                    <a:pt x="4829" y="2"/>
                    <a:pt x="10792" y="0"/>
                  </a:cubicBezTo>
                  <a:cubicBezTo>
                    <a:pt x="16755" y="-4"/>
                    <a:pt x="21592" y="4828"/>
                    <a:pt x="21595" y="10791"/>
                  </a:cubicBezTo>
                  <a:cubicBezTo>
                    <a:pt x="21597" y="16753"/>
                    <a:pt x="16765" y="21591"/>
                    <a:pt x="10802" y="21594"/>
                  </a:cubicBezTo>
                  <a:cubicBezTo>
                    <a:pt x="4839" y="21596"/>
                    <a:pt x="4" y="16764"/>
                    <a:pt x="0" y="10801"/>
                  </a:cubicBezTo>
                  <a:close/>
                  <a:moveTo>
                    <a:pt x="0" y="10801"/>
                  </a:moveTo>
                </a:path>
              </a:pathLst>
            </a:custGeom>
            <a:solidFill>
              <a:srgbClr val="BCE6EF"/>
            </a:solidFill>
            <a:ln>
              <a:noFill/>
            </a:ln>
          </p:spPr>
          <p:txBody>
            <a:bodyPr lIns="0" tIns="0" rIns="0" bIns="0"/>
            <a:lstStyle/>
            <a:p>
              <a:endParaRPr lang="en-US"/>
            </a:p>
          </p:txBody>
        </p:sp>
        <p:sp>
          <p:nvSpPr>
            <p:cNvPr id="9253" name="AutoShape 133"/>
            <p:cNvSpPr/>
            <p:nvPr/>
          </p:nvSpPr>
          <p:spPr bwMode="auto">
            <a:xfrm>
              <a:off x="552" y="1944"/>
              <a:ext cx="131" cy="131"/>
            </a:xfrm>
            <a:custGeom>
              <a:avLst/>
              <a:gdLst>
                <a:gd name="T0" fmla="*/ 0 w 15566"/>
                <a:gd name="T1" fmla="*/ 0 h 15564"/>
                <a:gd name="T2" fmla="*/ 0 w 15566"/>
                <a:gd name="T3" fmla="*/ 0 h 15564"/>
                <a:gd name="T4" fmla="*/ 0 w 15566"/>
                <a:gd name="T5" fmla="*/ 0 h 15564"/>
                <a:gd name="T6" fmla="*/ 0 w 15566"/>
                <a:gd name="T7" fmla="*/ 0 h 155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566" h="15564">
                  <a:moveTo>
                    <a:pt x="0" y="1654"/>
                  </a:moveTo>
                  <a:cubicBezTo>
                    <a:pt x="-5" y="-6032"/>
                    <a:pt x="21595" y="15561"/>
                    <a:pt x="13914" y="15563"/>
                  </a:cubicBezTo>
                  <a:cubicBezTo>
                    <a:pt x="6233" y="15568"/>
                    <a:pt x="4" y="9341"/>
                    <a:pt x="0" y="1654"/>
                  </a:cubicBezTo>
                  <a:close/>
                  <a:moveTo>
                    <a:pt x="0" y="1654"/>
                  </a:moveTo>
                </a:path>
              </a:pathLst>
            </a:custGeom>
            <a:solidFill>
              <a:srgbClr val="000000">
                <a:alpha val="29803"/>
              </a:srgbClr>
            </a:solidFill>
            <a:ln>
              <a:noFill/>
            </a:ln>
          </p:spPr>
          <p:txBody>
            <a:bodyPr lIns="0" tIns="0" rIns="0" bIns="0"/>
            <a:lstStyle/>
            <a:p>
              <a:endParaRPr lang="en-US"/>
            </a:p>
          </p:txBody>
        </p:sp>
        <p:sp>
          <p:nvSpPr>
            <p:cNvPr id="9254" name="AutoShape 134"/>
            <p:cNvSpPr/>
            <p:nvPr/>
          </p:nvSpPr>
          <p:spPr bwMode="auto">
            <a:xfrm>
              <a:off x="656" y="2112"/>
              <a:ext cx="16" cy="16"/>
            </a:xfrm>
            <a:custGeom>
              <a:avLst/>
              <a:gdLst>
                <a:gd name="T0" fmla="*/ 0 w 21600"/>
                <a:gd name="T1" fmla="*/ 0 h 21590"/>
                <a:gd name="T2" fmla="*/ 0 w 21600"/>
                <a:gd name="T3" fmla="*/ 0 h 21590"/>
                <a:gd name="T4" fmla="*/ 0 w 21600"/>
                <a:gd name="T5" fmla="*/ 0 h 21590"/>
                <a:gd name="T6" fmla="*/ 0 w 21600"/>
                <a:gd name="T7" fmla="*/ 0 h 21590"/>
                <a:gd name="T8" fmla="*/ 0 w 21600"/>
                <a:gd name="T9" fmla="*/ 0 h 21590"/>
                <a:gd name="T10" fmla="*/ 0 w 21600"/>
                <a:gd name="T11" fmla="*/ 0 h 215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590">
                  <a:moveTo>
                    <a:pt x="0" y="10810"/>
                  </a:moveTo>
                  <a:cubicBezTo>
                    <a:pt x="0" y="4840"/>
                    <a:pt x="4829" y="0"/>
                    <a:pt x="10800" y="0"/>
                  </a:cubicBezTo>
                  <a:cubicBezTo>
                    <a:pt x="16760" y="0"/>
                    <a:pt x="21600" y="4829"/>
                    <a:pt x="21600" y="10790"/>
                  </a:cubicBezTo>
                  <a:cubicBezTo>
                    <a:pt x="21600" y="16760"/>
                    <a:pt x="16771" y="21590"/>
                    <a:pt x="10810" y="21590"/>
                  </a:cubicBezTo>
                  <a:cubicBezTo>
                    <a:pt x="4840" y="21600"/>
                    <a:pt x="10" y="16771"/>
                    <a:pt x="0" y="10810"/>
                  </a:cubicBezTo>
                  <a:close/>
                  <a:moveTo>
                    <a:pt x="0" y="10810"/>
                  </a:moveTo>
                </a:path>
              </a:pathLst>
            </a:custGeom>
            <a:solidFill>
              <a:srgbClr val="808083"/>
            </a:solidFill>
            <a:ln>
              <a:noFill/>
            </a:ln>
          </p:spPr>
          <p:txBody>
            <a:bodyPr lIns="0" tIns="0" rIns="0" bIns="0"/>
            <a:lstStyle/>
            <a:p>
              <a:endParaRPr lang="en-US"/>
            </a:p>
          </p:txBody>
        </p:sp>
        <p:sp>
          <p:nvSpPr>
            <p:cNvPr id="9255" name="AutoShape 135"/>
            <p:cNvSpPr/>
            <p:nvPr/>
          </p:nvSpPr>
          <p:spPr bwMode="auto">
            <a:xfrm>
              <a:off x="808" y="2032"/>
              <a:ext cx="16" cy="16"/>
            </a:xfrm>
            <a:custGeom>
              <a:avLst/>
              <a:gdLst>
                <a:gd name="T0" fmla="*/ 0 w 18912"/>
                <a:gd name="T1" fmla="*/ 0 h 18915"/>
                <a:gd name="T2" fmla="*/ 0 w 18912"/>
                <a:gd name="T3" fmla="*/ 0 h 18915"/>
                <a:gd name="T4" fmla="*/ 0 w 18912"/>
                <a:gd name="T5" fmla="*/ 0 h 18915"/>
                <a:gd name="T6" fmla="*/ 0 w 18912"/>
                <a:gd name="T7" fmla="*/ 0 h 18915"/>
                <a:gd name="T8" fmla="*/ 0 w 18912"/>
                <a:gd name="T9" fmla="*/ 0 h 18915"/>
                <a:gd name="T10" fmla="*/ 0 w 18912"/>
                <a:gd name="T11" fmla="*/ 0 h 189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2" h="18915">
                  <a:moveTo>
                    <a:pt x="4735" y="17645"/>
                  </a:moveTo>
                  <a:cubicBezTo>
                    <a:pt x="216" y="15040"/>
                    <a:pt x="-1343" y="9262"/>
                    <a:pt x="1261" y="4740"/>
                  </a:cubicBezTo>
                  <a:cubicBezTo>
                    <a:pt x="3883" y="209"/>
                    <a:pt x="9659" y="-1341"/>
                    <a:pt x="14169" y="1264"/>
                  </a:cubicBezTo>
                  <a:cubicBezTo>
                    <a:pt x="18698" y="3869"/>
                    <a:pt x="20257" y="9665"/>
                    <a:pt x="17644" y="14178"/>
                  </a:cubicBezTo>
                  <a:cubicBezTo>
                    <a:pt x="15040" y="18709"/>
                    <a:pt x="9255" y="20259"/>
                    <a:pt x="4735" y="17645"/>
                  </a:cubicBezTo>
                  <a:close/>
                  <a:moveTo>
                    <a:pt x="4735" y="17645"/>
                  </a:moveTo>
                </a:path>
              </a:pathLst>
            </a:custGeom>
            <a:solidFill>
              <a:srgbClr val="808083"/>
            </a:solidFill>
            <a:ln>
              <a:noFill/>
            </a:ln>
          </p:spPr>
          <p:txBody>
            <a:bodyPr lIns="0" tIns="0" rIns="0" bIns="0"/>
            <a:lstStyle/>
            <a:p>
              <a:endParaRPr lang="en-US"/>
            </a:p>
          </p:txBody>
        </p:sp>
        <p:sp>
          <p:nvSpPr>
            <p:cNvPr id="9256" name="AutoShape 136"/>
            <p:cNvSpPr/>
            <p:nvPr/>
          </p:nvSpPr>
          <p:spPr bwMode="auto">
            <a:xfrm>
              <a:off x="808" y="1864"/>
              <a:ext cx="16" cy="16"/>
            </a:xfrm>
            <a:custGeom>
              <a:avLst/>
              <a:gdLst>
                <a:gd name="T0" fmla="*/ 0 w 18913"/>
                <a:gd name="T1" fmla="*/ 0 h 18914"/>
                <a:gd name="T2" fmla="*/ 0 w 18913"/>
                <a:gd name="T3" fmla="*/ 0 h 18914"/>
                <a:gd name="T4" fmla="*/ 0 w 18913"/>
                <a:gd name="T5" fmla="*/ 0 h 18914"/>
                <a:gd name="T6" fmla="*/ 0 w 18913"/>
                <a:gd name="T7" fmla="*/ 0 h 18914"/>
                <a:gd name="T8" fmla="*/ 0 w 18913"/>
                <a:gd name="T9" fmla="*/ 0 h 18914"/>
                <a:gd name="T10" fmla="*/ 0 w 18913"/>
                <a:gd name="T11" fmla="*/ 0 h 189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3" h="18914">
                  <a:moveTo>
                    <a:pt x="14195" y="17641"/>
                  </a:moveTo>
                  <a:cubicBezTo>
                    <a:pt x="9675" y="20256"/>
                    <a:pt x="3890" y="18714"/>
                    <a:pt x="1268" y="14191"/>
                  </a:cubicBezTo>
                  <a:cubicBezTo>
                    <a:pt x="-1345" y="9667"/>
                    <a:pt x="214" y="3877"/>
                    <a:pt x="4733" y="1271"/>
                  </a:cubicBezTo>
                  <a:cubicBezTo>
                    <a:pt x="9244" y="-1344"/>
                    <a:pt x="15029" y="207"/>
                    <a:pt x="17633" y="4730"/>
                  </a:cubicBezTo>
                  <a:cubicBezTo>
                    <a:pt x="20255" y="9254"/>
                    <a:pt x="18724" y="15026"/>
                    <a:pt x="14195" y="17641"/>
                  </a:cubicBezTo>
                  <a:close/>
                  <a:moveTo>
                    <a:pt x="14195" y="17641"/>
                  </a:moveTo>
                </a:path>
              </a:pathLst>
            </a:custGeom>
            <a:solidFill>
              <a:srgbClr val="808083"/>
            </a:solidFill>
            <a:ln>
              <a:noFill/>
            </a:ln>
          </p:spPr>
          <p:txBody>
            <a:bodyPr lIns="0" tIns="0" rIns="0" bIns="0"/>
            <a:lstStyle/>
            <a:p>
              <a:endParaRPr lang="en-US"/>
            </a:p>
          </p:txBody>
        </p:sp>
        <p:sp>
          <p:nvSpPr>
            <p:cNvPr id="9257" name="AutoShape 137"/>
            <p:cNvSpPr/>
            <p:nvPr/>
          </p:nvSpPr>
          <p:spPr bwMode="auto">
            <a:xfrm>
              <a:off x="656" y="1776"/>
              <a:ext cx="16" cy="16"/>
            </a:xfrm>
            <a:custGeom>
              <a:avLst/>
              <a:gdLst>
                <a:gd name="T0" fmla="*/ 0 w 21590"/>
                <a:gd name="T1" fmla="*/ 0 h 21600"/>
                <a:gd name="T2" fmla="*/ 0 w 21590"/>
                <a:gd name="T3" fmla="*/ 0 h 21600"/>
                <a:gd name="T4" fmla="*/ 0 w 21590"/>
                <a:gd name="T5" fmla="*/ 0 h 21600"/>
                <a:gd name="T6" fmla="*/ 0 w 21590"/>
                <a:gd name="T7" fmla="*/ 0 h 21600"/>
                <a:gd name="T8" fmla="*/ 0 w 21590"/>
                <a:gd name="T9" fmla="*/ 0 h 21600"/>
                <a:gd name="T10" fmla="*/ 0 w 2159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90" h="21600">
                  <a:moveTo>
                    <a:pt x="21590" y="10800"/>
                  </a:moveTo>
                  <a:cubicBezTo>
                    <a:pt x="21600" y="16760"/>
                    <a:pt x="16773" y="21600"/>
                    <a:pt x="10805" y="21600"/>
                  </a:cubicBezTo>
                  <a:cubicBezTo>
                    <a:pt x="4848" y="21600"/>
                    <a:pt x="0" y="16760"/>
                    <a:pt x="0" y="10810"/>
                  </a:cubicBezTo>
                  <a:cubicBezTo>
                    <a:pt x="0" y="4840"/>
                    <a:pt x="4837" y="10"/>
                    <a:pt x="10805" y="0"/>
                  </a:cubicBezTo>
                  <a:cubicBezTo>
                    <a:pt x="16752" y="0"/>
                    <a:pt x="21590" y="4829"/>
                    <a:pt x="21590" y="10800"/>
                  </a:cubicBezTo>
                  <a:close/>
                  <a:moveTo>
                    <a:pt x="21590" y="10800"/>
                  </a:moveTo>
                </a:path>
              </a:pathLst>
            </a:custGeom>
            <a:solidFill>
              <a:srgbClr val="808083"/>
            </a:solidFill>
            <a:ln>
              <a:noFill/>
            </a:ln>
          </p:spPr>
          <p:txBody>
            <a:bodyPr lIns="0" tIns="0" rIns="0" bIns="0"/>
            <a:lstStyle/>
            <a:p>
              <a:endParaRPr lang="en-US"/>
            </a:p>
          </p:txBody>
        </p:sp>
        <p:sp>
          <p:nvSpPr>
            <p:cNvPr id="9258" name="AutoShape 138"/>
            <p:cNvSpPr/>
            <p:nvPr/>
          </p:nvSpPr>
          <p:spPr bwMode="auto">
            <a:xfrm>
              <a:off x="512" y="1864"/>
              <a:ext cx="16" cy="16"/>
            </a:xfrm>
            <a:custGeom>
              <a:avLst/>
              <a:gdLst>
                <a:gd name="T0" fmla="*/ 0 w 18919"/>
                <a:gd name="T1" fmla="*/ 0 h 18910"/>
                <a:gd name="T2" fmla="*/ 0 w 18919"/>
                <a:gd name="T3" fmla="*/ 0 h 18910"/>
                <a:gd name="T4" fmla="*/ 0 w 18919"/>
                <a:gd name="T5" fmla="*/ 0 h 18910"/>
                <a:gd name="T6" fmla="*/ 0 w 18919"/>
                <a:gd name="T7" fmla="*/ 0 h 18910"/>
                <a:gd name="T8" fmla="*/ 0 w 18919"/>
                <a:gd name="T9" fmla="*/ 0 h 18910"/>
                <a:gd name="T10" fmla="*/ 0 w 18919"/>
                <a:gd name="T11" fmla="*/ 0 h 189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19" h="18910">
                  <a:moveTo>
                    <a:pt x="14189" y="1275"/>
                  </a:moveTo>
                  <a:cubicBezTo>
                    <a:pt x="18712" y="3879"/>
                    <a:pt x="20263" y="9655"/>
                    <a:pt x="17648" y="14175"/>
                  </a:cubicBezTo>
                  <a:cubicBezTo>
                    <a:pt x="15051" y="18704"/>
                    <a:pt x="9270" y="20253"/>
                    <a:pt x="4737" y="17640"/>
                  </a:cubicBezTo>
                  <a:cubicBezTo>
                    <a:pt x="205" y="15036"/>
                    <a:pt x="-1337" y="9260"/>
                    <a:pt x="1260" y="4741"/>
                  </a:cubicBezTo>
                  <a:cubicBezTo>
                    <a:pt x="3884" y="202"/>
                    <a:pt x="9665" y="-1347"/>
                    <a:pt x="14189" y="1275"/>
                  </a:cubicBezTo>
                  <a:close/>
                  <a:moveTo>
                    <a:pt x="14189" y="1275"/>
                  </a:moveTo>
                </a:path>
              </a:pathLst>
            </a:custGeom>
            <a:solidFill>
              <a:srgbClr val="808083"/>
            </a:solidFill>
            <a:ln>
              <a:noFill/>
            </a:ln>
          </p:spPr>
          <p:txBody>
            <a:bodyPr lIns="0" tIns="0" rIns="0" bIns="0"/>
            <a:lstStyle/>
            <a:p>
              <a:endParaRPr lang="en-US"/>
            </a:p>
          </p:txBody>
        </p:sp>
        <p:sp>
          <p:nvSpPr>
            <p:cNvPr id="9259" name="AutoShape 139"/>
            <p:cNvSpPr/>
            <p:nvPr/>
          </p:nvSpPr>
          <p:spPr bwMode="auto">
            <a:xfrm>
              <a:off x="512" y="2032"/>
              <a:ext cx="16" cy="16"/>
            </a:xfrm>
            <a:custGeom>
              <a:avLst/>
              <a:gdLst>
                <a:gd name="T0" fmla="*/ 0 w 18921"/>
                <a:gd name="T1" fmla="*/ 0 h 18912"/>
                <a:gd name="T2" fmla="*/ 0 w 18921"/>
                <a:gd name="T3" fmla="*/ 0 h 18912"/>
                <a:gd name="T4" fmla="*/ 0 w 18921"/>
                <a:gd name="T5" fmla="*/ 0 h 18912"/>
                <a:gd name="T6" fmla="*/ 0 w 18921"/>
                <a:gd name="T7" fmla="*/ 0 h 18912"/>
                <a:gd name="T8" fmla="*/ 0 w 18921"/>
                <a:gd name="T9" fmla="*/ 0 h 18912"/>
                <a:gd name="T10" fmla="*/ 0 w 18921"/>
                <a:gd name="T11" fmla="*/ 0 h 189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921" h="18912">
                  <a:moveTo>
                    <a:pt x="4732" y="1276"/>
                  </a:moveTo>
                  <a:cubicBezTo>
                    <a:pt x="9256" y="-1347"/>
                    <a:pt x="15028" y="203"/>
                    <a:pt x="17652" y="4734"/>
                  </a:cubicBezTo>
                  <a:cubicBezTo>
                    <a:pt x="20258" y="9247"/>
                    <a:pt x="18726" y="15034"/>
                    <a:pt x="14202" y="17639"/>
                  </a:cubicBezTo>
                  <a:cubicBezTo>
                    <a:pt x="9669" y="20253"/>
                    <a:pt x="3888" y="18712"/>
                    <a:pt x="1273" y="14181"/>
                  </a:cubicBezTo>
                  <a:cubicBezTo>
                    <a:pt x="-1342" y="9659"/>
                    <a:pt x="200" y="3881"/>
                    <a:pt x="4732" y="1276"/>
                  </a:cubicBezTo>
                  <a:close/>
                  <a:moveTo>
                    <a:pt x="4732" y="1276"/>
                  </a:moveTo>
                </a:path>
              </a:pathLst>
            </a:custGeom>
            <a:solidFill>
              <a:srgbClr val="808083"/>
            </a:solidFill>
            <a:ln>
              <a:noFill/>
            </a:ln>
          </p:spPr>
          <p:txBody>
            <a:bodyPr lIns="0" tIns="0" rIns="0" bIns="0"/>
            <a:lstStyle/>
            <a:p>
              <a:endParaRPr lang="en-US"/>
            </a:p>
          </p:txBody>
        </p:sp>
        <p:sp>
          <p:nvSpPr>
            <p:cNvPr id="9260" name="AutoShape 140"/>
            <p:cNvSpPr/>
            <p:nvPr/>
          </p:nvSpPr>
          <p:spPr bwMode="auto">
            <a:xfrm>
              <a:off x="600" y="200"/>
              <a:ext cx="124" cy="1264"/>
            </a:xfrm>
            <a:custGeom>
              <a:avLst/>
              <a:gdLst>
                <a:gd name="T0" fmla="*/ 0 w 21538"/>
                <a:gd name="T1" fmla="*/ 0 h 21599"/>
                <a:gd name="T2" fmla="*/ 0 w 21538"/>
                <a:gd name="T3" fmla="*/ 0 h 21599"/>
                <a:gd name="T4" fmla="*/ 0 w 21538"/>
                <a:gd name="T5" fmla="*/ 0 h 21599"/>
                <a:gd name="T6" fmla="*/ 0 w 21538"/>
                <a:gd name="T7" fmla="*/ 0 h 21599"/>
                <a:gd name="T8" fmla="*/ 0 w 21538"/>
                <a:gd name="T9" fmla="*/ 0 h 21599"/>
                <a:gd name="T10" fmla="*/ 0 w 21538"/>
                <a:gd name="T11" fmla="*/ 0 h 215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538" h="21599">
                  <a:moveTo>
                    <a:pt x="0" y="13519"/>
                  </a:moveTo>
                  <a:cubicBezTo>
                    <a:pt x="-28" y="7642"/>
                    <a:pt x="4754" y="0"/>
                    <a:pt x="10703" y="0"/>
                  </a:cubicBezTo>
                  <a:cubicBezTo>
                    <a:pt x="16651" y="0"/>
                    <a:pt x="21509" y="7641"/>
                    <a:pt x="21538" y="13518"/>
                  </a:cubicBezTo>
                  <a:cubicBezTo>
                    <a:pt x="21572" y="20332"/>
                    <a:pt x="18836" y="21599"/>
                    <a:pt x="10808" y="21600"/>
                  </a:cubicBezTo>
                  <a:cubicBezTo>
                    <a:pt x="2782" y="21600"/>
                    <a:pt x="33" y="20333"/>
                    <a:pt x="0" y="13519"/>
                  </a:cubicBezTo>
                  <a:close/>
                  <a:moveTo>
                    <a:pt x="0" y="13519"/>
                  </a:moveTo>
                </a:path>
              </a:pathLst>
            </a:custGeom>
            <a:solidFill>
              <a:srgbClr val="1A1A1A"/>
            </a:solidFill>
            <a:ln>
              <a:noFill/>
            </a:ln>
          </p:spPr>
          <p:txBody>
            <a:bodyPr lIns="0" tIns="0" rIns="0" bIns="0"/>
            <a:lstStyle/>
            <a:p>
              <a:endParaRPr lang="en-US"/>
            </a:p>
          </p:txBody>
        </p:sp>
        <p:sp>
          <p:nvSpPr>
            <p:cNvPr id="9261" name="AutoShape 141"/>
            <p:cNvSpPr/>
            <p:nvPr/>
          </p:nvSpPr>
          <p:spPr bwMode="auto">
            <a:xfrm>
              <a:off x="0" y="320"/>
              <a:ext cx="1330" cy="1136"/>
            </a:xfrm>
            <a:custGeom>
              <a:avLst/>
              <a:gdLst>
                <a:gd name="T0" fmla="*/ 0 w 21277"/>
                <a:gd name="T1" fmla="*/ 0 h 21600"/>
                <a:gd name="T2" fmla="*/ 0 w 21277"/>
                <a:gd name="T3" fmla="*/ 0 h 21600"/>
                <a:gd name="T4" fmla="*/ 0 w 21277"/>
                <a:gd name="T5" fmla="*/ 0 h 21600"/>
                <a:gd name="T6" fmla="*/ 0 w 21277"/>
                <a:gd name="T7" fmla="*/ 0 h 21600"/>
                <a:gd name="T8" fmla="*/ 0 w 21277"/>
                <a:gd name="T9" fmla="*/ 0 h 21600"/>
                <a:gd name="T10" fmla="*/ 0 w 21277"/>
                <a:gd name="T11" fmla="*/ 0 h 21600"/>
                <a:gd name="T12" fmla="*/ 0 w 21277"/>
                <a:gd name="T13" fmla="*/ 0 h 21600"/>
                <a:gd name="T14" fmla="*/ 0 w 21277"/>
                <a:gd name="T15" fmla="*/ 0 h 21600"/>
                <a:gd name="T16" fmla="*/ 0 w 21277"/>
                <a:gd name="T17" fmla="*/ 0 h 21600"/>
                <a:gd name="T18" fmla="*/ 0 w 21277"/>
                <a:gd name="T19" fmla="*/ 0 h 21600"/>
                <a:gd name="T20" fmla="*/ 0 w 21277"/>
                <a:gd name="T21" fmla="*/ 0 h 21600"/>
                <a:gd name="T22" fmla="*/ 0 w 21277"/>
                <a:gd name="T23" fmla="*/ 0 h 21600"/>
                <a:gd name="T24" fmla="*/ 0 w 21277"/>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277" h="21600">
                  <a:moveTo>
                    <a:pt x="5021" y="21598"/>
                  </a:moveTo>
                  <a:cubicBezTo>
                    <a:pt x="5148" y="19302"/>
                    <a:pt x="5366" y="17402"/>
                    <a:pt x="5626" y="15832"/>
                  </a:cubicBezTo>
                  <a:cubicBezTo>
                    <a:pt x="4011" y="14324"/>
                    <a:pt x="3139" y="12403"/>
                    <a:pt x="2542" y="9928"/>
                  </a:cubicBezTo>
                  <a:cubicBezTo>
                    <a:pt x="1570" y="5893"/>
                    <a:pt x="1764" y="11"/>
                    <a:pt x="1222" y="11"/>
                  </a:cubicBezTo>
                  <a:cubicBezTo>
                    <a:pt x="679" y="11"/>
                    <a:pt x="-163" y="3412"/>
                    <a:pt x="28" y="10036"/>
                  </a:cubicBezTo>
                  <a:cubicBezTo>
                    <a:pt x="210" y="16372"/>
                    <a:pt x="2753" y="20456"/>
                    <a:pt x="5021" y="21598"/>
                  </a:cubicBezTo>
                  <a:close/>
                  <a:moveTo>
                    <a:pt x="15643" y="15841"/>
                  </a:moveTo>
                  <a:cubicBezTo>
                    <a:pt x="15903" y="17410"/>
                    <a:pt x="16122" y="19308"/>
                    <a:pt x="16250" y="21600"/>
                  </a:cubicBezTo>
                  <a:cubicBezTo>
                    <a:pt x="18522" y="20468"/>
                    <a:pt x="21074" y="16376"/>
                    <a:pt x="21252" y="10024"/>
                  </a:cubicBezTo>
                  <a:cubicBezTo>
                    <a:pt x="21437" y="3400"/>
                    <a:pt x="20592" y="0"/>
                    <a:pt x="20050" y="0"/>
                  </a:cubicBezTo>
                  <a:cubicBezTo>
                    <a:pt x="19507" y="1"/>
                    <a:pt x="19706" y="5883"/>
                    <a:pt x="18737" y="9919"/>
                  </a:cubicBezTo>
                  <a:cubicBezTo>
                    <a:pt x="18141" y="12403"/>
                    <a:pt x="17267" y="14329"/>
                    <a:pt x="15643" y="15841"/>
                  </a:cubicBezTo>
                  <a:close/>
                  <a:moveTo>
                    <a:pt x="15643" y="15841"/>
                  </a:moveTo>
                </a:path>
              </a:pathLst>
            </a:custGeom>
            <a:solidFill>
              <a:srgbClr val="1A1A1A"/>
            </a:solidFill>
            <a:ln>
              <a:noFill/>
            </a:ln>
          </p:spPr>
          <p:txBody>
            <a:bodyPr lIns="0" tIns="0" rIns="0" bIns="0"/>
            <a:lstStyle/>
            <a:p>
              <a:endParaRPr lang="en-US"/>
            </a:p>
          </p:txBody>
        </p:sp>
      </p:grpSp>
      <p:grpSp>
        <p:nvGrpSpPr>
          <p:cNvPr id="8204" name="Group 2"/>
          <p:cNvGrpSpPr/>
          <p:nvPr/>
        </p:nvGrpSpPr>
        <p:grpSpPr bwMode="auto">
          <a:xfrm>
            <a:off x="3416300" y="4237038"/>
            <a:ext cx="6107113" cy="3965575"/>
            <a:chOff x="3416300" y="4237037"/>
            <a:chExt cx="6107113" cy="3965576"/>
          </a:xfrm>
        </p:grpSpPr>
        <p:grpSp>
          <p:nvGrpSpPr>
            <p:cNvPr id="9228" name="Group 114"/>
            <p:cNvGrpSpPr/>
            <p:nvPr/>
          </p:nvGrpSpPr>
          <p:grpSpPr bwMode="auto">
            <a:xfrm>
              <a:off x="3416300" y="4237037"/>
              <a:ext cx="6107113" cy="3378200"/>
              <a:chOff x="0" y="0"/>
              <a:chExt cx="3847" cy="2128"/>
            </a:xfrm>
          </p:grpSpPr>
          <p:sp>
            <p:nvSpPr>
              <p:cNvPr id="9230" name="AutoShape 103"/>
              <p:cNvSpPr/>
              <p:nvPr/>
            </p:nvSpPr>
            <p:spPr bwMode="auto">
              <a:xfrm>
                <a:off x="2136" y="1880"/>
                <a:ext cx="310" cy="248"/>
              </a:xfrm>
              <a:custGeom>
                <a:avLst/>
                <a:gdLst>
                  <a:gd name="T0" fmla="*/ 0 w 21410"/>
                  <a:gd name="T1" fmla="*/ 0 h 21364"/>
                  <a:gd name="T2" fmla="*/ 0 w 21410"/>
                  <a:gd name="T3" fmla="*/ 0 h 21364"/>
                  <a:gd name="T4" fmla="*/ 0 w 21410"/>
                  <a:gd name="T5" fmla="*/ 0 h 21364"/>
                  <a:gd name="T6" fmla="*/ 0 w 21410"/>
                  <a:gd name="T7" fmla="*/ 0 h 21364"/>
                  <a:gd name="T8" fmla="*/ 0 w 21410"/>
                  <a:gd name="T9" fmla="*/ 0 h 21364"/>
                  <a:gd name="T10" fmla="*/ 0 w 21410"/>
                  <a:gd name="T11" fmla="*/ 0 h 21364"/>
                  <a:gd name="T12" fmla="*/ 0 w 21410"/>
                  <a:gd name="T13" fmla="*/ 0 h 21364"/>
                  <a:gd name="T14" fmla="*/ 0 w 21410"/>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0" h="21364">
                    <a:moveTo>
                      <a:pt x="1900" y="20635"/>
                    </a:moveTo>
                    <a:cubicBezTo>
                      <a:pt x="2356" y="21423"/>
                      <a:pt x="3246" y="21600"/>
                      <a:pt x="3876" y="21030"/>
                    </a:cubicBezTo>
                    <a:lnTo>
                      <a:pt x="20826" y="5740"/>
                    </a:lnTo>
                    <a:cubicBezTo>
                      <a:pt x="21457" y="5171"/>
                      <a:pt x="21600" y="4062"/>
                      <a:pt x="21143" y="3276"/>
                    </a:cubicBezTo>
                    <a:lnTo>
                      <a:pt x="19244" y="0"/>
                    </a:lnTo>
                    <a:lnTo>
                      <a:pt x="0" y="17361"/>
                    </a:lnTo>
                    <a:cubicBezTo>
                      <a:pt x="0" y="17361"/>
                      <a:pt x="1900" y="20635"/>
                      <a:pt x="1900" y="20635"/>
                    </a:cubicBezTo>
                    <a:close/>
                    <a:moveTo>
                      <a:pt x="1900" y="20635"/>
                    </a:moveTo>
                  </a:path>
                </a:pathLst>
              </a:custGeom>
              <a:solidFill>
                <a:srgbClr val="CFD6DC"/>
              </a:solidFill>
              <a:ln>
                <a:noFill/>
              </a:ln>
            </p:spPr>
            <p:txBody>
              <a:bodyPr lIns="0" tIns="0" rIns="0" bIns="0"/>
              <a:lstStyle/>
              <a:p>
                <a:endParaRPr lang="en-US"/>
              </a:p>
            </p:txBody>
          </p:sp>
          <p:sp>
            <p:nvSpPr>
              <p:cNvPr id="9231" name="AutoShape 104"/>
              <p:cNvSpPr/>
              <p:nvPr/>
            </p:nvSpPr>
            <p:spPr bwMode="auto">
              <a:xfrm>
                <a:off x="1616" y="1320"/>
                <a:ext cx="344" cy="344"/>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1" y="19418"/>
                    </a:moveTo>
                    <a:lnTo>
                      <a:pt x="7073" y="12476"/>
                    </a:lnTo>
                    <a:cubicBezTo>
                      <a:pt x="6491" y="11675"/>
                      <a:pt x="6252" y="10706"/>
                      <a:pt x="6402" y="9745"/>
                    </a:cubicBezTo>
                    <a:cubicBezTo>
                      <a:pt x="6574" y="8683"/>
                      <a:pt x="7205" y="7693"/>
                      <a:pt x="8138" y="7021"/>
                    </a:cubicBezTo>
                    <a:cubicBezTo>
                      <a:pt x="8867" y="6496"/>
                      <a:pt x="9729" y="6215"/>
                      <a:pt x="10562" y="6221"/>
                    </a:cubicBezTo>
                    <a:cubicBezTo>
                      <a:pt x="11571" y="6232"/>
                      <a:pt x="12512" y="6668"/>
                      <a:pt x="13203" y="7440"/>
                    </a:cubicBezTo>
                    <a:cubicBezTo>
                      <a:pt x="13217" y="7459"/>
                      <a:pt x="16224" y="10807"/>
                      <a:pt x="18916" y="13802"/>
                    </a:cubicBezTo>
                    <a:cubicBezTo>
                      <a:pt x="20277" y="10713"/>
                      <a:pt x="20012" y="7002"/>
                      <a:pt x="17882" y="4071"/>
                    </a:cubicBezTo>
                    <a:cubicBezTo>
                      <a:pt x="14683" y="-331"/>
                      <a:pt x="8510" y="-1316"/>
                      <a:pt x="4088" y="1868"/>
                    </a:cubicBezTo>
                    <a:cubicBezTo>
                      <a:pt x="-332" y="5052"/>
                      <a:pt x="-1323" y="11198"/>
                      <a:pt x="1875" y="15599"/>
                    </a:cubicBezTo>
                    <a:cubicBezTo>
                      <a:pt x="4269" y="18903"/>
                      <a:pt x="8350" y="20284"/>
                      <a:pt x="12111" y="19418"/>
                    </a:cubicBezTo>
                    <a:cubicBezTo>
                      <a:pt x="12111" y="19418"/>
                      <a:pt x="12111" y="19418"/>
                      <a:pt x="12111" y="19418"/>
                    </a:cubicBezTo>
                    <a:close/>
                    <a:moveTo>
                      <a:pt x="12111" y="19418"/>
                    </a:moveTo>
                  </a:path>
                </a:pathLst>
              </a:custGeom>
              <a:solidFill>
                <a:srgbClr val="CFD6DC"/>
              </a:solidFill>
              <a:ln>
                <a:noFill/>
              </a:ln>
            </p:spPr>
            <p:txBody>
              <a:bodyPr lIns="0" tIns="0" rIns="0" bIns="0"/>
              <a:lstStyle/>
              <a:p>
                <a:endParaRPr lang="en-US"/>
              </a:p>
            </p:txBody>
          </p:sp>
          <p:sp>
            <p:nvSpPr>
              <p:cNvPr id="9232" name="AutoShape 105"/>
              <p:cNvSpPr/>
              <p:nvPr/>
            </p:nvSpPr>
            <p:spPr bwMode="auto">
              <a:xfrm>
                <a:off x="1752" y="1464"/>
                <a:ext cx="639" cy="591"/>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2" y="4419"/>
                    </a:moveTo>
                    <a:cubicBezTo>
                      <a:pt x="16731" y="3831"/>
                      <a:pt x="16036" y="3582"/>
                      <a:pt x="15399" y="3807"/>
                    </a:cubicBezTo>
                    <a:cubicBezTo>
                      <a:pt x="13495" y="4472"/>
                      <a:pt x="9660" y="5826"/>
                      <a:pt x="9117" y="6097"/>
                    </a:cubicBezTo>
                    <a:cubicBezTo>
                      <a:pt x="8950" y="6182"/>
                      <a:pt x="8796" y="6280"/>
                      <a:pt x="8657" y="6390"/>
                    </a:cubicBezTo>
                    <a:cubicBezTo>
                      <a:pt x="8282" y="6685"/>
                      <a:pt x="8029" y="7053"/>
                      <a:pt x="7958" y="7398"/>
                    </a:cubicBezTo>
                    <a:lnTo>
                      <a:pt x="7956" y="7400"/>
                    </a:lnTo>
                    <a:lnTo>
                      <a:pt x="7953" y="7397"/>
                    </a:lnTo>
                    <a:cubicBezTo>
                      <a:pt x="7935" y="7375"/>
                      <a:pt x="2207" y="415"/>
                      <a:pt x="2199" y="403"/>
                    </a:cubicBezTo>
                    <a:cubicBezTo>
                      <a:pt x="1739" y="-154"/>
                      <a:pt x="1088" y="-78"/>
                      <a:pt x="613" y="295"/>
                    </a:cubicBezTo>
                    <a:cubicBezTo>
                      <a:pt x="74" y="718"/>
                      <a:pt x="-236" y="1522"/>
                      <a:pt x="223" y="2204"/>
                    </a:cubicBezTo>
                    <a:lnTo>
                      <a:pt x="8338" y="14398"/>
                    </a:lnTo>
                    <a:cubicBezTo>
                      <a:pt x="8434" y="14543"/>
                      <a:pt x="8417" y="14740"/>
                      <a:pt x="8298" y="14866"/>
                    </a:cubicBezTo>
                    <a:lnTo>
                      <a:pt x="8292" y="14870"/>
                    </a:lnTo>
                    <a:cubicBezTo>
                      <a:pt x="8284" y="14882"/>
                      <a:pt x="8269" y="14893"/>
                      <a:pt x="8259" y="14902"/>
                    </a:cubicBezTo>
                    <a:lnTo>
                      <a:pt x="8250" y="14908"/>
                    </a:lnTo>
                    <a:cubicBezTo>
                      <a:pt x="7864" y="15193"/>
                      <a:pt x="7004" y="15850"/>
                      <a:pt x="5304" y="15197"/>
                    </a:cubicBezTo>
                    <a:cubicBezTo>
                      <a:pt x="5079" y="15112"/>
                      <a:pt x="4874" y="15034"/>
                      <a:pt x="4686" y="14962"/>
                    </a:cubicBezTo>
                    <a:cubicBezTo>
                      <a:pt x="4098" y="14739"/>
                      <a:pt x="3584" y="14849"/>
                      <a:pt x="3220" y="15135"/>
                    </a:cubicBezTo>
                    <a:cubicBezTo>
                      <a:pt x="2582" y="15637"/>
                      <a:pt x="2407" y="16688"/>
                      <a:pt x="3142" y="17475"/>
                    </a:cubicBezTo>
                    <a:cubicBezTo>
                      <a:pt x="4212" y="18623"/>
                      <a:pt x="7554" y="20631"/>
                      <a:pt x="12047" y="21446"/>
                    </a:cubicBezTo>
                    <a:lnTo>
                      <a:pt x="21364" y="14126"/>
                    </a:lnTo>
                    <a:lnTo>
                      <a:pt x="21154" y="11659"/>
                    </a:lnTo>
                    <a:cubicBezTo>
                      <a:pt x="21082" y="10783"/>
                      <a:pt x="20795" y="9944"/>
                      <a:pt x="20319" y="9229"/>
                    </a:cubicBezTo>
                    <a:cubicBezTo>
                      <a:pt x="20319" y="9229"/>
                      <a:pt x="17122" y="4419"/>
                      <a:pt x="17122" y="4419"/>
                    </a:cubicBezTo>
                    <a:close/>
                    <a:moveTo>
                      <a:pt x="17122" y="4419"/>
                    </a:moveTo>
                  </a:path>
                </a:pathLst>
              </a:custGeom>
              <a:solidFill>
                <a:srgbClr val="CFD6DC"/>
              </a:solidFill>
              <a:ln>
                <a:noFill/>
              </a:ln>
            </p:spPr>
            <p:txBody>
              <a:bodyPr lIns="0" tIns="0" rIns="0" bIns="0"/>
              <a:lstStyle/>
              <a:p>
                <a:endParaRPr lang="en-US"/>
              </a:p>
            </p:txBody>
          </p:sp>
          <p:sp>
            <p:nvSpPr>
              <p:cNvPr id="9233" name="AutoShape 106"/>
              <p:cNvSpPr/>
              <p:nvPr/>
            </p:nvSpPr>
            <p:spPr bwMode="auto">
              <a:xfrm>
                <a:off x="2408" y="848"/>
                <a:ext cx="231" cy="185"/>
              </a:xfrm>
              <a:custGeom>
                <a:avLst/>
                <a:gdLst>
                  <a:gd name="T0" fmla="*/ 0 w 21411"/>
                  <a:gd name="T1" fmla="*/ 0 h 21364"/>
                  <a:gd name="T2" fmla="*/ 0 w 21411"/>
                  <a:gd name="T3" fmla="*/ 0 h 21364"/>
                  <a:gd name="T4" fmla="*/ 0 w 21411"/>
                  <a:gd name="T5" fmla="*/ 0 h 21364"/>
                  <a:gd name="T6" fmla="*/ 0 w 21411"/>
                  <a:gd name="T7" fmla="*/ 0 h 21364"/>
                  <a:gd name="T8" fmla="*/ 0 w 21411"/>
                  <a:gd name="T9" fmla="*/ 0 h 21364"/>
                  <a:gd name="T10" fmla="*/ 0 w 21411"/>
                  <a:gd name="T11" fmla="*/ 0 h 21364"/>
                  <a:gd name="T12" fmla="*/ 0 w 21411"/>
                  <a:gd name="T13" fmla="*/ 0 h 21364"/>
                  <a:gd name="T14" fmla="*/ 0 w 21411"/>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1" h="21364">
                    <a:moveTo>
                      <a:pt x="1900" y="20636"/>
                    </a:moveTo>
                    <a:cubicBezTo>
                      <a:pt x="2356" y="21423"/>
                      <a:pt x="3246" y="21600"/>
                      <a:pt x="3877" y="21031"/>
                    </a:cubicBezTo>
                    <a:lnTo>
                      <a:pt x="20827" y="5740"/>
                    </a:lnTo>
                    <a:cubicBezTo>
                      <a:pt x="21458" y="5171"/>
                      <a:pt x="21600" y="4062"/>
                      <a:pt x="21144" y="3276"/>
                    </a:cubicBezTo>
                    <a:lnTo>
                      <a:pt x="19244" y="0"/>
                    </a:lnTo>
                    <a:lnTo>
                      <a:pt x="0" y="17361"/>
                    </a:lnTo>
                    <a:cubicBezTo>
                      <a:pt x="0" y="17361"/>
                      <a:pt x="1900" y="20636"/>
                      <a:pt x="1900" y="20636"/>
                    </a:cubicBezTo>
                    <a:close/>
                    <a:moveTo>
                      <a:pt x="1900" y="20636"/>
                    </a:moveTo>
                  </a:path>
                </a:pathLst>
              </a:custGeom>
              <a:solidFill>
                <a:srgbClr val="CFD6DC"/>
              </a:solidFill>
              <a:ln>
                <a:noFill/>
              </a:ln>
            </p:spPr>
            <p:txBody>
              <a:bodyPr lIns="0" tIns="0" rIns="0" bIns="0"/>
              <a:lstStyle/>
              <a:p>
                <a:endParaRPr lang="en-US"/>
              </a:p>
            </p:txBody>
          </p:sp>
          <p:sp>
            <p:nvSpPr>
              <p:cNvPr id="9234" name="AutoShape 107"/>
              <p:cNvSpPr/>
              <p:nvPr/>
            </p:nvSpPr>
            <p:spPr bwMode="auto">
              <a:xfrm>
                <a:off x="2016" y="432"/>
                <a:ext cx="256" cy="256"/>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3" y="19418"/>
                    </a:moveTo>
                    <a:lnTo>
                      <a:pt x="7075" y="12477"/>
                    </a:lnTo>
                    <a:cubicBezTo>
                      <a:pt x="6493" y="11675"/>
                      <a:pt x="6253" y="10706"/>
                      <a:pt x="6402" y="9745"/>
                    </a:cubicBezTo>
                    <a:cubicBezTo>
                      <a:pt x="6574" y="8683"/>
                      <a:pt x="7205" y="7693"/>
                      <a:pt x="8138" y="7021"/>
                    </a:cubicBezTo>
                    <a:cubicBezTo>
                      <a:pt x="8867" y="6496"/>
                      <a:pt x="9730" y="6215"/>
                      <a:pt x="10563" y="6222"/>
                    </a:cubicBezTo>
                    <a:cubicBezTo>
                      <a:pt x="11572" y="6232"/>
                      <a:pt x="12512" y="6668"/>
                      <a:pt x="13204" y="7440"/>
                    </a:cubicBezTo>
                    <a:cubicBezTo>
                      <a:pt x="13218" y="7459"/>
                      <a:pt x="16224" y="10807"/>
                      <a:pt x="18916" y="13802"/>
                    </a:cubicBezTo>
                    <a:cubicBezTo>
                      <a:pt x="20277" y="10712"/>
                      <a:pt x="20013" y="7002"/>
                      <a:pt x="17882" y="4071"/>
                    </a:cubicBezTo>
                    <a:cubicBezTo>
                      <a:pt x="14684" y="-331"/>
                      <a:pt x="8510" y="-1316"/>
                      <a:pt x="4090" y="1868"/>
                    </a:cubicBezTo>
                    <a:cubicBezTo>
                      <a:pt x="-331" y="5052"/>
                      <a:pt x="-1323" y="11198"/>
                      <a:pt x="1876" y="15599"/>
                    </a:cubicBezTo>
                    <a:cubicBezTo>
                      <a:pt x="4269" y="18903"/>
                      <a:pt x="8351" y="20284"/>
                      <a:pt x="12113" y="19418"/>
                    </a:cubicBezTo>
                    <a:cubicBezTo>
                      <a:pt x="12113" y="19418"/>
                      <a:pt x="12113" y="19418"/>
                      <a:pt x="12113" y="19418"/>
                    </a:cubicBezTo>
                    <a:close/>
                    <a:moveTo>
                      <a:pt x="12113" y="19418"/>
                    </a:moveTo>
                  </a:path>
                </a:pathLst>
              </a:custGeom>
              <a:solidFill>
                <a:srgbClr val="CFD6DC"/>
              </a:solidFill>
              <a:ln>
                <a:noFill/>
              </a:ln>
            </p:spPr>
            <p:txBody>
              <a:bodyPr lIns="0" tIns="0" rIns="0" bIns="0"/>
              <a:lstStyle/>
              <a:p>
                <a:endParaRPr lang="en-US"/>
              </a:p>
            </p:txBody>
          </p:sp>
          <p:sp>
            <p:nvSpPr>
              <p:cNvPr id="9235" name="AutoShape 108"/>
              <p:cNvSpPr/>
              <p:nvPr/>
            </p:nvSpPr>
            <p:spPr bwMode="auto">
              <a:xfrm>
                <a:off x="2120" y="536"/>
                <a:ext cx="476" cy="440"/>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3" y="4419"/>
                    </a:moveTo>
                    <a:cubicBezTo>
                      <a:pt x="16730" y="3831"/>
                      <a:pt x="16036" y="3582"/>
                      <a:pt x="15399" y="3807"/>
                    </a:cubicBezTo>
                    <a:cubicBezTo>
                      <a:pt x="13495" y="4472"/>
                      <a:pt x="9660" y="5826"/>
                      <a:pt x="9118" y="6097"/>
                    </a:cubicBezTo>
                    <a:cubicBezTo>
                      <a:pt x="8950" y="6182"/>
                      <a:pt x="8796" y="6281"/>
                      <a:pt x="8657" y="6390"/>
                    </a:cubicBezTo>
                    <a:cubicBezTo>
                      <a:pt x="8281" y="6684"/>
                      <a:pt x="8029" y="7053"/>
                      <a:pt x="7958" y="7398"/>
                    </a:cubicBezTo>
                    <a:lnTo>
                      <a:pt x="7956" y="7400"/>
                    </a:lnTo>
                    <a:lnTo>
                      <a:pt x="7953" y="7397"/>
                    </a:lnTo>
                    <a:cubicBezTo>
                      <a:pt x="7934" y="7375"/>
                      <a:pt x="2207" y="415"/>
                      <a:pt x="2199" y="404"/>
                    </a:cubicBezTo>
                    <a:cubicBezTo>
                      <a:pt x="1739" y="-154"/>
                      <a:pt x="1087" y="-78"/>
                      <a:pt x="612" y="295"/>
                    </a:cubicBezTo>
                    <a:cubicBezTo>
                      <a:pt x="74" y="718"/>
                      <a:pt x="-236" y="1522"/>
                      <a:pt x="222" y="2204"/>
                    </a:cubicBezTo>
                    <a:lnTo>
                      <a:pt x="8337" y="14398"/>
                    </a:lnTo>
                    <a:cubicBezTo>
                      <a:pt x="8434" y="14543"/>
                      <a:pt x="8417" y="14740"/>
                      <a:pt x="8298" y="14866"/>
                    </a:cubicBezTo>
                    <a:lnTo>
                      <a:pt x="8293" y="14870"/>
                    </a:lnTo>
                    <a:cubicBezTo>
                      <a:pt x="8284" y="14882"/>
                      <a:pt x="8269" y="14893"/>
                      <a:pt x="8258" y="14902"/>
                    </a:cubicBezTo>
                    <a:lnTo>
                      <a:pt x="8250" y="14908"/>
                    </a:lnTo>
                    <a:cubicBezTo>
                      <a:pt x="7865" y="15192"/>
                      <a:pt x="7004" y="15850"/>
                      <a:pt x="5304" y="15197"/>
                    </a:cubicBezTo>
                    <a:cubicBezTo>
                      <a:pt x="5078" y="15112"/>
                      <a:pt x="4874" y="15034"/>
                      <a:pt x="4686" y="14962"/>
                    </a:cubicBezTo>
                    <a:cubicBezTo>
                      <a:pt x="4098" y="14739"/>
                      <a:pt x="3583" y="14849"/>
                      <a:pt x="3220" y="15135"/>
                    </a:cubicBezTo>
                    <a:cubicBezTo>
                      <a:pt x="2582" y="15637"/>
                      <a:pt x="2407" y="16688"/>
                      <a:pt x="3142" y="17475"/>
                    </a:cubicBezTo>
                    <a:cubicBezTo>
                      <a:pt x="4212" y="18623"/>
                      <a:pt x="7554" y="20632"/>
                      <a:pt x="12048" y="21446"/>
                    </a:cubicBezTo>
                    <a:lnTo>
                      <a:pt x="21364" y="14126"/>
                    </a:lnTo>
                    <a:lnTo>
                      <a:pt x="21155" y="11659"/>
                    </a:lnTo>
                    <a:cubicBezTo>
                      <a:pt x="21083" y="10783"/>
                      <a:pt x="20794" y="9944"/>
                      <a:pt x="20318" y="9229"/>
                    </a:cubicBezTo>
                    <a:cubicBezTo>
                      <a:pt x="20318" y="9229"/>
                      <a:pt x="17123" y="4419"/>
                      <a:pt x="17123" y="4419"/>
                    </a:cubicBezTo>
                    <a:close/>
                    <a:moveTo>
                      <a:pt x="17123" y="4419"/>
                    </a:moveTo>
                  </a:path>
                </a:pathLst>
              </a:custGeom>
              <a:solidFill>
                <a:srgbClr val="CFD6DC"/>
              </a:solidFill>
              <a:ln>
                <a:noFill/>
              </a:ln>
            </p:spPr>
            <p:txBody>
              <a:bodyPr lIns="0" tIns="0" rIns="0" bIns="0"/>
              <a:lstStyle/>
              <a:p>
                <a:endParaRPr lang="en-US"/>
              </a:p>
            </p:txBody>
          </p:sp>
          <p:sp>
            <p:nvSpPr>
              <p:cNvPr id="9236" name="AutoShape 109"/>
              <p:cNvSpPr/>
              <p:nvPr/>
            </p:nvSpPr>
            <p:spPr bwMode="auto">
              <a:xfrm>
                <a:off x="3616" y="1032"/>
                <a:ext cx="231" cy="185"/>
              </a:xfrm>
              <a:custGeom>
                <a:avLst/>
                <a:gdLst>
                  <a:gd name="T0" fmla="*/ 0 w 21411"/>
                  <a:gd name="T1" fmla="*/ 0 h 21364"/>
                  <a:gd name="T2" fmla="*/ 0 w 21411"/>
                  <a:gd name="T3" fmla="*/ 0 h 21364"/>
                  <a:gd name="T4" fmla="*/ 0 w 21411"/>
                  <a:gd name="T5" fmla="*/ 0 h 21364"/>
                  <a:gd name="T6" fmla="*/ 0 w 21411"/>
                  <a:gd name="T7" fmla="*/ 0 h 21364"/>
                  <a:gd name="T8" fmla="*/ 0 w 21411"/>
                  <a:gd name="T9" fmla="*/ 0 h 21364"/>
                  <a:gd name="T10" fmla="*/ 0 w 21411"/>
                  <a:gd name="T11" fmla="*/ 0 h 21364"/>
                  <a:gd name="T12" fmla="*/ 0 w 21411"/>
                  <a:gd name="T13" fmla="*/ 0 h 21364"/>
                  <a:gd name="T14" fmla="*/ 0 w 21411"/>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1" h="21364">
                    <a:moveTo>
                      <a:pt x="1900" y="20635"/>
                    </a:moveTo>
                    <a:cubicBezTo>
                      <a:pt x="2357" y="21421"/>
                      <a:pt x="3247" y="21600"/>
                      <a:pt x="3878" y="21031"/>
                    </a:cubicBezTo>
                    <a:lnTo>
                      <a:pt x="20826" y="5739"/>
                    </a:lnTo>
                    <a:cubicBezTo>
                      <a:pt x="21457" y="5171"/>
                      <a:pt x="21600" y="4061"/>
                      <a:pt x="21144" y="3276"/>
                    </a:cubicBezTo>
                    <a:lnTo>
                      <a:pt x="19243" y="0"/>
                    </a:lnTo>
                    <a:lnTo>
                      <a:pt x="0" y="17360"/>
                    </a:lnTo>
                    <a:cubicBezTo>
                      <a:pt x="0" y="17360"/>
                      <a:pt x="1900" y="20635"/>
                      <a:pt x="1900" y="20635"/>
                    </a:cubicBezTo>
                    <a:close/>
                    <a:moveTo>
                      <a:pt x="1900" y="20635"/>
                    </a:moveTo>
                  </a:path>
                </a:pathLst>
              </a:custGeom>
              <a:solidFill>
                <a:srgbClr val="CFD6DC"/>
              </a:solidFill>
              <a:ln>
                <a:noFill/>
              </a:ln>
            </p:spPr>
            <p:txBody>
              <a:bodyPr lIns="0" tIns="0" rIns="0" bIns="0"/>
              <a:lstStyle/>
              <a:p>
                <a:endParaRPr lang="en-US"/>
              </a:p>
            </p:txBody>
          </p:sp>
          <p:sp>
            <p:nvSpPr>
              <p:cNvPr id="9237" name="AutoShape 110"/>
              <p:cNvSpPr/>
              <p:nvPr/>
            </p:nvSpPr>
            <p:spPr bwMode="auto">
              <a:xfrm>
                <a:off x="3224" y="616"/>
                <a:ext cx="256" cy="256"/>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3" y="19419"/>
                    </a:moveTo>
                    <a:lnTo>
                      <a:pt x="7075" y="12478"/>
                    </a:lnTo>
                    <a:cubicBezTo>
                      <a:pt x="6493" y="11676"/>
                      <a:pt x="6253" y="10706"/>
                      <a:pt x="6403" y="9746"/>
                    </a:cubicBezTo>
                    <a:cubicBezTo>
                      <a:pt x="6574" y="8683"/>
                      <a:pt x="7204" y="7694"/>
                      <a:pt x="8139" y="7021"/>
                    </a:cubicBezTo>
                    <a:cubicBezTo>
                      <a:pt x="8867" y="6496"/>
                      <a:pt x="9730" y="6215"/>
                      <a:pt x="10563" y="6222"/>
                    </a:cubicBezTo>
                    <a:cubicBezTo>
                      <a:pt x="11571" y="6232"/>
                      <a:pt x="12512" y="6667"/>
                      <a:pt x="13204" y="7440"/>
                    </a:cubicBezTo>
                    <a:cubicBezTo>
                      <a:pt x="13217" y="7459"/>
                      <a:pt x="16225" y="10808"/>
                      <a:pt x="18916" y="13803"/>
                    </a:cubicBezTo>
                    <a:cubicBezTo>
                      <a:pt x="20277" y="10712"/>
                      <a:pt x="20013" y="7002"/>
                      <a:pt x="17882" y="4071"/>
                    </a:cubicBezTo>
                    <a:cubicBezTo>
                      <a:pt x="14683" y="-331"/>
                      <a:pt x="8510" y="-1316"/>
                      <a:pt x="4089" y="1868"/>
                    </a:cubicBezTo>
                    <a:cubicBezTo>
                      <a:pt x="-331" y="5052"/>
                      <a:pt x="-1323" y="11199"/>
                      <a:pt x="1876" y="15599"/>
                    </a:cubicBezTo>
                    <a:cubicBezTo>
                      <a:pt x="4269" y="18904"/>
                      <a:pt x="8352" y="20284"/>
                      <a:pt x="12113" y="19419"/>
                    </a:cubicBezTo>
                    <a:cubicBezTo>
                      <a:pt x="12113" y="19419"/>
                      <a:pt x="12113" y="19419"/>
                      <a:pt x="12113" y="19419"/>
                    </a:cubicBezTo>
                    <a:close/>
                    <a:moveTo>
                      <a:pt x="12113" y="19419"/>
                    </a:moveTo>
                  </a:path>
                </a:pathLst>
              </a:custGeom>
              <a:solidFill>
                <a:srgbClr val="CFD6DC"/>
              </a:solidFill>
              <a:ln>
                <a:noFill/>
              </a:ln>
            </p:spPr>
            <p:txBody>
              <a:bodyPr lIns="0" tIns="0" rIns="0" bIns="0"/>
              <a:lstStyle/>
              <a:p>
                <a:endParaRPr lang="en-US"/>
              </a:p>
            </p:txBody>
          </p:sp>
          <p:sp>
            <p:nvSpPr>
              <p:cNvPr id="9238" name="AutoShape 111"/>
              <p:cNvSpPr/>
              <p:nvPr/>
            </p:nvSpPr>
            <p:spPr bwMode="auto">
              <a:xfrm>
                <a:off x="3328" y="720"/>
                <a:ext cx="476" cy="440"/>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2" y="4419"/>
                    </a:moveTo>
                    <a:cubicBezTo>
                      <a:pt x="16731" y="3831"/>
                      <a:pt x="16036" y="3582"/>
                      <a:pt x="15399" y="3807"/>
                    </a:cubicBezTo>
                    <a:cubicBezTo>
                      <a:pt x="13495" y="4472"/>
                      <a:pt x="9660" y="5826"/>
                      <a:pt x="9117" y="6097"/>
                    </a:cubicBezTo>
                    <a:cubicBezTo>
                      <a:pt x="8950" y="6182"/>
                      <a:pt x="8796" y="6280"/>
                      <a:pt x="8657" y="6390"/>
                    </a:cubicBezTo>
                    <a:cubicBezTo>
                      <a:pt x="8282" y="6684"/>
                      <a:pt x="8029" y="7053"/>
                      <a:pt x="7958" y="7398"/>
                    </a:cubicBezTo>
                    <a:lnTo>
                      <a:pt x="7955" y="7400"/>
                    </a:lnTo>
                    <a:lnTo>
                      <a:pt x="7953" y="7397"/>
                    </a:lnTo>
                    <a:cubicBezTo>
                      <a:pt x="7934" y="7375"/>
                      <a:pt x="2207" y="415"/>
                      <a:pt x="2199" y="404"/>
                    </a:cubicBezTo>
                    <a:cubicBezTo>
                      <a:pt x="1739" y="-154"/>
                      <a:pt x="1087" y="-79"/>
                      <a:pt x="612" y="295"/>
                    </a:cubicBezTo>
                    <a:cubicBezTo>
                      <a:pt x="74" y="718"/>
                      <a:pt x="-236" y="1522"/>
                      <a:pt x="222" y="2204"/>
                    </a:cubicBezTo>
                    <a:lnTo>
                      <a:pt x="8337" y="14398"/>
                    </a:lnTo>
                    <a:cubicBezTo>
                      <a:pt x="8434" y="14543"/>
                      <a:pt x="8417" y="14740"/>
                      <a:pt x="8298" y="14866"/>
                    </a:cubicBezTo>
                    <a:lnTo>
                      <a:pt x="8292" y="14870"/>
                    </a:lnTo>
                    <a:cubicBezTo>
                      <a:pt x="8284" y="14882"/>
                      <a:pt x="8269" y="14893"/>
                      <a:pt x="8258" y="14902"/>
                    </a:cubicBezTo>
                    <a:lnTo>
                      <a:pt x="8250" y="14908"/>
                    </a:lnTo>
                    <a:cubicBezTo>
                      <a:pt x="7865" y="15192"/>
                      <a:pt x="7004" y="15851"/>
                      <a:pt x="5304" y="15197"/>
                    </a:cubicBezTo>
                    <a:cubicBezTo>
                      <a:pt x="5078" y="15112"/>
                      <a:pt x="4874" y="15035"/>
                      <a:pt x="4686" y="14962"/>
                    </a:cubicBezTo>
                    <a:cubicBezTo>
                      <a:pt x="4098" y="14739"/>
                      <a:pt x="3583" y="14849"/>
                      <a:pt x="3220" y="15136"/>
                    </a:cubicBezTo>
                    <a:cubicBezTo>
                      <a:pt x="2582" y="15636"/>
                      <a:pt x="2406" y="16688"/>
                      <a:pt x="3142" y="17475"/>
                    </a:cubicBezTo>
                    <a:cubicBezTo>
                      <a:pt x="4212" y="18623"/>
                      <a:pt x="7554" y="20632"/>
                      <a:pt x="12047" y="21446"/>
                    </a:cubicBezTo>
                    <a:lnTo>
                      <a:pt x="21364" y="14126"/>
                    </a:lnTo>
                    <a:lnTo>
                      <a:pt x="21155" y="11659"/>
                    </a:lnTo>
                    <a:cubicBezTo>
                      <a:pt x="21083" y="10783"/>
                      <a:pt x="20794" y="9943"/>
                      <a:pt x="20318" y="9229"/>
                    </a:cubicBezTo>
                    <a:cubicBezTo>
                      <a:pt x="20318" y="9229"/>
                      <a:pt x="17122" y="4419"/>
                      <a:pt x="17122" y="4419"/>
                    </a:cubicBezTo>
                    <a:close/>
                    <a:moveTo>
                      <a:pt x="17122" y="4419"/>
                    </a:moveTo>
                  </a:path>
                </a:pathLst>
              </a:custGeom>
              <a:solidFill>
                <a:srgbClr val="CFD6DC"/>
              </a:solidFill>
              <a:ln>
                <a:noFill/>
              </a:ln>
            </p:spPr>
            <p:txBody>
              <a:bodyPr lIns="0" tIns="0" rIns="0" bIns="0"/>
              <a:lstStyle/>
              <a:p>
                <a:endParaRPr lang="en-US"/>
              </a:p>
            </p:txBody>
          </p:sp>
          <p:sp>
            <p:nvSpPr>
              <p:cNvPr id="9239" name="AutoShape 112"/>
              <p:cNvSpPr/>
              <p:nvPr/>
            </p:nvSpPr>
            <p:spPr bwMode="auto">
              <a:xfrm>
                <a:off x="0" y="944"/>
                <a:ext cx="438" cy="67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2587" y="13398"/>
                    </a:moveTo>
                    <a:lnTo>
                      <a:pt x="18373" y="20368"/>
                    </a:lnTo>
                    <a:lnTo>
                      <a:pt x="14776" y="21600"/>
                    </a:lnTo>
                    <a:lnTo>
                      <a:pt x="9212" y="14542"/>
                    </a:lnTo>
                    <a:lnTo>
                      <a:pt x="8513" y="13652"/>
                    </a:lnTo>
                    <a:lnTo>
                      <a:pt x="7473" y="14384"/>
                    </a:lnTo>
                    <a:lnTo>
                      <a:pt x="1963" y="18257"/>
                    </a:lnTo>
                    <a:lnTo>
                      <a:pt x="0" y="0"/>
                    </a:lnTo>
                    <a:lnTo>
                      <a:pt x="21600" y="11506"/>
                    </a:lnTo>
                    <a:lnTo>
                      <a:pt x="13361" y="12371"/>
                    </a:lnTo>
                    <a:lnTo>
                      <a:pt x="11865" y="12526"/>
                    </a:lnTo>
                    <a:cubicBezTo>
                      <a:pt x="11865" y="12526"/>
                      <a:pt x="12587" y="13398"/>
                      <a:pt x="12587" y="13398"/>
                    </a:cubicBezTo>
                    <a:close/>
                    <a:moveTo>
                      <a:pt x="12587" y="13398"/>
                    </a:moveTo>
                  </a:path>
                </a:pathLst>
              </a:custGeom>
              <a:solidFill>
                <a:srgbClr val="CFD6DC"/>
              </a:solidFill>
              <a:ln>
                <a:noFill/>
              </a:ln>
            </p:spPr>
            <p:txBody>
              <a:bodyPr lIns="0" tIns="0" rIns="0" bIns="0"/>
              <a:lstStyle/>
              <a:p>
                <a:endParaRPr lang="en-US"/>
              </a:p>
            </p:txBody>
          </p:sp>
          <p:sp>
            <p:nvSpPr>
              <p:cNvPr id="9240" name="AutoShape 113"/>
              <p:cNvSpPr/>
              <p:nvPr/>
            </p:nvSpPr>
            <p:spPr bwMode="auto">
              <a:xfrm>
                <a:off x="2760" y="0"/>
                <a:ext cx="202" cy="3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2587" y="13398"/>
                    </a:moveTo>
                    <a:lnTo>
                      <a:pt x="18372" y="20368"/>
                    </a:lnTo>
                    <a:lnTo>
                      <a:pt x="14776" y="21600"/>
                    </a:lnTo>
                    <a:lnTo>
                      <a:pt x="9212" y="14542"/>
                    </a:lnTo>
                    <a:lnTo>
                      <a:pt x="8512" y="13652"/>
                    </a:lnTo>
                    <a:lnTo>
                      <a:pt x="7474" y="14384"/>
                    </a:lnTo>
                    <a:lnTo>
                      <a:pt x="1963" y="18257"/>
                    </a:lnTo>
                    <a:lnTo>
                      <a:pt x="0" y="0"/>
                    </a:lnTo>
                    <a:lnTo>
                      <a:pt x="21600" y="11506"/>
                    </a:lnTo>
                    <a:lnTo>
                      <a:pt x="13361" y="12370"/>
                    </a:lnTo>
                    <a:lnTo>
                      <a:pt x="11864" y="12527"/>
                    </a:lnTo>
                    <a:cubicBezTo>
                      <a:pt x="11864" y="12527"/>
                      <a:pt x="12587" y="13398"/>
                      <a:pt x="12587" y="13398"/>
                    </a:cubicBezTo>
                    <a:close/>
                    <a:moveTo>
                      <a:pt x="12587" y="13398"/>
                    </a:moveTo>
                  </a:path>
                </a:pathLst>
              </a:custGeom>
              <a:solidFill>
                <a:srgbClr val="CFD6DC"/>
              </a:solidFill>
              <a:ln>
                <a:noFill/>
              </a:ln>
            </p:spPr>
            <p:txBody>
              <a:bodyPr lIns="0" tIns="0" rIns="0" bIns="0"/>
              <a:lstStyle/>
              <a:p>
                <a:endParaRPr lang="en-US"/>
              </a:p>
            </p:txBody>
          </p:sp>
        </p:grpSp>
        <p:sp>
          <p:nvSpPr>
            <p:cNvPr id="9229" name="AutoShape 143"/>
            <p:cNvSpPr/>
            <p:nvPr/>
          </p:nvSpPr>
          <p:spPr bwMode="auto">
            <a:xfrm>
              <a:off x="8382000" y="6526213"/>
              <a:ext cx="1092200" cy="1676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0 w 21600"/>
                <a:gd name="T15" fmla="*/ 0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2587" y="13398"/>
                  </a:moveTo>
                  <a:lnTo>
                    <a:pt x="18373" y="20368"/>
                  </a:lnTo>
                  <a:lnTo>
                    <a:pt x="14776" y="21600"/>
                  </a:lnTo>
                  <a:lnTo>
                    <a:pt x="9212" y="14542"/>
                  </a:lnTo>
                  <a:lnTo>
                    <a:pt x="8513" y="13652"/>
                  </a:lnTo>
                  <a:lnTo>
                    <a:pt x="7473" y="14384"/>
                  </a:lnTo>
                  <a:lnTo>
                    <a:pt x="1963" y="18257"/>
                  </a:lnTo>
                  <a:lnTo>
                    <a:pt x="0" y="0"/>
                  </a:lnTo>
                  <a:lnTo>
                    <a:pt x="21600" y="11506"/>
                  </a:lnTo>
                  <a:lnTo>
                    <a:pt x="13362" y="12371"/>
                  </a:lnTo>
                  <a:lnTo>
                    <a:pt x="11866" y="12527"/>
                  </a:lnTo>
                  <a:cubicBezTo>
                    <a:pt x="11866" y="12527"/>
                    <a:pt x="12587" y="13398"/>
                    <a:pt x="12587" y="13398"/>
                  </a:cubicBezTo>
                  <a:close/>
                  <a:moveTo>
                    <a:pt x="12587" y="13398"/>
                  </a:moveTo>
                </a:path>
              </a:pathLst>
            </a:custGeom>
            <a:solidFill>
              <a:srgbClr val="CFD6DC"/>
            </a:solidFill>
            <a:ln>
              <a:noFill/>
            </a:ln>
          </p:spPr>
          <p:txBody>
            <a:bodyPr lIns="0" tIns="0" rIns="0" bIns="0"/>
            <a:lstStyle/>
            <a:p>
              <a:endParaRPr lang="en-US"/>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up)">
                                      <p:cBhvr>
                                        <p:cTn id="7" dur="500"/>
                                        <p:tgtEl>
                                          <p:spTgt spid="81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8204"/>
                                        </p:tgtEl>
                                        <p:attrNameLst>
                                          <p:attrName>style.visibility</p:attrName>
                                        </p:attrNameLst>
                                      </p:cBhvr>
                                      <p:to>
                                        <p:strVal val="visible"/>
                                      </p:to>
                                    </p:set>
                                    <p:anim calcmode="lin" valueType="num">
                                      <p:cBhvr additive="base">
                                        <p:cTn id="12" dur="500" fill="hold"/>
                                        <p:tgtEl>
                                          <p:spTgt spid="8204"/>
                                        </p:tgtEl>
                                        <p:attrNameLst>
                                          <p:attrName>ppt_x</p:attrName>
                                        </p:attrNameLst>
                                      </p:cBhvr>
                                      <p:tavLst>
                                        <p:tav tm="0">
                                          <p:val>
                                            <p:strVal val="1+#ppt_w/2"/>
                                          </p:val>
                                        </p:tav>
                                        <p:tav tm="100000">
                                          <p:val>
                                            <p:strVal val="#ppt_x"/>
                                          </p:val>
                                        </p:tav>
                                      </p:tavLst>
                                    </p:anim>
                                    <p:anim calcmode="lin" valueType="num">
                                      <p:cBhvr additive="base">
                                        <p:cTn id="13" dur="500" fill="hold"/>
                                        <p:tgtEl>
                                          <p:spTgt spid="8204"/>
                                        </p:tgtEl>
                                        <p:attrNameLst>
                                          <p:attrName>ppt_y</p:attrName>
                                        </p:attrNameLst>
                                      </p:cBhvr>
                                      <p:tavLst>
                                        <p:tav tm="0">
                                          <p:val>
                                            <p:strVal val="#ppt_y"/>
                                          </p:val>
                                        </p:tav>
                                        <p:tav tm="100000">
                                          <p:val>
                                            <p:strVal val="#ppt_y"/>
                                          </p:val>
                                        </p:tav>
                                      </p:tavLst>
                                    </p:anim>
                                  </p:childTnLst>
                                </p:cTn>
                              </p:par>
                              <p:par>
                                <p:cTn id="14" presetID="2" presetClass="entr" presetSubtype="1" fill="hold" nodeType="withEffect">
                                  <p:stCondLst>
                                    <p:cond delay="0"/>
                                  </p:stCondLst>
                                  <p:childTnLst>
                                    <p:set>
                                      <p:cBhvr>
                                        <p:cTn id="15" dur="1" fill="hold">
                                          <p:stCondLst>
                                            <p:cond delay="0"/>
                                          </p:stCondLst>
                                        </p:cTn>
                                        <p:tgtEl>
                                          <p:spTgt spid="8199"/>
                                        </p:tgtEl>
                                        <p:attrNameLst>
                                          <p:attrName>style.visibility</p:attrName>
                                        </p:attrNameLst>
                                      </p:cBhvr>
                                      <p:to>
                                        <p:strVal val="visible"/>
                                      </p:to>
                                    </p:set>
                                    <p:anim calcmode="lin" valueType="num">
                                      <p:cBhvr additive="base">
                                        <p:cTn id="16" dur="500" fill="hold"/>
                                        <p:tgtEl>
                                          <p:spTgt spid="8199"/>
                                        </p:tgtEl>
                                        <p:attrNameLst>
                                          <p:attrName>ppt_x</p:attrName>
                                        </p:attrNameLst>
                                      </p:cBhvr>
                                      <p:tavLst>
                                        <p:tav tm="0">
                                          <p:val>
                                            <p:strVal val="#ppt_x"/>
                                          </p:val>
                                        </p:tav>
                                        <p:tav tm="100000">
                                          <p:val>
                                            <p:strVal val="#ppt_x"/>
                                          </p:val>
                                        </p:tav>
                                      </p:tavLst>
                                    </p:anim>
                                    <p:anim calcmode="lin" valueType="num">
                                      <p:cBhvr additive="base">
                                        <p:cTn id="17" dur="500" fill="hold"/>
                                        <p:tgtEl>
                                          <p:spTgt spid="8199"/>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8200"/>
                                        </p:tgtEl>
                                        <p:attrNameLst>
                                          <p:attrName>style.visibility</p:attrName>
                                        </p:attrNameLst>
                                      </p:cBhvr>
                                      <p:to>
                                        <p:strVal val="visible"/>
                                      </p:to>
                                    </p:set>
                                    <p:anim calcmode="lin" valueType="num">
                                      <p:cBhvr additive="base">
                                        <p:cTn id="22" dur="500"/>
                                        <p:tgtEl>
                                          <p:spTgt spid="8200"/>
                                        </p:tgtEl>
                                        <p:attrNameLst>
                                          <p:attrName>ppt_y</p:attrName>
                                        </p:attrNameLst>
                                      </p:cBhvr>
                                      <p:tavLst>
                                        <p:tav tm="0">
                                          <p:val>
                                            <p:strVal val="#ppt_y+#ppt_h*1.125000"/>
                                          </p:val>
                                        </p:tav>
                                        <p:tav tm="100000">
                                          <p:val>
                                            <p:strVal val="#ppt_y"/>
                                          </p:val>
                                        </p:tav>
                                      </p:tavLst>
                                    </p:anim>
                                    <p:animEffect transition="in" filter="wipe(up)">
                                      <p:cBhvr>
                                        <p:cTn id="23" dur="500"/>
                                        <p:tgtEl>
                                          <p:spTgt spid="820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194"/>
                                        </p:tgtEl>
                                        <p:attrNameLst>
                                          <p:attrName>style.visibility</p:attrName>
                                        </p:attrNameLst>
                                      </p:cBhvr>
                                      <p:to>
                                        <p:strVal val="visible"/>
                                      </p:to>
                                    </p:set>
                                    <p:animEffect transition="in" filter="wipe(left)">
                                      <p:cBhvr>
                                        <p:cTn id="28" dur="500"/>
                                        <p:tgtEl>
                                          <p:spTgt spid="819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196"/>
                                        </p:tgtEl>
                                        <p:attrNameLst>
                                          <p:attrName>style.visibility</p:attrName>
                                        </p:attrNameLst>
                                      </p:cBhvr>
                                      <p:to>
                                        <p:strVal val="visible"/>
                                      </p:to>
                                    </p:set>
                                    <p:anim calcmode="lin" valueType="num">
                                      <p:cBhvr additive="base">
                                        <p:cTn id="33" dur="500" fill="hold"/>
                                        <p:tgtEl>
                                          <p:spTgt spid="8196"/>
                                        </p:tgtEl>
                                        <p:attrNameLst>
                                          <p:attrName>ppt_x</p:attrName>
                                        </p:attrNameLst>
                                      </p:cBhvr>
                                      <p:tavLst>
                                        <p:tav tm="0">
                                          <p:val>
                                            <p:strVal val="#ppt_x"/>
                                          </p:val>
                                        </p:tav>
                                        <p:tav tm="100000">
                                          <p:val>
                                            <p:strVal val="#ppt_x"/>
                                          </p:val>
                                        </p:tav>
                                      </p:tavLst>
                                    </p:anim>
                                    <p:anim calcmode="lin" valueType="num">
                                      <p:cBhvr additive="base">
                                        <p:cTn id="34" dur="500" fill="hold"/>
                                        <p:tgtEl>
                                          <p:spTgt spid="8196"/>
                                        </p:tgtEl>
                                        <p:attrNameLst>
                                          <p:attrName>ppt_y</p:attrName>
                                        </p:attrNameLst>
                                      </p:cBhvr>
                                      <p:tavLst>
                                        <p:tav tm="0">
                                          <p:val>
                                            <p:strVal val="1+#ppt_h/2"/>
                                          </p:val>
                                        </p:tav>
                                        <p:tav tm="100000">
                                          <p:val>
                                            <p:strVal val="#ppt_y"/>
                                          </p:val>
                                        </p:tav>
                                      </p:tavLst>
                                    </p:anim>
                                  </p:childTnLst>
                                </p:cTn>
                              </p:par>
                              <p:par>
                                <p:cTn id="35" presetID="2" presetClass="entr" presetSubtype="1" fill="hold" nodeType="withEffect">
                                  <p:stCondLst>
                                    <p:cond delay="0"/>
                                  </p:stCondLst>
                                  <p:childTnLst>
                                    <p:set>
                                      <p:cBhvr>
                                        <p:cTn id="36" dur="1" fill="hold">
                                          <p:stCondLst>
                                            <p:cond delay="0"/>
                                          </p:stCondLst>
                                        </p:cTn>
                                        <p:tgtEl>
                                          <p:spTgt spid="8198"/>
                                        </p:tgtEl>
                                        <p:attrNameLst>
                                          <p:attrName>style.visibility</p:attrName>
                                        </p:attrNameLst>
                                      </p:cBhvr>
                                      <p:to>
                                        <p:strVal val="visible"/>
                                      </p:to>
                                    </p:set>
                                    <p:anim calcmode="lin" valueType="num">
                                      <p:cBhvr additive="base">
                                        <p:cTn id="37" dur="500" fill="hold"/>
                                        <p:tgtEl>
                                          <p:spTgt spid="8198"/>
                                        </p:tgtEl>
                                        <p:attrNameLst>
                                          <p:attrName>ppt_x</p:attrName>
                                        </p:attrNameLst>
                                      </p:cBhvr>
                                      <p:tavLst>
                                        <p:tav tm="0">
                                          <p:val>
                                            <p:strVal val="#ppt_x"/>
                                          </p:val>
                                        </p:tav>
                                        <p:tav tm="100000">
                                          <p:val>
                                            <p:strVal val="#ppt_x"/>
                                          </p:val>
                                        </p:tav>
                                      </p:tavLst>
                                    </p:anim>
                                    <p:anim calcmode="lin" valueType="num">
                                      <p:cBhvr additive="base">
                                        <p:cTn id="38" dur="500" fill="hold"/>
                                        <p:tgtEl>
                                          <p:spTgt spid="8198"/>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8197"/>
                                        </p:tgtEl>
                                        <p:attrNameLst>
                                          <p:attrName>style.visibility</p:attrName>
                                        </p:attrNameLst>
                                      </p:cBhvr>
                                      <p:to>
                                        <p:strVal val="visible"/>
                                      </p:to>
                                    </p:set>
                                    <p:anim calcmode="lin" valueType="num">
                                      <p:cBhvr additive="base">
                                        <p:cTn id="41" dur="500" fill="hold"/>
                                        <p:tgtEl>
                                          <p:spTgt spid="8197"/>
                                        </p:tgtEl>
                                        <p:attrNameLst>
                                          <p:attrName>ppt_x</p:attrName>
                                        </p:attrNameLst>
                                      </p:cBhvr>
                                      <p:tavLst>
                                        <p:tav tm="0">
                                          <p:val>
                                            <p:strVal val="#ppt_x"/>
                                          </p:val>
                                        </p:tav>
                                        <p:tav tm="100000">
                                          <p:val>
                                            <p:strVal val="#ppt_x"/>
                                          </p:val>
                                        </p:tav>
                                      </p:tavLst>
                                    </p:anim>
                                    <p:anim calcmode="lin" valueType="num">
                                      <p:cBhvr additive="base">
                                        <p:cTn id="42" dur="500" fill="hold"/>
                                        <p:tgtEl>
                                          <p:spTgt spid="8197"/>
                                        </p:tgtEl>
                                        <p:attrNameLst>
                                          <p:attrName>ppt_y</p:attrName>
                                        </p:attrNameLst>
                                      </p:cBhvr>
                                      <p:tavLst>
                                        <p:tav tm="0">
                                          <p:val>
                                            <p:strVal val="0-#ppt_h/2"/>
                                          </p:val>
                                        </p:tav>
                                        <p:tav tm="100000">
                                          <p:val>
                                            <p:strVal val="#ppt_y"/>
                                          </p:val>
                                        </p:tav>
                                      </p:tavLst>
                                    </p:anim>
                                  </p:childTnLst>
                                </p:cTn>
                              </p:par>
                              <p:par>
                                <p:cTn id="43" presetID="12" presetClass="entr" presetSubtype="4" fill="hold" nodeType="withEffect">
                                  <p:stCondLst>
                                    <p:cond delay="0"/>
                                  </p:stCondLst>
                                  <p:childTnLst>
                                    <p:set>
                                      <p:cBhvr>
                                        <p:cTn id="44" dur="1" fill="hold">
                                          <p:stCondLst>
                                            <p:cond delay="0"/>
                                          </p:stCondLst>
                                        </p:cTn>
                                        <p:tgtEl>
                                          <p:spTgt spid="8201"/>
                                        </p:tgtEl>
                                        <p:attrNameLst>
                                          <p:attrName>style.visibility</p:attrName>
                                        </p:attrNameLst>
                                      </p:cBhvr>
                                      <p:to>
                                        <p:strVal val="visible"/>
                                      </p:to>
                                    </p:set>
                                    <p:anim calcmode="lin" valueType="num">
                                      <p:cBhvr additive="base">
                                        <p:cTn id="45" dur="500"/>
                                        <p:tgtEl>
                                          <p:spTgt spid="8201"/>
                                        </p:tgtEl>
                                        <p:attrNameLst>
                                          <p:attrName>ppt_y</p:attrName>
                                        </p:attrNameLst>
                                      </p:cBhvr>
                                      <p:tavLst>
                                        <p:tav tm="0">
                                          <p:val>
                                            <p:strVal val="#ppt_y+#ppt_h*1.125000"/>
                                          </p:val>
                                        </p:tav>
                                        <p:tav tm="100000">
                                          <p:val>
                                            <p:strVal val="#ppt_y"/>
                                          </p:val>
                                        </p:tav>
                                      </p:tavLst>
                                    </p:anim>
                                    <p:animEffect transition="in" filter="wipe(up)">
                                      <p:cBhvr>
                                        <p:cTn id="46" dur="500"/>
                                        <p:tgtEl>
                                          <p:spTgt spid="820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1" fill="hold" nodeType="clickEffect">
                                  <p:stCondLst>
                                    <p:cond delay="0"/>
                                  </p:stCondLst>
                                  <p:childTnLst>
                                    <p:set>
                                      <p:cBhvr>
                                        <p:cTn id="50" dur="1" fill="hold">
                                          <p:stCondLst>
                                            <p:cond delay="0"/>
                                          </p:stCondLst>
                                        </p:cTn>
                                        <p:tgtEl>
                                          <p:spTgt spid="8203"/>
                                        </p:tgtEl>
                                        <p:attrNameLst>
                                          <p:attrName>style.visibility</p:attrName>
                                        </p:attrNameLst>
                                      </p:cBhvr>
                                      <p:to>
                                        <p:strVal val="visible"/>
                                      </p:to>
                                    </p:set>
                                    <p:anim calcmode="lin" valueType="num">
                                      <p:cBhvr additive="base">
                                        <p:cTn id="51" dur="500"/>
                                        <p:tgtEl>
                                          <p:spTgt spid="8203"/>
                                        </p:tgtEl>
                                        <p:attrNameLst>
                                          <p:attrName>ppt_y</p:attrName>
                                        </p:attrNameLst>
                                      </p:cBhvr>
                                      <p:tavLst>
                                        <p:tav tm="0">
                                          <p:val>
                                            <p:strVal val="#ppt_y-#ppt_h*1.125000"/>
                                          </p:val>
                                        </p:tav>
                                        <p:tav tm="100000">
                                          <p:val>
                                            <p:strVal val="#ppt_y"/>
                                          </p:val>
                                        </p:tav>
                                      </p:tavLst>
                                    </p:anim>
                                    <p:animEffect transition="in" filter="wipe(down)">
                                      <p:cBhvr>
                                        <p:cTn id="52" dur="500"/>
                                        <p:tgtEl>
                                          <p:spTgt spid="8203"/>
                                        </p:tgtEl>
                                      </p:cBhvr>
                                    </p:animEffect>
                                  </p:childTnLst>
                                </p:cTn>
                              </p:par>
                              <p:par>
                                <p:cTn id="53" presetID="22" presetClass="entr" presetSubtype="1" fill="hold"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up)">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P spid="819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Freeform 1"/>
          <p:cNvSpPr/>
          <p:nvPr/>
        </p:nvSpPr>
        <p:spPr bwMode="auto">
          <a:xfrm rot="10800000">
            <a:off x="5761038" y="7504113"/>
            <a:ext cx="6553200" cy="5780087"/>
          </a:xfrm>
          <a:custGeom>
            <a:avLst/>
            <a:gdLst>
              <a:gd name="T0" fmla="*/ 2147483647 w 21067"/>
              <a:gd name="T1" fmla="*/ 0 h 21564"/>
              <a:gd name="T2" fmla="*/ 2147483647 w 21067"/>
              <a:gd name="T3" fmla="*/ 2147483647 h 21564"/>
              <a:gd name="T4" fmla="*/ 2147483647 w 21067"/>
              <a:gd name="T5" fmla="*/ 2147483647 h 21564"/>
              <a:gd name="T6" fmla="*/ 0 w 21067"/>
              <a:gd name="T7" fmla="*/ 2147483647 h 215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067" h="21564">
                <a:moveTo>
                  <a:pt x="21054" y="0"/>
                </a:moveTo>
                <a:lnTo>
                  <a:pt x="21054" y="14977"/>
                </a:lnTo>
                <a:cubicBezTo>
                  <a:pt x="21054" y="14977"/>
                  <a:pt x="21600" y="21600"/>
                  <a:pt x="15690" y="21563"/>
                </a:cubicBezTo>
                <a:cubicBezTo>
                  <a:pt x="9822" y="21527"/>
                  <a:pt x="0" y="21345"/>
                  <a:pt x="0" y="21345"/>
                </a:cubicBezTo>
              </a:path>
            </a:pathLst>
          </a:custGeom>
          <a:noFill/>
          <a:ln w="50800" cap="flat">
            <a:solidFill>
              <a:srgbClr val="DB125A"/>
            </a:solidFill>
            <a:prstDash val="sysDot"/>
            <a:miter lim="800000"/>
            <a:headEnd type="none" w="med" len="med"/>
            <a:tailEnd type="none" w="med" len="med"/>
          </a:ln>
        </p:spPr>
        <p:txBody>
          <a:bodyPr lIns="0" tIns="0" rIns="0" bIns="0"/>
          <a:lstStyle/>
          <a:p>
            <a:endParaRPr lang="en-US"/>
          </a:p>
        </p:txBody>
      </p:sp>
      <p:sp>
        <p:nvSpPr>
          <p:cNvPr id="9218" name="Line 2"/>
          <p:cNvSpPr>
            <a:spLocks noChangeShapeType="1"/>
          </p:cNvSpPr>
          <p:nvPr/>
        </p:nvSpPr>
        <p:spPr bwMode="auto">
          <a:xfrm>
            <a:off x="13550900" y="-2438400"/>
            <a:ext cx="0" cy="5524500"/>
          </a:xfrm>
          <a:prstGeom prst="line">
            <a:avLst/>
          </a:prstGeom>
          <a:noFill/>
          <a:ln w="38100">
            <a:solidFill>
              <a:srgbClr val="FDA531"/>
            </a:solidFill>
            <a:prstDash val="sysDot"/>
            <a:miter lim="800000"/>
          </a:ln>
        </p:spPr>
        <p:txBody>
          <a:bodyPr lIns="0" tIns="0" rIns="0" bIns="0"/>
          <a:lstStyle/>
          <a:p>
            <a:endParaRPr lang="en-US"/>
          </a:p>
        </p:txBody>
      </p:sp>
      <p:sp>
        <p:nvSpPr>
          <p:cNvPr id="9219" name="Line 52"/>
          <p:cNvSpPr>
            <a:spLocks noChangeShapeType="1"/>
          </p:cNvSpPr>
          <p:nvPr/>
        </p:nvSpPr>
        <p:spPr bwMode="auto">
          <a:xfrm>
            <a:off x="9955213" y="2070100"/>
            <a:ext cx="3606800" cy="0"/>
          </a:xfrm>
          <a:prstGeom prst="line">
            <a:avLst/>
          </a:prstGeom>
          <a:noFill/>
          <a:ln w="38100">
            <a:solidFill>
              <a:srgbClr val="FDA531"/>
            </a:solidFill>
            <a:prstDash val="sysDot"/>
            <a:miter lim="800000"/>
          </a:ln>
        </p:spPr>
        <p:txBody>
          <a:bodyPr lIns="0" tIns="0" rIns="0" bIns="0"/>
          <a:lstStyle/>
          <a:p>
            <a:endParaRPr lang="en-US"/>
          </a:p>
        </p:txBody>
      </p:sp>
      <p:grpSp>
        <p:nvGrpSpPr>
          <p:cNvPr id="9220" name="Group 4"/>
          <p:cNvGrpSpPr/>
          <p:nvPr/>
        </p:nvGrpSpPr>
        <p:grpSpPr bwMode="auto">
          <a:xfrm>
            <a:off x="15430500" y="1933258"/>
            <a:ext cx="7531100" cy="5870892"/>
            <a:chOff x="15430500" y="1933258"/>
            <a:chExt cx="7531100" cy="5870892"/>
          </a:xfrm>
        </p:grpSpPr>
        <p:sp>
          <p:nvSpPr>
            <p:cNvPr id="10321" name="Rectangle 53"/>
            <p:cNvSpPr/>
            <p:nvPr/>
          </p:nvSpPr>
          <p:spPr bwMode="auto">
            <a:xfrm>
              <a:off x="15430500" y="1933258"/>
              <a:ext cx="4924425" cy="984885"/>
            </a:xfrm>
            <a:prstGeom prst="rect">
              <a:avLst/>
            </a:prstGeom>
            <a:noFill/>
            <a:ln>
              <a:noFill/>
            </a:ln>
          </p:spPr>
          <p:txBody>
            <a:bodyPr wrap="none" lIns="0" tIns="0" rIns="0" bIns="0" anchor="ctr">
              <a:spAutoFit/>
            </a:bodyPr>
            <a:lstStyle/>
            <a:p>
              <a:pPr algn="l"/>
              <a:r>
                <a:rPr lang="zh-CN" altLang="en-US" sz="6400" dirty="0">
                  <a:solidFill>
                    <a:srgbClr val="FFFFFF"/>
                  </a:solidFill>
                  <a:latin typeface="+mj-ea"/>
                  <a:ea typeface="+mj-ea"/>
                  <a:cs typeface="MS PGothic" panose="020B0600070205080204" charset="-128"/>
                  <a:sym typeface="Diavlo Black Regular" charset="0"/>
                </a:rPr>
                <a:t>电商网页设计</a:t>
              </a:r>
              <a:endParaRPr lang="en-US" sz="6400" dirty="0">
                <a:solidFill>
                  <a:srgbClr val="FFFFFF"/>
                </a:solidFill>
                <a:latin typeface="+mj-ea"/>
                <a:ea typeface="+mj-ea"/>
                <a:cs typeface="MS PGothic" panose="020B0600070205080204" charset="-128"/>
                <a:sym typeface="Diavlo Black Regular" charset="0"/>
              </a:endParaRPr>
            </a:p>
          </p:txBody>
        </p:sp>
        <p:sp>
          <p:nvSpPr>
            <p:cNvPr id="10322" name="Rectangle 54"/>
            <p:cNvSpPr/>
            <p:nvPr/>
          </p:nvSpPr>
          <p:spPr bwMode="auto">
            <a:xfrm>
              <a:off x="17322800" y="3117850"/>
              <a:ext cx="5638800" cy="4686300"/>
            </a:xfrm>
            <a:prstGeom prst="rect">
              <a:avLst/>
            </a:prstGeom>
            <a:noFill/>
            <a:ln>
              <a:noFill/>
            </a:ln>
          </p:spPr>
          <p:txBody>
            <a:bodyPr lIns="0" tIns="0" rIns="0" bIns="0" anchor="ctr"/>
            <a:lstStyle/>
            <a:p>
              <a:pPr algn="l"/>
              <a:r>
                <a:rPr lang="zh-CN" altLang="en-US" sz="2400" dirty="0">
                  <a:solidFill>
                    <a:srgbClr val="AFB6BA"/>
                  </a:solidFill>
                  <a:latin typeface="+mj-ea"/>
                  <a:ea typeface="+mj-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a:t>
              </a:r>
              <a:endParaRPr lang="en-US" sz="2400" dirty="0">
                <a:solidFill>
                  <a:srgbClr val="9AA7A8"/>
                </a:solidFill>
                <a:latin typeface="+mj-ea"/>
                <a:ea typeface="+mj-ea"/>
                <a:cs typeface="MS PGothic" panose="020B0600070205080204" charset="-128"/>
                <a:sym typeface="Open Sans" charset="0"/>
              </a:endParaRPr>
            </a:p>
          </p:txBody>
        </p:sp>
      </p:grpSp>
      <p:grpSp>
        <p:nvGrpSpPr>
          <p:cNvPr id="9221" name="Group 3"/>
          <p:cNvGrpSpPr/>
          <p:nvPr/>
        </p:nvGrpSpPr>
        <p:grpSpPr bwMode="auto">
          <a:xfrm>
            <a:off x="2476500" y="938768"/>
            <a:ext cx="7116763" cy="2140982"/>
            <a:chOff x="2476500" y="938768"/>
            <a:chExt cx="7116763" cy="2140982"/>
          </a:xfrm>
        </p:grpSpPr>
        <p:sp>
          <p:nvSpPr>
            <p:cNvPr id="10318" name="AutoShape 3"/>
            <p:cNvSpPr/>
            <p:nvPr/>
          </p:nvSpPr>
          <p:spPr bwMode="auto">
            <a:xfrm>
              <a:off x="8813800" y="2184400"/>
              <a:ext cx="34925" cy="14288"/>
            </a:xfrm>
            <a:custGeom>
              <a:avLst/>
              <a:gdLst>
                <a:gd name="T0" fmla="*/ 1454834 w 9804"/>
                <a:gd name="T1" fmla="*/ 1434 h 14766"/>
                <a:gd name="T2" fmla="*/ 1578832 w 9804"/>
                <a:gd name="T3" fmla="*/ 12944 h 14766"/>
                <a:gd name="T4" fmla="*/ 1454834 w 9804"/>
                <a:gd name="T5" fmla="*/ 1434 h 14766"/>
                <a:gd name="T6" fmla="*/ 1454834 w 9804"/>
                <a:gd name="T7" fmla="*/ 1434 h 147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04" h="14766">
                  <a:moveTo>
                    <a:pt x="9034" y="1636"/>
                  </a:moveTo>
                  <a:cubicBezTo>
                    <a:pt x="9034" y="1636"/>
                    <a:pt x="9276" y="6302"/>
                    <a:pt x="9804" y="14766"/>
                  </a:cubicBezTo>
                  <a:cubicBezTo>
                    <a:pt x="-11796" y="-6834"/>
                    <a:pt x="9034" y="1636"/>
                    <a:pt x="9034" y="1636"/>
                  </a:cubicBezTo>
                  <a:close/>
                  <a:moveTo>
                    <a:pt x="9034" y="1636"/>
                  </a:moveTo>
                </a:path>
              </a:pathLst>
            </a:custGeom>
            <a:solidFill>
              <a:srgbClr val="E43F13"/>
            </a:solidFill>
            <a:ln>
              <a:noFill/>
            </a:ln>
          </p:spPr>
          <p:txBody>
            <a:bodyPr lIns="0" tIns="0" rIns="0" bIns="0"/>
            <a:lstStyle/>
            <a:p>
              <a:endParaRPr lang="en-US">
                <a:latin typeface="+mj-ea"/>
                <a:ea typeface="+mj-ea"/>
              </a:endParaRPr>
            </a:p>
          </p:txBody>
        </p:sp>
        <p:sp>
          <p:nvSpPr>
            <p:cNvPr id="10319" name="Rectangle 55"/>
            <p:cNvSpPr/>
            <p:nvPr/>
          </p:nvSpPr>
          <p:spPr bwMode="auto">
            <a:xfrm>
              <a:off x="7131049" y="938768"/>
              <a:ext cx="2462214" cy="738664"/>
            </a:xfrm>
            <a:prstGeom prst="rect">
              <a:avLst/>
            </a:prstGeom>
            <a:noFill/>
            <a:ln>
              <a:noFill/>
            </a:ln>
          </p:spPr>
          <p:txBody>
            <a:bodyPr wrap="none" lIns="0" tIns="0" rIns="0" bIns="0" anchor="ctr">
              <a:spAutoFit/>
            </a:bodyPr>
            <a:lstStyle/>
            <a:p>
              <a:pPr algn="r"/>
              <a:r>
                <a:rPr lang="zh-CN" altLang="en-US" sz="4800" dirty="0">
                  <a:solidFill>
                    <a:srgbClr val="7DBD94"/>
                  </a:solidFill>
                  <a:latin typeface="+mj-ea"/>
                  <a:ea typeface="+mj-ea"/>
                  <a:cs typeface="MS PGothic" panose="020B0600070205080204" charset="-128"/>
                  <a:sym typeface="Diavlo Black Regular" charset="0"/>
                </a:rPr>
                <a:t>页面优化</a:t>
              </a:r>
              <a:endParaRPr lang="en-US" sz="4800" dirty="0">
                <a:solidFill>
                  <a:srgbClr val="7DBD94"/>
                </a:solidFill>
                <a:latin typeface="+mj-ea"/>
                <a:ea typeface="+mj-ea"/>
                <a:cs typeface="MS PGothic" panose="020B0600070205080204" charset="-128"/>
                <a:sym typeface="Diavlo Black Regular" charset="0"/>
              </a:endParaRPr>
            </a:p>
          </p:txBody>
        </p:sp>
        <p:sp>
          <p:nvSpPr>
            <p:cNvPr id="10320" name="Rectangle 56"/>
            <p:cNvSpPr/>
            <p:nvPr/>
          </p:nvSpPr>
          <p:spPr bwMode="auto">
            <a:xfrm>
              <a:off x="2476500" y="1746250"/>
              <a:ext cx="7099300" cy="1333500"/>
            </a:xfrm>
            <a:prstGeom prst="rect">
              <a:avLst/>
            </a:prstGeom>
            <a:noFill/>
            <a:ln>
              <a:noFill/>
            </a:ln>
          </p:spPr>
          <p:txBody>
            <a:bodyPr lIns="0" tIns="0" rIns="0" bIns="0" anchor="ctr"/>
            <a:lstStyle/>
            <a:p>
              <a:pPr algn="r"/>
              <a:r>
                <a:rPr lang="zh-CN" altLang="en-US" sz="2400" dirty="0">
                  <a:solidFill>
                    <a:srgbClr val="AFB6BA"/>
                  </a:solidFill>
                  <a:latin typeface="+mj-ea"/>
                  <a:ea typeface="+mj-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sz="2400" dirty="0">
                <a:solidFill>
                  <a:srgbClr val="9AA7A8"/>
                </a:solidFill>
                <a:latin typeface="+mj-ea"/>
                <a:ea typeface="+mj-ea"/>
                <a:cs typeface="MS PGothic" panose="020B0600070205080204" charset="-128"/>
                <a:sym typeface="Open Sans" charset="0"/>
              </a:endParaRPr>
            </a:p>
          </p:txBody>
        </p:sp>
      </p:grpSp>
      <p:grpSp>
        <p:nvGrpSpPr>
          <p:cNvPr id="9222" name="Group 7"/>
          <p:cNvGrpSpPr/>
          <p:nvPr/>
        </p:nvGrpSpPr>
        <p:grpSpPr bwMode="auto">
          <a:xfrm>
            <a:off x="9029700" y="10505758"/>
            <a:ext cx="10960100" cy="2424906"/>
            <a:chOff x="9029700" y="10505758"/>
            <a:chExt cx="10960100" cy="2424906"/>
          </a:xfrm>
        </p:grpSpPr>
        <p:sp>
          <p:nvSpPr>
            <p:cNvPr id="10315" name="Rectangle 61"/>
            <p:cNvSpPr/>
            <p:nvPr/>
          </p:nvSpPr>
          <p:spPr bwMode="auto">
            <a:xfrm>
              <a:off x="9029700" y="10505758"/>
              <a:ext cx="5684248" cy="984885"/>
            </a:xfrm>
            <a:prstGeom prst="rect">
              <a:avLst/>
            </a:prstGeom>
            <a:noFill/>
            <a:ln>
              <a:noFill/>
            </a:ln>
          </p:spPr>
          <p:txBody>
            <a:bodyPr wrap="none" lIns="0" tIns="0" rIns="0" bIns="0" anchor="ctr">
              <a:spAutoFit/>
            </a:bodyPr>
            <a:lstStyle/>
            <a:p>
              <a:pPr algn="l"/>
              <a:r>
                <a:rPr lang="zh-CN" altLang="en-US" sz="6400" dirty="0">
                  <a:solidFill>
                    <a:srgbClr val="FFFFFF"/>
                  </a:solidFill>
                  <a:latin typeface="+mj-ea"/>
                  <a:ea typeface="+mj-ea"/>
                  <a:cs typeface="MS PGothic" panose="020B0600070205080204" charset="-128"/>
                  <a:sym typeface="Diavlo Black Regular" charset="0"/>
                </a:rPr>
                <a:t>移动端</a:t>
              </a:r>
              <a:r>
                <a:rPr lang="en-US" altLang="zh-CN" sz="6400" dirty="0">
                  <a:solidFill>
                    <a:srgbClr val="FFFFFF"/>
                  </a:solidFill>
                  <a:latin typeface="+mj-ea"/>
                  <a:ea typeface="+mj-ea"/>
                  <a:cs typeface="MS PGothic" panose="020B0600070205080204" charset="-128"/>
                  <a:sym typeface="Diavlo Black Regular" charset="0"/>
                </a:rPr>
                <a:t>APP</a:t>
              </a:r>
              <a:r>
                <a:rPr lang="zh-CN" altLang="en-US" sz="6400" dirty="0">
                  <a:solidFill>
                    <a:srgbClr val="FFFFFF"/>
                  </a:solidFill>
                  <a:latin typeface="+mj-ea"/>
                  <a:ea typeface="+mj-ea"/>
                  <a:cs typeface="MS PGothic" panose="020B0600070205080204" charset="-128"/>
                  <a:sym typeface="Diavlo Black Regular" charset="0"/>
                </a:rPr>
                <a:t>开发</a:t>
              </a:r>
              <a:endParaRPr lang="en-US" sz="6400" dirty="0">
                <a:solidFill>
                  <a:srgbClr val="FFFFFF"/>
                </a:solidFill>
                <a:latin typeface="+mj-ea"/>
                <a:ea typeface="+mj-ea"/>
                <a:cs typeface="MS PGothic" panose="020B0600070205080204" charset="-128"/>
                <a:sym typeface="Diavlo Black Regular" charset="0"/>
              </a:endParaRPr>
            </a:p>
          </p:txBody>
        </p:sp>
        <p:sp>
          <p:nvSpPr>
            <p:cNvPr id="10316" name="Rectangle 62"/>
            <p:cNvSpPr/>
            <p:nvPr/>
          </p:nvSpPr>
          <p:spPr bwMode="auto">
            <a:xfrm>
              <a:off x="11493500" y="11474450"/>
              <a:ext cx="8496300" cy="1333500"/>
            </a:xfrm>
            <a:prstGeom prst="rect">
              <a:avLst/>
            </a:prstGeom>
            <a:noFill/>
            <a:ln>
              <a:noFill/>
            </a:ln>
          </p:spPr>
          <p:txBody>
            <a:bodyPr lIns="0" tIns="0" rIns="0" bIns="0" anchor="ctr"/>
            <a:lstStyle/>
            <a:p>
              <a:pPr algn="l"/>
              <a:r>
                <a:rPr lang="zh-CN" altLang="en-US" sz="2400" dirty="0">
                  <a:solidFill>
                    <a:srgbClr val="AFB6BA"/>
                  </a:solidFill>
                  <a:latin typeface="+mj-ea"/>
                  <a:ea typeface="+mj-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sz="2400" dirty="0">
                <a:solidFill>
                  <a:srgbClr val="9AA7A8"/>
                </a:solidFill>
                <a:latin typeface="+mj-ea"/>
                <a:ea typeface="+mj-ea"/>
                <a:cs typeface="MS PGothic" panose="020B0600070205080204" charset="-128"/>
                <a:sym typeface="Open Sans" charset="0"/>
              </a:endParaRPr>
            </a:p>
          </p:txBody>
        </p:sp>
        <p:sp>
          <p:nvSpPr>
            <p:cNvPr id="10317" name="Rectangle 63"/>
            <p:cNvSpPr/>
            <p:nvPr/>
          </p:nvSpPr>
          <p:spPr bwMode="auto">
            <a:xfrm>
              <a:off x="9042400" y="114533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mj-ea"/>
                  <a:ea typeface="+mj-ea"/>
                  <a:cs typeface="MS PGothic" panose="020B0600070205080204" charset="-128"/>
                  <a:sym typeface="Diavlo Bold Regular" charset="0"/>
                </a:rPr>
                <a:t>40</a:t>
              </a:r>
              <a:r>
                <a:rPr lang="en-US" sz="4800" dirty="0">
                  <a:solidFill>
                    <a:srgbClr val="2BC2A1"/>
                  </a:solidFill>
                  <a:latin typeface="+mj-ea"/>
                  <a:ea typeface="+mj-ea"/>
                  <a:cs typeface="MS PGothic" panose="020B0600070205080204" charset="-128"/>
                  <a:sym typeface="Diavlo Book Regular" charset="0"/>
                </a:rPr>
                <a:t>%</a:t>
              </a:r>
              <a:endParaRPr lang="en-US" sz="4800" dirty="0">
                <a:solidFill>
                  <a:srgbClr val="2BC2A1"/>
                </a:solidFill>
                <a:latin typeface="+mj-ea"/>
                <a:ea typeface="+mj-ea"/>
                <a:cs typeface="MS PGothic" panose="020B0600070205080204" charset="-128"/>
                <a:sym typeface="Diavlo Book Regular" charset="0"/>
              </a:endParaRPr>
            </a:p>
          </p:txBody>
        </p:sp>
      </p:grpSp>
      <p:grpSp>
        <p:nvGrpSpPr>
          <p:cNvPr id="9223" name="Group 5"/>
          <p:cNvGrpSpPr/>
          <p:nvPr/>
        </p:nvGrpSpPr>
        <p:grpSpPr bwMode="auto">
          <a:xfrm>
            <a:off x="8534400" y="3122613"/>
            <a:ext cx="7988300" cy="5816600"/>
            <a:chOff x="8534400" y="3122613"/>
            <a:chExt cx="7988300" cy="5816600"/>
          </a:xfrm>
        </p:grpSpPr>
        <p:grpSp>
          <p:nvGrpSpPr>
            <p:cNvPr id="10265" name="Group 48"/>
            <p:cNvGrpSpPr/>
            <p:nvPr/>
          </p:nvGrpSpPr>
          <p:grpSpPr bwMode="auto">
            <a:xfrm>
              <a:off x="8534400" y="3122613"/>
              <a:ext cx="7988300" cy="5816600"/>
              <a:chOff x="0" y="0"/>
              <a:chExt cx="5031" cy="3664"/>
            </a:xfrm>
          </p:grpSpPr>
          <p:sp>
            <p:nvSpPr>
              <p:cNvPr id="10271" name="AutoShape 4"/>
              <p:cNvSpPr/>
              <p:nvPr/>
            </p:nvSpPr>
            <p:spPr bwMode="auto">
              <a:xfrm>
                <a:off x="1260" y="1921"/>
                <a:ext cx="3764" cy="1743"/>
              </a:xfrm>
              <a:custGeom>
                <a:avLst/>
                <a:gdLst>
                  <a:gd name="T0" fmla="*/ 0 w 21600"/>
                  <a:gd name="T1" fmla="*/ 0 h 21600"/>
                  <a:gd name="T2" fmla="*/ 10 w 21600"/>
                  <a:gd name="T3" fmla="*/ 1 h 21600"/>
                  <a:gd name="T4" fmla="*/ 2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873"/>
                      <a:pt x="6977" y="21600"/>
                      <a:pt x="10800" y="21600"/>
                    </a:cubicBezTo>
                    <a:cubicBezTo>
                      <a:pt x="14893" y="21600"/>
                      <a:pt x="21597" y="11873"/>
                      <a:pt x="21600" y="0"/>
                    </a:cubicBezTo>
                    <a:cubicBezTo>
                      <a:pt x="21600" y="0"/>
                      <a:pt x="0" y="0"/>
                      <a:pt x="0" y="0"/>
                    </a:cubicBezTo>
                    <a:close/>
                    <a:moveTo>
                      <a:pt x="0" y="0"/>
                    </a:moveTo>
                  </a:path>
                </a:pathLst>
              </a:custGeom>
              <a:solidFill>
                <a:srgbClr val="DF055E"/>
              </a:solidFill>
              <a:ln>
                <a:noFill/>
              </a:ln>
            </p:spPr>
            <p:txBody>
              <a:bodyPr lIns="0" tIns="0" rIns="0" bIns="0"/>
              <a:lstStyle/>
              <a:p>
                <a:endParaRPr lang="en-US"/>
              </a:p>
            </p:txBody>
          </p:sp>
          <p:sp>
            <p:nvSpPr>
              <p:cNvPr id="10272" name="AutoShape 5"/>
              <p:cNvSpPr/>
              <p:nvPr/>
            </p:nvSpPr>
            <p:spPr bwMode="auto">
              <a:xfrm>
                <a:off x="1260" y="1928"/>
                <a:ext cx="3764" cy="1730"/>
              </a:xfrm>
              <a:custGeom>
                <a:avLst/>
                <a:gdLst>
                  <a:gd name="T0" fmla="*/ 0 w 21600"/>
                  <a:gd name="T1" fmla="*/ 0 h 21600"/>
                  <a:gd name="T2" fmla="*/ 2 w 21600"/>
                  <a:gd name="T3" fmla="*/ 0 h 21600"/>
                  <a:gd name="T4" fmla="*/ 18 w 21600"/>
                  <a:gd name="T5" fmla="*/ 0 h 21600"/>
                  <a:gd name="T6" fmla="*/ 11 w 21600"/>
                  <a:gd name="T7" fmla="*/ 1 h 21600"/>
                  <a:gd name="T8" fmla="*/ 2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44"/>
                      <a:pt x="1898" y="118"/>
                      <a:pt x="1920" y="593"/>
                    </a:cubicBezTo>
                    <a:lnTo>
                      <a:pt x="19154" y="1338"/>
                    </a:lnTo>
                    <a:cubicBezTo>
                      <a:pt x="19152" y="10542"/>
                      <a:pt x="15259" y="18403"/>
                      <a:pt x="11594" y="21600"/>
                    </a:cubicBezTo>
                    <a:cubicBezTo>
                      <a:pt x="15704" y="20494"/>
                      <a:pt x="21598" y="11186"/>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10273" name="AutoShape 6"/>
              <p:cNvSpPr/>
              <p:nvPr/>
            </p:nvSpPr>
            <p:spPr bwMode="auto">
              <a:xfrm>
                <a:off x="1267" y="1549"/>
                <a:ext cx="3764" cy="802"/>
              </a:xfrm>
              <a:custGeom>
                <a:avLst/>
                <a:gdLst>
                  <a:gd name="T0" fmla="*/ 20 w 21600"/>
                  <a:gd name="T1" fmla="*/ 0 h 21600"/>
                  <a:gd name="T2" fmla="*/ 10 w 21600"/>
                  <a:gd name="T3" fmla="*/ 0 h 21600"/>
                  <a:gd name="T4" fmla="*/ 0 w 21600"/>
                  <a:gd name="T5" fmla="*/ 0 h 21600"/>
                  <a:gd name="T6" fmla="*/ 10 w 21600"/>
                  <a:gd name="T7" fmla="*/ 0 h 21600"/>
                  <a:gd name="T8" fmla="*/ 20 w 21600"/>
                  <a:gd name="T9" fmla="*/ 0 h 21600"/>
                  <a:gd name="T10" fmla="*/ 2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8C0F42"/>
              </a:solidFill>
              <a:ln>
                <a:noFill/>
              </a:ln>
            </p:spPr>
            <p:txBody>
              <a:bodyPr lIns="0" tIns="0" rIns="0" bIns="0"/>
              <a:lstStyle/>
              <a:p>
                <a:endParaRPr lang="en-US"/>
              </a:p>
            </p:txBody>
          </p:sp>
          <p:sp>
            <p:nvSpPr>
              <p:cNvPr id="10274" name="AutoShape 7"/>
              <p:cNvSpPr/>
              <p:nvPr/>
            </p:nvSpPr>
            <p:spPr bwMode="auto">
              <a:xfrm>
                <a:off x="1143" y="0"/>
                <a:ext cx="357" cy="1877"/>
              </a:xfrm>
              <a:custGeom>
                <a:avLst/>
                <a:gdLst>
                  <a:gd name="T0" fmla="*/ 0 w 21415"/>
                  <a:gd name="T1" fmla="*/ 1 h 21554"/>
                  <a:gd name="T2" fmla="*/ 0 w 21415"/>
                  <a:gd name="T3" fmla="*/ 1 h 21554"/>
                  <a:gd name="T4" fmla="*/ 0 w 21415"/>
                  <a:gd name="T5" fmla="*/ 1 h 21554"/>
                  <a:gd name="T6" fmla="*/ 0 w 21415"/>
                  <a:gd name="T7" fmla="*/ 0 h 21554"/>
                  <a:gd name="T8" fmla="*/ 0 w 21415"/>
                  <a:gd name="T9" fmla="*/ 0 h 21554"/>
                  <a:gd name="T10" fmla="*/ 0 w 21415"/>
                  <a:gd name="T11" fmla="*/ 0 h 21554"/>
                  <a:gd name="T12" fmla="*/ 0 w 21415"/>
                  <a:gd name="T13" fmla="*/ 0 h 21554"/>
                  <a:gd name="T14" fmla="*/ 0 w 21415"/>
                  <a:gd name="T15" fmla="*/ 1 h 21554"/>
                  <a:gd name="T16" fmla="*/ 0 w 21415"/>
                  <a:gd name="T17" fmla="*/ 1 h 215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15" h="21554">
                    <a:moveTo>
                      <a:pt x="19562" y="21373"/>
                    </a:moveTo>
                    <a:cubicBezTo>
                      <a:pt x="19678" y="21498"/>
                      <a:pt x="20183" y="21577"/>
                      <a:pt x="20688" y="21548"/>
                    </a:cubicBezTo>
                    <a:cubicBezTo>
                      <a:pt x="21193" y="21519"/>
                      <a:pt x="21508" y="21393"/>
                      <a:pt x="21391" y="21267"/>
                    </a:cubicBezTo>
                    <a:lnTo>
                      <a:pt x="2277" y="637"/>
                    </a:lnTo>
                    <a:lnTo>
                      <a:pt x="1854" y="181"/>
                    </a:lnTo>
                    <a:cubicBezTo>
                      <a:pt x="1738" y="55"/>
                      <a:pt x="1234" y="-23"/>
                      <a:pt x="728" y="6"/>
                    </a:cubicBezTo>
                    <a:cubicBezTo>
                      <a:pt x="223" y="35"/>
                      <a:pt x="-92" y="161"/>
                      <a:pt x="25" y="287"/>
                    </a:cubicBezTo>
                    <a:cubicBezTo>
                      <a:pt x="25" y="287"/>
                      <a:pt x="19562" y="21373"/>
                      <a:pt x="19562" y="21373"/>
                    </a:cubicBezTo>
                    <a:close/>
                    <a:moveTo>
                      <a:pt x="19562" y="21373"/>
                    </a:moveTo>
                  </a:path>
                </a:pathLst>
              </a:custGeom>
              <a:solidFill>
                <a:srgbClr val="F6F6F6"/>
              </a:solidFill>
              <a:ln>
                <a:noFill/>
              </a:ln>
            </p:spPr>
            <p:txBody>
              <a:bodyPr lIns="0" tIns="0" rIns="0" bIns="0"/>
              <a:lstStyle/>
              <a:p>
                <a:endParaRPr lang="en-US"/>
              </a:p>
            </p:txBody>
          </p:sp>
          <p:sp>
            <p:nvSpPr>
              <p:cNvPr id="10275" name="AutoShape 8"/>
              <p:cNvSpPr/>
              <p:nvPr/>
            </p:nvSpPr>
            <p:spPr bwMode="auto">
              <a:xfrm>
                <a:off x="0" y="192"/>
                <a:ext cx="1316" cy="885"/>
              </a:xfrm>
              <a:custGeom>
                <a:avLst/>
                <a:gdLst>
                  <a:gd name="T0" fmla="*/ 0 w 21600"/>
                  <a:gd name="T1" fmla="*/ 0 h 20347"/>
                  <a:gd name="T2" fmla="*/ 0 w 21600"/>
                  <a:gd name="T3" fmla="*/ 0 h 20347"/>
                  <a:gd name="T4" fmla="*/ 0 w 21600"/>
                  <a:gd name="T5" fmla="*/ 0 h 20347"/>
                  <a:gd name="T6" fmla="*/ 0 w 21600"/>
                  <a:gd name="T7" fmla="*/ 0 h 20347"/>
                  <a:gd name="T8" fmla="*/ 0 w 21600"/>
                  <a:gd name="T9" fmla="*/ 0 h 20347"/>
                  <a:gd name="T10" fmla="*/ 0 w 21600"/>
                  <a:gd name="T11" fmla="*/ 0 h 20347"/>
                  <a:gd name="T12" fmla="*/ 0 w 21600"/>
                  <a:gd name="T13" fmla="*/ 0 h 20347"/>
                  <a:gd name="T14" fmla="*/ 0 w 21600"/>
                  <a:gd name="T15" fmla="*/ 0 h 20347"/>
                  <a:gd name="T16" fmla="*/ 0 w 21600"/>
                  <a:gd name="T17" fmla="*/ 0 h 20347"/>
                  <a:gd name="T18" fmla="*/ 0 w 21600"/>
                  <a:gd name="T19" fmla="*/ 0 h 20347"/>
                  <a:gd name="T20" fmla="*/ 0 w 21600"/>
                  <a:gd name="T21" fmla="*/ 0 h 20347"/>
                  <a:gd name="T22" fmla="*/ 0 w 21600"/>
                  <a:gd name="T23" fmla="*/ 0 h 20347"/>
                  <a:gd name="T24" fmla="*/ 0 w 21600"/>
                  <a:gd name="T25" fmla="*/ 0 h 203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0347">
                    <a:moveTo>
                      <a:pt x="547" y="11356"/>
                    </a:moveTo>
                    <a:cubicBezTo>
                      <a:pt x="2078" y="11867"/>
                      <a:pt x="4635" y="10353"/>
                      <a:pt x="6611" y="8797"/>
                    </a:cubicBezTo>
                    <a:cubicBezTo>
                      <a:pt x="8588" y="7242"/>
                      <a:pt x="10170" y="3085"/>
                      <a:pt x="12945" y="1072"/>
                    </a:cubicBezTo>
                    <a:cubicBezTo>
                      <a:pt x="15719" y="-941"/>
                      <a:pt x="19721" y="499"/>
                      <a:pt x="19721" y="499"/>
                    </a:cubicBezTo>
                    <a:lnTo>
                      <a:pt x="19722" y="508"/>
                    </a:lnTo>
                    <a:cubicBezTo>
                      <a:pt x="19487" y="1602"/>
                      <a:pt x="19336" y="3291"/>
                      <a:pt x="19585" y="5799"/>
                    </a:cubicBezTo>
                    <a:cubicBezTo>
                      <a:pt x="20078" y="10768"/>
                      <a:pt x="19523" y="15085"/>
                      <a:pt x="21552" y="19014"/>
                    </a:cubicBezTo>
                    <a:lnTo>
                      <a:pt x="21600" y="19500"/>
                    </a:lnTo>
                    <a:cubicBezTo>
                      <a:pt x="21600" y="19500"/>
                      <a:pt x="20987" y="17292"/>
                      <a:pt x="17207" y="17082"/>
                    </a:cubicBezTo>
                    <a:cubicBezTo>
                      <a:pt x="13427" y="16872"/>
                      <a:pt x="12720" y="20659"/>
                      <a:pt x="6949" y="20326"/>
                    </a:cubicBezTo>
                    <a:cubicBezTo>
                      <a:pt x="1642" y="20020"/>
                      <a:pt x="198" y="12389"/>
                      <a:pt x="0" y="11162"/>
                    </a:cubicBezTo>
                    <a:cubicBezTo>
                      <a:pt x="131" y="11213"/>
                      <a:pt x="309" y="11276"/>
                      <a:pt x="547" y="11356"/>
                    </a:cubicBezTo>
                    <a:close/>
                    <a:moveTo>
                      <a:pt x="547" y="11356"/>
                    </a:moveTo>
                  </a:path>
                </a:pathLst>
              </a:custGeom>
              <a:solidFill>
                <a:srgbClr val="368FE2"/>
              </a:solidFill>
              <a:ln>
                <a:noFill/>
              </a:ln>
            </p:spPr>
            <p:txBody>
              <a:bodyPr lIns="0" tIns="0" rIns="0" bIns="0"/>
              <a:lstStyle/>
              <a:p>
                <a:endParaRPr lang="en-US"/>
              </a:p>
            </p:txBody>
          </p:sp>
          <p:sp>
            <p:nvSpPr>
              <p:cNvPr id="10276" name="AutoShape 9"/>
              <p:cNvSpPr/>
              <p:nvPr/>
            </p:nvSpPr>
            <p:spPr bwMode="auto">
              <a:xfrm>
                <a:off x="20" y="440"/>
                <a:ext cx="960" cy="645"/>
              </a:xfrm>
              <a:custGeom>
                <a:avLst/>
                <a:gdLst>
                  <a:gd name="T0" fmla="*/ 0 w 21600"/>
                  <a:gd name="T1" fmla="*/ 0 h 21222"/>
                  <a:gd name="T2" fmla="*/ 0 w 21600"/>
                  <a:gd name="T3" fmla="*/ 0 h 21222"/>
                  <a:gd name="T4" fmla="*/ 0 w 21600"/>
                  <a:gd name="T5" fmla="*/ 0 h 21222"/>
                  <a:gd name="T6" fmla="*/ 0 w 21600"/>
                  <a:gd name="T7" fmla="*/ 0 h 21222"/>
                  <a:gd name="T8" fmla="*/ 0 w 21600"/>
                  <a:gd name="T9" fmla="*/ 0 h 21222"/>
                  <a:gd name="T10" fmla="*/ 0 w 21600"/>
                  <a:gd name="T11" fmla="*/ 0 h 21222"/>
                  <a:gd name="T12" fmla="*/ 0 w 21600"/>
                  <a:gd name="T13" fmla="*/ 0 h 21222"/>
                  <a:gd name="T14" fmla="*/ 0 w 21600"/>
                  <a:gd name="T15" fmla="*/ 0 h 21222"/>
                  <a:gd name="T16" fmla="*/ 0 w 21600"/>
                  <a:gd name="T17" fmla="*/ 0 h 212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222">
                    <a:moveTo>
                      <a:pt x="9069" y="4694"/>
                    </a:moveTo>
                    <a:cubicBezTo>
                      <a:pt x="10299" y="3685"/>
                      <a:pt x="11418" y="1908"/>
                      <a:pt x="12628" y="0"/>
                    </a:cubicBezTo>
                    <a:cubicBezTo>
                      <a:pt x="12325" y="3050"/>
                      <a:pt x="12652" y="6597"/>
                      <a:pt x="14400" y="10125"/>
                    </a:cubicBezTo>
                    <a:cubicBezTo>
                      <a:pt x="16332" y="14026"/>
                      <a:pt x="19184" y="15871"/>
                      <a:pt x="21600" y="16739"/>
                    </a:cubicBezTo>
                    <a:cubicBezTo>
                      <a:pt x="17997" y="17681"/>
                      <a:pt x="16313" y="21600"/>
                      <a:pt x="9531" y="21192"/>
                    </a:cubicBezTo>
                    <a:cubicBezTo>
                      <a:pt x="2253" y="20754"/>
                      <a:pt x="272" y="9834"/>
                      <a:pt x="0" y="8078"/>
                    </a:cubicBezTo>
                    <a:cubicBezTo>
                      <a:pt x="179" y="8151"/>
                      <a:pt x="423" y="8241"/>
                      <a:pt x="750" y="8355"/>
                    </a:cubicBezTo>
                    <a:cubicBezTo>
                      <a:pt x="2850" y="9087"/>
                      <a:pt x="6358" y="6921"/>
                      <a:pt x="9069" y="4694"/>
                    </a:cubicBezTo>
                    <a:close/>
                    <a:moveTo>
                      <a:pt x="9069" y="4694"/>
                    </a:moveTo>
                  </a:path>
                </a:pathLst>
              </a:custGeom>
              <a:solidFill>
                <a:srgbClr val="2D7AC1"/>
              </a:solidFill>
              <a:ln>
                <a:noFill/>
              </a:ln>
            </p:spPr>
            <p:txBody>
              <a:bodyPr lIns="0" tIns="0" rIns="0" bIns="0"/>
              <a:lstStyle/>
              <a:p>
                <a:endParaRPr lang="en-US"/>
              </a:p>
            </p:txBody>
          </p:sp>
          <p:grpSp>
            <p:nvGrpSpPr>
              <p:cNvPr id="10277" name="Group 21"/>
              <p:cNvGrpSpPr/>
              <p:nvPr/>
            </p:nvGrpSpPr>
            <p:grpSpPr bwMode="auto">
              <a:xfrm>
                <a:off x="1901" y="788"/>
                <a:ext cx="833" cy="1157"/>
                <a:chOff x="0" y="0"/>
                <a:chExt cx="833" cy="1157"/>
              </a:xfrm>
            </p:grpSpPr>
            <p:sp>
              <p:nvSpPr>
                <p:cNvPr id="10304" name="AutoShape 10"/>
                <p:cNvSpPr/>
                <p:nvPr/>
              </p:nvSpPr>
              <p:spPr bwMode="auto">
                <a:xfrm>
                  <a:off x="253" y="0"/>
                  <a:ext cx="311" cy="325"/>
                </a:xfrm>
                <a:custGeom>
                  <a:avLst/>
                  <a:gdLst>
                    <a:gd name="T0" fmla="*/ 0 w 21377"/>
                    <a:gd name="T1" fmla="*/ 0 h 21387"/>
                    <a:gd name="T2" fmla="*/ 0 w 21377"/>
                    <a:gd name="T3" fmla="*/ 0 h 21387"/>
                    <a:gd name="T4" fmla="*/ 0 w 21377"/>
                    <a:gd name="T5" fmla="*/ 0 h 21387"/>
                    <a:gd name="T6" fmla="*/ 0 w 21377"/>
                    <a:gd name="T7" fmla="*/ 0 h 21387"/>
                    <a:gd name="T8" fmla="*/ 0 w 21377"/>
                    <a:gd name="T9" fmla="*/ 0 h 21387"/>
                    <a:gd name="T10" fmla="*/ 0 w 21377"/>
                    <a:gd name="T11" fmla="*/ 0 h 21387"/>
                    <a:gd name="T12" fmla="*/ 0 w 21377"/>
                    <a:gd name="T13" fmla="*/ 0 h 21387"/>
                    <a:gd name="T14" fmla="*/ 0 w 21377"/>
                    <a:gd name="T15" fmla="*/ 0 h 21387"/>
                    <a:gd name="T16" fmla="*/ 0 w 21377"/>
                    <a:gd name="T17" fmla="*/ 0 h 21387"/>
                    <a:gd name="T18" fmla="*/ 0 w 21377"/>
                    <a:gd name="T19" fmla="*/ 0 h 21387"/>
                    <a:gd name="T20" fmla="*/ 0 w 21377"/>
                    <a:gd name="T21" fmla="*/ 0 h 21387"/>
                    <a:gd name="T22" fmla="*/ 0 w 21377"/>
                    <a:gd name="T23" fmla="*/ 0 h 21387"/>
                    <a:gd name="T24" fmla="*/ 0 w 21377"/>
                    <a:gd name="T25" fmla="*/ 0 h 21387"/>
                    <a:gd name="T26" fmla="*/ 0 w 21377"/>
                    <a:gd name="T27" fmla="*/ 0 h 21387"/>
                    <a:gd name="T28" fmla="*/ 0 w 21377"/>
                    <a:gd name="T29" fmla="*/ 0 h 21387"/>
                    <a:gd name="T30" fmla="*/ 0 w 21377"/>
                    <a:gd name="T31" fmla="*/ 0 h 21387"/>
                    <a:gd name="T32" fmla="*/ 0 w 21377"/>
                    <a:gd name="T33" fmla="*/ 0 h 21387"/>
                    <a:gd name="T34" fmla="*/ 0 w 21377"/>
                    <a:gd name="T35" fmla="*/ 0 h 21387"/>
                    <a:gd name="T36" fmla="*/ 0 w 21377"/>
                    <a:gd name="T37" fmla="*/ 0 h 21387"/>
                    <a:gd name="T38" fmla="*/ 0 w 21377"/>
                    <a:gd name="T39" fmla="*/ 0 h 21387"/>
                    <a:gd name="T40" fmla="*/ 0 w 21377"/>
                    <a:gd name="T41" fmla="*/ 0 h 21387"/>
                    <a:gd name="T42" fmla="*/ 0 w 21377"/>
                    <a:gd name="T43" fmla="*/ 0 h 21387"/>
                    <a:gd name="T44" fmla="*/ 0 w 21377"/>
                    <a:gd name="T45" fmla="*/ 0 h 21387"/>
                    <a:gd name="T46" fmla="*/ 0 w 21377"/>
                    <a:gd name="T47" fmla="*/ 0 h 213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7" h="21387">
                      <a:moveTo>
                        <a:pt x="20032" y="21102"/>
                      </a:moveTo>
                      <a:cubicBezTo>
                        <a:pt x="20032" y="21102"/>
                        <a:pt x="20033" y="21099"/>
                        <a:pt x="20037" y="21081"/>
                      </a:cubicBezTo>
                      <a:cubicBezTo>
                        <a:pt x="20039" y="21063"/>
                        <a:pt x="20044" y="21036"/>
                        <a:pt x="20049" y="21002"/>
                      </a:cubicBezTo>
                      <a:cubicBezTo>
                        <a:pt x="20059" y="20935"/>
                        <a:pt x="20069" y="20843"/>
                        <a:pt x="20081" y="20730"/>
                      </a:cubicBezTo>
                      <a:cubicBezTo>
                        <a:pt x="20328" y="18530"/>
                        <a:pt x="20571" y="8872"/>
                        <a:pt x="17109" y="4068"/>
                      </a:cubicBezTo>
                      <a:cubicBezTo>
                        <a:pt x="15962" y="2465"/>
                        <a:pt x="14486" y="1405"/>
                        <a:pt x="12439" y="1179"/>
                      </a:cubicBezTo>
                      <a:cubicBezTo>
                        <a:pt x="12411" y="1176"/>
                        <a:pt x="12378" y="1173"/>
                        <a:pt x="12344" y="1169"/>
                      </a:cubicBezTo>
                      <a:cubicBezTo>
                        <a:pt x="10448" y="1001"/>
                        <a:pt x="8906" y="1689"/>
                        <a:pt x="7542" y="2949"/>
                      </a:cubicBezTo>
                      <a:cubicBezTo>
                        <a:pt x="6185" y="4208"/>
                        <a:pt x="5063" y="6047"/>
                        <a:pt x="4177" y="8046"/>
                      </a:cubicBezTo>
                      <a:cubicBezTo>
                        <a:pt x="2399" y="12045"/>
                        <a:pt x="1557" y="16657"/>
                        <a:pt x="1277" y="18493"/>
                      </a:cubicBezTo>
                      <a:cubicBezTo>
                        <a:pt x="1197" y="19018"/>
                        <a:pt x="1163" y="19310"/>
                        <a:pt x="1163" y="19310"/>
                      </a:cubicBezTo>
                      <a:lnTo>
                        <a:pt x="1163" y="19311"/>
                      </a:lnTo>
                      <a:lnTo>
                        <a:pt x="0" y="19186"/>
                      </a:lnTo>
                      <a:cubicBezTo>
                        <a:pt x="2" y="19169"/>
                        <a:pt x="328" y="16402"/>
                        <a:pt x="1245" y="12976"/>
                      </a:cubicBezTo>
                      <a:cubicBezTo>
                        <a:pt x="2167" y="9549"/>
                        <a:pt x="3657" y="5462"/>
                        <a:pt x="6101" y="2767"/>
                      </a:cubicBezTo>
                      <a:cubicBezTo>
                        <a:pt x="7722" y="973"/>
                        <a:pt x="9861" y="-213"/>
                        <a:pt x="12459" y="33"/>
                      </a:cubicBezTo>
                      <a:cubicBezTo>
                        <a:pt x="12497" y="36"/>
                        <a:pt x="12538" y="40"/>
                        <a:pt x="12579" y="45"/>
                      </a:cubicBezTo>
                      <a:cubicBezTo>
                        <a:pt x="14996" y="300"/>
                        <a:pt x="16806" y="1622"/>
                        <a:pt x="18072" y="3414"/>
                      </a:cubicBezTo>
                      <a:cubicBezTo>
                        <a:pt x="19345" y="5210"/>
                        <a:pt x="20128" y="7481"/>
                        <a:pt x="20621" y="9798"/>
                      </a:cubicBezTo>
                      <a:cubicBezTo>
                        <a:pt x="21600" y="14434"/>
                        <a:pt x="21404" y="19257"/>
                        <a:pt x="21246" y="20838"/>
                      </a:cubicBezTo>
                      <a:cubicBezTo>
                        <a:pt x="21218" y="21093"/>
                        <a:pt x="21200" y="21242"/>
                        <a:pt x="21164" y="21387"/>
                      </a:cubicBezTo>
                      <a:lnTo>
                        <a:pt x="20032" y="21102"/>
                      </a:lnTo>
                      <a:cubicBezTo>
                        <a:pt x="20032" y="21102"/>
                        <a:pt x="20032" y="21102"/>
                        <a:pt x="20032" y="21102"/>
                      </a:cubicBezTo>
                      <a:close/>
                      <a:moveTo>
                        <a:pt x="20032" y="21102"/>
                      </a:moveTo>
                    </a:path>
                  </a:pathLst>
                </a:custGeom>
                <a:solidFill>
                  <a:srgbClr val="000000"/>
                </a:solidFill>
                <a:ln>
                  <a:noFill/>
                </a:ln>
              </p:spPr>
              <p:txBody>
                <a:bodyPr lIns="0" tIns="0" rIns="0" bIns="0"/>
                <a:lstStyle/>
                <a:p>
                  <a:endParaRPr lang="en-US"/>
                </a:p>
              </p:txBody>
            </p:sp>
            <p:sp>
              <p:nvSpPr>
                <p:cNvPr id="10305" name="AutoShape 11"/>
                <p:cNvSpPr/>
                <p:nvPr/>
              </p:nvSpPr>
              <p:spPr bwMode="auto">
                <a:xfrm>
                  <a:off x="20" y="251"/>
                  <a:ext cx="813" cy="9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222" y="311"/>
                      </a:moveTo>
                      <a:lnTo>
                        <a:pt x="2749" y="623"/>
                      </a:lnTo>
                      <a:lnTo>
                        <a:pt x="3404" y="0"/>
                      </a:lnTo>
                      <a:lnTo>
                        <a:pt x="20509" y="233"/>
                      </a:lnTo>
                      <a:lnTo>
                        <a:pt x="21600" y="20471"/>
                      </a:lnTo>
                      <a:lnTo>
                        <a:pt x="2836" y="21600"/>
                      </a:lnTo>
                      <a:lnTo>
                        <a:pt x="0" y="20121"/>
                      </a:lnTo>
                      <a:cubicBezTo>
                        <a:pt x="0" y="20121"/>
                        <a:pt x="1222" y="311"/>
                        <a:pt x="1222" y="311"/>
                      </a:cubicBezTo>
                      <a:close/>
                      <a:moveTo>
                        <a:pt x="1222" y="311"/>
                      </a:moveTo>
                    </a:path>
                  </a:pathLst>
                </a:custGeom>
                <a:gradFill rotWithShape="0">
                  <a:gsLst>
                    <a:gs pos="0">
                      <a:srgbClr val="1A75BA"/>
                    </a:gs>
                    <a:gs pos="100000">
                      <a:srgbClr val="115080"/>
                    </a:gs>
                  </a:gsLst>
                  <a:lin ang="4140000" scaled="1"/>
                </a:gradFill>
                <a:ln>
                  <a:noFill/>
                </a:ln>
              </p:spPr>
              <p:txBody>
                <a:bodyPr lIns="0" tIns="0" rIns="0" bIns="0"/>
                <a:lstStyle/>
                <a:p>
                  <a:endParaRPr lang="en-US"/>
                </a:p>
              </p:txBody>
            </p:sp>
            <p:sp>
              <p:nvSpPr>
                <p:cNvPr id="10306" name="AutoShape 12"/>
                <p:cNvSpPr/>
                <p:nvPr/>
              </p:nvSpPr>
              <p:spPr bwMode="auto">
                <a:xfrm>
                  <a:off x="95" y="243"/>
                  <a:ext cx="51" cy="91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lnTo>
                        <a:pt x="13237" y="21600"/>
                      </a:lnTo>
                      <a:lnTo>
                        <a:pt x="0" y="19710"/>
                      </a:lnTo>
                      <a:lnTo>
                        <a:pt x="11845" y="733"/>
                      </a:lnTo>
                      <a:lnTo>
                        <a:pt x="13934" y="39"/>
                      </a:lnTo>
                      <a:cubicBezTo>
                        <a:pt x="13934" y="39"/>
                        <a:pt x="21600" y="0"/>
                        <a:pt x="21600" y="0"/>
                      </a:cubicBezTo>
                      <a:close/>
                      <a:moveTo>
                        <a:pt x="21600" y="0"/>
                      </a:moveTo>
                    </a:path>
                  </a:pathLst>
                </a:custGeom>
                <a:solidFill>
                  <a:srgbClr val="0E3D60"/>
                </a:solidFill>
                <a:ln>
                  <a:noFill/>
                </a:ln>
              </p:spPr>
              <p:txBody>
                <a:bodyPr lIns="0" tIns="0" rIns="0" bIns="0"/>
                <a:lstStyle/>
                <a:p>
                  <a:endParaRPr lang="en-US"/>
                </a:p>
              </p:txBody>
            </p:sp>
            <p:sp>
              <p:nvSpPr>
                <p:cNvPr id="10307" name="AutoShape 13"/>
                <p:cNvSpPr/>
                <p:nvPr/>
              </p:nvSpPr>
              <p:spPr bwMode="auto">
                <a:xfrm>
                  <a:off x="0" y="243"/>
                  <a:ext cx="123" cy="8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3744" y="21600"/>
                      </a:moveTo>
                      <a:lnTo>
                        <a:pt x="16416" y="21185"/>
                      </a:lnTo>
                      <a:lnTo>
                        <a:pt x="21600" y="539"/>
                      </a:lnTo>
                      <a:lnTo>
                        <a:pt x="8641" y="0"/>
                      </a:lnTo>
                      <a:lnTo>
                        <a:pt x="0" y="21310"/>
                      </a:lnTo>
                      <a:cubicBezTo>
                        <a:pt x="0" y="21310"/>
                        <a:pt x="3744" y="21600"/>
                        <a:pt x="3744" y="21600"/>
                      </a:cubicBezTo>
                      <a:close/>
                      <a:moveTo>
                        <a:pt x="3744" y="21600"/>
                      </a:moveTo>
                    </a:path>
                  </a:pathLst>
                </a:custGeom>
                <a:solidFill>
                  <a:srgbClr val="135282"/>
                </a:solidFill>
                <a:ln>
                  <a:noFill/>
                </a:ln>
              </p:spPr>
              <p:txBody>
                <a:bodyPr lIns="0" tIns="0" rIns="0" bIns="0"/>
                <a:lstStyle/>
                <a:p>
                  <a:endParaRPr lang="en-US"/>
                </a:p>
              </p:txBody>
            </p:sp>
            <p:sp>
              <p:nvSpPr>
                <p:cNvPr id="10308" name="AutoShape 14"/>
                <p:cNvSpPr/>
                <p:nvPr/>
              </p:nvSpPr>
              <p:spPr bwMode="auto">
                <a:xfrm>
                  <a:off x="319" y="301"/>
                  <a:ext cx="2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8"/>
                      </a:moveTo>
                      <a:cubicBezTo>
                        <a:pt x="21600" y="16763"/>
                        <a:pt x="16763" y="21600"/>
                        <a:pt x="10798" y="21600"/>
                      </a:cubicBezTo>
                      <a:cubicBezTo>
                        <a:pt x="4834" y="21600"/>
                        <a:pt x="0" y="16763"/>
                        <a:pt x="0" y="10798"/>
                      </a:cubicBezTo>
                      <a:cubicBezTo>
                        <a:pt x="0" y="4834"/>
                        <a:pt x="4834" y="0"/>
                        <a:pt x="10798" y="0"/>
                      </a:cubicBezTo>
                      <a:cubicBezTo>
                        <a:pt x="16763" y="0"/>
                        <a:pt x="21600" y="4834"/>
                        <a:pt x="21600" y="10798"/>
                      </a:cubicBezTo>
                      <a:close/>
                      <a:moveTo>
                        <a:pt x="21600" y="10798"/>
                      </a:moveTo>
                    </a:path>
                  </a:pathLst>
                </a:custGeom>
                <a:solidFill>
                  <a:srgbClr val="231F1F"/>
                </a:solidFill>
                <a:ln>
                  <a:noFill/>
                </a:ln>
              </p:spPr>
              <p:txBody>
                <a:bodyPr lIns="0" tIns="0" rIns="0" bIns="0"/>
                <a:lstStyle/>
                <a:p>
                  <a:endParaRPr lang="en-US"/>
                </a:p>
              </p:txBody>
            </p:sp>
            <p:sp>
              <p:nvSpPr>
                <p:cNvPr id="10309" name="AutoShape 15"/>
                <p:cNvSpPr/>
                <p:nvPr/>
              </p:nvSpPr>
              <p:spPr bwMode="auto">
                <a:xfrm>
                  <a:off x="602" y="297"/>
                  <a:ext cx="2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7"/>
                      </a:moveTo>
                      <a:cubicBezTo>
                        <a:pt x="21600" y="16763"/>
                        <a:pt x="16757" y="21600"/>
                        <a:pt x="10797" y="21600"/>
                      </a:cubicBezTo>
                      <a:cubicBezTo>
                        <a:pt x="4833" y="21600"/>
                        <a:pt x="0" y="16763"/>
                        <a:pt x="0" y="10797"/>
                      </a:cubicBezTo>
                      <a:cubicBezTo>
                        <a:pt x="0" y="4832"/>
                        <a:pt x="4833" y="0"/>
                        <a:pt x="10797" y="0"/>
                      </a:cubicBezTo>
                      <a:cubicBezTo>
                        <a:pt x="16757" y="0"/>
                        <a:pt x="21600" y="4832"/>
                        <a:pt x="21600" y="10797"/>
                      </a:cubicBezTo>
                      <a:close/>
                      <a:moveTo>
                        <a:pt x="21600" y="10797"/>
                      </a:moveTo>
                    </a:path>
                  </a:pathLst>
                </a:custGeom>
                <a:solidFill>
                  <a:srgbClr val="231F1F"/>
                </a:solidFill>
                <a:ln>
                  <a:noFill/>
                </a:ln>
              </p:spPr>
              <p:txBody>
                <a:bodyPr lIns="0" tIns="0" rIns="0" bIns="0"/>
                <a:lstStyle/>
                <a:p>
                  <a:endParaRPr lang="en-US"/>
                </a:p>
              </p:txBody>
            </p:sp>
            <p:sp>
              <p:nvSpPr>
                <p:cNvPr id="10310" name="AutoShape 16"/>
                <p:cNvSpPr/>
                <p:nvPr/>
              </p:nvSpPr>
              <p:spPr bwMode="auto">
                <a:xfrm>
                  <a:off x="311" y="292"/>
                  <a:ext cx="39"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9"/>
                      </a:moveTo>
                      <a:cubicBezTo>
                        <a:pt x="7108" y="17489"/>
                        <a:pt x="4112" y="14493"/>
                        <a:pt x="4112" y="10803"/>
                      </a:cubicBezTo>
                      <a:cubicBezTo>
                        <a:pt x="4112" y="7105"/>
                        <a:pt x="7108" y="4109"/>
                        <a:pt x="10798" y="4109"/>
                      </a:cubicBezTo>
                      <a:cubicBezTo>
                        <a:pt x="14495" y="4109"/>
                        <a:pt x="17488" y="7105"/>
                        <a:pt x="17488" y="10803"/>
                      </a:cubicBezTo>
                      <a:cubicBezTo>
                        <a:pt x="17488" y="14493"/>
                        <a:pt x="14495" y="17489"/>
                        <a:pt x="10798" y="17489"/>
                      </a:cubicBezTo>
                      <a:close/>
                      <a:moveTo>
                        <a:pt x="10798" y="0"/>
                      </a:moveTo>
                      <a:cubicBezTo>
                        <a:pt x="4833" y="0"/>
                        <a:pt x="0" y="4833"/>
                        <a:pt x="0" y="10803"/>
                      </a:cubicBezTo>
                      <a:cubicBezTo>
                        <a:pt x="0" y="16764"/>
                        <a:pt x="4833" y="21600"/>
                        <a:pt x="10798" y="21600"/>
                      </a:cubicBezTo>
                      <a:cubicBezTo>
                        <a:pt x="16765" y="21600"/>
                        <a:pt x="21600" y="16764"/>
                        <a:pt x="21600" y="10803"/>
                      </a:cubicBezTo>
                      <a:cubicBezTo>
                        <a:pt x="21600" y="4833"/>
                        <a:pt x="16765" y="0"/>
                        <a:pt x="10798" y="0"/>
                      </a:cubicBezTo>
                      <a:close/>
                      <a:moveTo>
                        <a:pt x="10798" y="0"/>
                      </a:moveTo>
                    </a:path>
                  </a:pathLst>
                </a:custGeom>
                <a:solidFill>
                  <a:srgbClr val="231F1F"/>
                </a:solidFill>
                <a:ln>
                  <a:noFill/>
                </a:ln>
              </p:spPr>
              <p:txBody>
                <a:bodyPr lIns="0" tIns="0" rIns="0" bIns="0"/>
                <a:lstStyle/>
                <a:p>
                  <a:endParaRPr lang="en-US"/>
                </a:p>
              </p:txBody>
            </p:sp>
            <p:sp>
              <p:nvSpPr>
                <p:cNvPr id="10311" name="AutoShape 17"/>
                <p:cNvSpPr/>
                <p:nvPr/>
              </p:nvSpPr>
              <p:spPr bwMode="auto">
                <a:xfrm>
                  <a:off x="311" y="292"/>
                  <a:ext cx="39"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2" y="17488"/>
                      </a:moveTo>
                      <a:cubicBezTo>
                        <a:pt x="7110" y="17488"/>
                        <a:pt x="4112" y="14494"/>
                        <a:pt x="4112" y="10801"/>
                      </a:cubicBezTo>
                      <a:cubicBezTo>
                        <a:pt x="4112" y="7103"/>
                        <a:pt x="7110" y="4111"/>
                        <a:pt x="10802" y="4111"/>
                      </a:cubicBezTo>
                      <a:cubicBezTo>
                        <a:pt x="14499" y="4111"/>
                        <a:pt x="17493" y="7103"/>
                        <a:pt x="17493" y="10801"/>
                      </a:cubicBezTo>
                      <a:cubicBezTo>
                        <a:pt x="17493" y="14494"/>
                        <a:pt x="14499" y="17488"/>
                        <a:pt x="10802" y="17488"/>
                      </a:cubicBezTo>
                      <a:close/>
                      <a:moveTo>
                        <a:pt x="10802" y="0"/>
                      </a:moveTo>
                      <a:cubicBezTo>
                        <a:pt x="4840" y="0"/>
                        <a:pt x="0" y="4833"/>
                        <a:pt x="0" y="10801"/>
                      </a:cubicBezTo>
                      <a:cubicBezTo>
                        <a:pt x="0" y="16763"/>
                        <a:pt x="4840" y="21600"/>
                        <a:pt x="10802" y="21600"/>
                      </a:cubicBezTo>
                      <a:cubicBezTo>
                        <a:pt x="16767" y="21600"/>
                        <a:pt x="21600" y="16763"/>
                        <a:pt x="21600" y="10801"/>
                      </a:cubicBezTo>
                      <a:cubicBezTo>
                        <a:pt x="21600" y="4833"/>
                        <a:pt x="16767" y="0"/>
                        <a:pt x="10802" y="0"/>
                      </a:cubicBezTo>
                      <a:close/>
                      <a:moveTo>
                        <a:pt x="10802"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10312" name="AutoShape 18"/>
                <p:cNvSpPr/>
                <p:nvPr/>
              </p:nvSpPr>
              <p:spPr bwMode="auto">
                <a:xfrm>
                  <a:off x="593" y="292"/>
                  <a:ext cx="39"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4"/>
                      </a:moveTo>
                      <a:cubicBezTo>
                        <a:pt x="7105" y="17484"/>
                        <a:pt x="4112" y="14494"/>
                        <a:pt x="4112" y="10799"/>
                      </a:cubicBezTo>
                      <a:cubicBezTo>
                        <a:pt x="4112" y="7102"/>
                        <a:pt x="7105" y="4108"/>
                        <a:pt x="10798" y="4108"/>
                      </a:cubicBezTo>
                      <a:cubicBezTo>
                        <a:pt x="14495" y="4108"/>
                        <a:pt x="17488" y="7102"/>
                        <a:pt x="17488" y="10799"/>
                      </a:cubicBezTo>
                      <a:cubicBezTo>
                        <a:pt x="17488" y="14494"/>
                        <a:pt x="14495" y="17484"/>
                        <a:pt x="10798" y="17484"/>
                      </a:cubicBezTo>
                      <a:close/>
                      <a:moveTo>
                        <a:pt x="10798" y="0"/>
                      </a:moveTo>
                      <a:cubicBezTo>
                        <a:pt x="4835" y="0"/>
                        <a:pt x="0" y="4833"/>
                        <a:pt x="0" y="10799"/>
                      </a:cubicBezTo>
                      <a:cubicBezTo>
                        <a:pt x="0" y="16763"/>
                        <a:pt x="4835" y="21600"/>
                        <a:pt x="10798" y="21600"/>
                      </a:cubicBezTo>
                      <a:cubicBezTo>
                        <a:pt x="16762" y="21600"/>
                        <a:pt x="21600" y="16763"/>
                        <a:pt x="21600" y="10799"/>
                      </a:cubicBezTo>
                      <a:cubicBezTo>
                        <a:pt x="21600" y="4833"/>
                        <a:pt x="16762" y="0"/>
                        <a:pt x="10798" y="0"/>
                      </a:cubicBezTo>
                      <a:close/>
                      <a:moveTo>
                        <a:pt x="10798" y="0"/>
                      </a:moveTo>
                    </a:path>
                  </a:pathLst>
                </a:custGeom>
                <a:solidFill>
                  <a:srgbClr val="231F1F"/>
                </a:solidFill>
                <a:ln>
                  <a:noFill/>
                </a:ln>
              </p:spPr>
              <p:txBody>
                <a:bodyPr lIns="0" tIns="0" rIns="0" bIns="0"/>
                <a:lstStyle/>
                <a:p>
                  <a:endParaRPr lang="en-US"/>
                </a:p>
              </p:txBody>
            </p:sp>
            <p:sp>
              <p:nvSpPr>
                <p:cNvPr id="10313" name="AutoShape 19"/>
                <p:cNvSpPr/>
                <p:nvPr/>
              </p:nvSpPr>
              <p:spPr bwMode="auto">
                <a:xfrm>
                  <a:off x="593" y="288"/>
                  <a:ext cx="39"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8"/>
                      </a:moveTo>
                      <a:cubicBezTo>
                        <a:pt x="7101" y="17488"/>
                        <a:pt x="4112" y="14495"/>
                        <a:pt x="4112" y="10799"/>
                      </a:cubicBezTo>
                      <a:cubicBezTo>
                        <a:pt x="4112" y="7106"/>
                        <a:pt x="7101" y="4112"/>
                        <a:pt x="10798" y="4112"/>
                      </a:cubicBezTo>
                      <a:cubicBezTo>
                        <a:pt x="14495" y="4112"/>
                        <a:pt x="17491" y="7106"/>
                        <a:pt x="17491" y="10799"/>
                      </a:cubicBezTo>
                      <a:cubicBezTo>
                        <a:pt x="17491" y="14495"/>
                        <a:pt x="14495" y="17488"/>
                        <a:pt x="10798" y="17488"/>
                      </a:cubicBezTo>
                      <a:close/>
                      <a:moveTo>
                        <a:pt x="10798" y="0"/>
                      </a:moveTo>
                      <a:cubicBezTo>
                        <a:pt x="4833" y="0"/>
                        <a:pt x="0" y="4837"/>
                        <a:pt x="0" y="10799"/>
                      </a:cubicBezTo>
                      <a:cubicBezTo>
                        <a:pt x="0" y="16763"/>
                        <a:pt x="4833" y="21600"/>
                        <a:pt x="10798" y="21600"/>
                      </a:cubicBezTo>
                      <a:cubicBezTo>
                        <a:pt x="16767" y="21600"/>
                        <a:pt x="21600" y="16763"/>
                        <a:pt x="21600" y="10799"/>
                      </a:cubicBezTo>
                      <a:cubicBezTo>
                        <a:pt x="21600" y="4837"/>
                        <a:pt x="16767" y="0"/>
                        <a:pt x="10798" y="0"/>
                      </a:cubicBezTo>
                      <a:close/>
                      <a:moveTo>
                        <a:pt x="10798"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10314" name="AutoShape 20"/>
                <p:cNvSpPr/>
                <p:nvPr/>
              </p:nvSpPr>
              <p:spPr bwMode="auto">
                <a:xfrm>
                  <a:off x="323" y="24"/>
                  <a:ext cx="299" cy="293"/>
                </a:xfrm>
                <a:custGeom>
                  <a:avLst/>
                  <a:gdLst>
                    <a:gd name="T0" fmla="*/ 0 w 21600"/>
                    <a:gd name="T1" fmla="*/ 0 h 21593"/>
                    <a:gd name="T2" fmla="*/ 0 w 21600"/>
                    <a:gd name="T3" fmla="*/ 0 h 21593"/>
                    <a:gd name="T4" fmla="*/ 0 w 21600"/>
                    <a:gd name="T5" fmla="*/ 0 h 21593"/>
                    <a:gd name="T6" fmla="*/ 0 w 21600"/>
                    <a:gd name="T7" fmla="*/ 0 h 21593"/>
                    <a:gd name="T8" fmla="*/ 0 w 21600"/>
                    <a:gd name="T9" fmla="*/ 0 h 21593"/>
                    <a:gd name="T10" fmla="*/ 0 w 21600"/>
                    <a:gd name="T11" fmla="*/ 0 h 21593"/>
                    <a:gd name="T12" fmla="*/ 0 w 21600"/>
                    <a:gd name="T13" fmla="*/ 0 h 21593"/>
                    <a:gd name="T14" fmla="*/ 0 w 21600"/>
                    <a:gd name="T15" fmla="*/ 0 h 21593"/>
                    <a:gd name="T16" fmla="*/ 0 w 21600"/>
                    <a:gd name="T17" fmla="*/ 0 h 21593"/>
                    <a:gd name="T18" fmla="*/ 0 w 21600"/>
                    <a:gd name="T19" fmla="*/ 0 h 21593"/>
                    <a:gd name="T20" fmla="*/ 0 w 21600"/>
                    <a:gd name="T21" fmla="*/ 0 h 21593"/>
                    <a:gd name="T22" fmla="*/ 0 w 21600"/>
                    <a:gd name="T23" fmla="*/ 0 h 21593"/>
                    <a:gd name="T24" fmla="*/ 0 w 21600"/>
                    <a:gd name="T25" fmla="*/ 0 h 21593"/>
                    <a:gd name="T26" fmla="*/ 0 w 21600"/>
                    <a:gd name="T27" fmla="*/ 0 h 21593"/>
                    <a:gd name="T28" fmla="*/ 0 w 21600"/>
                    <a:gd name="T29" fmla="*/ 0 h 21593"/>
                    <a:gd name="T30" fmla="*/ 0 w 21600"/>
                    <a:gd name="T31" fmla="*/ 0 h 21593"/>
                    <a:gd name="T32" fmla="*/ 0 w 21600"/>
                    <a:gd name="T33" fmla="*/ 0 h 21593"/>
                    <a:gd name="T34" fmla="*/ 0 w 21600"/>
                    <a:gd name="T35" fmla="*/ 0 h 21593"/>
                    <a:gd name="T36" fmla="*/ 0 w 21600"/>
                    <a:gd name="T37" fmla="*/ 0 h 21593"/>
                    <a:gd name="T38" fmla="*/ 0 w 21600"/>
                    <a:gd name="T39" fmla="*/ 0 h 21593"/>
                    <a:gd name="T40" fmla="*/ 0 w 21600"/>
                    <a:gd name="T41" fmla="*/ 0 h 21593"/>
                    <a:gd name="T42" fmla="*/ 0 w 21600"/>
                    <a:gd name="T43" fmla="*/ 0 h 21593"/>
                    <a:gd name="T44" fmla="*/ 0 w 21600"/>
                    <a:gd name="T45" fmla="*/ 0 h 21593"/>
                    <a:gd name="T46" fmla="*/ 0 w 21600"/>
                    <a:gd name="T47" fmla="*/ 0 h 2159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593">
                      <a:moveTo>
                        <a:pt x="20404" y="21403"/>
                      </a:moveTo>
                      <a:cubicBezTo>
                        <a:pt x="20403" y="21403"/>
                        <a:pt x="20404" y="21400"/>
                        <a:pt x="20405" y="21380"/>
                      </a:cubicBezTo>
                      <a:cubicBezTo>
                        <a:pt x="20407" y="21361"/>
                        <a:pt x="20409" y="21332"/>
                        <a:pt x="20410" y="21297"/>
                      </a:cubicBezTo>
                      <a:cubicBezTo>
                        <a:pt x="20413" y="21225"/>
                        <a:pt x="20414" y="21128"/>
                        <a:pt x="20414" y="21008"/>
                      </a:cubicBezTo>
                      <a:cubicBezTo>
                        <a:pt x="20438" y="18673"/>
                        <a:pt x="19689" y="8502"/>
                        <a:pt x="15704" y="3790"/>
                      </a:cubicBezTo>
                      <a:cubicBezTo>
                        <a:pt x="14382" y="2216"/>
                        <a:pt x="12785" y="1246"/>
                        <a:pt x="10697" y="1206"/>
                      </a:cubicBezTo>
                      <a:cubicBezTo>
                        <a:pt x="10668" y="1205"/>
                        <a:pt x="10635" y="1205"/>
                        <a:pt x="10599" y="1205"/>
                      </a:cubicBezTo>
                      <a:cubicBezTo>
                        <a:pt x="8670" y="1211"/>
                        <a:pt x="7186" y="2084"/>
                        <a:pt x="5938" y="3539"/>
                      </a:cubicBezTo>
                      <a:cubicBezTo>
                        <a:pt x="4700" y="4993"/>
                        <a:pt x="3757" y="7034"/>
                        <a:pt x="3068" y="9220"/>
                      </a:cubicBezTo>
                      <a:cubicBezTo>
                        <a:pt x="1687" y="13594"/>
                        <a:pt x="1311" y="18520"/>
                        <a:pt x="1217" y="20476"/>
                      </a:cubicBezTo>
                      <a:cubicBezTo>
                        <a:pt x="1191" y="21035"/>
                        <a:pt x="1186" y="21346"/>
                        <a:pt x="1186" y="21346"/>
                      </a:cubicBezTo>
                      <a:lnTo>
                        <a:pt x="1186" y="21347"/>
                      </a:lnTo>
                      <a:lnTo>
                        <a:pt x="0" y="21328"/>
                      </a:lnTo>
                      <a:cubicBezTo>
                        <a:pt x="0" y="21310"/>
                        <a:pt x="45" y="18371"/>
                        <a:pt x="617" y="14683"/>
                      </a:cubicBezTo>
                      <a:cubicBezTo>
                        <a:pt x="1196" y="10992"/>
                        <a:pt x="2278" y="6556"/>
                        <a:pt x="4468" y="3487"/>
                      </a:cubicBezTo>
                      <a:cubicBezTo>
                        <a:pt x="5918" y="1446"/>
                        <a:pt x="7953" y="-7"/>
                        <a:pt x="10599" y="0"/>
                      </a:cubicBezTo>
                      <a:cubicBezTo>
                        <a:pt x="10637" y="0"/>
                        <a:pt x="10680" y="0"/>
                        <a:pt x="10721" y="1"/>
                      </a:cubicBezTo>
                      <a:cubicBezTo>
                        <a:pt x="13186" y="36"/>
                        <a:pt x="15147" y="1249"/>
                        <a:pt x="16609" y="3010"/>
                      </a:cubicBezTo>
                      <a:cubicBezTo>
                        <a:pt x="18077" y="4774"/>
                        <a:pt x="19101" y="7084"/>
                        <a:pt x="19836" y="9470"/>
                      </a:cubicBezTo>
                      <a:cubicBezTo>
                        <a:pt x="21299" y="14246"/>
                        <a:pt x="21598" y="19332"/>
                        <a:pt x="21600" y="21008"/>
                      </a:cubicBezTo>
                      <a:cubicBezTo>
                        <a:pt x="21599" y="21279"/>
                        <a:pt x="21596" y="21438"/>
                        <a:pt x="21574" y="21593"/>
                      </a:cubicBezTo>
                      <a:lnTo>
                        <a:pt x="20404" y="21403"/>
                      </a:lnTo>
                      <a:cubicBezTo>
                        <a:pt x="20404" y="21403"/>
                        <a:pt x="20404" y="21403"/>
                        <a:pt x="20404" y="21403"/>
                      </a:cubicBezTo>
                      <a:close/>
                      <a:moveTo>
                        <a:pt x="20404" y="21403"/>
                      </a:moveTo>
                    </a:path>
                  </a:pathLst>
                </a:custGeom>
                <a:solidFill>
                  <a:srgbClr val="000000"/>
                </a:solidFill>
                <a:ln>
                  <a:noFill/>
                </a:ln>
              </p:spPr>
              <p:txBody>
                <a:bodyPr lIns="0" tIns="0" rIns="0" bIns="0"/>
                <a:lstStyle/>
                <a:p>
                  <a:endParaRPr lang="en-US"/>
                </a:p>
              </p:txBody>
            </p:sp>
          </p:grpSp>
          <p:sp>
            <p:nvSpPr>
              <p:cNvPr id="10278" name="AutoShape 22"/>
              <p:cNvSpPr/>
              <p:nvPr/>
            </p:nvSpPr>
            <p:spPr bwMode="auto">
              <a:xfrm>
                <a:off x="1425" y="0"/>
                <a:ext cx="3451" cy="2206"/>
              </a:xfrm>
              <a:custGeom>
                <a:avLst/>
                <a:gdLst>
                  <a:gd name="T0" fmla="*/ 14 w 21600"/>
                  <a:gd name="T1" fmla="*/ 2 h 21600"/>
                  <a:gd name="T2" fmla="*/ 14 w 21600"/>
                  <a:gd name="T3" fmla="*/ 2 h 21600"/>
                  <a:gd name="T4" fmla="*/ 14 w 21600"/>
                  <a:gd name="T5" fmla="*/ 2 h 21600"/>
                  <a:gd name="T6" fmla="*/ 14 w 21600"/>
                  <a:gd name="T7" fmla="*/ 2 h 21600"/>
                  <a:gd name="T8" fmla="*/ 7 w 21600"/>
                  <a:gd name="T9" fmla="*/ 0 h 21600"/>
                  <a:gd name="T10" fmla="*/ 0 w 21600"/>
                  <a:gd name="T11" fmla="*/ 2 h 21600"/>
                  <a:gd name="T12" fmla="*/ 0 w 21600"/>
                  <a:gd name="T13" fmla="*/ 2 h 21600"/>
                  <a:gd name="T14" fmla="*/ 0 w 21600"/>
                  <a:gd name="T15" fmla="*/ 2 h 21600"/>
                  <a:gd name="T16" fmla="*/ 0 w 21600"/>
                  <a:gd name="T17" fmla="*/ 2 h 21600"/>
                  <a:gd name="T18" fmla="*/ 0 w 21600"/>
                  <a:gd name="T19" fmla="*/ 2 h 21600"/>
                  <a:gd name="T20" fmla="*/ 0 w 21600"/>
                  <a:gd name="T21" fmla="*/ 2 h 21600"/>
                  <a:gd name="T22" fmla="*/ 7 w 21600"/>
                  <a:gd name="T23" fmla="*/ 2 h 21600"/>
                  <a:gd name="T24" fmla="*/ 14 w 21600"/>
                  <a:gd name="T25" fmla="*/ 2 h 21600"/>
                  <a:gd name="T26" fmla="*/ 14 w 21600"/>
                  <a:gd name="T27" fmla="*/ 2 h 21600"/>
                  <a:gd name="T28" fmla="*/ 14 w 21600"/>
                  <a:gd name="T29" fmla="*/ 2 h 21600"/>
                  <a:gd name="T30" fmla="*/ 14 w 21600"/>
                  <a:gd name="T31" fmla="*/ 2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600">
                    <a:moveTo>
                      <a:pt x="21596" y="16462"/>
                    </a:moveTo>
                    <a:cubicBezTo>
                      <a:pt x="21595" y="16387"/>
                      <a:pt x="21593" y="16313"/>
                      <a:pt x="21591" y="16238"/>
                    </a:cubicBezTo>
                    <a:cubicBezTo>
                      <a:pt x="21590" y="16194"/>
                      <a:pt x="21589" y="16149"/>
                      <a:pt x="21588" y="16105"/>
                    </a:cubicBezTo>
                    <a:cubicBezTo>
                      <a:pt x="21588" y="16104"/>
                      <a:pt x="21588" y="16104"/>
                      <a:pt x="21588" y="16104"/>
                    </a:cubicBezTo>
                    <a:cubicBezTo>
                      <a:pt x="21326" y="7141"/>
                      <a:pt x="16597" y="0"/>
                      <a:pt x="10800" y="0"/>
                    </a:cubicBezTo>
                    <a:cubicBezTo>
                      <a:pt x="5006" y="0"/>
                      <a:pt x="278" y="7135"/>
                      <a:pt x="13" y="16092"/>
                    </a:cubicBezTo>
                    <a:cubicBezTo>
                      <a:pt x="13" y="16092"/>
                      <a:pt x="12" y="16092"/>
                      <a:pt x="12" y="16092"/>
                    </a:cubicBezTo>
                    <a:cubicBezTo>
                      <a:pt x="11" y="16139"/>
                      <a:pt x="10" y="16185"/>
                      <a:pt x="9" y="16231"/>
                    </a:cubicBezTo>
                    <a:cubicBezTo>
                      <a:pt x="7" y="16307"/>
                      <a:pt x="5" y="16382"/>
                      <a:pt x="4" y="16458"/>
                    </a:cubicBezTo>
                    <a:cubicBezTo>
                      <a:pt x="2" y="16601"/>
                      <a:pt x="0" y="16744"/>
                      <a:pt x="0" y="16888"/>
                    </a:cubicBezTo>
                    <a:cubicBezTo>
                      <a:pt x="0" y="17720"/>
                      <a:pt x="39" y="18538"/>
                      <a:pt x="114" y="19338"/>
                    </a:cubicBezTo>
                    <a:cubicBezTo>
                      <a:pt x="1992" y="20674"/>
                      <a:pt x="6067" y="21600"/>
                      <a:pt x="10792" y="21600"/>
                    </a:cubicBezTo>
                    <a:cubicBezTo>
                      <a:pt x="15531" y="21600"/>
                      <a:pt x="19617" y="20669"/>
                      <a:pt x="21488" y="19326"/>
                    </a:cubicBezTo>
                    <a:cubicBezTo>
                      <a:pt x="21561" y="18530"/>
                      <a:pt x="21600" y="17716"/>
                      <a:pt x="21600" y="16888"/>
                    </a:cubicBezTo>
                    <a:cubicBezTo>
                      <a:pt x="21600" y="16745"/>
                      <a:pt x="21598" y="16603"/>
                      <a:pt x="21596" y="16462"/>
                    </a:cubicBezTo>
                    <a:close/>
                    <a:moveTo>
                      <a:pt x="21596" y="16462"/>
                    </a:moveTo>
                  </a:path>
                </a:pathLst>
              </a:custGeom>
              <a:solidFill>
                <a:srgbClr val="FBF4F8">
                  <a:alpha val="12157"/>
                </a:srgbClr>
              </a:solidFill>
              <a:ln w="635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10279" name="Group 34"/>
              <p:cNvGrpSpPr/>
              <p:nvPr/>
            </p:nvGrpSpPr>
            <p:grpSpPr bwMode="auto">
              <a:xfrm>
                <a:off x="3719" y="871"/>
                <a:ext cx="703" cy="985"/>
                <a:chOff x="0" y="0"/>
                <a:chExt cx="702" cy="985"/>
              </a:xfrm>
            </p:grpSpPr>
            <p:sp>
              <p:nvSpPr>
                <p:cNvPr id="10293" name="AutoShape 23"/>
                <p:cNvSpPr/>
                <p:nvPr/>
              </p:nvSpPr>
              <p:spPr bwMode="auto">
                <a:xfrm>
                  <a:off x="213" y="0"/>
                  <a:ext cx="262" cy="277"/>
                </a:xfrm>
                <a:custGeom>
                  <a:avLst/>
                  <a:gdLst>
                    <a:gd name="T0" fmla="*/ 0 w 21377"/>
                    <a:gd name="T1" fmla="*/ 0 h 21387"/>
                    <a:gd name="T2" fmla="*/ 0 w 21377"/>
                    <a:gd name="T3" fmla="*/ 0 h 21387"/>
                    <a:gd name="T4" fmla="*/ 0 w 21377"/>
                    <a:gd name="T5" fmla="*/ 0 h 21387"/>
                    <a:gd name="T6" fmla="*/ 0 w 21377"/>
                    <a:gd name="T7" fmla="*/ 0 h 21387"/>
                    <a:gd name="T8" fmla="*/ 0 w 21377"/>
                    <a:gd name="T9" fmla="*/ 0 h 21387"/>
                    <a:gd name="T10" fmla="*/ 0 w 21377"/>
                    <a:gd name="T11" fmla="*/ 0 h 21387"/>
                    <a:gd name="T12" fmla="*/ 0 w 21377"/>
                    <a:gd name="T13" fmla="*/ 0 h 21387"/>
                    <a:gd name="T14" fmla="*/ 0 w 21377"/>
                    <a:gd name="T15" fmla="*/ 0 h 21387"/>
                    <a:gd name="T16" fmla="*/ 0 w 21377"/>
                    <a:gd name="T17" fmla="*/ 0 h 21387"/>
                    <a:gd name="T18" fmla="*/ 0 w 21377"/>
                    <a:gd name="T19" fmla="*/ 0 h 21387"/>
                    <a:gd name="T20" fmla="*/ 0 w 21377"/>
                    <a:gd name="T21" fmla="*/ 0 h 21387"/>
                    <a:gd name="T22" fmla="*/ 0 w 21377"/>
                    <a:gd name="T23" fmla="*/ 0 h 21387"/>
                    <a:gd name="T24" fmla="*/ 0 w 21377"/>
                    <a:gd name="T25" fmla="*/ 0 h 21387"/>
                    <a:gd name="T26" fmla="*/ 0 w 21377"/>
                    <a:gd name="T27" fmla="*/ 0 h 21387"/>
                    <a:gd name="T28" fmla="*/ 0 w 21377"/>
                    <a:gd name="T29" fmla="*/ 0 h 21387"/>
                    <a:gd name="T30" fmla="*/ 0 w 21377"/>
                    <a:gd name="T31" fmla="*/ 0 h 21387"/>
                    <a:gd name="T32" fmla="*/ 0 w 21377"/>
                    <a:gd name="T33" fmla="*/ 0 h 21387"/>
                    <a:gd name="T34" fmla="*/ 0 w 21377"/>
                    <a:gd name="T35" fmla="*/ 0 h 21387"/>
                    <a:gd name="T36" fmla="*/ 0 w 21377"/>
                    <a:gd name="T37" fmla="*/ 0 h 21387"/>
                    <a:gd name="T38" fmla="*/ 0 w 21377"/>
                    <a:gd name="T39" fmla="*/ 0 h 21387"/>
                    <a:gd name="T40" fmla="*/ 0 w 21377"/>
                    <a:gd name="T41" fmla="*/ 0 h 21387"/>
                    <a:gd name="T42" fmla="*/ 0 w 21377"/>
                    <a:gd name="T43" fmla="*/ 0 h 21387"/>
                    <a:gd name="T44" fmla="*/ 0 w 21377"/>
                    <a:gd name="T45" fmla="*/ 0 h 21387"/>
                    <a:gd name="T46" fmla="*/ 0 w 21377"/>
                    <a:gd name="T47" fmla="*/ 0 h 213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7" h="21387">
                      <a:moveTo>
                        <a:pt x="20032" y="21102"/>
                      </a:moveTo>
                      <a:cubicBezTo>
                        <a:pt x="20032" y="21102"/>
                        <a:pt x="20033" y="21099"/>
                        <a:pt x="20037" y="21081"/>
                      </a:cubicBezTo>
                      <a:cubicBezTo>
                        <a:pt x="20039" y="21063"/>
                        <a:pt x="20044" y="21036"/>
                        <a:pt x="20049" y="21002"/>
                      </a:cubicBezTo>
                      <a:cubicBezTo>
                        <a:pt x="20059" y="20935"/>
                        <a:pt x="20069" y="20843"/>
                        <a:pt x="20081" y="20730"/>
                      </a:cubicBezTo>
                      <a:cubicBezTo>
                        <a:pt x="20328" y="18530"/>
                        <a:pt x="20571" y="8872"/>
                        <a:pt x="17109" y="4068"/>
                      </a:cubicBezTo>
                      <a:cubicBezTo>
                        <a:pt x="15962" y="2465"/>
                        <a:pt x="14486" y="1405"/>
                        <a:pt x="12439" y="1179"/>
                      </a:cubicBezTo>
                      <a:cubicBezTo>
                        <a:pt x="12411" y="1176"/>
                        <a:pt x="12378" y="1173"/>
                        <a:pt x="12344" y="1169"/>
                      </a:cubicBezTo>
                      <a:cubicBezTo>
                        <a:pt x="10448" y="1001"/>
                        <a:pt x="8906" y="1689"/>
                        <a:pt x="7542" y="2949"/>
                      </a:cubicBezTo>
                      <a:cubicBezTo>
                        <a:pt x="6185" y="4208"/>
                        <a:pt x="5063" y="6047"/>
                        <a:pt x="4177" y="8046"/>
                      </a:cubicBezTo>
                      <a:cubicBezTo>
                        <a:pt x="2399" y="12045"/>
                        <a:pt x="1557" y="16657"/>
                        <a:pt x="1277" y="18493"/>
                      </a:cubicBezTo>
                      <a:cubicBezTo>
                        <a:pt x="1197" y="19018"/>
                        <a:pt x="1163" y="19310"/>
                        <a:pt x="1163" y="19310"/>
                      </a:cubicBezTo>
                      <a:lnTo>
                        <a:pt x="1163" y="19311"/>
                      </a:lnTo>
                      <a:lnTo>
                        <a:pt x="0" y="19186"/>
                      </a:lnTo>
                      <a:cubicBezTo>
                        <a:pt x="2" y="19169"/>
                        <a:pt x="328" y="16402"/>
                        <a:pt x="1245" y="12976"/>
                      </a:cubicBezTo>
                      <a:cubicBezTo>
                        <a:pt x="2167" y="9549"/>
                        <a:pt x="3657" y="5462"/>
                        <a:pt x="6101" y="2767"/>
                      </a:cubicBezTo>
                      <a:cubicBezTo>
                        <a:pt x="7722" y="973"/>
                        <a:pt x="9861" y="-213"/>
                        <a:pt x="12459" y="33"/>
                      </a:cubicBezTo>
                      <a:cubicBezTo>
                        <a:pt x="12497" y="36"/>
                        <a:pt x="12538" y="40"/>
                        <a:pt x="12579" y="45"/>
                      </a:cubicBezTo>
                      <a:cubicBezTo>
                        <a:pt x="14996" y="300"/>
                        <a:pt x="16806" y="1622"/>
                        <a:pt x="18072" y="3414"/>
                      </a:cubicBezTo>
                      <a:cubicBezTo>
                        <a:pt x="19345" y="5210"/>
                        <a:pt x="20128" y="7481"/>
                        <a:pt x="20621" y="9798"/>
                      </a:cubicBezTo>
                      <a:cubicBezTo>
                        <a:pt x="21600" y="14434"/>
                        <a:pt x="21404" y="19257"/>
                        <a:pt x="21246" y="20838"/>
                      </a:cubicBezTo>
                      <a:cubicBezTo>
                        <a:pt x="21218" y="21093"/>
                        <a:pt x="21200" y="21242"/>
                        <a:pt x="21164" y="21387"/>
                      </a:cubicBezTo>
                      <a:lnTo>
                        <a:pt x="20032" y="21102"/>
                      </a:lnTo>
                      <a:cubicBezTo>
                        <a:pt x="20032" y="21102"/>
                        <a:pt x="20032" y="21102"/>
                        <a:pt x="20032" y="21102"/>
                      </a:cubicBezTo>
                      <a:close/>
                      <a:moveTo>
                        <a:pt x="20032" y="21102"/>
                      </a:moveTo>
                    </a:path>
                  </a:pathLst>
                </a:custGeom>
                <a:solidFill>
                  <a:srgbClr val="000000"/>
                </a:solidFill>
                <a:ln>
                  <a:noFill/>
                </a:ln>
              </p:spPr>
              <p:txBody>
                <a:bodyPr lIns="0" tIns="0" rIns="0" bIns="0"/>
                <a:lstStyle/>
                <a:p>
                  <a:endParaRPr lang="en-US"/>
                </a:p>
              </p:txBody>
            </p:sp>
            <p:sp>
              <p:nvSpPr>
                <p:cNvPr id="10294" name="AutoShape 24"/>
                <p:cNvSpPr/>
                <p:nvPr/>
              </p:nvSpPr>
              <p:spPr bwMode="auto">
                <a:xfrm>
                  <a:off x="17" y="214"/>
                  <a:ext cx="685" cy="77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222" y="311"/>
                      </a:moveTo>
                      <a:lnTo>
                        <a:pt x="2749" y="623"/>
                      </a:lnTo>
                      <a:lnTo>
                        <a:pt x="3404" y="0"/>
                      </a:lnTo>
                      <a:lnTo>
                        <a:pt x="20509" y="233"/>
                      </a:lnTo>
                      <a:lnTo>
                        <a:pt x="21600" y="20471"/>
                      </a:lnTo>
                      <a:lnTo>
                        <a:pt x="2836" y="21600"/>
                      </a:lnTo>
                      <a:lnTo>
                        <a:pt x="0" y="20121"/>
                      </a:lnTo>
                      <a:cubicBezTo>
                        <a:pt x="0" y="20121"/>
                        <a:pt x="1222" y="311"/>
                        <a:pt x="1222" y="311"/>
                      </a:cubicBezTo>
                      <a:close/>
                      <a:moveTo>
                        <a:pt x="1222" y="311"/>
                      </a:moveTo>
                    </a:path>
                  </a:pathLst>
                </a:custGeom>
                <a:solidFill>
                  <a:srgbClr val="7DB546"/>
                </a:solidFill>
                <a:ln>
                  <a:noFill/>
                </a:ln>
              </p:spPr>
              <p:txBody>
                <a:bodyPr lIns="0" tIns="0" rIns="0" bIns="0"/>
                <a:lstStyle/>
                <a:p>
                  <a:endParaRPr lang="en-US"/>
                </a:p>
              </p:txBody>
            </p:sp>
            <p:sp>
              <p:nvSpPr>
                <p:cNvPr id="10295" name="AutoShape 25"/>
                <p:cNvSpPr/>
                <p:nvPr/>
              </p:nvSpPr>
              <p:spPr bwMode="auto">
                <a:xfrm>
                  <a:off x="80" y="207"/>
                  <a:ext cx="43" cy="77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lnTo>
                        <a:pt x="13237" y="21600"/>
                      </a:lnTo>
                      <a:lnTo>
                        <a:pt x="0" y="19710"/>
                      </a:lnTo>
                      <a:lnTo>
                        <a:pt x="11845" y="733"/>
                      </a:lnTo>
                      <a:lnTo>
                        <a:pt x="13934" y="39"/>
                      </a:lnTo>
                      <a:cubicBezTo>
                        <a:pt x="13934" y="39"/>
                        <a:pt x="21600" y="0"/>
                        <a:pt x="21600" y="0"/>
                      </a:cubicBezTo>
                      <a:close/>
                      <a:moveTo>
                        <a:pt x="21600" y="0"/>
                      </a:moveTo>
                    </a:path>
                  </a:pathLst>
                </a:custGeom>
                <a:solidFill>
                  <a:srgbClr val="6FA783"/>
                </a:solidFill>
                <a:ln>
                  <a:noFill/>
                </a:ln>
              </p:spPr>
              <p:txBody>
                <a:bodyPr lIns="0" tIns="0" rIns="0" bIns="0"/>
                <a:lstStyle/>
                <a:p>
                  <a:endParaRPr lang="en-US"/>
                </a:p>
              </p:txBody>
            </p:sp>
            <p:sp>
              <p:nvSpPr>
                <p:cNvPr id="10296" name="AutoShape 26"/>
                <p:cNvSpPr/>
                <p:nvPr/>
              </p:nvSpPr>
              <p:spPr bwMode="auto">
                <a:xfrm>
                  <a:off x="0" y="207"/>
                  <a:ext cx="103" cy="72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3744" y="21600"/>
                      </a:moveTo>
                      <a:lnTo>
                        <a:pt x="16416" y="21185"/>
                      </a:lnTo>
                      <a:lnTo>
                        <a:pt x="21600" y="539"/>
                      </a:lnTo>
                      <a:lnTo>
                        <a:pt x="8641" y="0"/>
                      </a:lnTo>
                      <a:lnTo>
                        <a:pt x="0" y="21310"/>
                      </a:lnTo>
                      <a:cubicBezTo>
                        <a:pt x="0" y="21310"/>
                        <a:pt x="3744" y="21600"/>
                        <a:pt x="3744" y="21600"/>
                      </a:cubicBezTo>
                      <a:close/>
                      <a:moveTo>
                        <a:pt x="3744" y="21600"/>
                      </a:moveTo>
                    </a:path>
                  </a:pathLst>
                </a:custGeom>
                <a:solidFill>
                  <a:srgbClr val="608C36"/>
                </a:solidFill>
                <a:ln>
                  <a:noFill/>
                </a:ln>
              </p:spPr>
              <p:txBody>
                <a:bodyPr lIns="0" tIns="0" rIns="0" bIns="0"/>
                <a:lstStyle/>
                <a:p>
                  <a:endParaRPr lang="en-US"/>
                </a:p>
              </p:txBody>
            </p:sp>
            <p:sp>
              <p:nvSpPr>
                <p:cNvPr id="10297" name="AutoShape 27"/>
                <p:cNvSpPr/>
                <p:nvPr/>
              </p:nvSpPr>
              <p:spPr bwMode="auto">
                <a:xfrm>
                  <a:off x="269" y="256"/>
                  <a:ext cx="21" cy="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8"/>
                      </a:moveTo>
                      <a:cubicBezTo>
                        <a:pt x="21600" y="16763"/>
                        <a:pt x="16763" y="21600"/>
                        <a:pt x="10798" y="21600"/>
                      </a:cubicBezTo>
                      <a:cubicBezTo>
                        <a:pt x="4834" y="21600"/>
                        <a:pt x="0" y="16763"/>
                        <a:pt x="0" y="10798"/>
                      </a:cubicBezTo>
                      <a:cubicBezTo>
                        <a:pt x="0" y="4834"/>
                        <a:pt x="4834" y="0"/>
                        <a:pt x="10798" y="0"/>
                      </a:cubicBezTo>
                      <a:cubicBezTo>
                        <a:pt x="16763" y="0"/>
                        <a:pt x="21600" y="4834"/>
                        <a:pt x="21600" y="10798"/>
                      </a:cubicBezTo>
                      <a:close/>
                      <a:moveTo>
                        <a:pt x="21600" y="10798"/>
                      </a:moveTo>
                    </a:path>
                  </a:pathLst>
                </a:custGeom>
                <a:solidFill>
                  <a:srgbClr val="231F1F"/>
                </a:solidFill>
                <a:ln>
                  <a:noFill/>
                </a:ln>
              </p:spPr>
              <p:txBody>
                <a:bodyPr lIns="0" tIns="0" rIns="0" bIns="0"/>
                <a:lstStyle/>
                <a:p>
                  <a:endParaRPr lang="en-US"/>
                </a:p>
              </p:txBody>
            </p:sp>
            <p:sp>
              <p:nvSpPr>
                <p:cNvPr id="10298" name="AutoShape 28"/>
                <p:cNvSpPr/>
                <p:nvPr/>
              </p:nvSpPr>
              <p:spPr bwMode="auto">
                <a:xfrm>
                  <a:off x="507" y="252"/>
                  <a:ext cx="21"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7"/>
                      </a:moveTo>
                      <a:cubicBezTo>
                        <a:pt x="21600" y="16763"/>
                        <a:pt x="16757" y="21600"/>
                        <a:pt x="10797" y="21600"/>
                      </a:cubicBezTo>
                      <a:cubicBezTo>
                        <a:pt x="4833" y="21600"/>
                        <a:pt x="0" y="16763"/>
                        <a:pt x="0" y="10797"/>
                      </a:cubicBezTo>
                      <a:cubicBezTo>
                        <a:pt x="0" y="4832"/>
                        <a:pt x="4833" y="0"/>
                        <a:pt x="10797" y="0"/>
                      </a:cubicBezTo>
                      <a:cubicBezTo>
                        <a:pt x="16757" y="0"/>
                        <a:pt x="21600" y="4832"/>
                        <a:pt x="21600" y="10797"/>
                      </a:cubicBezTo>
                      <a:close/>
                      <a:moveTo>
                        <a:pt x="21600" y="10797"/>
                      </a:moveTo>
                    </a:path>
                  </a:pathLst>
                </a:custGeom>
                <a:solidFill>
                  <a:srgbClr val="231F1F"/>
                </a:solidFill>
                <a:ln>
                  <a:noFill/>
                </a:ln>
              </p:spPr>
              <p:txBody>
                <a:bodyPr lIns="0" tIns="0" rIns="0" bIns="0"/>
                <a:lstStyle/>
                <a:p>
                  <a:endParaRPr lang="en-US"/>
                </a:p>
              </p:txBody>
            </p:sp>
            <p:sp>
              <p:nvSpPr>
                <p:cNvPr id="10299" name="AutoShape 29"/>
                <p:cNvSpPr/>
                <p:nvPr/>
              </p:nvSpPr>
              <p:spPr bwMode="auto">
                <a:xfrm>
                  <a:off x="262" y="249"/>
                  <a:ext cx="33"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9"/>
                      </a:moveTo>
                      <a:cubicBezTo>
                        <a:pt x="7108" y="17489"/>
                        <a:pt x="4112" y="14493"/>
                        <a:pt x="4112" y="10803"/>
                      </a:cubicBezTo>
                      <a:cubicBezTo>
                        <a:pt x="4112" y="7105"/>
                        <a:pt x="7108" y="4109"/>
                        <a:pt x="10798" y="4109"/>
                      </a:cubicBezTo>
                      <a:cubicBezTo>
                        <a:pt x="14495" y="4109"/>
                        <a:pt x="17488" y="7105"/>
                        <a:pt x="17488" y="10803"/>
                      </a:cubicBezTo>
                      <a:cubicBezTo>
                        <a:pt x="17488" y="14493"/>
                        <a:pt x="14495" y="17489"/>
                        <a:pt x="10798" y="17489"/>
                      </a:cubicBezTo>
                      <a:close/>
                      <a:moveTo>
                        <a:pt x="10798" y="0"/>
                      </a:moveTo>
                      <a:cubicBezTo>
                        <a:pt x="4833" y="0"/>
                        <a:pt x="0" y="4833"/>
                        <a:pt x="0" y="10803"/>
                      </a:cubicBezTo>
                      <a:cubicBezTo>
                        <a:pt x="0" y="16764"/>
                        <a:pt x="4833" y="21600"/>
                        <a:pt x="10798" y="21600"/>
                      </a:cubicBezTo>
                      <a:cubicBezTo>
                        <a:pt x="16765" y="21600"/>
                        <a:pt x="21600" y="16764"/>
                        <a:pt x="21600" y="10803"/>
                      </a:cubicBezTo>
                      <a:cubicBezTo>
                        <a:pt x="21600" y="4833"/>
                        <a:pt x="16765" y="0"/>
                        <a:pt x="10798" y="0"/>
                      </a:cubicBezTo>
                      <a:close/>
                      <a:moveTo>
                        <a:pt x="10798" y="0"/>
                      </a:moveTo>
                    </a:path>
                  </a:pathLst>
                </a:custGeom>
                <a:solidFill>
                  <a:srgbClr val="231F1F"/>
                </a:solidFill>
                <a:ln>
                  <a:noFill/>
                </a:ln>
              </p:spPr>
              <p:txBody>
                <a:bodyPr lIns="0" tIns="0" rIns="0" bIns="0"/>
                <a:lstStyle/>
                <a:p>
                  <a:endParaRPr lang="en-US"/>
                </a:p>
              </p:txBody>
            </p:sp>
            <p:sp>
              <p:nvSpPr>
                <p:cNvPr id="10300" name="AutoShape 30"/>
                <p:cNvSpPr/>
                <p:nvPr/>
              </p:nvSpPr>
              <p:spPr bwMode="auto">
                <a:xfrm>
                  <a:off x="262" y="249"/>
                  <a:ext cx="33"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2" y="17488"/>
                      </a:moveTo>
                      <a:cubicBezTo>
                        <a:pt x="7110" y="17488"/>
                        <a:pt x="4112" y="14494"/>
                        <a:pt x="4112" y="10801"/>
                      </a:cubicBezTo>
                      <a:cubicBezTo>
                        <a:pt x="4112" y="7103"/>
                        <a:pt x="7110" y="4111"/>
                        <a:pt x="10802" y="4111"/>
                      </a:cubicBezTo>
                      <a:cubicBezTo>
                        <a:pt x="14499" y="4111"/>
                        <a:pt x="17493" y="7103"/>
                        <a:pt x="17493" y="10801"/>
                      </a:cubicBezTo>
                      <a:cubicBezTo>
                        <a:pt x="17493" y="14494"/>
                        <a:pt x="14499" y="17488"/>
                        <a:pt x="10802" y="17488"/>
                      </a:cubicBezTo>
                      <a:close/>
                      <a:moveTo>
                        <a:pt x="10802" y="0"/>
                      </a:moveTo>
                      <a:cubicBezTo>
                        <a:pt x="4840" y="0"/>
                        <a:pt x="0" y="4833"/>
                        <a:pt x="0" y="10801"/>
                      </a:cubicBezTo>
                      <a:cubicBezTo>
                        <a:pt x="0" y="16763"/>
                        <a:pt x="4840" y="21600"/>
                        <a:pt x="10802" y="21600"/>
                      </a:cubicBezTo>
                      <a:cubicBezTo>
                        <a:pt x="16767" y="21600"/>
                        <a:pt x="21600" y="16763"/>
                        <a:pt x="21600" y="10801"/>
                      </a:cubicBezTo>
                      <a:cubicBezTo>
                        <a:pt x="21600" y="4833"/>
                        <a:pt x="16767" y="0"/>
                        <a:pt x="10802" y="0"/>
                      </a:cubicBezTo>
                      <a:close/>
                      <a:moveTo>
                        <a:pt x="10802"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10301" name="AutoShape 31"/>
                <p:cNvSpPr/>
                <p:nvPr/>
              </p:nvSpPr>
              <p:spPr bwMode="auto">
                <a:xfrm>
                  <a:off x="500" y="249"/>
                  <a:ext cx="33"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4"/>
                      </a:moveTo>
                      <a:cubicBezTo>
                        <a:pt x="7105" y="17484"/>
                        <a:pt x="4112" y="14494"/>
                        <a:pt x="4112" y="10799"/>
                      </a:cubicBezTo>
                      <a:cubicBezTo>
                        <a:pt x="4112" y="7102"/>
                        <a:pt x="7105" y="4108"/>
                        <a:pt x="10798" y="4108"/>
                      </a:cubicBezTo>
                      <a:cubicBezTo>
                        <a:pt x="14495" y="4108"/>
                        <a:pt x="17488" y="7102"/>
                        <a:pt x="17488" y="10799"/>
                      </a:cubicBezTo>
                      <a:cubicBezTo>
                        <a:pt x="17488" y="14494"/>
                        <a:pt x="14495" y="17484"/>
                        <a:pt x="10798" y="17484"/>
                      </a:cubicBezTo>
                      <a:close/>
                      <a:moveTo>
                        <a:pt x="10798" y="0"/>
                      </a:moveTo>
                      <a:cubicBezTo>
                        <a:pt x="4835" y="0"/>
                        <a:pt x="0" y="4833"/>
                        <a:pt x="0" y="10799"/>
                      </a:cubicBezTo>
                      <a:cubicBezTo>
                        <a:pt x="0" y="16763"/>
                        <a:pt x="4835" y="21600"/>
                        <a:pt x="10798" y="21600"/>
                      </a:cubicBezTo>
                      <a:cubicBezTo>
                        <a:pt x="16762" y="21600"/>
                        <a:pt x="21600" y="16763"/>
                        <a:pt x="21600" y="10799"/>
                      </a:cubicBezTo>
                      <a:cubicBezTo>
                        <a:pt x="21600" y="4833"/>
                        <a:pt x="16762" y="0"/>
                        <a:pt x="10798" y="0"/>
                      </a:cubicBezTo>
                      <a:close/>
                      <a:moveTo>
                        <a:pt x="10798" y="0"/>
                      </a:moveTo>
                    </a:path>
                  </a:pathLst>
                </a:custGeom>
                <a:solidFill>
                  <a:srgbClr val="231F1F"/>
                </a:solidFill>
                <a:ln>
                  <a:noFill/>
                </a:ln>
              </p:spPr>
              <p:txBody>
                <a:bodyPr lIns="0" tIns="0" rIns="0" bIns="0"/>
                <a:lstStyle/>
                <a:p>
                  <a:endParaRPr lang="en-US"/>
                </a:p>
              </p:txBody>
            </p:sp>
            <p:sp>
              <p:nvSpPr>
                <p:cNvPr id="10302" name="AutoShape 32"/>
                <p:cNvSpPr/>
                <p:nvPr/>
              </p:nvSpPr>
              <p:spPr bwMode="auto">
                <a:xfrm>
                  <a:off x="500" y="245"/>
                  <a:ext cx="33"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8"/>
                      </a:moveTo>
                      <a:cubicBezTo>
                        <a:pt x="7101" y="17488"/>
                        <a:pt x="4112" y="14495"/>
                        <a:pt x="4112" y="10799"/>
                      </a:cubicBezTo>
                      <a:cubicBezTo>
                        <a:pt x="4112" y="7106"/>
                        <a:pt x="7101" y="4112"/>
                        <a:pt x="10798" y="4112"/>
                      </a:cubicBezTo>
                      <a:cubicBezTo>
                        <a:pt x="14495" y="4112"/>
                        <a:pt x="17491" y="7106"/>
                        <a:pt x="17491" y="10799"/>
                      </a:cubicBezTo>
                      <a:cubicBezTo>
                        <a:pt x="17491" y="14495"/>
                        <a:pt x="14495" y="17488"/>
                        <a:pt x="10798" y="17488"/>
                      </a:cubicBezTo>
                      <a:close/>
                      <a:moveTo>
                        <a:pt x="10798" y="0"/>
                      </a:moveTo>
                      <a:cubicBezTo>
                        <a:pt x="4833" y="0"/>
                        <a:pt x="0" y="4837"/>
                        <a:pt x="0" y="10799"/>
                      </a:cubicBezTo>
                      <a:cubicBezTo>
                        <a:pt x="0" y="16763"/>
                        <a:pt x="4833" y="21600"/>
                        <a:pt x="10798" y="21600"/>
                      </a:cubicBezTo>
                      <a:cubicBezTo>
                        <a:pt x="16767" y="21600"/>
                        <a:pt x="21600" y="16763"/>
                        <a:pt x="21600" y="10799"/>
                      </a:cubicBezTo>
                      <a:cubicBezTo>
                        <a:pt x="21600" y="4837"/>
                        <a:pt x="16767" y="0"/>
                        <a:pt x="10798" y="0"/>
                      </a:cubicBezTo>
                      <a:close/>
                      <a:moveTo>
                        <a:pt x="10798"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10303" name="AutoShape 33"/>
                <p:cNvSpPr/>
                <p:nvPr/>
              </p:nvSpPr>
              <p:spPr bwMode="auto">
                <a:xfrm>
                  <a:off x="273" y="21"/>
                  <a:ext cx="252" cy="248"/>
                </a:xfrm>
                <a:custGeom>
                  <a:avLst/>
                  <a:gdLst>
                    <a:gd name="T0" fmla="*/ 0 w 21600"/>
                    <a:gd name="T1" fmla="*/ 0 h 21593"/>
                    <a:gd name="T2" fmla="*/ 0 w 21600"/>
                    <a:gd name="T3" fmla="*/ 0 h 21593"/>
                    <a:gd name="T4" fmla="*/ 0 w 21600"/>
                    <a:gd name="T5" fmla="*/ 0 h 21593"/>
                    <a:gd name="T6" fmla="*/ 0 w 21600"/>
                    <a:gd name="T7" fmla="*/ 0 h 21593"/>
                    <a:gd name="T8" fmla="*/ 0 w 21600"/>
                    <a:gd name="T9" fmla="*/ 0 h 21593"/>
                    <a:gd name="T10" fmla="*/ 0 w 21600"/>
                    <a:gd name="T11" fmla="*/ 0 h 21593"/>
                    <a:gd name="T12" fmla="*/ 0 w 21600"/>
                    <a:gd name="T13" fmla="*/ 0 h 21593"/>
                    <a:gd name="T14" fmla="*/ 0 w 21600"/>
                    <a:gd name="T15" fmla="*/ 0 h 21593"/>
                    <a:gd name="T16" fmla="*/ 0 w 21600"/>
                    <a:gd name="T17" fmla="*/ 0 h 21593"/>
                    <a:gd name="T18" fmla="*/ 0 w 21600"/>
                    <a:gd name="T19" fmla="*/ 0 h 21593"/>
                    <a:gd name="T20" fmla="*/ 0 w 21600"/>
                    <a:gd name="T21" fmla="*/ 0 h 21593"/>
                    <a:gd name="T22" fmla="*/ 0 w 21600"/>
                    <a:gd name="T23" fmla="*/ 0 h 21593"/>
                    <a:gd name="T24" fmla="*/ 0 w 21600"/>
                    <a:gd name="T25" fmla="*/ 0 h 21593"/>
                    <a:gd name="T26" fmla="*/ 0 w 21600"/>
                    <a:gd name="T27" fmla="*/ 0 h 21593"/>
                    <a:gd name="T28" fmla="*/ 0 w 21600"/>
                    <a:gd name="T29" fmla="*/ 0 h 21593"/>
                    <a:gd name="T30" fmla="*/ 0 w 21600"/>
                    <a:gd name="T31" fmla="*/ 0 h 21593"/>
                    <a:gd name="T32" fmla="*/ 0 w 21600"/>
                    <a:gd name="T33" fmla="*/ 0 h 21593"/>
                    <a:gd name="T34" fmla="*/ 0 w 21600"/>
                    <a:gd name="T35" fmla="*/ 0 h 21593"/>
                    <a:gd name="T36" fmla="*/ 0 w 21600"/>
                    <a:gd name="T37" fmla="*/ 0 h 21593"/>
                    <a:gd name="T38" fmla="*/ 0 w 21600"/>
                    <a:gd name="T39" fmla="*/ 0 h 21593"/>
                    <a:gd name="T40" fmla="*/ 0 w 21600"/>
                    <a:gd name="T41" fmla="*/ 0 h 21593"/>
                    <a:gd name="T42" fmla="*/ 0 w 21600"/>
                    <a:gd name="T43" fmla="*/ 0 h 21593"/>
                    <a:gd name="T44" fmla="*/ 0 w 21600"/>
                    <a:gd name="T45" fmla="*/ 0 h 21593"/>
                    <a:gd name="T46" fmla="*/ 0 w 21600"/>
                    <a:gd name="T47" fmla="*/ 0 h 2159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593">
                      <a:moveTo>
                        <a:pt x="20404" y="21403"/>
                      </a:moveTo>
                      <a:cubicBezTo>
                        <a:pt x="20403" y="21403"/>
                        <a:pt x="20404" y="21400"/>
                        <a:pt x="20405" y="21380"/>
                      </a:cubicBezTo>
                      <a:cubicBezTo>
                        <a:pt x="20407" y="21361"/>
                        <a:pt x="20409" y="21332"/>
                        <a:pt x="20410" y="21297"/>
                      </a:cubicBezTo>
                      <a:cubicBezTo>
                        <a:pt x="20413" y="21225"/>
                        <a:pt x="20414" y="21128"/>
                        <a:pt x="20414" y="21008"/>
                      </a:cubicBezTo>
                      <a:cubicBezTo>
                        <a:pt x="20438" y="18673"/>
                        <a:pt x="19689" y="8502"/>
                        <a:pt x="15704" y="3790"/>
                      </a:cubicBezTo>
                      <a:cubicBezTo>
                        <a:pt x="14382" y="2216"/>
                        <a:pt x="12785" y="1246"/>
                        <a:pt x="10697" y="1206"/>
                      </a:cubicBezTo>
                      <a:cubicBezTo>
                        <a:pt x="10668" y="1205"/>
                        <a:pt x="10635" y="1205"/>
                        <a:pt x="10599" y="1205"/>
                      </a:cubicBezTo>
                      <a:cubicBezTo>
                        <a:pt x="8670" y="1211"/>
                        <a:pt x="7186" y="2084"/>
                        <a:pt x="5938" y="3539"/>
                      </a:cubicBezTo>
                      <a:cubicBezTo>
                        <a:pt x="4700" y="4993"/>
                        <a:pt x="3757" y="7034"/>
                        <a:pt x="3068" y="9220"/>
                      </a:cubicBezTo>
                      <a:cubicBezTo>
                        <a:pt x="1687" y="13594"/>
                        <a:pt x="1311" y="18520"/>
                        <a:pt x="1217" y="20476"/>
                      </a:cubicBezTo>
                      <a:cubicBezTo>
                        <a:pt x="1191" y="21035"/>
                        <a:pt x="1186" y="21346"/>
                        <a:pt x="1186" y="21346"/>
                      </a:cubicBezTo>
                      <a:lnTo>
                        <a:pt x="1186" y="21347"/>
                      </a:lnTo>
                      <a:lnTo>
                        <a:pt x="0" y="21328"/>
                      </a:lnTo>
                      <a:cubicBezTo>
                        <a:pt x="0" y="21310"/>
                        <a:pt x="45" y="18371"/>
                        <a:pt x="617" y="14683"/>
                      </a:cubicBezTo>
                      <a:cubicBezTo>
                        <a:pt x="1196" y="10992"/>
                        <a:pt x="2278" y="6556"/>
                        <a:pt x="4468" y="3487"/>
                      </a:cubicBezTo>
                      <a:cubicBezTo>
                        <a:pt x="5918" y="1446"/>
                        <a:pt x="7953" y="-7"/>
                        <a:pt x="10599" y="0"/>
                      </a:cubicBezTo>
                      <a:cubicBezTo>
                        <a:pt x="10637" y="0"/>
                        <a:pt x="10680" y="0"/>
                        <a:pt x="10721" y="1"/>
                      </a:cubicBezTo>
                      <a:cubicBezTo>
                        <a:pt x="13186" y="36"/>
                        <a:pt x="15147" y="1249"/>
                        <a:pt x="16609" y="3010"/>
                      </a:cubicBezTo>
                      <a:cubicBezTo>
                        <a:pt x="18078" y="4774"/>
                        <a:pt x="19101" y="7084"/>
                        <a:pt x="19836" y="9470"/>
                      </a:cubicBezTo>
                      <a:cubicBezTo>
                        <a:pt x="21299" y="14246"/>
                        <a:pt x="21598" y="19332"/>
                        <a:pt x="21600" y="21008"/>
                      </a:cubicBezTo>
                      <a:cubicBezTo>
                        <a:pt x="21599" y="21279"/>
                        <a:pt x="21596" y="21438"/>
                        <a:pt x="21574" y="21593"/>
                      </a:cubicBezTo>
                      <a:lnTo>
                        <a:pt x="20404" y="21403"/>
                      </a:lnTo>
                      <a:cubicBezTo>
                        <a:pt x="20404" y="21403"/>
                        <a:pt x="20404" y="21403"/>
                        <a:pt x="20404" y="21403"/>
                      </a:cubicBezTo>
                      <a:close/>
                      <a:moveTo>
                        <a:pt x="20404" y="21403"/>
                      </a:moveTo>
                    </a:path>
                  </a:pathLst>
                </a:custGeom>
                <a:solidFill>
                  <a:srgbClr val="000000"/>
                </a:solidFill>
                <a:ln>
                  <a:noFill/>
                </a:ln>
              </p:spPr>
              <p:txBody>
                <a:bodyPr lIns="0" tIns="0" rIns="0" bIns="0"/>
                <a:lstStyle/>
                <a:p>
                  <a:endParaRPr lang="en-US"/>
                </a:p>
              </p:txBody>
            </p:sp>
          </p:grpSp>
          <p:grpSp>
            <p:nvGrpSpPr>
              <p:cNvPr id="10280" name="Group 46"/>
              <p:cNvGrpSpPr/>
              <p:nvPr/>
            </p:nvGrpSpPr>
            <p:grpSpPr bwMode="auto">
              <a:xfrm flipH="1">
                <a:off x="2603" y="485"/>
                <a:ext cx="1171" cy="1639"/>
                <a:chOff x="0" y="0"/>
                <a:chExt cx="1171" cy="1639"/>
              </a:xfrm>
            </p:grpSpPr>
            <p:sp>
              <p:nvSpPr>
                <p:cNvPr id="10282" name="AutoShape 35"/>
                <p:cNvSpPr/>
                <p:nvPr/>
              </p:nvSpPr>
              <p:spPr bwMode="auto">
                <a:xfrm>
                  <a:off x="355" y="0"/>
                  <a:ext cx="438" cy="461"/>
                </a:xfrm>
                <a:custGeom>
                  <a:avLst/>
                  <a:gdLst>
                    <a:gd name="T0" fmla="*/ 0 w 21377"/>
                    <a:gd name="T1" fmla="*/ 0 h 21387"/>
                    <a:gd name="T2" fmla="*/ 0 w 21377"/>
                    <a:gd name="T3" fmla="*/ 0 h 21387"/>
                    <a:gd name="T4" fmla="*/ 0 w 21377"/>
                    <a:gd name="T5" fmla="*/ 0 h 21387"/>
                    <a:gd name="T6" fmla="*/ 0 w 21377"/>
                    <a:gd name="T7" fmla="*/ 0 h 21387"/>
                    <a:gd name="T8" fmla="*/ 0 w 21377"/>
                    <a:gd name="T9" fmla="*/ 0 h 21387"/>
                    <a:gd name="T10" fmla="*/ 0 w 21377"/>
                    <a:gd name="T11" fmla="*/ 0 h 21387"/>
                    <a:gd name="T12" fmla="*/ 0 w 21377"/>
                    <a:gd name="T13" fmla="*/ 0 h 21387"/>
                    <a:gd name="T14" fmla="*/ 0 w 21377"/>
                    <a:gd name="T15" fmla="*/ 0 h 21387"/>
                    <a:gd name="T16" fmla="*/ 0 w 21377"/>
                    <a:gd name="T17" fmla="*/ 0 h 21387"/>
                    <a:gd name="T18" fmla="*/ 0 w 21377"/>
                    <a:gd name="T19" fmla="*/ 0 h 21387"/>
                    <a:gd name="T20" fmla="*/ 0 w 21377"/>
                    <a:gd name="T21" fmla="*/ 0 h 21387"/>
                    <a:gd name="T22" fmla="*/ 0 w 21377"/>
                    <a:gd name="T23" fmla="*/ 0 h 21387"/>
                    <a:gd name="T24" fmla="*/ 0 w 21377"/>
                    <a:gd name="T25" fmla="*/ 0 h 21387"/>
                    <a:gd name="T26" fmla="*/ 0 w 21377"/>
                    <a:gd name="T27" fmla="*/ 0 h 21387"/>
                    <a:gd name="T28" fmla="*/ 0 w 21377"/>
                    <a:gd name="T29" fmla="*/ 0 h 21387"/>
                    <a:gd name="T30" fmla="*/ 0 w 21377"/>
                    <a:gd name="T31" fmla="*/ 0 h 21387"/>
                    <a:gd name="T32" fmla="*/ 0 w 21377"/>
                    <a:gd name="T33" fmla="*/ 0 h 21387"/>
                    <a:gd name="T34" fmla="*/ 0 w 21377"/>
                    <a:gd name="T35" fmla="*/ 0 h 21387"/>
                    <a:gd name="T36" fmla="*/ 0 w 21377"/>
                    <a:gd name="T37" fmla="*/ 0 h 21387"/>
                    <a:gd name="T38" fmla="*/ 0 w 21377"/>
                    <a:gd name="T39" fmla="*/ 0 h 21387"/>
                    <a:gd name="T40" fmla="*/ 0 w 21377"/>
                    <a:gd name="T41" fmla="*/ 0 h 21387"/>
                    <a:gd name="T42" fmla="*/ 0 w 21377"/>
                    <a:gd name="T43" fmla="*/ 0 h 21387"/>
                    <a:gd name="T44" fmla="*/ 0 w 21377"/>
                    <a:gd name="T45" fmla="*/ 0 h 21387"/>
                    <a:gd name="T46" fmla="*/ 0 w 21377"/>
                    <a:gd name="T47" fmla="*/ 0 h 213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7" h="21387">
                      <a:moveTo>
                        <a:pt x="20032" y="21102"/>
                      </a:moveTo>
                      <a:cubicBezTo>
                        <a:pt x="20032" y="21102"/>
                        <a:pt x="20033" y="21099"/>
                        <a:pt x="20037" y="21081"/>
                      </a:cubicBezTo>
                      <a:cubicBezTo>
                        <a:pt x="20039" y="21063"/>
                        <a:pt x="20044" y="21036"/>
                        <a:pt x="20049" y="21002"/>
                      </a:cubicBezTo>
                      <a:cubicBezTo>
                        <a:pt x="20059" y="20935"/>
                        <a:pt x="20069" y="20843"/>
                        <a:pt x="20081" y="20730"/>
                      </a:cubicBezTo>
                      <a:cubicBezTo>
                        <a:pt x="20328" y="18530"/>
                        <a:pt x="20571" y="8872"/>
                        <a:pt x="17109" y="4068"/>
                      </a:cubicBezTo>
                      <a:cubicBezTo>
                        <a:pt x="15962" y="2465"/>
                        <a:pt x="14486" y="1405"/>
                        <a:pt x="12439" y="1179"/>
                      </a:cubicBezTo>
                      <a:cubicBezTo>
                        <a:pt x="12411" y="1176"/>
                        <a:pt x="12378" y="1173"/>
                        <a:pt x="12344" y="1169"/>
                      </a:cubicBezTo>
                      <a:cubicBezTo>
                        <a:pt x="10448" y="1001"/>
                        <a:pt x="8906" y="1689"/>
                        <a:pt x="7542" y="2949"/>
                      </a:cubicBezTo>
                      <a:cubicBezTo>
                        <a:pt x="6185" y="4208"/>
                        <a:pt x="5063" y="6047"/>
                        <a:pt x="4177" y="8046"/>
                      </a:cubicBezTo>
                      <a:cubicBezTo>
                        <a:pt x="2399" y="12045"/>
                        <a:pt x="1557" y="16657"/>
                        <a:pt x="1277" y="18493"/>
                      </a:cubicBezTo>
                      <a:cubicBezTo>
                        <a:pt x="1197" y="19018"/>
                        <a:pt x="1163" y="19310"/>
                        <a:pt x="1163" y="19310"/>
                      </a:cubicBezTo>
                      <a:lnTo>
                        <a:pt x="1163" y="19311"/>
                      </a:lnTo>
                      <a:lnTo>
                        <a:pt x="0" y="19186"/>
                      </a:lnTo>
                      <a:cubicBezTo>
                        <a:pt x="2" y="19169"/>
                        <a:pt x="328" y="16402"/>
                        <a:pt x="1245" y="12976"/>
                      </a:cubicBezTo>
                      <a:cubicBezTo>
                        <a:pt x="2167" y="9549"/>
                        <a:pt x="3657" y="5462"/>
                        <a:pt x="6101" y="2767"/>
                      </a:cubicBezTo>
                      <a:cubicBezTo>
                        <a:pt x="7722" y="973"/>
                        <a:pt x="9861" y="-213"/>
                        <a:pt x="12459" y="33"/>
                      </a:cubicBezTo>
                      <a:cubicBezTo>
                        <a:pt x="12497" y="36"/>
                        <a:pt x="12538" y="40"/>
                        <a:pt x="12579" y="45"/>
                      </a:cubicBezTo>
                      <a:cubicBezTo>
                        <a:pt x="14996" y="300"/>
                        <a:pt x="16806" y="1622"/>
                        <a:pt x="18072" y="3414"/>
                      </a:cubicBezTo>
                      <a:cubicBezTo>
                        <a:pt x="19345" y="5210"/>
                        <a:pt x="20128" y="7481"/>
                        <a:pt x="20621" y="9798"/>
                      </a:cubicBezTo>
                      <a:cubicBezTo>
                        <a:pt x="21600" y="14434"/>
                        <a:pt x="21404" y="19257"/>
                        <a:pt x="21246" y="20838"/>
                      </a:cubicBezTo>
                      <a:cubicBezTo>
                        <a:pt x="21218" y="21093"/>
                        <a:pt x="21200" y="21242"/>
                        <a:pt x="21164" y="21387"/>
                      </a:cubicBezTo>
                      <a:lnTo>
                        <a:pt x="20032" y="21102"/>
                      </a:lnTo>
                      <a:cubicBezTo>
                        <a:pt x="20032" y="21102"/>
                        <a:pt x="20032" y="21102"/>
                        <a:pt x="20032" y="21102"/>
                      </a:cubicBezTo>
                      <a:close/>
                      <a:moveTo>
                        <a:pt x="20032" y="21102"/>
                      </a:moveTo>
                    </a:path>
                  </a:pathLst>
                </a:custGeom>
                <a:solidFill>
                  <a:srgbClr val="000000"/>
                </a:solidFill>
                <a:ln>
                  <a:noFill/>
                </a:ln>
              </p:spPr>
              <p:txBody>
                <a:bodyPr lIns="0" tIns="0" rIns="0" bIns="0"/>
                <a:lstStyle/>
                <a:p>
                  <a:endParaRPr lang="en-US"/>
                </a:p>
              </p:txBody>
            </p:sp>
            <p:sp>
              <p:nvSpPr>
                <p:cNvPr id="10283" name="AutoShape 36"/>
                <p:cNvSpPr/>
                <p:nvPr/>
              </p:nvSpPr>
              <p:spPr bwMode="auto">
                <a:xfrm>
                  <a:off x="29" y="356"/>
                  <a:ext cx="1142" cy="12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222" y="311"/>
                      </a:moveTo>
                      <a:lnTo>
                        <a:pt x="2749" y="623"/>
                      </a:lnTo>
                      <a:lnTo>
                        <a:pt x="3404" y="0"/>
                      </a:lnTo>
                      <a:lnTo>
                        <a:pt x="20509" y="233"/>
                      </a:lnTo>
                      <a:lnTo>
                        <a:pt x="21600" y="20471"/>
                      </a:lnTo>
                      <a:lnTo>
                        <a:pt x="2836" y="21600"/>
                      </a:lnTo>
                      <a:lnTo>
                        <a:pt x="0" y="20121"/>
                      </a:lnTo>
                      <a:cubicBezTo>
                        <a:pt x="0" y="20121"/>
                        <a:pt x="1222" y="311"/>
                        <a:pt x="1222" y="311"/>
                      </a:cubicBezTo>
                      <a:close/>
                      <a:moveTo>
                        <a:pt x="1222" y="311"/>
                      </a:moveTo>
                    </a:path>
                  </a:pathLst>
                </a:custGeom>
                <a:solidFill>
                  <a:srgbClr val="EDDBB3"/>
                </a:solidFill>
                <a:ln>
                  <a:noFill/>
                </a:ln>
              </p:spPr>
              <p:txBody>
                <a:bodyPr lIns="0" tIns="0" rIns="0" bIns="0"/>
                <a:lstStyle/>
                <a:p>
                  <a:endParaRPr lang="en-US"/>
                </a:p>
              </p:txBody>
            </p:sp>
            <p:sp>
              <p:nvSpPr>
                <p:cNvPr id="10284" name="AutoShape 37"/>
                <p:cNvSpPr/>
                <p:nvPr/>
              </p:nvSpPr>
              <p:spPr bwMode="auto">
                <a:xfrm>
                  <a:off x="134" y="370"/>
                  <a:ext cx="70" cy="12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lnTo>
                        <a:pt x="13237" y="21600"/>
                      </a:lnTo>
                      <a:lnTo>
                        <a:pt x="0" y="19710"/>
                      </a:lnTo>
                      <a:lnTo>
                        <a:pt x="11845" y="733"/>
                      </a:lnTo>
                      <a:lnTo>
                        <a:pt x="13934" y="39"/>
                      </a:lnTo>
                      <a:cubicBezTo>
                        <a:pt x="13934" y="39"/>
                        <a:pt x="21600" y="0"/>
                        <a:pt x="21600" y="0"/>
                      </a:cubicBezTo>
                      <a:close/>
                      <a:moveTo>
                        <a:pt x="21600" y="0"/>
                      </a:moveTo>
                    </a:path>
                  </a:pathLst>
                </a:custGeom>
                <a:solidFill>
                  <a:srgbClr val="A79B7F"/>
                </a:solidFill>
                <a:ln>
                  <a:noFill/>
                </a:ln>
              </p:spPr>
              <p:txBody>
                <a:bodyPr lIns="0" tIns="0" rIns="0" bIns="0"/>
                <a:lstStyle/>
                <a:p>
                  <a:endParaRPr lang="en-US"/>
                </a:p>
              </p:txBody>
            </p:sp>
            <p:sp>
              <p:nvSpPr>
                <p:cNvPr id="10285" name="AutoShape 38"/>
                <p:cNvSpPr/>
                <p:nvPr/>
              </p:nvSpPr>
              <p:spPr bwMode="auto">
                <a:xfrm>
                  <a:off x="0" y="344"/>
                  <a:ext cx="173" cy="120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3744" y="21600"/>
                      </a:moveTo>
                      <a:lnTo>
                        <a:pt x="16416" y="21185"/>
                      </a:lnTo>
                      <a:lnTo>
                        <a:pt x="21600" y="539"/>
                      </a:lnTo>
                      <a:lnTo>
                        <a:pt x="8641" y="0"/>
                      </a:lnTo>
                      <a:lnTo>
                        <a:pt x="0" y="21310"/>
                      </a:lnTo>
                      <a:cubicBezTo>
                        <a:pt x="0" y="21310"/>
                        <a:pt x="3744" y="21600"/>
                        <a:pt x="3744" y="21600"/>
                      </a:cubicBezTo>
                      <a:close/>
                      <a:moveTo>
                        <a:pt x="3744" y="21600"/>
                      </a:moveTo>
                    </a:path>
                  </a:pathLst>
                </a:custGeom>
                <a:solidFill>
                  <a:srgbClr val="A3987C"/>
                </a:solidFill>
                <a:ln>
                  <a:noFill/>
                </a:ln>
              </p:spPr>
              <p:txBody>
                <a:bodyPr lIns="0" tIns="0" rIns="0" bIns="0"/>
                <a:lstStyle/>
                <a:p>
                  <a:endParaRPr lang="en-US"/>
                </a:p>
              </p:txBody>
            </p:sp>
            <p:sp>
              <p:nvSpPr>
                <p:cNvPr id="10286" name="AutoShape 39"/>
                <p:cNvSpPr/>
                <p:nvPr/>
              </p:nvSpPr>
              <p:spPr bwMode="auto">
                <a:xfrm>
                  <a:off x="449" y="426"/>
                  <a:ext cx="35"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8"/>
                      </a:moveTo>
                      <a:cubicBezTo>
                        <a:pt x="21600" y="16763"/>
                        <a:pt x="16763" y="21600"/>
                        <a:pt x="10798" y="21600"/>
                      </a:cubicBezTo>
                      <a:cubicBezTo>
                        <a:pt x="4834" y="21600"/>
                        <a:pt x="0" y="16763"/>
                        <a:pt x="0" y="10798"/>
                      </a:cubicBezTo>
                      <a:cubicBezTo>
                        <a:pt x="0" y="4834"/>
                        <a:pt x="4834" y="0"/>
                        <a:pt x="10798" y="0"/>
                      </a:cubicBezTo>
                      <a:cubicBezTo>
                        <a:pt x="16763" y="0"/>
                        <a:pt x="21600" y="4834"/>
                        <a:pt x="21600" y="10798"/>
                      </a:cubicBezTo>
                      <a:close/>
                      <a:moveTo>
                        <a:pt x="21600" y="10798"/>
                      </a:moveTo>
                    </a:path>
                  </a:pathLst>
                </a:custGeom>
                <a:solidFill>
                  <a:srgbClr val="231F1F"/>
                </a:solidFill>
                <a:ln>
                  <a:noFill/>
                </a:ln>
              </p:spPr>
              <p:txBody>
                <a:bodyPr lIns="0" tIns="0" rIns="0" bIns="0"/>
                <a:lstStyle/>
                <a:p>
                  <a:endParaRPr lang="en-US"/>
                </a:p>
              </p:txBody>
            </p:sp>
            <p:sp>
              <p:nvSpPr>
                <p:cNvPr id="10287" name="AutoShape 40"/>
                <p:cNvSpPr/>
                <p:nvPr/>
              </p:nvSpPr>
              <p:spPr bwMode="auto">
                <a:xfrm>
                  <a:off x="845" y="420"/>
                  <a:ext cx="36"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7"/>
                      </a:moveTo>
                      <a:cubicBezTo>
                        <a:pt x="21600" y="16763"/>
                        <a:pt x="16757" y="21600"/>
                        <a:pt x="10797" y="21600"/>
                      </a:cubicBezTo>
                      <a:cubicBezTo>
                        <a:pt x="4833" y="21600"/>
                        <a:pt x="0" y="16763"/>
                        <a:pt x="0" y="10797"/>
                      </a:cubicBezTo>
                      <a:cubicBezTo>
                        <a:pt x="0" y="4832"/>
                        <a:pt x="4833" y="0"/>
                        <a:pt x="10797" y="0"/>
                      </a:cubicBezTo>
                      <a:cubicBezTo>
                        <a:pt x="16757" y="0"/>
                        <a:pt x="21600" y="4832"/>
                        <a:pt x="21600" y="10797"/>
                      </a:cubicBezTo>
                      <a:close/>
                      <a:moveTo>
                        <a:pt x="21600" y="10797"/>
                      </a:moveTo>
                    </a:path>
                  </a:pathLst>
                </a:custGeom>
                <a:solidFill>
                  <a:srgbClr val="231F1F"/>
                </a:solidFill>
                <a:ln>
                  <a:noFill/>
                </a:ln>
              </p:spPr>
              <p:txBody>
                <a:bodyPr lIns="0" tIns="0" rIns="0" bIns="0"/>
                <a:lstStyle/>
                <a:p>
                  <a:endParaRPr lang="en-US"/>
                </a:p>
              </p:txBody>
            </p:sp>
            <p:sp>
              <p:nvSpPr>
                <p:cNvPr id="10288" name="AutoShape 41"/>
                <p:cNvSpPr/>
                <p:nvPr/>
              </p:nvSpPr>
              <p:spPr bwMode="auto">
                <a:xfrm>
                  <a:off x="437" y="415"/>
                  <a:ext cx="55"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9"/>
                      </a:moveTo>
                      <a:cubicBezTo>
                        <a:pt x="7108" y="17489"/>
                        <a:pt x="4112" y="14493"/>
                        <a:pt x="4112" y="10803"/>
                      </a:cubicBezTo>
                      <a:cubicBezTo>
                        <a:pt x="4112" y="7105"/>
                        <a:pt x="7108" y="4109"/>
                        <a:pt x="10798" y="4109"/>
                      </a:cubicBezTo>
                      <a:cubicBezTo>
                        <a:pt x="14495" y="4109"/>
                        <a:pt x="17488" y="7105"/>
                        <a:pt x="17488" y="10803"/>
                      </a:cubicBezTo>
                      <a:cubicBezTo>
                        <a:pt x="17488" y="14493"/>
                        <a:pt x="14495" y="17489"/>
                        <a:pt x="10798" y="17489"/>
                      </a:cubicBezTo>
                      <a:close/>
                      <a:moveTo>
                        <a:pt x="10798" y="0"/>
                      </a:moveTo>
                      <a:cubicBezTo>
                        <a:pt x="4833" y="0"/>
                        <a:pt x="0" y="4833"/>
                        <a:pt x="0" y="10803"/>
                      </a:cubicBezTo>
                      <a:cubicBezTo>
                        <a:pt x="0" y="16764"/>
                        <a:pt x="4833" y="21600"/>
                        <a:pt x="10798" y="21600"/>
                      </a:cubicBezTo>
                      <a:cubicBezTo>
                        <a:pt x="16765" y="21600"/>
                        <a:pt x="21600" y="16764"/>
                        <a:pt x="21600" y="10803"/>
                      </a:cubicBezTo>
                      <a:cubicBezTo>
                        <a:pt x="21600" y="4833"/>
                        <a:pt x="16765" y="0"/>
                        <a:pt x="10798" y="0"/>
                      </a:cubicBezTo>
                      <a:close/>
                      <a:moveTo>
                        <a:pt x="10798" y="0"/>
                      </a:moveTo>
                    </a:path>
                  </a:pathLst>
                </a:custGeom>
                <a:solidFill>
                  <a:srgbClr val="231F1F"/>
                </a:solidFill>
                <a:ln>
                  <a:noFill/>
                </a:ln>
              </p:spPr>
              <p:txBody>
                <a:bodyPr lIns="0" tIns="0" rIns="0" bIns="0"/>
                <a:lstStyle/>
                <a:p>
                  <a:endParaRPr lang="en-US"/>
                </a:p>
              </p:txBody>
            </p:sp>
            <p:sp>
              <p:nvSpPr>
                <p:cNvPr id="10289" name="AutoShape 42"/>
                <p:cNvSpPr/>
                <p:nvPr/>
              </p:nvSpPr>
              <p:spPr bwMode="auto">
                <a:xfrm>
                  <a:off x="437" y="415"/>
                  <a:ext cx="55"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2" y="17488"/>
                      </a:moveTo>
                      <a:cubicBezTo>
                        <a:pt x="7110" y="17488"/>
                        <a:pt x="4112" y="14494"/>
                        <a:pt x="4112" y="10801"/>
                      </a:cubicBezTo>
                      <a:cubicBezTo>
                        <a:pt x="4112" y="7103"/>
                        <a:pt x="7110" y="4111"/>
                        <a:pt x="10802" y="4111"/>
                      </a:cubicBezTo>
                      <a:cubicBezTo>
                        <a:pt x="14499" y="4111"/>
                        <a:pt x="17493" y="7103"/>
                        <a:pt x="17493" y="10801"/>
                      </a:cubicBezTo>
                      <a:cubicBezTo>
                        <a:pt x="17493" y="14494"/>
                        <a:pt x="14499" y="17488"/>
                        <a:pt x="10802" y="17488"/>
                      </a:cubicBezTo>
                      <a:close/>
                      <a:moveTo>
                        <a:pt x="10802" y="0"/>
                      </a:moveTo>
                      <a:cubicBezTo>
                        <a:pt x="4840" y="0"/>
                        <a:pt x="0" y="4833"/>
                        <a:pt x="0" y="10801"/>
                      </a:cubicBezTo>
                      <a:cubicBezTo>
                        <a:pt x="0" y="16763"/>
                        <a:pt x="4840" y="21600"/>
                        <a:pt x="10802" y="21600"/>
                      </a:cubicBezTo>
                      <a:cubicBezTo>
                        <a:pt x="16767" y="21600"/>
                        <a:pt x="21600" y="16763"/>
                        <a:pt x="21600" y="10801"/>
                      </a:cubicBezTo>
                      <a:cubicBezTo>
                        <a:pt x="21600" y="4833"/>
                        <a:pt x="16767" y="0"/>
                        <a:pt x="10802" y="0"/>
                      </a:cubicBezTo>
                      <a:close/>
                      <a:moveTo>
                        <a:pt x="10802"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10290" name="AutoShape 43"/>
                <p:cNvSpPr/>
                <p:nvPr/>
              </p:nvSpPr>
              <p:spPr bwMode="auto">
                <a:xfrm>
                  <a:off x="834" y="415"/>
                  <a:ext cx="54"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4"/>
                      </a:moveTo>
                      <a:cubicBezTo>
                        <a:pt x="7105" y="17484"/>
                        <a:pt x="4112" y="14494"/>
                        <a:pt x="4112" y="10799"/>
                      </a:cubicBezTo>
                      <a:cubicBezTo>
                        <a:pt x="4112" y="7102"/>
                        <a:pt x="7105" y="4108"/>
                        <a:pt x="10798" y="4108"/>
                      </a:cubicBezTo>
                      <a:cubicBezTo>
                        <a:pt x="14495" y="4108"/>
                        <a:pt x="17488" y="7102"/>
                        <a:pt x="17488" y="10799"/>
                      </a:cubicBezTo>
                      <a:cubicBezTo>
                        <a:pt x="17488" y="14494"/>
                        <a:pt x="14495" y="17484"/>
                        <a:pt x="10798" y="17484"/>
                      </a:cubicBezTo>
                      <a:close/>
                      <a:moveTo>
                        <a:pt x="10798" y="0"/>
                      </a:moveTo>
                      <a:cubicBezTo>
                        <a:pt x="4835" y="0"/>
                        <a:pt x="0" y="4833"/>
                        <a:pt x="0" y="10799"/>
                      </a:cubicBezTo>
                      <a:cubicBezTo>
                        <a:pt x="0" y="16763"/>
                        <a:pt x="4835" y="21600"/>
                        <a:pt x="10798" y="21600"/>
                      </a:cubicBezTo>
                      <a:cubicBezTo>
                        <a:pt x="16762" y="21600"/>
                        <a:pt x="21600" y="16763"/>
                        <a:pt x="21600" y="10799"/>
                      </a:cubicBezTo>
                      <a:cubicBezTo>
                        <a:pt x="21600" y="4833"/>
                        <a:pt x="16762" y="0"/>
                        <a:pt x="10798" y="0"/>
                      </a:cubicBezTo>
                      <a:close/>
                      <a:moveTo>
                        <a:pt x="10798" y="0"/>
                      </a:moveTo>
                    </a:path>
                  </a:pathLst>
                </a:custGeom>
                <a:solidFill>
                  <a:srgbClr val="231F1F"/>
                </a:solidFill>
                <a:ln>
                  <a:noFill/>
                </a:ln>
              </p:spPr>
              <p:txBody>
                <a:bodyPr lIns="0" tIns="0" rIns="0" bIns="0"/>
                <a:lstStyle/>
                <a:p>
                  <a:endParaRPr lang="en-US"/>
                </a:p>
              </p:txBody>
            </p:sp>
            <p:sp>
              <p:nvSpPr>
                <p:cNvPr id="10291" name="AutoShape 44"/>
                <p:cNvSpPr/>
                <p:nvPr/>
              </p:nvSpPr>
              <p:spPr bwMode="auto">
                <a:xfrm>
                  <a:off x="834" y="409"/>
                  <a:ext cx="54"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8"/>
                      </a:moveTo>
                      <a:cubicBezTo>
                        <a:pt x="7101" y="17488"/>
                        <a:pt x="4112" y="14495"/>
                        <a:pt x="4112" y="10799"/>
                      </a:cubicBezTo>
                      <a:cubicBezTo>
                        <a:pt x="4112" y="7106"/>
                        <a:pt x="7101" y="4112"/>
                        <a:pt x="10798" y="4112"/>
                      </a:cubicBezTo>
                      <a:cubicBezTo>
                        <a:pt x="14495" y="4112"/>
                        <a:pt x="17491" y="7106"/>
                        <a:pt x="17491" y="10799"/>
                      </a:cubicBezTo>
                      <a:cubicBezTo>
                        <a:pt x="17491" y="14495"/>
                        <a:pt x="14495" y="17488"/>
                        <a:pt x="10798" y="17488"/>
                      </a:cubicBezTo>
                      <a:close/>
                      <a:moveTo>
                        <a:pt x="10798" y="0"/>
                      </a:moveTo>
                      <a:cubicBezTo>
                        <a:pt x="4833" y="0"/>
                        <a:pt x="0" y="4837"/>
                        <a:pt x="0" y="10799"/>
                      </a:cubicBezTo>
                      <a:cubicBezTo>
                        <a:pt x="0" y="16763"/>
                        <a:pt x="4833" y="21600"/>
                        <a:pt x="10798" y="21600"/>
                      </a:cubicBezTo>
                      <a:cubicBezTo>
                        <a:pt x="16767" y="21600"/>
                        <a:pt x="21600" y="16763"/>
                        <a:pt x="21600" y="10799"/>
                      </a:cubicBezTo>
                      <a:cubicBezTo>
                        <a:pt x="21600" y="4837"/>
                        <a:pt x="16767" y="0"/>
                        <a:pt x="10798" y="0"/>
                      </a:cubicBezTo>
                      <a:close/>
                      <a:moveTo>
                        <a:pt x="10798"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10292" name="AutoShape 45"/>
                <p:cNvSpPr/>
                <p:nvPr/>
              </p:nvSpPr>
              <p:spPr bwMode="auto">
                <a:xfrm>
                  <a:off x="455" y="35"/>
                  <a:ext cx="420" cy="414"/>
                </a:xfrm>
                <a:custGeom>
                  <a:avLst/>
                  <a:gdLst>
                    <a:gd name="T0" fmla="*/ 0 w 21600"/>
                    <a:gd name="T1" fmla="*/ 0 h 21593"/>
                    <a:gd name="T2" fmla="*/ 0 w 21600"/>
                    <a:gd name="T3" fmla="*/ 0 h 21593"/>
                    <a:gd name="T4" fmla="*/ 0 w 21600"/>
                    <a:gd name="T5" fmla="*/ 0 h 21593"/>
                    <a:gd name="T6" fmla="*/ 0 w 21600"/>
                    <a:gd name="T7" fmla="*/ 0 h 21593"/>
                    <a:gd name="T8" fmla="*/ 0 w 21600"/>
                    <a:gd name="T9" fmla="*/ 0 h 21593"/>
                    <a:gd name="T10" fmla="*/ 0 w 21600"/>
                    <a:gd name="T11" fmla="*/ 0 h 21593"/>
                    <a:gd name="T12" fmla="*/ 0 w 21600"/>
                    <a:gd name="T13" fmla="*/ 0 h 21593"/>
                    <a:gd name="T14" fmla="*/ 0 w 21600"/>
                    <a:gd name="T15" fmla="*/ 0 h 21593"/>
                    <a:gd name="T16" fmla="*/ 0 w 21600"/>
                    <a:gd name="T17" fmla="*/ 0 h 21593"/>
                    <a:gd name="T18" fmla="*/ 0 w 21600"/>
                    <a:gd name="T19" fmla="*/ 0 h 21593"/>
                    <a:gd name="T20" fmla="*/ 0 w 21600"/>
                    <a:gd name="T21" fmla="*/ 0 h 21593"/>
                    <a:gd name="T22" fmla="*/ 0 w 21600"/>
                    <a:gd name="T23" fmla="*/ 0 h 21593"/>
                    <a:gd name="T24" fmla="*/ 0 w 21600"/>
                    <a:gd name="T25" fmla="*/ 0 h 21593"/>
                    <a:gd name="T26" fmla="*/ 0 w 21600"/>
                    <a:gd name="T27" fmla="*/ 0 h 21593"/>
                    <a:gd name="T28" fmla="*/ 0 w 21600"/>
                    <a:gd name="T29" fmla="*/ 0 h 21593"/>
                    <a:gd name="T30" fmla="*/ 0 w 21600"/>
                    <a:gd name="T31" fmla="*/ 0 h 21593"/>
                    <a:gd name="T32" fmla="*/ 0 w 21600"/>
                    <a:gd name="T33" fmla="*/ 0 h 21593"/>
                    <a:gd name="T34" fmla="*/ 0 w 21600"/>
                    <a:gd name="T35" fmla="*/ 0 h 21593"/>
                    <a:gd name="T36" fmla="*/ 0 w 21600"/>
                    <a:gd name="T37" fmla="*/ 0 h 21593"/>
                    <a:gd name="T38" fmla="*/ 0 w 21600"/>
                    <a:gd name="T39" fmla="*/ 0 h 21593"/>
                    <a:gd name="T40" fmla="*/ 0 w 21600"/>
                    <a:gd name="T41" fmla="*/ 0 h 21593"/>
                    <a:gd name="T42" fmla="*/ 0 w 21600"/>
                    <a:gd name="T43" fmla="*/ 0 h 21593"/>
                    <a:gd name="T44" fmla="*/ 0 w 21600"/>
                    <a:gd name="T45" fmla="*/ 0 h 21593"/>
                    <a:gd name="T46" fmla="*/ 0 w 21600"/>
                    <a:gd name="T47" fmla="*/ 0 h 2159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593">
                      <a:moveTo>
                        <a:pt x="20404" y="21403"/>
                      </a:moveTo>
                      <a:cubicBezTo>
                        <a:pt x="20403" y="21403"/>
                        <a:pt x="20404" y="21400"/>
                        <a:pt x="20405" y="21380"/>
                      </a:cubicBezTo>
                      <a:cubicBezTo>
                        <a:pt x="20407" y="21361"/>
                        <a:pt x="20409" y="21332"/>
                        <a:pt x="20410" y="21297"/>
                      </a:cubicBezTo>
                      <a:cubicBezTo>
                        <a:pt x="20413" y="21225"/>
                        <a:pt x="20414" y="21128"/>
                        <a:pt x="20414" y="21008"/>
                      </a:cubicBezTo>
                      <a:cubicBezTo>
                        <a:pt x="20438" y="18673"/>
                        <a:pt x="19689" y="8502"/>
                        <a:pt x="15704" y="3790"/>
                      </a:cubicBezTo>
                      <a:cubicBezTo>
                        <a:pt x="14382" y="2216"/>
                        <a:pt x="12785" y="1246"/>
                        <a:pt x="10697" y="1206"/>
                      </a:cubicBezTo>
                      <a:cubicBezTo>
                        <a:pt x="10668" y="1205"/>
                        <a:pt x="10635" y="1205"/>
                        <a:pt x="10599" y="1205"/>
                      </a:cubicBezTo>
                      <a:cubicBezTo>
                        <a:pt x="8670" y="1211"/>
                        <a:pt x="7186" y="2084"/>
                        <a:pt x="5938" y="3539"/>
                      </a:cubicBezTo>
                      <a:cubicBezTo>
                        <a:pt x="4700" y="4993"/>
                        <a:pt x="3757" y="7034"/>
                        <a:pt x="3068" y="9220"/>
                      </a:cubicBezTo>
                      <a:cubicBezTo>
                        <a:pt x="1687" y="13594"/>
                        <a:pt x="1311" y="18520"/>
                        <a:pt x="1217" y="20476"/>
                      </a:cubicBezTo>
                      <a:cubicBezTo>
                        <a:pt x="1191" y="21035"/>
                        <a:pt x="1186" y="21346"/>
                        <a:pt x="1186" y="21346"/>
                      </a:cubicBezTo>
                      <a:lnTo>
                        <a:pt x="1186" y="21347"/>
                      </a:lnTo>
                      <a:lnTo>
                        <a:pt x="0" y="21328"/>
                      </a:lnTo>
                      <a:cubicBezTo>
                        <a:pt x="0" y="21310"/>
                        <a:pt x="45" y="18371"/>
                        <a:pt x="617" y="14683"/>
                      </a:cubicBezTo>
                      <a:cubicBezTo>
                        <a:pt x="1196" y="10992"/>
                        <a:pt x="2278" y="6556"/>
                        <a:pt x="4468" y="3487"/>
                      </a:cubicBezTo>
                      <a:cubicBezTo>
                        <a:pt x="5918" y="1446"/>
                        <a:pt x="7953" y="-7"/>
                        <a:pt x="10599" y="0"/>
                      </a:cubicBezTo>
                      <a:cubicBezTo>
                        <a:pt x="10637" y="0"/>
                        <a:pt x="10680" y="0"/>
                        <a:pt x="10721" y="1"/>
                      </a:cubicBezTo>
                      <a:cubicBezTo>
                        <a:pt x="13186" y="36"/>
                        <a:pt x="15147" y="1249"/>
                        <a:pt x="16609" y="3010"/>
                      </a:cubicBezTo>
                      <a:cubicBezTo>
                        <a:pt x="18078" y="4774"/>
                        <a:pt x="19101" y="7084"/>
                        <a:pt x="19836" y="9470"/>
                      </a:cubicBezTo>
                      <a:cubicBezTo>
                        <a:pt x="21299" y="14246"/>
                        <a:pt x="21598" y="19332"/>
                        <a:pt x="21600" y="21008"/>
                      </a:cubicBezTo>
                      <a:cubicBezTo>
                        <a:pt x="21599" y="21279"/>
                        <a:pt x="21596" y="21438"/>
                        <a:pt x="21574" y="21593"/>
                      </a:cubicBezTo>
                      <a:lnTo>
                        <a:pt x="20404" y="21403"/>
                      </a:lnTo>
                      <a:cubicBezTo>
                        <a:pt x="20404" y="21403"/>
                        <a:pt x="20404" y="21403"/>
                        <a:pt x="20404" y="21403"/>
                      </a:cubicBezTo>
                      <a:close/>
                      <a:moveTo>
                        <a:pt x="20404" y="21403"/>
                      </a:moveTo>
                    </a:path>
                  </a:pathLst>
                </a:custGeom>
                <a:solidFill>
                  <a:srgbClr val="000000"/>
                </a:solidFill>
                <a:ln>
                  <a:noFill/>
                </a:ln>
              </p:spPr>
              <p:txBody>
                <a:bodyPr lIns="0" tIns="0" rIns="0" bIns="0"/>
                <a:lstStyle/>
                <a:p>
                  <a:endParaRPr lang="en-US"/>
                </a:p>
              </p:txBody>
            </p:sp>
          </p:grpSp>
          <p:sp>
            <p:nvSpPr>
              <p:cNvPr id="10281" name="AutoShape 47"/>
              <p:cNvSpPr/>
              <p:nvPr/>
            </p:nvSpPr>
            <p:spPr bwMode="auto">
              <a:xfrm>
                <a:off x="3085" y="220"/>
                <a:ext cx="1515" cy="1639"/>
              </a:xfrm>
              <a:custGeom>
                <a:avLst/>
                <a:gdLst>
                  <a:gd name="T0" fmla="*/ 0 w 20988"/>
                  <a:gd name="T1" fmla="*/ 0 h 20468"/>
                  <a:gd name="T2" fmla="*/ 0 w 20988"/>
                  <a:gd name="T3" fmla="*/ 0 h 20468"/>
                  <a:gd name="T4" fmla="*/ 0 w 20988"/>
                  <a:gd name="T5" fmla="*/ 0 h 20468"/>
                  <a:gd name="T6" fmla="*/ 1 w 20988"/>
                  <a:gd name="T7" fmla="*/ 1 h 20468"/>
                  <a:gd name="T8" fmla="*/ 0 w 20988"/>
                  <a:gd name="T9" fmla="*/ 1 h 20468"/>
                  <a:gd name="T10" fmla="*/ 0 w 20988"/>
                  <a:gd name="T11" fmla="*/ 0 h 20468"/>
                  <a:gd name="T12" fmla="*/ 0 w 20988"/>
                  <a:gd name="T13" fmla="*/ 0 h 20468"/>
                  <a:gd name="T14" fmla="*/ 0 w 20988"/>
                  <a:gd name="T15" fmla="*/ 0 h 20468"/>
                  <a:gd name="T16" fmla="*/ 0 w 20988"/>
                  <a:gd name="T17" fmla="*/ 0 h 204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988" h="20468">
                    <a:moveTo>
                      <a:pt x="2915" y="115"/>
                    </a:moveTo>
                    <a:cubicBezTo>
                      <a:pt x="2915" y="115"/>
                      <a:pt x="6339" y="607"/>
                      <a:pt x="7907" y="1198"/>
                    </a:cubicBezTo>
                    <a:cubicBezTo>
                      <a:pt x="9443" y="1778"/>
                      <a:pt x="12129" y="2357"/>
                      <a:pt x="15441" y="5274"/>
                    </a:cubicBezTo>
                    <a:cubicBezTo>
                      <a:pt x="20244" y="9504"/>
                      <a:pt x="20988" y="13637"/>
                      <a:pt x="20988" y="16630"/>
                    </a:cubicBezTo>
                    <a:cubicBezTo>
                      <a:pt x="20988" y="19623"/>
                      <a:pt x="17767" y="21235"/>
                      <a:pt x="16156" y="20106"/>
                    </a:cubicBezTo>
                    <a:cubicBezTo>
                      <a:pt x="14546" y="18978"/>
                      <a:pt x="13830" y="11844"/>
                      <a:pt x="10430" y="8015"/>
                    </a:cubicBezTo>
                    <a:cubicBezTo>
                      <a:pt x="7179" y="4352"/>
                      <a:pt x="4703" y="2807"/>
                      <a:pt x="588" y="1243"/>
                    </a:cubicBezTo>
                    <a:cubicBezTo>
                      <a:pt x="-612" y="787"/>
                      <a:pt x="-42" y="-365"/>
                      <a:pt x="2915" y="115"/>
                    </a:cubicBezTo>
                    <a:close/>
                    <a:moveTo>
                      <a:pt x="2915" y="115"/>
                    </a:moveTo>
                  </a:path>
                </a:pathLst>
              </a:custGeom>
              <a:solidFill>
                <a:srgbClr val="FBF4F8">
                  <a:alpha val="49803"/>
                </a:srgbClr>
              </a:solidFill>
              <a:ln>
                <a:noFill/>
              </a:ln>
            </p:spPr>
            <p:txBody>
              <a:bodyPr lIns="0" tIns="0" rIns="0" bIns="0"/>
              <a:lstStyle/>
              <a:p>
                <a:endParaRPr lang="en-US"/>
              </a:p>
            </p:txBody>
          </p:sp>
        </p:grpSp>
        <p:sp>
          <p:nvSpPr>
            <p:cNvPr id="9273" name="AutoShape 57"/>
            <p:cNvSpPr/>
            <p:nvPr/>
          </p:nvSpPr>
          <p:spPr bwMode="auto">
            <a:xfrm>
              <a:off x="12242800" y="7162800"/>
              <a:ext cx="2654300" cy="965200"/>
            </a:xfrm>
            <a:prstGeom prst="roundRect">
              <a:avLst>
                <a:gd name="adj" fmla="val 19736"/>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10267" name="AutoShape 58"/>
            <p:cNvSpPr/>
            <p:nvPr/>
          </p:nvSpPr>
          <p:spPr bwMode="auto">
            <a:xfrm>
              <a:off x="12242800" y="7162800"/>
              <a:ext cx="2654300" cy="838200"/>
            </a:xfrm>
            <a:prstGeom prst="roundRect">
              <a:avLst>
                <a:gd name="adj" fmla="val 22727"/>
              </a:avLst>
            </a:prstGeom>
            <a:solidFill>
              <a:srgbClr val="FFFF33"/>
            </a:solidFill>
            <a:ln w="25400">
              <a:solidFill>
                <a:schemeClr val="tx1">
                  <a:alpha val="0"/>
                </a:schemeClr>
              </a:solidFill>
              <a:miter lim="800000"/>
            </a:ln>
          </p:spPr>
          <p:txBody>
            <a:bodyPr lIns="0" tIns="0" rIns="0" bIns="0"/>
            <a:lstStyle/>
            <a:p>
              <a:endParaRPr lang="en-US"/>
            </a:p>
          </p:txBody>
        </p:sp>
        <p:sp>
          <p:nvSpPr>
            <p:cNvPr id="10268" name="Rectangle 59"/>
            <p:cNvSpPr/>
            <p:nvPr/>
          </p:nvSpPr>
          <p:spPr bwMode="auto">
            <a:xfrm>
              <a:off x="12977813" y="7304901"/>
              <a:ext cx="1057982" cy="553998"/>
            </a:xfrm>
            <a:prstGeom prst="rect">
              <a:avLst/>
            </a:prstGeom>
            <a:noFill/>
            <a:ln>
              <a:noFill/>
            </a:ln>
          </p:spPr>
          <p:txBody>
            <a:bodyPr wrap="none" lIns="0" tIns="0" rIns="0" bIns="0" anchor="ctr">
              <a:spAutoFit/>
            </a:bodyPr>
            <a:lstStyle/>
            <a:p>
              <a:pPr algn="l"/>
              <a:r>
                <a:rPr lang="en-US" sz="36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rPr>
                <a:t>BUY!</a:t>
              </a:r>
              <a:endParaRPr lang="en-US" sz="36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0269" name="Rectangle 60"/>
            <p:cNvSpPr/>
            <p:nvPr/>
          </p:nvSpPr>
          <p:spPr bwMode="auto">
            <a:xfrm rot="20028813">
              <a:off x="9182579" y="3933051"/>
              <a:ext cx="1049967" cy="553998"/>
            </a:xfrm>
            <a:prstGeom prst="rect">
              <a:avLst/>
            </a:prstGeom>
            <a:noFill/>
            <a:ln>
              <a:noFill/>
            </a:ln>
          </p:spPr>
          <p:txBody>
            <a:bodyPr wrap="none" lIns="0" tIns="0" rIns="0" bIns="0" anchor="ctr">
              <a:spAutoFit/>
            </a:bodyPr>
            <a:lstStyle/>
            <a:p>
              <a:pPr algn="l"/>
              <a:r>
                <a:rPr lang="en-US" sz="36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36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0270" name="Rectangle 64"/>
            <p:cNvSpPr/>
            <p:nvPr/>
          </p:nvSpPr>
          <p:spPr bwMode="auto">
            <a:xfrm>
              <a:off x="13014325" y="5035550"/>
              <a:ext cx="842963" cy="901700"/>
            </a:xfrm>
            <a:prstGeom prst="rect">
              <a:avLst/>
            </a:prstGeom>
            <a:noFill/>
            <a:ln>
              <a:noFill/>
            </a:ln>
          </p:spPr>
          <p:txBody>
            <a:bodyPr wrap="none" lIns="0" tIns="0" rIns="0" bIns="0" anchor="ctr">
              <a:spAutoFit/>
            </a:bodyPr>
            <a:lstStyle/>
            <a:p>
              <a:pPr>
                <a:lnSpc>
                  <a:spcPct val="170000"/>
                </a:lnSpc>
              </a:pPr>
              <a:r>
                <a:rPr lang="en-US" sz="6400">
                  <a:solidFill>
                    <a:schemeClr val="tx1"/>
                  </a:solidFill>
                  <a:latin typeface="FontAwesome Regular" charset="0"/>
                  <a:ea typeface="MS PGothic" panose="020B0600070205080204" charset="-128"/>
                  <a:cs typeface="MS PGothic" panose="020B0600070205080204" charset="-128"/>
                  <a:sym typeface="FontAwesome Regular" charset="0"/>
                </a:rPr>
                <a:t></a:t>
              </a:r>
              <a:endParaRPr lang="en-US" sz="6400">
                <a:solidFill>
                  <a:schemeClr val="tx1"/>
                </a:solidFill>
                <a:latin typeface="FontAwesome Regular" charset="0"/>
                <a:ea typeface="MS PGothic" panose="020B0600070205080204" charset="-128"/>
                <a:cs typeface="MS PGothic" panose="020B0600070205080204" charset="-128"/>
                <a:sym typeface="FontAwesome Regular" charset="0"/>
              </a:endParaRPr>
            </a:p>
          </p:txBody>
        </p:sp>
      </p:grpSp>
      <p:grpSp>
        <p:nvGrpSpPr>
          <p:cNvPr id="9224" name="Group 6"/>
          <p:cNvGrpSpPr/>
          <p:nvPr/>
        </p:nvGrpSpPr>
        <p:grpSpPr bwMode="auto">
          <a:xfrm>
            <a:off x="3086100" y="8851900"/>
            <a:ext cx="5118100" cy="10617200"/>
            <a:chOff x="3086100" y="8851900"/>
            <a:chExt cx="5118100" cy="10617200"/>
          </a:xfrm>
        </p:grpSpPr>
        <p:sp>
          <p:nvSpPr>
            <p:cNvPr id="10249" name="AutoShape 49"/>
            <p:cNvSpPr/>
            <p:nvPr/>
          </p:nvSpPr>
          <p:spPr bwMode="auto">
            <a:xfrm>
              <a:off x="3086100" y="8851900"/>
              <a:ext cx="5118100" cy="10617200"/>
            </a:xfrm>
            <a:custGeom>
              <a:avLst/>
              <a:gdLst>
                <a:gd name="T0" fmla="*/ 2147483647 w 21600"/>
                <a:gd name="T1" fmla="*/ 0 h 21600"/>
                <a:gd name="T2" fmla="*/ 2147483647 w 21600"/>
                <a:gd name="T3" fmla="*/ 0 h 21600"/>
                <a:gd name="T4" fmla="*/ 0 w 21600"/>
                <a:gd name="T5" fmla="*/ 2147483647 h 21600"/>
                <a:gd name="T6" fmla="*/ 0 w 21600"/>
                <a:gd name="T7" fmla="*/ 2147483647 h 21600"/>
                <a:gd name="T8" fmla="*/ 0 w 21600"/>
                <a:gd name="T9" fmla="*/ 2147483647 h 21600"/>
                <a:gd name="T10" fmla="*/ 0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0 h 21600"/>
                <a:gd name="T26" fmla="*/ 2147483647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584" y="0"/>
                  </a:moveTo>
                  <a:lnTo>
                    <a:pt x="3016" y="0"/>
                  </a:lnTo>
                  <a:cubicBezTo>
                    <a:pt x="1350" y="0"/>
                    <a:pt x="0" y="651"/>
                    <a:pt x="0" y="1454"/>
                  </a:cubicBezTo>
                  <a:lnTo>
                    <a:pt x="0" y="5872"/>
                  </a:lnTo>
                  <a:lnTo>
                    <a:pt x="0" y="15728"/>
                  </a:lnTo>
                  <a:lnTo>
                    <a:pt x="0" y="20146"/>
                  </a:lnTo>
                  <a:cubicBezTo>
                    <a:pt x="0" y="20949"/>
                    <a:pt x="1350" y="21600"/>
                    <a:pt x="3016" y="21600"/>
                  </a:cubicBezTo>
                  <a:lnTo>
                    <a:pt x="18584" y="21600"/>
                  </a:lnTo>
                  <a:cubicBezTo>
                    <a:pt x="20250" y="21600"/>
                    <a:pt x="21600" y="20949"/>
                    <a:pt x="21600" y="20146"/>
                  </a:cubicBezTo>
                  <a:lnTo>
                    <a:pt x="21600" y="15728"/>
                  </a:lnTo>
                  <a:lnTo>
                    <a:pt x="21600" y="5872"/>
                  </a:lnTo>
                  <a:lnTo>
                    <a:pt x="21600" y="1454"/>
                  </a:lnTo>
                  <a:cubicBezTo>
                    <a:pt x="21600" y="651"/>
                    <a:pt x="20250" y="0"/>
                    <a:pt x="18584" y="0"/>
                  </a:cubicBezTo>
                  <a:close/>
                  <a:moveTo>
                    <a:pt x="18584" y="0"/>
                  </a:moveTo>
                </a:path>
              </a:pathLst>
            </a:custGeom>
            <a:solidFill>
              <a:srgbClr val="FBF4F8"/>
            </a:solidFill>
            <a:ln>
              <a:noFill/>
            </a:ln>
          </p:spPr>
          <p:txBody>
            <a:bodyPr lIns="0" tIns="0" rIns="0" bIns="0"/>
            <a:lstStyle/>
            <a:p>
              <a:endParaRPr lang="en-US"/>
            </a:p>
          </p:txBody>
        </p:sp>
        <p:sp>
          <p:nvSpPr>
            <p:cNvPr id="10250" name="AutoShape 50"/>
            <p:cNvSpPr/>
            <p:nvPr/>
          </p:nvSpPr>
          <p:spPr bwMode="auto">
            <a:xfrm>
              <a:off x="3263900" y="9728200"/>
              <a:ext cx="4749800" cy="86741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1220"/>
                  </a:moveTo>
                  <a:cubicBezTo>
                    <a:pt x="21600" y="21430"/>
                    <a:pt x="21290" y="21600"/>
                    <a:pt x="20907" y="21600"/>
                  </a:cubicBezTo>
                  <a:lnTo>
                    <a:pt x="693" y="21600"/>
                  </a:lnTo>
                  <a:cubicBezTo>
                    <a:pt x="310" y="21600"/>
                    <a:pt x="0" y="21430"/>
                    <a:pt x="0" y="21220"/>
                  </a:cubicBezTo>
                  <a:lnTo>
                    <a:pt x="0" y="380"/>
                  </a:lnTo>
                  <a:cubicBezTo>
                    <a:pt x="0" y="170"/>
                    <a:pt x="310" y="0"/>
                    <a:pt x="693" y="0"/>
                  </a:cubicBezTo>
                  <a:lnTo>
                    <a:pt x="20907" y="0"/>
                  </a:lnTo>
                  <a:cubicBezTo>
                    <a:pt x="21290" y="0"/>
                    <a:pt x="21600" y="170"/>
                    <a:pt x="21600" y="380"/>
                  </a:cubicBezTo>
                  <a:cubicBezTo>
                    <a:pt x="21600" y="380"/>
                    <a:pt x="21600" y="21220"/>
                    <a:pt x="21600" y="21220"/>
                  </a:cubicBezTo>
                  <a:close/>
                  <a:moveTo>
                    <a:pt x="21600" y="21220"/>
                  </a:moveTo>
                </a:path>
              </a:pathLst>
            </a:custGeom>
            <a:solidFill>
              <a:srgbClr val="368FE2"/>
            </a:solidFill>
            <a:ln>
              <a:noFill/>
            </a:ln>
          </p:spPr>
          <p:txBody>
            <a:bodyPr lIns="0" tIns="0" rIns="0" bIns="0"/>
            <a:lstStyle/>
            <a:p>
              <a:endParaRPr lang="en-US"/>
            </a:p>
          </p:txBody>
        </p:sp>
        <p:sp>
          <p:nvSpPr>
            <p:cNvPr id="10251" name="AutoShape 51"/>
            <p:cNvSpPr/>
            <p:nvPr/>
          </p:nvSpPr>
          <p:spPr bwMode="auto">
            <a:xfrm>
              <a:off x="5168900" y="9258300"/>
              <a:ext cx="990600" cy="139700"/>
            </a:xfrm>
            <a:custGeom>
              <a:avLst/>
              <a:gdLst>
                <a:gd name="T0" fmla="*/ 2147483647 w 21600"/>
                <a:gd name="T1" fmla="*/ 18897051 h 21600"/>
                <a:gd name="T2" fmla="*/ 2147483647 w 21600"/>
                <a:gd name="T3" fmla="*/ 37794147 h 21600"/>
                <a:gd name="T4" fmla="*/ 2147483647 w 21600"/>
                <a:gd name="T5" fmla="*/ 37794147 h 21600"/>
                <a:gd name="T6" fmla="*/ 0 w 21600"/>
                <a:gd name="T7" fmla="*/ 18897051 h 21600"/>
                <a:gd name="T8" fmla="*/ 2147483647 w 21600"/>
                <a:gd name="T9" fmla="*/ 0 h 21600"/>
                <a:gd name="T10" fmla="*/ 2147483647 w 21600"/>
                <a:gd name="T11" fmla="*/ 0 h 21600"/>
                <a:gd name="T12" fmla="*/ 2147483647 w 21600"/>
                <a:gd name="T13" fmla="*/ 18897051 h 21600"/>
                <a:gd name="T14" fmla="*/ 2147483647 w 21600"/>
                <a:gd name="T15" fmla="*/ 18897051 h 21600"/>
                <a:gd name="T16" fmla="*/ 2147483647 w 21600"/>
                <a:gd name="T17" fmla="*/ 18897051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21600" y="10800"/>
                  </a:moveTo>
                  <a:cubicBezTo>
                    <a:pt x="21600" y="16764"/>
                    <a:pt x="20918" y="21600"/>
                    <a:pt x="20077" y="21600"/>
                  </a:cubicBezTo>
                  <a:lnTo>
                    <a:pt x="1523" y="21600"/>
                  </a:lnTo>
                  <a:cubicBezTo>
                    <a:pt x="682" y="21600"/>
                    <a:pt x="0" y="16764"/>
                    <a:pt x="0" y="10800"/>
                  </a:cubicBezTo>
                  <a:cubicBezTo>
                    <a:pt x="0" y="4836"/>
                    <a:pt x="682" y="0"/>
                    <a:pt x="1523" y="0"/>
                  </a:cubicBezTo>
                  <a:lnTo>
                    <a:pt x="20077" y="0"/>
                  </a:lnTo>
                  <a:cubicBezTo>
                    <a:pt x="20918" y="0"/>
                    <a:pt x="21600" y="4836"/>
                    <a:pt x="21600" y="10800"/>
                  </a:cubicBezTo>
                  <a:cubicBezTo>
                    <a:pt x="21600" y="10800"/>
                    <a:pt x="21600" y="10800"/>
                    <a:pt x="21600" y="10800"/>
                  </a:cubicBezTo>
                  <a:close/>
                  <a:moveTo>
                    <a:pt x="21600" y="10800"/>
                  </a:moveTo>
                </a:path>
              </a:pathLst>
            </a:custGeom>
            <a:solidFill>
              <a:srgbClr val="A8A7A7"/>
            </a:solidFill>
            <a:ln>
              <a:noFill/>
            </a:ln>
          </p:spPr>
          <p:txBody>
            <a:bodyPr lIns="0" tIns="0" rIns="0" bIns="0"/>
            <a:lstStyle/>
            <a:p>
              <a:endParaRPr lang="en-US"/>
            </a:p>
          </p:txBody>
        </p:sp>
        <p:grpSp>
          <p:nvGrpSpPr>
            <p:cNvPr id="10252" name="Group 68"/>
            <p:cNvGrpSpPr/>
            <p:nvPr/>
          </p:nvGrpSpPr>
          <p:grpSpPr bwMode="auto">
            <a:xfrm>
              <a:off x="3581400" y="11015663"/>
              <a:ext cx="1625600" cy="1739900"/>
              <a:chOff x="0" y="0"/>
              <a:chExt cx="1024" cy="1096"/>
            </a:xfrm>
          </p:grpSpPr>
          <p:sp>
            <p:nvSpPr>
              <p:cNvPr id="10262" name="AutoShape 65"/>
              <p:cNvSpPr/>
              <p:nvPr/>
            </p:nvSpPr>
            <p:spPr bwMode="auto">
              <a:xfrm>
                <a:off x="241" y="295"/>
                <a:ext cx="554" cy="801"/>
              </a:xfrm>
              <a:prstGeom prst="roundRect">
                <a:avLst>
                  <a:gd name="adj" fmla="val 12245"/>
                </a:avLst>
              </a:prstGeom>
              <a:solidFill>
                <a:srgbClr val="E8E8EA"/>
              </a:solidFill>
              <a:ln w="25400">
                <a:solidFill>
                  <a:schemeClr val="tx1">
                    <a:alpha val="0"/>
                  </a:schemeClr>
                </a:solidFill>
                <a:miter lim="800000"/>
              </a:ln>
            </p:spPr>
            <p:txBody>
              <a:bodyPr lIns="0" tIns="0" rIns="0" bIns="0"/>
              <a:lstStyle/>
              <a:p>
                <a:endParaRPr lang="en-US"/>
              </a:p>
            </p:txBody>
          </p:sp>
          <p:sp>
            <p:nvSpPr>
              <p:cNvPr id="10263" name="AutoShape 66"/>
              <p:cNvSpPr/>
              <p:nvPr/>
            </p:nvSpPr>
            <p:spPr bwMode="auto">
              <a:xfrm>
                <a:off x="0" y="295"/>
                <a:ext cx="1024" cy="235"/>
              </a:xfrm>
              <a:prstGeom prst="roundRect">
                <a:avLst>
                  <a:gd name="adj" fmla="val 18065"/>
                </a:avLst>
              </a:prstGeom>
              <a:solidFill>
                <a:srgbClr val="E8E8EA"/>
              </a:solidFill>
              <a:ln w="25400">
                <a:solidFill>
                  <a:schemeClr val="tx1">
                    <a:alpha val="0"/>
                  </a:schemeClr>
                </a:solidFill>
                <a:miter lim="800000"/>
              </a:ln>
            </p:spPr>
            <p:txBody>
              <a:bodyPr lIns="0" tIns="0" rIns="0" bIns="0"/>
              <a:lstStyle/>
              <a:p>
                <a:endParaRPr lang="en-US"/>
              </a:p>
            </p:txBody>
          </p:sp>
          <p:sp>
            <p:nvSpPr>
              <p:cNvPr id="10264" name="Oval 67"/>
              <p:cNvSpPr/>
              <p:nvPr/>
            </p:nvSpPr>
            <p:spPr bwMode="auto">
              <a:xfrm>
                <a:off x="307" y="0"/>
                <a:ext cx="426" cy="427"/>
              </a:xfrm>
              <a:prstGeom prst="ellipse">
                <a:avLst/>
              </a:prstGeom>
              <a:solidFill>
                <a:srgbClr val="368FE2"/>
              </a:solidFill>
              <a:ln w="25400">
                <a:solidFill>
                  <a:schemeClr val="tx1">
                    <a:alpha val="0"/>
                  </a:schemeClr>
                </a:solidFill>
                <a:miter lim="800000"/>
              </a:ln>
            </p:spPr>
            <p:txBody>
              <a:bodyPr lIns="0" tIns="0" rIns="0" bIns="0"/>
              <a:lstStyle/>
              <a:p>
                <a:endParaRPr lang="en-US"/>
              </a:p>
            </p:txBody>
          </p:sp>
        </p:grpSp>
        <p:grpSp>
          <p:nvGrpSpPr>
            <p:cNvPr id="10253" name="Group 73"/>
            <p:cNvGrpSpPr/>
            <p:nvPr/>
          </p:nvGrpSpPr>
          <p:grpSpPr bwMode="auto">
            <a:xfrm>
              <a:off x="5562600" y="12065000"/>
              <a:ext cx="2044700" cy="736600"/>
              <a:chOff x="0" y="0"/>
              <a:chExt cx="1288" cy="464"/>
            </a:xfrm>
          </p:grpSpPr>
          <p:grpSp>
            <p:nvGrpSpPr>
              <p:cNvPr id="10258" name="Group 71"/>
              <p:cNvGrpSpPr/>
              <p:nvPr/>
            </p:nvGrpSpPr>
            <p:grpSpPr bwMode="auto">
              <a:xfrm>
                <a:off x="0" y="0"/>
                <a:ext cx="1288" cy="464"/>
                <a:chOff x="0" y="0"/>
                <a:chExt cx="1288" cy="464"/>
              </a:xfrm>
            </p:grpSpPr>
            <p:sp>
              <p:nvSpPr>
                <p:cNvPr id="9285" name="AutoShape 69"/>
                <p:cNvSpPr/>
                <p:nvPr/>
              </p:nvSpPr>
              <p:spPr bwMode="auto">
                <a:xfrm>
                  <a:off x="0" y="0"/>
                  <a:ext cx="1288" cy="464"/>
                </a:xfrm>
                <a:prstGeom prst="roundRect">
                  <a:avLst>
                    <a:gd name="adj" fmla="val 25861"/>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10261" name="AutoShape 70"/>
                <p:cNvSpPr/>
                <p:nvPr/>
              </p:nvSpPr>
              <p:spPr bwMode="auto">
                <a:xfrm>
                  <a:off x="0" y="0"/>
                  <a:ext cx="1288" cy="402"/>
                </a:xfrm>
                <a:prstGeom prst="roundRect">
                  <a:avLst>
                    <a:gd name="adj" fmla="val 29778"/>
                  </a:avLst>
                </a:prstGeom>
                <a:solidFill>
                  <a:srgbClr val="FFFF33"/>
                </a:solidFill>
                <a:ln w="25400">
                  <a:solidFill>
                    <a:schemeClr val="tx1">
                      <a:alpha val="0"/>
                    </a:schemeClr>
                  </a:solidFill>
                  <a:miter lim="800000"/>
                </a:ln>
              </p:spPr>
              <p:txBody>
                <a:bodyPr lIns="0" tIns="0" rIns="0" bIns="0"/>
                <a:lstStyle/>
                <a:p>
                  <a:endParaRPr lang="en-US"/>
                </a:p>
              </p:txBody>
            </p:sp>
          </p:grpSp>
          <p:sp>
            <p:nvSpPr>
              <p:cNvPr id="10259" name="Rectangle 72"/>
              <p:cNvSpPr/>
              <p:nvPr/>
            </p:nvSpPr>
            <p:spPr bwMode="auto">
              <a:xfrm>
                <a:off x="448" y="117"/>
                <a:ext cx="333" cy="174"/>
              </a:xfrm>
              <a:prstGeom prst="rect">
                <a:avLst/>
              </a:prstGeom>
              <a:noFill/>
              <a:ln>
                <a:noFill/>
              </a:ln>
            </p:spPr>
            <p:txBody>
              <a:bodyPr wrap="none" lIns="0" tIns="0" rIns="0" bIns="0" anchor="ctr">
                <a:spAutoFit/>
              </a:bodyPr>
              <a:lstStyle/>
              <a:p>
                <a:pPr algn="l"/>
                <a:r>
                  <a:rPr lang="en-US" sz="18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rPr>
                  <a:t>BUY!</a:t>
                </a:r>
                <a:endParaRPr lang="en-US" sz="18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endParaRPr>
              </a:p>
            </p:txBody>
          </p:sp>
        </p:grpSp>
        <p:sp>
          <p:nvSpPr>
            <p:cNvPr id="10254" name="Rectangle 74"/>
            <p:cNvSpPr/>
            <p:nvPr/>
          </p:nvSpPr>
          <p:spPr bwMode="auto">
            <a:xfrm>
              <a:off x="4083050" y="11804650"/>
              <a:ext cx="622300" cy="622300"/>
            </a:xfrm>
            <a:prstGeom prst="rect">
              <a:avLst/>
            </a:prstGeom>
            <a:noFill/>
            <a:ln>
              <a:noFill/>
            </a:ln>
          </p:spPr>
          <p:txBody>
            <a:bodyPr wrap="none" lIns="0" tIns="0" rIns="0" bIns="0" anchor="ctr">
              <a:spAutoFit/>
            </a:bodyPr>
            <a:lstStyle/>
            <a:p>
              <a:pPr>
                <a:lnSpc>
                  <a:spcPct val="170000"/>
                </a:lnSpc>
              </a:pPr>
              <a:r>
                <a:rPr lang="en-US" sz="4200">
                  <a:solidFill>
                    <a:srgbClr val="219271"/>
                  </a:solidFill>
                  <a:latin typeface="FontAwesome Regular" charset="0"/>
                  <a:ea typeface="MS PGothic" panose="020B0600070205080204" charset="-128"/>
                  <a:cs typeface="MS PGothic" panose="020B0600070205080204" charset="-128"/>
                  <a:sym typeface="FontAwesome Regular" charset="0"/>
                </a:rPr>
                <a:t></a:t>
              </a:r>
              <a:endParaRPr lang="en-US" sz="4200">
                <a:solidFill>
                  <a:srgbClr val="219271"/>
                </a:solidFill>
                <a:latin typeface="FontAwesome Regular" charset="0"/>
                <a:ea typeface="MS PGothic" panose="020B0600070205080204" charset="-128"/>
                <a:cs typeface="MS PGothic" panose="020B0600070205080204" charset="-128"/>
                <a:sym typeface="FontAwesome Regular" charset="0"/>
              </a:endParaRPr>
            </a:p>
          </p:txBody>
        </p:sp>
        <p:sp>
          <p:nvSpPr>
            <p:cNvPr id="10255" name="Rectangle 75"/>
            <p:cNvSpPr/>
            <p:nvPr/>
          </p:nvSpPr>
          <p:spPr bwMode="auto">
            <a:xfrm>
              <a:off x="5549900" y="11264612"/>
              <a:ext cx="1780937" cy="584775"/>
            </a:xfrm>
            <a:prstGeom prst="rect">
              <a:avLst/>
            </a:prstGeom>
            <a:noFill/>
            <a:ln>
              <a:noFill/>
            </a:ln>
          </p:spPr>
          <p:txBody>
            <a:bodyPr wrap="none" lIns="0" tIns="0" rIns="0" bIns="0" anchor="ctr">
              <a:spAutoFit/>
            </a:bodyPr>
            <a:lstStyle/>
            <a:p>
              <a:pPr algn="l"/>
              <a:r>
                <a:rPr lang="en-US" sz="2400" dirty="0">
                  <a:solidFill>
                    <a:srgbClr val="FFFFFF"/>
                  </a:solidFill>
                  <a:latin typeface="Open Sans Bold" charset="0"/>
                  <a:ea typeface="MS PGothic" panose="020B0600070205080204" charset="-128"/>
                  <a:cs typeface="MS PGothic" panose="020B0600070205080204" charset="-128"/>
                  <a:sym typeface="Open Sans Bold" charset="0"/>
                </a:rPr>
                <a:t>Leaf t-shirt!</a:t>
              </a:r>
              <a:endParaRPr lang="en-US" sz="2400" dirty="0">
                <a:solidFill>
                  <a:srgbClr val="FFFFFF"/>
                </a:solidFill>
                <a:latin typeface="Open Sans Bold" charset="0"/>
                <a:ea typeface="MS PGothic" panose="020B0600070205080204" charset="-128"/>
                <a:cs typeface="MS PGothic" panose="020B0600070205080204" charset="-128"/>
                <a:sym typeface="Open Sans Bold" charset="0"/>
              </a:endParaRPr>
            </a:p>
            <a:p>
              <a:pPr algn="l"/>
              <a:r>
                <a:rPr lang="en-US" sz="1400" dirty="0">
                  <a:solidFill>
                    <a:srgbClr val="FFFFFF"/>
                  </a:solidFill>
                  <a:latin typeface="微软雅黑" panose="020B0503020204020204" charset="-122"/>
                  <a:ea typeface="MS PGothic" panose="020B0600070205080204" charset="-128"/>
                  <a:cs typeface="MS PGothic" panose="020B0600070205080204" charset="-128"/>
                  <a:sym typeface="Open Sans" charset="0"/>
                </a:rPr>
                <a:t>cool for all purpose!</a:t>
              </a:r>
              <a:endParaRPr lang="en-US" sz="1400" dirty="0">
                <a:solidFill>
                  <a:srgbClr val="FFFFFF"/>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0256" name="Rectangle 76"/>
            <p:cNvSpPr/>
            <p:nvPr/>
          </p:nvSpPr>
          <p:spPr bwMode="auto">
            <a:xfrm>
              <a:off x="4864100" y="9899650"/>
              <a:ext cx="1755775" cy="495300"/>
            </a:xfrm>
            <a:prstGeom prst="rect">
              <a:avLst/>
            </a:prstGeom>
            <a:noFill/>
            <a:ln>
              <a:noFill/>
            </a:ln>
          </p:spPr>
          <p:txBody>
            <a:bodyPr wrap="none" lIns="0" tIns="0" rIns="0" bIns="0" anchor="ctr">
              <a:spAutoFit/>
            </a:bodyPr>
            <a:lstStyle/>
            <a:p>
              <a:pPr algn="l"/>
              <a:r>
                <a:rPr lang="en-US" sz="2400">
                  <a:solidFill>
                    <a:srgbClr val="FFFFFF"/>
                  </a:solidFill>
                  <a:latin typeface="Open Sans Bold" charset="0"/>
                  <a:ea typeface="MS PGothic" panose="020B0600070205080204" charset="-128"/>
                  <a:cs typeface="MS PGothic" panose="020B0600070205080204" charset="-128"/>
                  <a:sym typeface="Open Sans Bold" charset="0"/>
                </a:rPr>
                <a:t>WOWSHOP</a:t>
              </a:r>
              <a:endParaRPr lang="en-US" sz="2400">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10257" name="Line 77"/>
            <p:cNvSpPr>
              <a:spLocks noChangeShapeType="1"/>
            </p:cNvSpPr>
            <p:nvPr/>
          </p:nvSpPr>
          <p:spPr bwMode="auto">
            <a:xfrm>
              <a:off x="3263900" y="10528300"/>
              <a:ext cx="4749800" cy="0"/>
            </a:xfrm>
            <a:prstGeom prst="line">
              <a:avLst/>
            </a:prstGeom>
            <a:noFill/>
            <a:ln w="25400">
              <a:solidFill>
                <a:srgbClr val="FFFFFF"/>
              </a:solidFill>
              <a:miter lim="800000"/>
            </a:ln>
          </p:spPr>
          <p:txBody>
            <a:bodyPr lIns="0" tIns="0" rIns="0" bIns="0"/>
            <a:lstStyle/>
            <a:p>
              <a:endParaRPr lang="en-US"/>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up)">
                                      <p:cBhvr>
                                        <p:cTn id="7" dur="500"/>
                                        <p:tgtEl>
                                          <p:spTgt spid="9218"/>
                                        </p:tgtEl>
                                      </p:cBhvr>
                                    </p:animEffect>
                                  </p:childTnLst>
                                </p:cTn>
                              </p:par>
                              <p:par>
                                <p:cTn id="8" presetID="12" presetClass="entr" presetSubtype="1" fill="hold" nodeType="withEffect">
                                  <p:stCondLst>
                                    <p:cond delay="0"/>
                                  </p:stCondLst>
                                  <p:childTnLst>
                                    <p:set>
                                      <p:cBhvr>
                                        <p:cTn id="9" dur="1" fill="hold">
                                          <p:stCondLst>
                                            <p:cond delay="0"/>
                                          </p:stCondLst>
                                        </p:cTn>
                                        <p:tgtEl>
                                          <p:spTgt spid="9220"/>
                                        </p:tgtEl>
                                        <p:attrNameLst>
                                          <p:attrName>style.visibility</p:attrName>
                                        </p:attrNameLst>
                                      </p:cBhvr>
                                      <p:to>
                                        <p:strVal val="visible"/>
                                      </p:to>
                                    </p:set>
                                    <p:anim calcmode="lin" valueType="num">
                                      <p:cBhvr additive="base">
                                        <p:cTn id="10" dur="500"/>
                                        <p:tgtEl>
                                          <p:spTgt spid="9220"/>
                                        </p:tgtEl>
                                        <p:attrNameLst>
                                          <p:attrName>ppt_y</p:attrName>
                                        </p:attrNameLst>
                                      </p:cBhvr>
                                      <p:tavLst>
                                        <p:tav tm="0">
                                          <p:val>
                                            <p:strVal val="#ppt_y-#ppt_h*1.125000"/>
                                          </p:val>
                                        </p:tav>
                                        <p:tav tm="100000">
                                          <p:val>
                                            <p:strVal val="#ppt_y"/>
                                          </p:val>
                                        </p:tav>
                                      </p:tavLst>
                                    </p:anim>
                                    <p:animEffect transition="in" filter="wipe(down)">
                                      <p:cBhvr>
                                        <p:cTn id="11" dur="500"/>
                                        <p:tgtEl>
                                          <p:spTgt spid="9220"/>
                                        </p:tgtEl>
                                      </p:cBhvr>
                                    </p:animEffect>
                                  </p:childTnLst>
                                </p:cTn>
                              </p:par>
                              <p:par>
                                <p:cTn id="12" presetID="37" presetClass="entr" presetSubtype="0" fill="hold" nodeType="withEffect">
                                  <p:stCondLst>
                                    <p:cond delay="0"/>
                                  </p:stCondLst>
                                  <p:childTnLst>
                                    <p:set>
                                      <p:cBhvr>
                                        <p:cTn id="13" dur="1" fill="hold">
                                          <p:stCondLst>
                                            <p:cond delay="0"/>
                                          </p:stCondLst>
                                        </p:cTn>
                                        <p:tgtEl>
                                          <p:spTgt spid="9223"/>
                                        </p:tgtEl>
                                        <p:attrNameLst>
                                          <p:attrName>style.visibility</p:attrName>
                                        </p:attrNameLst>
                                      </p:cBhvr>
                                      <p:to>
                                        <p:strVal val="visible"/>
                                      </p:to>
                                    </p:set>
                                    <p:animEffect transition="in" filter="fade">
                                      <p:cBhvr>
                                        <p:cTn id="14" dur="1000"/>
                                        <p:tgtEl>
                                          <p:spTgt spid="9223"/>
                                        </p:tgtEl>
                                      </p:cBhvr>
                                    </p:animEffect>
                                    <p:anim calcmode="lin" valueType="num">
                                      <p:cBhvr>
                                        <p:cTn id="15" dur="1000" fill="hold"/>
                                        <p:tgtEl>
                                          <p:spTgt spid="9223"/>
                                        </p:tgtEl>
                                        <p:attrNameLst>
                                          <p:attrName>ppt_x</p:attrName>
                                        </p:attrNameLst>
                                      </p:cBhvr>
                                      <p:tavLst>
                                        <p:tav tm="0">
                                          <p:val>
                                            <p:strVal val="#ppt_x"/>
                                          </p:val>
                                        </p:tav>
                                        <p:tav tm="100000">
                                          <p:val>
                                            <p:strVal val="#ppt_x"/>
                                          </p:val>
                                        </p:tav>
                                      </p:tavLst>
                                    </p:anim>
                                    <p:anim calcmode="lin" valueType="num">
                                      <p:cBhvr>
                                        <p:cTn id="16" dur="900" decel="100000" fill="hold"/>
                                        <p:tgtEl>
                                          <p:spTgt spid="9223"/>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9223"/>
                                        </p:tgtEl>
                                        <p:attrNameLst>
                                          <p:attrName>ppt_y</p:attrName>
                                        </p:attrNameLst>
                                      </p:cBhvr>
                                      <p:tavLst>
                                        <p:tav tm="0">
                                          <p:val>
                                            <p:strVal val="#ppt_y-.03"/>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9219"/>
                                        </p:tgtEl>
                                        <p:attrNameLst>
                                          <p:attrName>style.visibility</p:attrName>
                                        </p:attrNameLst>
                                      </p:cBhvr>
                                      <p:to>
                                        <p:strVal val="visible"/>
                                      </p:to>
                                    </p:set>
                                    <p:animEffect transition="in" filter="wipe(right)">
                                      <p:cBhvr>
                                        <p:cTn id="22" dur="500"/>
                                        <p:tgtEl>
                                          <p:spTgt spid="9219"/>
                                        </p:tgtEl>
                                      </p:cBhvr>
                                    </p:animEffect>
                                  </p:childTnLst>
                                </p:cTn>
                              </p:par>
                              <p:par>
                                <p:cTn id="23" presetID="12" presetClass="entr" presetSubtype="4" fill="hold" nodeType="withEffect">
                                  <p:stCondLst>
                                    <p:cond delay="0"/>
                                  </p:stCondLst>
                                  <p:childTnLst>
                                    <p:set>
                                      <p:cBhvr>
                                        <p:cTn id="24" dur="1" fill="hold">
                                          <p:stCondLst>
                                            <p:cond delay="0"/>
                                          </p:stCondLst>
                                        </p:cTn>
                                        <p:tgtEl>
                                          <p:spTgt spid="9221"/>
                                        </p:tgtEl>
                                        <p:attrNameLst>
                                          <p:attrName>style.visibility</p:attrName>
                                        </p:attrNameLst>
                                      </p:cBhvr>
                                      <p:to>
                                        <p:strVal val="visible"/>
                                      </p:to>
                                    </p:set>
                                    <p:anim calcmode="lin" valueType="num">
                                      <p:cBhvr additive="base">
                                        <p:cTn id="25" dur="500"/>
                                        <p:tgtEl>
                                          <p:spTgt spid="9221"/>
                                        </p:tgtEl>
                                        <p:attrNameLst>
                                          <p:attrName>ppt_y</p:attrName>
                                        </p:attrNameLst>
                                      </p:cBhvr>
                                      <p:tavLst>
                                        <p:tav tm="0">
                                          <p:val>
                                            <p:strVal val="#ppt_y+#ppt_h*1.125000"/>
                                          </p:val>
                                        </p:tav>
                                        <p:tav tm="100000">
                                          <p:val>
                                            <p:strVal val="#ppt_y"/>
                                          </p:val>
                                        </p:tav>
                                      </p:tavLst>
                                    </p:anim>
                                    <p:animEffect transition="in" filter="wipe(up)">
                                      <p:cBhvr>
                                        <p:cTn id="26" dur="500"/>
                                        <p:tgtEl>
                                          <p:spTgt spid="92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9217"/>
                                        </p:tgtEl>
                                        <p:attrNameLst>
                                          <p:attrName>style.visibility</p:attrName>
                                        </p:attrNameLst>
                                      </p:cBhvr>
                                      <p:to>
                                        <p:strVal val="visible"/>
                                      </p:to>
                                    </p:set>
                                    <p:animEffect transition="in" filter="wipe(up)">
                                      <p:cBhvr>
                                        <p:cTn id="31" dur="500"/>
                                        <p:tgtEl>
                                          <p:spTgt spid="9217"/>
                                        </p:tgtEl>
                                      </p:cBhvr>
                                    </p:animEffect>
                                  </p:childTnLst>
                                </p:cTn>
                              </p:par>
                              <p:par>
                                <p:cTn id="32" presetID="37" presetClass="entr" presetSubtype="0" fill="hold" nodeType="withEffect">
                                  <p:stCondLst>
                                    <p:cond delay="0"/>
                                  </p:stCondLst>
                                  <p:childTnLst>
                                    <p:set>
                                      <p:cBhvr>
                                        <p:cTn id="33" dur="1" fill="hold">
                                          <p:stCondLst>
                                            <p:cond delay="0"/>
                                          </p:stCondLst>
                                        </p:cTn>
                                        <p:tgtEl>
                                          <p:spTgt spid="9224"/>
                                        </p:tgtEl>
                                        <p:attrNameLst>
                                          <p:attrName>style.visibility</p:attrName>
                                        </p:attrNameLst>
                                      </p:cBhvr>
                                      <p:to>
                                        <p:strVal val="visible"/>
                                      </p:to>
                                    </p:set>
                                    <p:animEffect transition="in" filter="fade">
                                      <p:cBhvr>
                                        <p:cTn id="34" dur="1000"/>
                                        <p:tgtEl>
                                          <p:spTgt spid="9224"/>
                                        </p:tgtEl>
                                      </p:cBhvr>
                                    </p:animEffect>
                                    <p:anim calcmode="lin" valueType="num">
                                      <p:cBhvr>
                                        <p:cTn id="35" dur="1000" fill="hold"/>
                                        <p:tgtEl>
                                          <p:spTgt spid="9224"/>
                                        </p:tgtEl>
                                        <p:attrNameLst>
                                          <p:attrName>ppt_x</p:attrName>
                                        </p:attrNameLst>
                                      </p:cBhvr>
                                      <p:tavLst>
                                        <p:tav tm="0">
                                          <p:val>
                                            <p:strVal val="#ppt_x"/>
                                          </p:val>
                                        </p:tav>
                                        <p:tav tm="100000">
                                          <p:val>
                                            <p:strVal val="#ppt_x"/>
                                          </p:val>
                                        </p:tav>
                                      </p:tavLst>
                                    </p:anim>
                                    <p:anim calcmode="lin" valueType="num">
                                      <p:cBhvr>
                                        <p:cTn id="36" dur="900" decel="100000" fill="hold"/>
                                        <p:tgtEl>
                                          <p:spTgt spid="9224"/>
                                        </p:tgtEl>
                                        <p:attrNameLst>
                                          <p:attrName>ppt_y</p:attrName>
                                        </p:attrNameLst>
                                      </p:cBhvr>
                                      <p:tavLst>
                                        <p:tav tm="0">
                                          <p:val>
                                            <p:strVal val="#ppt_y+1"/>
                                          </p:val>
                                        </p:tav>
                                        <p:tav tm="100000">
                                          <p:val>
                                            <p:strVal val="#ppt_y-.03"/>
                                          </p:val>
                                        </p:tav>
                                      </p:tavLst>
                                    </p:anim>
                                    <p:anim calcmode="lin" valueType="num">
                                      <p:cBhvr>
                                        <p:cTn id="37" dur="100" accel="100000" fill="hold">
                                          <p:stCondLst>
                                            <p:cond delay="900"/>
                                          </p:stCondLst>
                                        </p:cTn>
                                        <p:tgtEl>
                                          <p:spTgt spid="9224"/>
                                        </p:tgtEl>
                                        <p:attrNameLst>
                                          <p:attrName>ppt_y</p:attrName>
                                        </p:attrNameLst>
                                      </p:cBhvr>
                                      <p:tavLst>
                                        <p:tav tm="0">
                                          <p:val>
                                            <p:strVal val="#ppt_y-.03"/>
                                          </p:val>
                                        </p:tav>
                                        <p:tav tm="100000">
                                          <p:val>
                                            <p:strVal val="#ppt_y"/>
                                          </p:val>
                                        </p:tav>
                                      </p:tavLst>
                                    </p:anim>
                                  </p:childTnLst>
                                </p:cTn>
                              </p:par>
                              <p:par>
                                <p:cTn id="38" presetID="12" presetClass="entr" presetSubtype="4" fill="hold" nodeType="withEffect">
                                  <p:stCondLst>
                                    <p:cond delay="0"/>
                                  </p:stCondLst>
                                  <p:childTnLst>
                                    <p:set>
                                      <p:cBhvr>
                                        <p:cTn id="39" dur="1" fill="hold">
                                          <p:stCondLst>
                                            <p:cond delay="0"/>
                                          </p:stCondLst>
                                        </p:cTn>
                                        <p:tgtEl>
                                          <p:spTgt spid="9222"/>
                                        </p:tgtEl>
                                        <p:attrNameLst>
                                          <p:attrName>style.visibility</p:attrName>
                                        </p:attrNameLst>
                                      </p:cBhvr>
                                      <p:to>
                                        <p:strVal val="visible"/>
                                      </p:to>
                                    </p:set>
                                    <p:anim calcmode="lin" valueType="num">
                                      <p:cBhvr additive="base">
                                        <p:cTn id="40" dur="500"/>
                                        <p:tgtEl>
                                          <p:spTgt spid="9222"/>
                                        </p:tgtEl>
                                        <p:attrNameLst>
                                          <p:attrName>ppt_y</p:attrName>
                                        </p:attrNameLst>
                                      </p:cBhvr>
                                      <p:tavLst>
                                        <p:tav tm="0">
                                          <p:val>
                                            <p:strVal val="#ppt_y+#ppt_h*1.125000"/>
                                          </p:val>
                                        </p:tav>
                                        <p:tav tm="100000">
                                          <p:val>
                                            <p:strVal val="#ppt_y"/>
                                          </p:val>
                                        </p:tav>
                                      </p:tavLst>
                                    </p:anim>
                                    <p:animEffect transition="in" filter="wipe(up)">
                                      <p:cBhvr>
                                        <p:cTn id="41"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 grpId="0" animBg="1"/>
      <p:bldP spid="9218" grpId="0" animBg="1"/>
      <p:bldP spid="92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Line 1"/>
          <p:cNvSpPr>
            <a:spLocks noChangeShapeType="1"/>
          </p:cNvSpPr>
          <p:nvPr/>
        </p:nvSpPr>
        <p:spPr bwMode="auto">
          <a:xfrm>
            <a:off x="18364200" y="8191500"/>
            <a:ext cx="0" cy="5524500"/>
          </a:xfrm>
          <a:prstGeom prst="line">
            <a:avLst/>
          </a:prstGeom>
          <a:noFill/>
          <a:ln w="38100">
            <a:solidFill>
              <a:srgbClr val="FDA531"/>
            </a:solidFill>
            <a:prstDash val="sysDot"/>
            <a:miter lim="800000"/>
          </a:ln>
        </p:spPr>
        <p:txBody>
          <a:bodyPr lIns="0" tIns="0" rIns="0" bIns="0"/>
          <a:lstStyle/>
          <a:p>
            <a:endParaRPr lang="en-US"/>
          </a:p>
        </p:txBody>
      </p:sp>
      <p:sp>
        <p:nvSpPr>
          <p:cNvPr id="10242" name="Freeform 2"/>
          <p:cNvSpPr/>
          <p:nvPr/>
        </p:nvSpPr>
        <p:spPr bwMode="auto">
          <a:xfrm flipH="1">
            <a:off x="5519738" y="2411413"/>
            <a:ext cx="9634537" cy="5780087"/>
          </a:xfrm>
          <a:custGeom>
            <a:avLst/>
            <a:gdLst>
              <a:gd name="T0" fmla="*/ 2147483647 w 21234"/>
              <a:gd name="T1" fmla="*/ 0 h 21564"/>
              <a:gd name="T2" fmla="*/ 2147483647 w 21234"/>
              <a:gd name="T3" fmla="*/ 2147483647 h 21564"/>
              <a:gd name="T4" fmla="*/ 2147483647 w 21234"/>
              <a:gd name="T5" fmla="*/ 2147483647 h 21564"/>
              <a:gd name="T6" fmla="*/ 0 w 21234"/>
              <a:gd name="T7" fmla="*/ 2147483647 h 215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234" h="21564">
                <a:moveTo>
                  <a:pt x="21225" y="0"/>
                </a:moveTo>
                <a:lnTo>
                  <a:pt x="21225" y="14977"/>
                </a:lnTo>
                <a:cubicBezTo>
                  <a:pt x="21225" y="14977"/>
                  <a:pt x="21600" y="21600"/>
                  <a:pt x="17548" y="21563"/>
                </a:cubicBezTo>
                <a:cubicBezTo>
                  <a:pt x="13525" y="21527"/>
                  <a:pt x="0" y="21345"/>
                  <a:pt x="0" y="21345"/>
                </a:cubicBezTo>
              </a:path>
            </a:pathLst>
          </a:custGeom>
          <a:noFill/>
          <a:ln w="50800" cap="flat">
            <a:solidFill>
              <a:srgbClr val="61768D"/>
            </a:solidFill>
            <a:prstDash val="sysDot"/>
            <a:miter lim="800000"/>
            <a:headEnd type="none" w="med" len="med"/>
            <a:tailEnd type="none" w="med" len="med"/>
          </a:ln>
        </p:spPr>
        <p:txBody>
          <a:bodyPr lIns="0" tIns="0" rIns="0" bIns="0"/>
          <a:lstStyle/>
          <a:p>
            <a:endParaRPr lang="en-US"/>
          </a:p>
        </p:txBody>
      </p:sp>
      <p:grpSp>
        <p:nvGrpSpPr>
          <p:cNvPr id="10243" name="Group 4"/>
          <p:cNvGrpSpPr/>
          <p:nvPr/>
        </p:nvGrpSpPr>
        <p:grpSpPr bwMode="auto">
          <a:xfrm>
            <a:off x="3086100" y="-5194300"/>
            <a:ext cx="5118100" cy="10617200"/>
            <a:chOff x="3086100" y="-5194300"/>
            <a:chExt cx="5118100" cy="10617200"/>
          </a:xfrm>
        </p:grpSpPr>
        <p:grpSp>
          <p:nvGrpSpPr>
            <p:cNvPr id="11318" name="Group 6"/>
            <p:cNvGrpSpPr/>
            <p:nvPr/>
          </p:nvGrpSpPr>
          <p:grpSpPr bwMode="auto">
            <a:xfrm>
              <a:off x="3086100" y="-5194300"/>
              <a:ext cx="5118100" cy="10617200"/>
              <a:chOff x="0" y="0"/>
              <a:chExt cx="3224" cy="6688"/>
            </a:xfrm>
          </p:grpSpPr>
          <p:sp>
            <p:nvSpPr>
              <p:cNvPr id="11328" name="AutoShape 3"/>
              <p:cNvSpPr/>
              <p:nvPr/>
            </p:nvSpPr>
            <p:spPr bwMode="auto">
              <a:xfrm>
                <a:off x="0" y="0"/>
                <a:ext cx="3224" cy="6688"/>
              </a:xfrm>
              <a:custGeom>
                <a:avLst/>
                <a:gdLst>
                  <a:gd name="T0" fmla="*/ 9 w 21600"/>
                  <a:gd name="T1" fmla="*/ 0 h 21600"/>
                  <a:gd name="T2" fmla="*/ 1 w 21600"/>
                  <a:gd name="T3" fmla="*/ 0 h 21600"/>
                  <a:gd name="T4" fmla="*/ 0 w 21600"/>
                  <a:gd name="T5" fmla="*/ 13 h 21600"/>
                  <a:gd name="T6" fmla="*/ 0 w 21600"/>
                  <a:gd name="T7" fmla="*/ 54 h 21600"/>
                  <a:gd name="T8" fmla="*/ 0 w 21600"/>
                  <a:gd name="T9" fmla="*/ 145 h 21600"/>
                  <a:gd name="T10" fmla="*/ 0 w 21600"/>
                  <a:gd name="T11" fmla="*/ 185 h 21600"/>
                  <a:gd name="T12" fmla="*/ 1 w 21600"/>
                  <a:gd name="T13" fmla="*/ 198 h 21600"/>
                  <a:gd name="T14" fmla="*/ 9 w 21600"/>
                  <a:gd name="T15" fmla="*/ 198 h 21600"/>
                  <a:gd name="T16" fmla="*/ 11 w 21600"/>
                  <a:gd name="T17" fmla="*/ 185 h 21600"/>
                  <a:gd name="T18" fmla="*/ 11 w 21600"/>
                  <a:gd name="T19" fmla="*/ 145 h 21600"/>
                  <a:gd name="T20" fmla="*/ 11 w 21600"/>
                  <a:gd name="T21" fmla="*/ 54 h 21600"/>
                  <a:gd name="T22" fmla="*/ 11 w 21600"/>
                  <a:gd name="T23" fmla="*/ 13 h 21600"/>
                  <a:gd name="T24" fmla="*/ 9 w 21600"/>
                  <a:gd name="T25" fmla="*/ 0 h 21600"/>
                  <a:gd name="T26" fmla="*/ 9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584" y="0"/>
                    </a:moveTo>
                    <a:lnTo>
                      <a:pt x="3016" y="0"/>
                    </a:lnTo>
                    <a:cubicBezTo>
                      <a:pt x="1350" y="0"/>
                      <a:pt x="0" y="651"/>
                      <a:pt x="0" y="1454"/>
                    </a:cubicBezTo>
                    <a:lnTo>
                      <a:pt x="0" y="5872"/>
                    </a:lnTo>
                    <a:lnTo>
                      <a:pt x="0" y="15728"/>
                    </a:lnTo>
                    <a:lnTo>
                      <a:pt x="0" y="20146"/>
                    </a:lnTo>
                    <a:cubicBezTo>
                      <a:pt x="0" y="20949"/>
                      <a:pt x="1350" y="21600"/>
                      <a:pt x="3016" y="21600"/>
                    </a:cubicBezTo>
                    <a:lnTo>
                      <a:pt x="18584" y="21600"/>
                    </a:lnTo>
                    <a:cubicBezTo>
                      <a:pt x="20250" y="21600"/>
                      <a:pt x="21600" y="20949"/>
                      <a:pt x="21600" y="20146"/>
                    </a:cubicBezTo>
                    <a:lnTo>
                      <a:pt x="21600" y="15728"/>
                    </a:lnTo>
                    <a:lnTo>
                      <a:pt x="21600" y="5872"/>
                    </a:lnTo>
                    <a:lnTo>
                      <a:pt x="21600" y="1454"/>
                    </a:lnTo>
                    <a:cubicBezTo>
                      <a:pt x="21600" y="651"/>
                      <a:pt x="20250" y="0"/>
                      <a:pt x="18584" y="0"/>
                    </a:cubicBezTo>
                    <a:close/>
                    <a:moveTo>
                      <a:pt x="18584" y="0"/>
                    </a:moveTo>
                  </a:path>
                </a:pathLst>
              </a:custGeom>
              <a:solidFill>
                <a:srgbClr val="FBF4F8"/>
              </a:solidFill>
              <a:ln>
                <a:noFill/>
              </a:ln>
            </p:spPr>
            <p:txBody>
              <a:bodyPr lIns="0" tIns="0" rIns="0" bIns="0"/>
              <a:lstStyle/>
              <a:p>
                <a:endParaRPr lang="en-US"/>
              </a:p>
            </p:txBody>
          </p:sp>
          <p:sp>
            <p:nvSpPr>
              <p:cNvPr id="11329" name="AutoShape 4"/>
              <p:cNvSpPr/>
              <p:nvPr/>
            </p:nvSpPr>
            <p:spPr bwMode="auto">
              <a:xfrm>
                <a:off x="112" y="552"/>
                <a:ext cx="2992" cy="5464"/>
              </a:xfrm>
              <a:custGeom>
                <a:avLst/>
                <a:gdLst>
                  <a:gd name="T0" fmla="*/ 8 w 21600"/>
                  <a:gd name="T1" fmla="*/ 87 h 21600"/>
                  <a:gd name="T2" fmla="*/ 8 w 21600"/>
                  <a:gd name="T3" fmla="*/ 89 h 21600"/>
                  <a:gd name="T4" fmla="*/ 0 w 21600"/>
                  <a:gd name="T5" fmla="*/ 89 h 21600"/>
                  <a:gd name="T6" fmla="*/ 0 w 21600"/>
                  <a:gd name="T7" fmla="*/ 87 h 21600"/>
                  <a:gd name="T8" fmla="*/ 0 w 21600"/>
                  <a:gd name="T9" fmla="*/ 2 h 21600"/>
                  <a:gd name="T10" fmla="*/ 0 w 21600"/>
                  <a:gd name="T11" fmla="*/ 0 h 21600"/>
                  <a:gd name="T12" fmla="*/ 8 w 21600"/>
                  <a:gd name="T13" fmla="*/ 0 h 21600"/>
                  <a:gd name="T14" fmla="*/ 8 w 21600"/>
                  <a:gd name="T15" fmla="*/ 2 h 21600"/>
                  <a:gd name="T16" fmla="*/ 8 w 21600"/>
                  <a:gd name="T17" fmla="*/ 87 h 21600"/>
                  <a:gd name="T18" fmla="*/ 8 w 21600"/>
                  <a:gd name="T19" fmla="*/ 8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1221"/>
                    </a:moveTo>
                    <a:cubicBezTo>
                      <a:pt x="21600" y="21430"/>
                      <a:pt x="21290" y="21600"/>
                      <a:pt x="20907" y="21600"/>
                    </a:cubicBezTo>
                    <a:lnTo>
                      <a:pt x="693" y="21600"/>
                    </a:lnTo>
                    <a:cubicBezTo>
                      <a:pt x="310" y="21600"/>
                      <a:pt x="0" y="21430"/>
                      <a:pt x="0" y="21221"/>
                    </a:cubicBezTo>
                    <a:lnTo>
                      <a:pt x="0" y="380"/>
                    </a:lnTo>
                    <a:cubicBezTo>
                      <a:pt x="0" y="170"/>
                      <a:pt x="310" y="0"/>
                      <a:pt x="693" y="0"/>
                    </a:cubicBezTo>
                    <a:lnTo>
                      <a:pt x="20907" y="0"/>
                    </a:lnTo>
                    <a:cubicBezTo>
                      <a:pt x="21290" y="0"/>
                      <a:pt x="21600" y="170"/>
                      <a:pt x="21600" y="380"/>
                    </a:cubicBezTo>
                    <a:cubicBezTo>
                      <a:pt x="21600" y="380"/>
                      <a:pt x="21600" y="21221"/>
                      <a:pt x="21600" y="21221"/>
                    </a:cubicBezTo>
                    <a:close/>
                    <a:moveTo>
                      <a:pt x="21600" y="21221"/>
                    </a:moveTo>
                  </a:path>
                </a:pathLst>
              </a:custGeom>
              <a:solidFill>
                <a:srgbClr val="368FE2"/>
              </a:solidFill>
              <a:ln>
                <a:noFill/>
              </a:ln>
            </p:spPr>
            <p:txBody>
              <a:bodyPr lIns="0" tIns="0" rIns="0" bIns="0"/>
              <a:lstStyle/>
              <a:p>
                <a:endParaRPr lang="en-US"/>
              </a:p>
            </p:txBody>
          </p:sp>
          <p:sp>
            <p:nvSpPr>
              <p:cNvPr id="11330" name="AutoShape 5"/>
              <p:cNvSpPr/>
              <p:nvPr/>
            </p:nvSpPr>
            <p:spPr bwMode="auto">
              <a:xfrm>
                <a:off x="1312" y="256"/>
                <a:ext cx="624" cy="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21600" y="10800"/>
                    </a:moveTo>
                    <a:cubicBezTo>
                      <a:pt x="21600" y="16764"/>
                      <a:pt x="20918" y="21600"/>
                      <a:pt x="20077" y="21600"/>
                    </a:cubicBezTo>
                    <a:lnTo>
                      <a:pt x="1523" y="21600"/>
                    </a:lnTo>
                    <a:cubicBezTo>
                      <a:pt x="682" y="21600"/>
                      <a:pt x="0" y="16764"/>
                      <a:pt x="0" y="10800"/>
                    </a:cubicBezTo>
                    <a:cubicBezTo>
                      <a:pt x="0" y="4836"/>
                      <a:pt x="682" y="0"/>
                      <a:pt x="1523" y="0"/>
                    </a:cubicBezTo>
                    <a:lnTo>
                      <a:pt x="20077" y="0"/>
                    </a:lnTo>
                    <a:cubicBezTo>
                      <a:pt x="20918" y="0"/>
                      <a:pt x="21600" y="4836"/>
                      <a:pt x="21600" y="10800"/>
                    </a:cubicBezTo>
                    <a:cubicBezTo>
                      <a:pt x="21600" y="10800"/>
                      <a:pt x="21600" y="10800"/>
                      <a:pt x="21600" y="10800"/>
                    </a:cubicBezTo>
                    <a:close/>
                    <a:moveTo>
                      <a:pt x="21600" y="10800"/>
                    </a:moveTo>
                  </a:path>
                </a:pathLst>
              </a:custGeom>
              <a:solidFill>
                <a:srgbClr val="A8A7A7"/>
              </a:solidFill>
              <a:ln>
                <a:noFill/>
              </a:ln>
            </p:spPr>
            <p:txBody>
              <a:bodyPr lIns="0" tIns="0" rIns="0" bIns="0"/>
              <a:lstStyle/>
              <a:p>
                <a:endParaRPr lang="en-US"/>
              </a:p>
            </p:txBody>
          </p:sp>
        </p:grpSp>
        <p:sp>
          <p:nvSpPr>
            <p:cNvPr id="2" name="AutoShape 7"/>
            <p:cNvSpPr/>
            <p:nvPr/>
          </p:nvSpPr>
          <p:spPr bwMode="auto">
            <a:xfrm>
              <a:off x="3746500" y="1917700"/>
              <a:ext cx="4064000" cy="1866900"/>
            </a:xfrm>
            <a:prstGeom prst="roundRect">
              <a:avLst>
                <a:gd name="adj" fmla="val 3750"/>
              </a:avLst>
            </a:prstGeom>
            <a:solidFill>
              <a:srgbClr val="FFFFFF"/>
            </a:solidFill>
            <a:ln w="25400" cap="flat">
              <a:solidFill>
                <a:schemeClr val="tx1">
                  <a:alpha val="0"/>
                </a:schemeClr>
              </a:solidFill>
              <a:prstDash val="solid"/>
              <a:miter lim="800000"/>
              <a:headEnd type="none" w="med" len="med"/>
              <a:tailEnd type="none" w="med" len="med"/>
            </a:ln>
            <a:effectLst>
              <a:outerShdw blurRad="38100" dist="12699" dir="5400000" algn="ctr" rotWithShape="0">
                <a:schemeClr val="bg2">
                  <a:alpha val="50000"/>
                </a:schemeClr>
              </a:outerShdw>
            </a:effectLst>
          </p:spPr>
          <p:txBody>
            <a:bodyPr lIns="0" tIns="0" rIns="0" bIns="0"/>
            <a:lstStyle/>
            <a:p>
              <a:pPr>
                <a:defRPr/>
              </a:pPr>
              <a:endParaRPr lang="en-US"/>
            </a:p>
          </p:txBody>
        </p:sp>
        <p:sp>
          <p:nvSpPr>
            <p:cNvPr id="11320" name="AutoShape 8"/>
            <p:cNvSpPr/>
            <p:nvPr/>
          </p:nvSpPr>
          <p:spPr bwMode="auto">
            <a:xfrm>
              <a:off x="5511800" y="4762500"/>
              <a:ext cx="279400" cy="279400"/>
            </a:xfrm>
            <a:prstGeom prst="roundRect">
              <a:avLst>
                <a:gd name="adj" fmla="val 25069"/>
              </a:avLst>
            </a:prstGeom>
            <a:noFill/>
            <a:ln w="25400">
              <a:solidFill>
                <a:srgbClr val="B3B3B3"/>
              </a:solidFill>
              <a:miter lim="800000"/>
            </a:ln>
          </p:spPr>
          <p:txBody>
            <a:bodyPr lIns="0" tIns="0" rIns="0" bIns="0"/>
            <a:lstStyle/>
            <a:p>
              <a:endParaRPr lang="en-US"/>
            </a:p>
          </p:txBody>
        </p:sp>
        <p:sp>
          <p:nvSpPr>
            <p:cNvPr id="4" name="AutoShape 9"/>
            <p:cNvSpPr/>
            <p:nvPr/>
          </p:nvSpPr>
          <p:spPr bwMode="auto">
            <a:xfrm>
              <a:off x="3619500" y="1790700"/>
              <a:ext cx="4064000" cy="1866900"/>
            </a:xfrm>
            <a:prstGeom prst="roundRect">
              <a:avLst>
                <a:gd name="adj" fmla="val 3750"/>
              </a:avLst>
            </a:prstGeom>
            <a:solidFill>
              <a:srgbClr val="FFFFFF"/>
            </a:solidFill>
            <a:ln w="25400" cap="flat">
              <a:solidFill>
                <a:schemeClr val="tx1">
                  <a:alpha val="0"/>
                </a:schemeClr>
              </a:solidFill>
              <a:prstDash val="solid"/>
              <a:miter lim="800000"/>
              <a:headEnd type="none" w="med" len="med"/>
              <a:tailEnd type="none" w="med" len="med"/>
            </a:ln>
            <a:effectLst>
              <a:outerShdw blurRad="38100" dist="12699" dir="5400000" algn="ctr" rotWithShape="0">
                <a:schemeClr val="bg2">
                  <a:alpha val="50000"/>
                </a:schemeClr>
              </a:outerShdw>
            </a:effectLst>
          </p:spPr>
          <p:txBody>
            <a:bodyPr lIns="0" tIns="0" rIns="0" bIns="0"/>
            <a:lstStyle/>
            <a:p>
              <a:pPr>
                <a:defRPr/>
              </a:pPr>
              <a:endParaRPr lang="en-US"/>
            </a:p>
          </p:txBody>
        </p:sp>
        <p:grpSp>
          <p:nvGrpSpPr>
            <p:cNvPr id="11322" name="Group 13"/>
            <p:cNvGrpSpPr/>
            <p:nvPr/>
          </p:nvGrpSpPr>
          <p:grpSpPr bwMode="auto">
            <a:xfrm>
              <a:off x="5816600" y="482600"/>
              <a:ext cx="1866900" cy="1866900"/>
              <a:chOff x="0" y="0"/>
              <a:chExt cx="1176" cy="1176"/>
            </a:xfrm>
          </p:grpSpPr>
          <p:sp>
            <p:nvSpPr>
              <p:cNvPr id="11325" name="Oval 10"/>
              <p:cNvSpPr/>
              <p:nvPr/>
            </p:nvSpPr>
            <p:spPr bwMode="auto">
              <a:xfrm>
                <a:off x="0" y="0"/>
                <a:ext cx="1176" cy="1176"/>
              </a:xfrm>
              <a:prstGeom prst="ellipse">
                <a:avLst/>
              </a:prstGeom>
              <a:solidFill>
                <a:schemeClr val="accent1"/>
              </a:solidFill>
              <a:ln w="25400">
                <a:solidFill>
                  <a:schemeClr val="tx1">
                    <a:alpha val="0"/>
                  </a:schemeClr>
                </a:solidFill>
                <a:miter lim="800000"/>
              </a:ln>
            </p:spPr>
            <p:txBody>
              <a:bodyPr lIns="0" tIns="0" rIns="0" bIns="0"/>
              <a:lstStyle/>
              <a:p>
                <a:endParaRPr lang="en-US"/>
              </a:p>
            </p:txBody>
          </p:sp>
          <p:sp>
            <p:nvSpPr>
              <p:cNvPr id="11326" name="Rectangle 11"/>
              <p:cNvSpPr/>
              <p:nvPr/>
            </p:nvSpPr>
            <p:spPr bwMode="auto">
              <a:xfrm>
                <a:off x="236" y="32"/>
                <a:ext cx="703" cy="702"/>
              </a:xfrm>
              <a:prstGeom prst="rect">
                <a:avLst/>
              </a:prstGeom>
              <a:noFill/>
              <a:ln>
                <a:noFill/>
              </a:ln>
            </p:spPr>
            <p:txBody>
              <a:bodyPr lIns="0" tIns="0" rIns="0" bIns="0" anchor="ctr"/>
              <a:lstStyle/>
              <a:p>
                <a:pPr>
                  <a:lnSpc>
                    <a:spcPct val="170000"/>
                  </a:lnSpc>
                </a:pPr>
                <a:r>
                  <a:rPr lang="en-US" sz="6400">
                    <a:solidFill>
                      <a:srgbClr val="EBB91C"/>
                    </a:solidFill>
                    <a:latin typeface="FontAwesome Regular" charset="0"/>
                    <a:ea typeface="MS PGothic" panose="020B0600070205080204" charset="-128"/>
                    <a:cs typeface="MS PGothic" panose="020B0600070205080204" charset="-128"/>
                    <a:sym typeface="FontAwesome Regular" charset="0"/>
                  </a:rPr>
                  <a:t></a:t>
                </a:r>
                <a:endParaRPr lang="en-US" sz="6400">
                  <a:solidFill>
                    <a:srgbClr val="EBB91C"/>
                  </a:solidFill>
                  <a:latin typeface="FontAwesome Regular" charset="0"/>
                  <a:ea typeface="MS PGothic" panose="020B0600070205080204" charset="-128"/>
                  <a:cs typeface="MS PGothic" panose="020B0600070205080204" charset="-128"/>
                  <a:sym typeface="FontAwesome Regular" charset="0"/>
                </a:endParaRPr>
              </a:p>
            </p:txBody>
          </p:sp>
          <p:sp>
            <p:nvSpPr>
              <p:cNvPr id="3" name="Oval 12"/>
              <p:cNvSpPr/>
              <p:nvPr/>
            </p:nvSpPr>
            <p:spPr bwMode="auto">
              <a:xfrm>
                <a:off x="816" y="0"/>
                <a:ext cx="360" cy="359"/>
              </a:xfrm>
              <a:prstGeom prst="ellipse">
                <a:avLst/>
              </a:prstGeom>
              <a:solidFill>
                <a:srgbClr val="EC1F3A"/>
              </a:solidFill>
              <a:ln w="25400" cap="flat">
                <a:solidFill>
                  <a:schemeClr val="tx1">
                    <a:alpha val="0"/>
                  </a:schemeClr>
                </a:solidFill>
                <a:prstDash val="solid"/>
                <a:miter lim="800000"/>
                <a:headEnd type="none" w="med" len="med"/>
                <a:tailEnd type="none" w="med" len="med"/>
              </a:ln>
            </p:spPr>
            <p:txBody>
              <a:bodyPr lIns="0" tIns="0" rIns="0" bIns="0" anchor="ctr"/>
              <a:lstStyle/>
              <a:p>
                <a:pPr>
                  <a:defRPr/>
                </a:pPr>
                <a:r>
                  <a:rPr lang="en-US" sz="1800">
                    <a:solidFill>
                      <a:srgbClr val="FFFFFF"/>
                    </a:solidFill>
                    <a:effectLst>
                      <a:outerShdw blurRad="38100" dist="38100" dir="2700000" algn="tl">
                        <a:srgbClr val="000000"/>
                      </a:outerShdw>
                    </a:effectLst>
                    <a:latin typeface="Open Sans Bold" charset="0"/>
                    <a:ea typeface="MS PGothic" panose="020B0600070205080204" charset="-128"/>
                    <a:cs typeface="Open Sans Bold" charset="0"/>
                    <a:sym typeface="Open Sans Bold" charset="0"/>
                  </a:rPr>
                  <a:t>1</a:t>
                </a:r>
                <a:endParaRPr lang="en-US" sz="1800">
                  <a:solidFill>
                    <a:srgbClr val="FFFFFF"/>
                  </a:solidFill>
                  <a:effectLst>
                    <a:outerShdw blurRad="38100" dist="38100" dir="2700000" algn="tl">
                      <a:srgbClr val="000000"/>
                    </a:outerShdw>
                  </a:effectLst>
                  <a:latin typeface="Open Sans Bold" charset="0"/>
                  <a:ea typeface="MS PGothic" panose="020B0600070205080204" charset="-128"/>
                  <a:cs typeface="Open Sans Bold" charset="0"/>
                  <a:sym typeface="Open Sans Bold" charset="0"/>
                </a:endParaRPr>
              </a:p>
            </p:txBody>
          </p:sp>
        </p:grpSp>
        <p:sp>
          <p:nvSpPr>
            <p:cNvPr id="11323" name="Rectangle 14"/>
            <p:cNvSpPr/>
            <p:nvPr/>
          </p:nvSpPr>
          <p:spPr bwMode="auto">
            <a:xfrm>
              <a:off x="3835400" y="2413000"/>
              <a:ext cx="3619500" cy="990600"/>
            </a:xfrm>
            <a:prstGeom prst="rect">
              <a:avLst/>
            </a:prstGeom>
            <a:noFill/>
            <a:ln>
              <a:noFill/>
            </a:ln>
          </p:spPr>
          <p:txBody>
            <a:bodyPr lIns="0" tIns="0" rIns="0" bIns="0" anchor="ctr"/>
            <a:lstStyle/>
            <a:p>
              <a:pPr algn="l"/>
              <a:r>
                <a:rPr lang="en-US" sz="1800" dirty="0">
                  <a:solidFill>
                    <a:srgbClr val="9AA7A8"/>
                  </a:solidFill>
                  <a:latin typeface="微软雅黑" panose="020B0503020204020204" charset="-122"/>
                  <a:ea typeface="MS PGothic" panose="020B0600070205080204" charset="-128"/>
                  <a:cs typeface="MS PGothic" panose="020B0600070205080204" charset="-128"/>
                  <a:sym typeface="Open Sans" charset="0"/>
                </a:rPr>
                <a:t>Hey, we just launched our new products! discount 70% just for today!</a:t>
              </a:r>
              <a:endParaRPr lang="en-US" sz="18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1324" name="Rectangle 15"/>
            <p:cNvSpPr/>
            <p:nvPr/>
          </p:nvSpPr>
          <p:spPr bwMode="auto">
            <a:xfrm>
              <a:off x="3835400" y="2033588"/>
              <a:ext cx="1322388" cy="276225"/>
            </a:xfrm>
            <a:prstGeom prst="rect">
              <a:avLst/>
            </a:prstGeom>
            <a:noFill/>
            <a:ln>
              <a:noFill/>
            </a:ln>
          </p:spPr>
          <p:txBody>
            <a:bodyPr wrap="none" lIns="0" tIns="0" rIns="0" bIns="0" anchor="ctr">
              <a:spAutoFit/>
            </a:bodyPr>
            <a:lstStyle/>
            <a:p>
              <a:pPr algn="l"/>
              <a:r>
                <a:rPr lang="en-US" sz="1800" b="1">
                  <a:solidFill>
                    <a:srgbClr val="343434"/>
                  </a:solidFill>
                  <a:latin typeface="Open Sans Bold" charset="0"/>
                  <a:ea typeface="MS PGothic" panose="020B0600070205080204" charset="-128"/>
                  <a:cs typeface="MS PGothic" panose="020B0600070205080204" charset="-128"/>
                  <a:sym typeface="Open Sans Bold" charset="0"/>
                </a:rPr>
                <a:t>WOW SHOP</a:t>
              </a:r>
              <a:endParaRPr lang="en-US" sz="1800" b="1">
                <a:solidFill>
                  <a:srgbClr val="343434"/>
                </a:solidFill>
                <a:latin typeface="Open Sans Bold" charset="0"/>
                <a:ea typeface="MS PGothic" panose="020B0600070205080204" charset="-128"/>
                <a:cs typeface="MS PGothic" panose="020B0600070205080204" charset="-128"/>
                <a:sym typeface="Open Sans Bold" charset="0"/>
              </a:endParaRPr>
            </a:p>
          </p:txBody>
        </p:sp>
      </p:grpSp>
      <p:grpSp>
        <p:nvGrpSpPr>
          <p:cNvPr id="10244" name="Group 5"/>
          <p:cNvGrpSpPr/>
          <p:nvPr/>
        </p:nvGrpSpPr>
        <p:grpSpPr bwMode="auto">
          <a:xfrm>
            <a:off x="9029700" y="1247458"/>
            <a:ext cx="8572500" cy="3032442"/>
            <a:chOff x="9029700" y="1247458"/>
            <a:chExt cx="8572500" cy="3032442"/>
          </a:xfrm>
        </p:grpSpPr>
        <p:sp>
          <p:nvSpPr>
            <p:cNvPr id="11314" name="Rectangle 16"/>
            <p:cNvSpPr/>
            <p:nvPr/>
          </p:nvSpPr>
          <p:spPr bwMode="auto">
            <a:xfrm>
              <a:off x="9029700" y="1247458"/>
              <a:ext cx="4924425" cy="984885"/>
            </a:xfrm>
            <a:prstGeom prst="rect">
              <a:avLst/>
            </a:prstGeom>
            <a:noFill/>
            <a:ln>
              <a:noFill/>
            </a:ln>
          </p:spPr>
          <p:txBody>
            <a:bodyPr wrap="none" lIns="0" tIns="0" rIns="0" bIns="0" anchor="ctr">
              <a:spAutoFit/>
            </a:bodyPr>
            <a:lstStyle/>
            <a:p>
              <a:pPr algn="l"/>
              <a:r>
                <a:rPr lang="zh-CN" altLang="en-US" sz="6400" dirty="0">
                  <a:solidFill>
                    <a:srgbClr val="FFFFFF"/>
                  </a:solidFill>
                  <a:latin typeface="+mn-ea"/>
                  <a:ea typeface="+mn-ea"/>
                  <a:cs typeface="MS PGothic" panose="020B0600070205080204" charset="-128"/>
                  <a:sym typeface="Diavlo Black Regular" charset="0"/>
                </a:rPr>
                <a:t>社交软件开发</a:t>
              </a:r>
              <a:endParaRPr lang="en-US" sz="6400" dirty="0">
                <a:solidFill>
                  <a:srgbClr val="FFFFFF"/>
                </a:solidFill>
                <a:latin typeface="+mn-ea"/>
                <a:ea typeface="+mn-ea"/>
                <a:cs typeface="MS PGothic" panose="020B0600070205080204" charset="-128"/>
                <a:sym typeface="Diavlo Black Regular" charset="0"/>
              </a:endParaRPr>
            </a:p>
          </p:txBody>
        </p:sp>
        <p:sp>
          <p:nvSpPr>
            <p:cNvPr id="11315" name="Rectangle 17"/>
            <p:cNvSpPr/>
            <p:nvPr/>
          </p:nvSpPr>
          <p:spPr bwMode="auto">
            <a:xfrm>
              <a:off x="11493500" y="2527300"/>
              <a:ext cx="6108700" cy="1752600"/>
            </a:xfrm>
            <a:prstGeom prst="rect">
              <a:avLst/>
            </a:prstGeom>
            <a:noFill/>
            <a:ln>
              <a:noFill/>
            </a:ln>
          </p:spPr>
          <p:txBody>
            <a:bodyPr lIns="0" tIns="0" rIns="0" bIns="0"/>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sz="2400" dirty="0">
                <a:solidFill>
                  <a:srgbClr val="9AA7A8"/>
                </a:solidFill>
                <a:latin typeface="+mn-ea"/>
                <a:ea typeface="+mn-ea"/>
                <a:cs typeface="MS PGothic" panose="020B0600070205080204" charset="-128"/>
                <a:sym typeface="Open Sans" charset="0"/>
              </a:endParaRPr>
            </a:p>
          </p:txBody>
        </p:sp>
        <p:sp>
          <p:nvSpPr>
            <p:cNvPr id="11316" name="Rectangle 18"/>
            <p:cNvSpPr/>
            <p:nvPr/>
          </p:nvSpPr>
          <p:spPr bwMode="auto">
            <a:xfrm>
              <a:off x="9042400" y="22712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mn-ea"/>
                  <a:ea typeface="+mn-ea"/>
                  <a:cs typeface="MS PGothic" panose="020B0600070205080204" charset="-128"/>
                  <a:sym typeface="Diavlo Bold Regular" charset="0"/>
                </a:rPr>
                <a:t>98</a:t>
              </a:r>
              <a:r>
                <a:rPr lang="en-US" sz="4800" dirty="0">
                  <a:solidFill>
                    <a:srgbClr val="2BC2A1"/>
                  </a:solidFill>
                  <a:latin typeface="+mn-ea"/>
                  <a:ea typeface="+mn-ea"/>
                  <a:cs typeface="MS PGothic" panose="020B0600070205080204" charset="-128"/>
                  <a:sym typeface="Diavlo Book Regular" charset="0"/>
                </a:rPr>
                <a:t>%</a:t>
              </a:r>
              <a:endParaRPr lang="en-US" sz="4800" dirty="0">
                <a:solidFill>
                  <a:srgbClr val="2BC2A1"/>
                </a:solidFill>
                <a:latin typeface="+mn-ea"/>
                <a:ea typeface="+mn-ea"/>
                <a:cs typeface="MS PGothic" panose="020B0600070205080204" charset="-128"/>
                <a:sym typeface="Diavlo Book Regular" charset="0"/>
              </a:endParaRPr>
            </a:p>
          </p:txBody>
        </p:sp>
        <p:sp>
          <p:nvSpPr>
            <p:cNvPr id="11317" name="Rectangle 19"/>
            <p:cNvSpPr/>
            <p:nvPr/>
          </p:nvSpPr>
          <p:spPr bwMode="auto">
            <a:xfrm>
              <a:off x="9169400" y="3638034"/>
              <a:ext cx="1203150" cy="369332"/>
            </a:xfrm>
            <a:prstGeom prst="rect">
              <a:avLst/>
            </a:prstGeom>
            <a:noFill/>
            <a:ln>
              <a:noFill/>
            </a:ln>
          </p:spPr>
          <p:txBody>
            <a:bodyPr wrap="none" lIns="0" tIns="0" rIns="0" bIns="0" anchor="ctr">
              <a:spAutoFit/>
            </a:bodyPr>
            <a:lstStyle/>
            <a:p>
              <a:pPr algn="l"/>
              <a:r>
                <a:rPr lang="en-US" sz="2400">
                  <a:solidFill>
                    <a:srgbClr val="FFFFFF"/>
                  </a:solidFill>
                  <a:latin typeface="+mn-ea"/>
                  <a:ea typeface="+mn-ea"/>
                  <a:cs typeface="MS PGothic" panose="020B0600070205080204" charset="-128"/>
                  <a:sym typeface="Open Sans Bold" charset="0"/>
                </a:rPr>
                <a:t>are read</a:t>
              </a:r>
              <a:endParaRPr lang="en-US" sz="2400">
                <a:solidFill>
                  <a:srgbClr val="FFFFFF"/>
                </a:solidFill>
                <a:latin typeface="+mn-ea"/>
                <a:ea typeface="+mn-ea"/>
                <a:cs typeface="MS PGothic" panose="020B0600070205080204" charset="-128"/>
                <a:sym typeface="Open Sans Bold" charset="0"/>
              </a:endParaRPr>
            </a:p>
          </p:txBody>
        </p:sp>
      </p:grpSp>
      <p:grpSp>
        <p:nvGrpSpPr>
          <p:cNvPr id="10245" name="Group 6"/>
          <p:cNvGrpSpPr/>
          <p:nvPr/>
        </p:nvGrpSpPr>
        <p:grpSpPr bwMode="auto">
          <a:xfrm>
            <a:off x="13576300" y="4368800"/>
            <a:ext cx="8724900" cy="7366000"/>
            <a:chOff x="13576300" y="4368800"/>
            <a:chExt cx="8724900" cy="7366000"/>
          </a:xfrm>
        </p:grpSpPr>
        <p:grpSp>
          <p:nvGrpSpPr>
            <p:cNvPr id="11273" name="Group 57"/>
            <p:cNvGrpSpPr/>
            <p:nvPr/>
          </p:nvGrpSpPr>
          <p:grpSpPr bwMode="auto">
            <a:xfrm>
              <a:off x="13576300" y="4368800"/>
              <a:ext cx="8724900" cy="7366000"/>
              <a:chOff x="0" y="0"/>
              <a:chExt cx="5496" cy="4640"/>
            </a:xfrm>
          </p:grpSpPr>
          <p:sp>
            <p:nvSpPr>
              <p:cNvPr id="11277" name="AutoShape 20"/>
              <p:cNvSpPr/>
              <p:nvPr/>
            </p:nvSpPr>
            <p:spPr bwMode="auto">
              <a:xfrm>
                <a:off x="891" y="2440"/>
                <a:ext cx="4189" cy="1940"/>
              </a:xfrm>
              <a:custGeom>
                <a:avLst/>
                <a:gdLst>
                  <a:gd name="T0" fmla="*/ 0 w 21600"/>
                  <a:gd name="T1" fmla="*/ 0 h 21600"/>
                  <a:gd name="T2" fmla="*/ 15 w 21600"/>
                  <a:gd name="T3" fmla="*/ 1 h 21600"/>
                  <a:gd name="T4" fmla="*/ 3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868"/>
                      <a:pt x="6977" y="21600"/>
                      <a:pt x="10800" y="21600"/>
                    </a:cubicBezTo>
                    <a:cubicBezTo>
                      <a:pt x="14893" y="21600"/>
                      <a:pt x="21597" y="11868"/>
                      <a:pt x="21600" y="0"/>
                    </a:cubicBezTo>
                    <a:cubicBezTo>
                      <a:pt x="21600" y="0"/>
                      <a:pt x="0" y="0"/>
                      <a:pt x="0" y="0"/>
                    </a:cubicBezTo>
                    <a:close/>
                    <a:moveTo>
                      <a:pt x="0" y="0"/>
                    </a:moveTo>
                  </a:path>
                </a:pathLst>
              </a:custGeom>
              <a:solidFill>
                <a:srgbClr val="24A088"/>
              </a:solidFill>
              <a:ln>
                <a:noFill/>
              </a:ln>
            </p:spPr>
            <p:txBody>
              <a:bodyPr lIns="0" tIns="0" rIns="0" bIns="0"/>
              <a:lstStyle/>
              <a:p>
                <a:endParaRPr lang="en-US"/>
              </a:p>
            </p:txBody>
          </p:sp>
          <p:sp>
            <p:nvSpPr>
              <p:cNvPr id="11278" name="AutoShape 21"/>
              <p:cNvSpPr/>
              <p:nvPr/>
            </p:nvSpPr>
            <p:spPr bwMode="auto">
              <a:xfrm>
                <a:off x="891" y="2447"/>
                <a:ext cx="4189" cy="1925"/>
              </a:xfrm>
              <a:custGeom>
                <a:avLst/>
                <a:gdLst>
                  <a:gd name="T0" fmla="*/ 0 w 21600"/>
                  <a:gd name="T1" fmla="*/ 0 h 21600"/>
                  <a:gd name="T2" fmla="*/ 3 w 21600"/>
                  <a:gd name="T3" fmla="*/ 0 h 21600"/>
                  <a:gd name="T4" fmla="*/ 27 w 21600"/>
                  <a:gd name="T5" fmla="*/ 0 h 21600"/>
                  <a:gd name="T6" fmla="*/ 16 w 21600"/>
                  <a:gd name="T7" fmla="*/ 1 h 21600"/>
                  <a:gd name="T8" fmla="*/ 3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01"/>
                      <a:pt x="1898" y="105"/>
                      <a:pt x="1920" y="580"/>
                    </a:cubicBezTo>
                    <a:lnTo>
                      <a:pt x="19154" y="1319"/>
                    </a:lnTo>
                    <a:cubicBezTo>
                      <a:pt x="19152" y="10527"/>
                      <a:pt x="15259" y="18401"/>
                      <a:pt x="11594" y="21600"/>
                    </a:cubicBezTo>
                    <a:cubicBezTo>
                      <a:pt x="15704" y="20493"/>
                      <a:pt x="21598" y="11134"/>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11279" name="AutoShape 22"/>
              <p:cNvSpPr/>
              <p:nvPr/>
            </p:nvSpPr>
            <p:spPr bwMode="auto">
              <a:xfrm>
                <a:off x="891" y="1984"/>
                <a:ext cx="4189" cy="893"/>
              </a:xfrm>
              <a:custGeom>
                <a:avLst/>
                <a:gdLst>
                  <a:gd name="T0" fmla="*/ 30 w 21600"/>
                  <a:gd name="T1" fmla="*/ 0 h 21600"/>
                  <a:gd name="T2" fmla="*/ 15 w 21600"/>
                  <a:gd name="T3" fmla="*/ 0 h 21600"/>
                  <a:gd name="T4" fmla="*/ 0 w 21600"/>
                  <a:gd name="T5" fmla="*/ 0 h 21600"/>
                  <a:gd name="T6" fmla="*/ 15 w 21600"/>
                  <a:gd name="T7" fmla="*/ 0 h 21600"/>
                  <a:gd name="T8" fmla="*/ 30 w 21600"/>
                  <a:gd name="T9" fmla="*/ 0 h 21600"/>
                  <a:gd name="T10" fmla="*/ 3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186A53"/>
              </a:solidFill>
              <a:ln>
                <a:noFill/>
              </a:ln>
            </p:spPr>
            <p:txBody>
              <a:bodyPr lIns="0" tIns="0" rIns="0" bIns="0"/>
              <a:lstStyle/>
              <a:p>
                <a:endParaRPr lang="en-US"/>
              </a:p>
            </p:txBody>
          </p:sp>
          <p:sp>
            <p:nvSpPr>
              <p:cNvPr id="11280" name="AutoShape 23"/>
              <p:cNvSpPr/>
              <p:nvPr/>
            </p:nvSpPr>
            <p:spPr bwMode="auto">
              <a:xfrm>
                <a:off x="0" y="3533"/>
                <a:ext cx="1777" cy="823"/>
              </a:xfrm>
              <a:custGeom>
                <a:avLst/>
                <a:gdLst>
                  <a:gd name="T0" fmla="*/ 0 w 21600"/>
                  <a:gd name="T1" fmla="*/ 0 h 21600"/>
                  <a:gd name="T2" fmla="*/ 0 w 21600"/>
                  <a:gd name="T3" fmla="*/ 0 h 21600"/>
                  <a:gd name="T4" fmla="*/ 1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787"/>
                      <a:pt x="6978" y="21600"/>
                      <a:pt x="10800" y="21600"/>
                    </a:cubicBezTo>
                    <a:cubicBezTo>
                      <a:pt x="14893" y="21600"/>
                      <a:pt x="21597" y="11787"/>
                      <a:pt x="21600" y="0"/>
                    </a:cubicBezTo>
                    <a:cubicBezTo>
                      <a:pt x="21600" y="0"/>
                      <a:pt x="0" y="0"/>
                      <a:pt x="0" y="0"/>
                    </a:cubicBezTo>
                    <a:close/>
                    <a:moveTo>
                      <a:pt x="0" y="0"/>
                    </a:moveTo>
                  </a:path>
                </a:pathLst>
              </a:custGeom>
              <a:solidFill>
                <a:srgbClr val="7DBD94"/>
              </a:solidFill>
              <a:ln>
                <a:noFill/>
              </a:ln>
            </p:spPr>
            <p:txBody>
              <a:bodyPr lIns="0" tIns="0" rIns="0" bIns="0"/>
              <a:lstStyle/>
              <a:p>
                <a:endParaRPr lang="en-US"/>
              </a:p>
            </p:txBody>
          </p:sp>
          <p:sp>
            <p:nvSpPr>
              <p:cNvPr id="11281" name="AutoShape 24"/>
              <p:cNvSpPr/>
              <p:nvPr/>
            </p:nvSpPr>
            <p:spPr bwMode="auto">
              <a:xfrm>
                <a:off x="0" y="3533"/>
                <a:ext cx="1777" cy="817"/>
              </a:xfrm>
              <a:custGeom>
                <a:avLst/>
                <a:gdLst>
                  <a:gd name="T0" fmla="*/ 0 w 21600"/>
                  <a:gd name="T1" fmla="*/ 0 h 21600"/>
                  <a:gd name="T2" fmla="*/ 0 w 21600"/>
                  <a:gd name="T3" fmla="*/ 0 h 21600"/>
                  <a:gd name="T4" fmla="*/ 1 w 21600"/>
                  <a:gd name="T5" fmla="*/ 0 h 21600"/>
                  <a:gd name="T6" fmla="*/ 0 w 21600"/>
                  <a:gd name="T7" fmla="*/ 0 h 21600"/>
                  <a:gd name="T8" fmla="*/ 1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55"/>
                      <a:pt x="1898" y="106"/>
                      <a:pt x="1920" y="581"/>
                    </a:cubicBezTo>
                    <a:lnTo>
                      <a:pt x="19154" y="1321"/>
                    </a:lnTo>
                    <a:cubicBezTo>
                      <a:pt x="19152" y="10529"/>
                      <a:pt x="15259" y="18401"/>
                      <a:pt x="11594" y="21600"/>
                    </a:cubicBezTo>
                    <a:cubicBezTo>
                      <a:pt x="15704" y="20493"/>
                      <a:pt x="21598" y="11170"/>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11282" name="AutoShape 25"/>
              <p:cNvSpPr/>
              <p:nvPr/>
            </p:nvSpPr>
            <p:spPr bwMode="auto">
              <a:xfrm>
                <a:off x="0" y="3339"/>
                <a:ext cx="1777" cy="378"/>
              </a:xfrm>
              <a:custGeom>
                <a:avLst/>
                <a:gdLst>
                  <a:gd name="T0" fmla="*/ 1 w 21600"/>
                  <a:gd name="T1" fmla="*/ 0 h 21600"/>
                  <a:gd name="T2" fmla="*/ 0 w 21600"/>
                  <a:gd name="T3" fmla="*/ 0 h 21600"/>
                  <a:gd name="T4" fmla="*/ 0 w 21600"/>
                  <a:gd name="T5" fmla="*/ 0 h 21600"/>
                  <a:gd name="T6" fmla="*/ 0 w 21600"/>
                  <a:gd name="T7" fmla="*/ 0 h 21600"/>
                  <a:gd name="T8" fmla="*/ 1 w 21600"/>
                  <a:gd name="T9" fmla="*/ 0 h 21600"/>
                  <a:gd name="T10" fmla="*/ 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5C8B6C"/>
              </a:solidFill>
              <a:ln>
                <a:noFill/>
              </a:ln>
            </p:spPr>
            <p:txBody>
              <a:bodyPr lIns="0" tIns="0" rIns="0" bIns="0"/>
              <a:lstStyle/>
              <a:p>
                <a:endParaRPr lang="en-US"/>
              </a:p>
            </p:txBody>
          </p:sp>
          <p:sp>
            <p:nvSpPr>
              <p:cNvPr id="11283" name="AutoShape 26"/>
              <p:cNvSpPr/>
              <p:nvPr/>
            </p:nvSpPr>
            <p:spPr bwMode="auto">
              <a:xfrm>
                <a:off x="4482" y="4170"/>
                <a:ext cx="1013" cy="47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722"/>
                      <a:pt x="6978" y="21600"/>
                      <a:pt x="10800" y="21600"/>
                    </a:cubicBezTo>
                    <a:cubicBezTo>
                      <a:pt x="14893" y="21600"/>
                      <a:pt x="21597" y="11722"/>
                      <a:pt x="21600" y="0"/>
                    </a:cubicBezTo>
                    <a:cubicBezTo>
                      <a:pt x="21600" y="0"/>
                      <a:pt x="0" y="0"/>
                      <a:pt x="0" y="0"/>
                    </a:cubicBezTo>
                    <a:close/>
                    <a:moveTo>
                      <a:pt x="0" y="0"/>
                    </a:moveTo>
                  </a:path>
                </a:pathLst>
              </a:custGeom>
              <a:solidFill>
                <a:srgbClr val="7DBD94"/>
              </a:solidFill>
              <a:ln>
                <a:noFill/>
              </a:ln>
            </p:spPr>
            <p:txBody>
              <a:bodyPr lIns="0" tIns="0" rIns="0" bIns="0"/>
              <a:lstStyle/>
              <a:p>
                <a:endParaRPr lang="en-US"/>
              </a:p>
            </p:txBody>
          </p:sp>
          <p:sp>
            <p:nvSpPr>
              <p:cNvPr id="11284" name="AutoShape 27"/>
              <p:cNvSpPr/>
              <p:nvPr/>
            </p:nvSpPr>
            <p:spPr bwMode="auto">
              <a:xfrm>
                <a:off x="4482" y="4170"/>
                <a:ext cx="1013" cy="4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11"/>
                      <a:pt x="1899" y="68"/>
                      <a:pt x="1920" y="544"/>
                    </a:cubicBezTo>
                    <a:lnTo>
                      <a:pt x="19154" y="1266"/>
                    </a:lnTo>
                    <a:cubicBezTo>
                      <a:pt x="19152" y="10485"/>
                      <a:pt x="15259" y="18397"/>
                      <a:pt x="11594" y="21600"/>
                    </a:cubicBezTo>
                    <a:cubicBezTo>
                      <a:pt x="15704" y="20492"/>
                      <a:pt x="21597" y="11206"/>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11285" name="AutoShape 28"/>
              <p:cNvSpPr/>
              <p:nvPr/>
            </p:nvSpPr>
            <p:spPr bwMode="auto">
              <a:xfrm>
                <a:off x="4482" y="4056"/>
                <a:ext cx="1014" cy="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1"/>
                    </a:moveTo>
                    <a:cubicBezTo>
                      <a:pt x="21600" y="16765"/>
                      <a:pt x="16765" y="21600"/>
                      <a:pt x="10800" y="21600"/>
                    </a:cubicBezTo>
                    <a:cubicBezTo>
                      <a:pt x="4835" y="21600"/>
                      <a:pt x="0" y="16765"/>
                      <a:pt x="0" y="10801"/>
                    </a:cubicBezTo>
                    <a:cubicBezTo>
                      <a:pt x="0" y="4835"/>
                      <a:pt x="4835" y="0"/>
                      <a:pt x="10800" y="0"/>
                    </a:cubicBezTo>
                    <a:cubicBezTo>
                      <a:pt x="16765" y="0"/>
                      <a:pt x="21600" y="4835"/>
                      <a:pt x="21600" y="10801"/>
                    </a:cubicBezTo>
                    <a:close/>
                    <a:moveTo>
                      <a:pt x="21600" y="10801"/>
                    </a:moveTo>
                  </a:path>
                </a:pathLst>
              </a:custGeom>
              <a:solidFill>
                <a:srgbClr val="5C8B6C"/>
              </a:solidFill>
              <a:ln>
                <a:noFill/>
              </a:ln>
            </p:spPr>
            <p:txBody>
              <a:bodyPr lIns="0" tIns="0" rIns="0" bIns="0"/>
              <a:lstStyle/>
              <a:p>
                <a:endParaRPr lang="en-US"/>
              </a:p>
            </p:txBody>
          </p:sp>
          <p:sp>
            <p:nvSpPr>
              <p:cNvPr id="11286" name="AutoShape 29"/>
              <p:cNvSpPr/>
              <p:nvPr/>
            </p:nvSpPr>
            <p:spPr bwMode="auto">
              <a:xfrm>
                <a:off x="1607" y="1153"/>
                <a:ext cx="168" cy="12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0"/>
                    </a:moveTo>
                    <a:lnTo>
                      <a:pt x="0" y="20416"/>
                    </a:lnTo>
                    <a:lnTo>
                      <a:pt x="21600" y="21600"/>
                    </a:lnTo>
                    <a:lnTo>
                      <a:pt x="21600" y="0"/>
                    </a:lnTo>
                    <a:cubicBezTo>
                      <a:pt x="21600" y="0"/>
                      <a:pt x="0" y="0"/>
                      <a:pt x="0" y="0"/>
                    </a:cubicBezTo>
                    <a:close/>
                    <a:moveTo>
                      <a:pt x="0" y="0"/>
                    </a:moveTo>
                  </a:path>
                </a:pathLst>
              </a:custGeom>
              <a:solidFill>
                <a:srgbClr val="A3997E"/>
              </a:solidFill>
              <a:ln>
                <a:noFill/>
              </a:ln>
            </p:spPr>
            <p:txBody>
              <a:bodyPr lIns="0" tIns="0" rIns="0" bIns="0"/>
              <a:lstStyle/>
              <a:p>
                <a:endParaRPr lang="en-US"/>
              </a:p>
            </p:txBody>
          </p:sp>
          <p:sp>
            <p:nvSpPr>
              <p:cNvPr id="11287" name="AutoShape 30"/>
              <p:cNvSpPr/>
              <p:nvPr/>
            </p:nvSpPr>
            <p:spPr bwMode="auto">
              <a:xfrm>
                <a:off x="1775" y="1153"/>
                <a:ext cx="121" cy="12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130"/>
                    </a:moveTo>
                    <a:lnTo>
                      <a:pt x="0" y="21600"/>
                    </a:lnTo>
                    <a:lnTo>
                      <a:pt x="0" y="0"/>
                    </a:lnTo>
                    <a:lnTo>
                      <a:pt x="21600" y="0"/>
                    </a:lnTo>
                    <a:cubicBezTo>
                      <a:pt x="21600" y="0"/>
                      <a:pt x="21600" y="21130"/>
                      <a:pt x="21600" y="21130"/>
                    </a:cubicBezTo>
                    <a:close/>
                    <a:moveTo>
                      <a:pt x="21600" y="21130"/>
                    </a:moveTo>
                  </a:path>
                </a:pathLst>
              </a:custGeom>
              <a:solidFill>
                <a:srgbClr val="837960"/>
              </a:solidFill>
              <a:ln>
                <a:noFill/>
              </a:ln>
            </p:spPr>
            <p:txBody>
              <a:bodyPr lIns="0" tIns="0" rIns="0" bIns="0"/>
              <a:lstStyle/>
              <a:p>
                <a:endParaRPr lang="en-US"/>
              </a:p>
            </p:txBody>
          </p:sp>
          <p:sp>
            <p:nvSpPr>
              <p:cNvPr id="11288" name="AutoShape 31"/>
              <p:cNvSpPr/>
              <p:nvPr/>
            </p:nvSpPr>
            <p:spPr bwMode="auto">
              <a:xfrm>
                <a:off x="937" y="187"/>
                <a:ext cx="1582" cy="1147"/>
              </a:xfrm>
              <a:custGeom>
                <a:avLst/>
                <a:gdLst>
                  <a:gd name="T0" fmla="*/ 0 w 21600"/>
                  <a:gd name="T1" fmla="*/ 0 h 21600"/>
                  <a:gd name="T2" fmla="*/ 0 w 21600"/>
                  <a:gd name="T3" fmla="*/ 0 h 21600"/>
                  <a:gd name="T4" fmla="*/ 1 w 21600"/>
                  <a:gd name="T5" fmla="*/ 0 h 21600"/>
                  <a:gd name="T6" fmla="*/ 1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4926"/>
                    </a:moveTo>
                    <a:lnTo>
                      <a:pt x="0" y="20084"/>
                    </a:lnTo>
                    <a:lnTo>
                      <a:pt x="21600" y="21600"/>
                    </a:lnTo>
                    <a:lnTo>
                      <a:pt x="21600" y="0"/>
                    </a:lnTo>
                    <a:cubicBezTo>
                      <a:pt x="21600" y="0"/>
                      <a:pt x="0" y="4926"/>
                      <a:pt x="0" y="4926"/>
                    </a:cubicBezTo>
                    <a:close/>
                    <a:moveTo>
                      <a:pt x="0" y="4926"/>
                    </a:moveTo>
                  </a:path>
                </a:pathLst>
              </a:custGeom>
              <a:solidFill>
                <a:srgbClr val="E4DBBD"/>
              </a:solidFill>
              <a:ln>
                <a:noFill/>
              </a:ln>
            </p:spPr>
            <p:txBody>
              <a:bodyPr lIns="0" tIns="0" rIns="0" bIns="0"/>
              <a:lstStyle/>
              <a:p>
                <a:endParaRPr lang="en-US"/>
              </a:p>
            </p:txBody>
          </p:sp>
          <p:sp>
            <p:nvSpPr>
              <p:cNvPr id="11289" name="AutoShape 32"/>
              <p:cNvSpPr/>
              <p:nvPr/>
            </p:nvSpPr>
            <p:spPr bwMode="auto">
              <a:xfrm>
                <a:off x="2519" y="187"/>
                <a:ext cx="67" cy="11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137"/>
                    </a:moveTo>
                    <a:lnTo>
                      <a:pt x="0" y="21600"/>
                    </a:lnTo>
                    <a:lnTo>
                      <a:pt x="0" y="0"/>
                    </a:lnTo>
                    <a:lnTo>
                      <a:pt x="21600" y="674"/>
                    </a:lnTo>
                    <a:cubicBezTo>
                      <a:pt x="21600" y="674"/>
                      <a:pt x="21600" y="21137"/>
                      <a:pt x="21600" y="21137"/>
                    </a:cubicBezTo>
                    <a:close/>
                    <a:moveTo>
                      <a:pt x="21600" y="21137"/>
                    </a:moveTo>
                  </a:path>
                </a:pathLst>
              </a:custGeom>
              <a:solidFill>
                <a:srgbClr val="A3997E"/>
              </a:solidFill>
              <a:ln>
                <a:noFill/>
              </a:ln>
            </p:spPr>
            <p:txBody>
              <a:bodyPr lIns="0" tIns="0" rIns="0" bIns="0"/>
              <a:lstStyle/>
              <a:p>
                <a:endParaRPr lang="en-US"/>
              </a:p>
            </p:txBody>
          </p:sp>
          <p:sp>
            <p:nvSpPr>
              <p:cNvPr id="11290" name="AutoShape 33"/>
              <p:cNvSpPr/>
              <p:nvPr/>
            </p:nvSpPr>
            <p:spPr bwMode="auto">
              <a:xfrm>
                <a:off x="3765" y="1066"/>
                <a:ext cx="181" cy="13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21600" y="20416"/>
                    </a:lnTo>
                    <a:lnTo>
                      <a:pt x="0" y="21600"/>
                    </a:lnTo>
                    <a:lnTo>
                      <a:pt x="0" y="0"/>
                    </a:lnTo>
                    <a:cubicBezTo>
                      <a:pt x="0" y="0"/>
                      <a:pt x="21600" y="0"/>
                      <a:pt x="21600" y="0"/>
                    </a:cubicBezTo>
                    <a:close/>
                    <a:moveTo>
                      <a:pt x="21600" y="0"/>
                    </a:moveTo>
                  </a:path>
                </a:pathLst>
              </a:custGeom>
              <a:solidFill>
                <a:srgbClr val="A3997E"/>
              </a:solidFill>
              <a:ln>
                <a:noFill/>
              </a:ln>
            </p:spPr>
            <p:txBody>
              <a:bodyPr lIns="0" tIns="0" rIns="0" bIns="0"/>
              <a:lstStyle/>
              <a:p>
                <a:endParaRPr lang="en-US"/>
              </a:p>
            </p:txBody>
          </p:sp>
          <p:sp>
            <p:nvSpPr>
              <p:cNvPr id="11291" name="AutoShape 34"/>
              <p:cNvSpPr/>
              <p:nvPr/>
            </p:nvSpPr>
            <p:spPr bwMode="auto">
              <a:xfrm>
                <a:off x="3644" y="1066"/>
                <a:ext cx="121" cy="13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0"/>
                    </a:moveTo>
                    <a:lnTo>
                      <a:pt x="21600" y="21600"/>
                    </a:lnTo>
                    <a:lnTo>
                      <a:pt x="21600" y="0"/>
                    </a:lnTo>
                    <a:lnTo>
                      <a:pt x="0" y="0"/>
                    </a:lnTo>
                    <a:cubicBezTo>
                      <a:pt x="0" y="0"/>
                      <a:pt x="0" y="21130"/>
                      <a:pt x="0" y="21130"/>
                    </a:cubicBezTo>
                    <a:close/>
                    <a:moveTo>
                      <a:pt x="0" y="21130"/>
                    </a:moveTo>
                  </a:path>
                </a:pathLst>
              </a:custGeom>
              <a:solidFill>
                <a:srgbClr val="837960"/>
              </a:solidFill>
              <a:ln>
                <a:noFill/>
              </a:ln>
            </p:spPr>
            <p:txBody>
              <a:bodyPr lIns="0" tIns="0" rIns="0" bIns="0"/>
              <a:lstStyle/>
              <a:p>
                <a:endParaRPr lang="en-US"/>
              </a:p>
            </p:txBody>
          </p:sp>
          <p:sp>
            <p:nvSpPr>
              <p:cNvPr id="11292" name="AutoShape 35"/>
              <p:cNvSpPr/>
              <p:nvPr/>
            </p:nvSpPr>
            <p:spPr bwMode="auto">
              <a:xfrm>
                <a:off x="2981" y="0"/>
                <a:ext cx="1655" cy="1265"/>
              </a:xfrm>
              <a:custGeom>
                <a:avLst/>
                <a:gdLst>
                  <a:gd name="T0" fmla="*/ 1 w 21600"/>
                  <a:gd name="T1" fmla="*/ 0 h 21600"/>
                  <a:gd name="T2" fmla="*/ 1 w 21600"/>
                  <a:gd name="T3" fmla="*/ 0 h 21600"/>
                  <a:gd name="T4" fmla="*/ 0 w 21600"/>
                  <a:gd name="T5" fmla="*/ 0 h 21600"/>
                  <a:gd name="T6" fmla="*/ 0 w 21600"/>
                  <a:gd name="T7" fmla="*/ 0 h 21600"/>
                  <a:gd name="T8" fmla="*/ 1 w 21600"/>
                  <a:gd name="T9" fmla="*/ 0 h 21600"/>
                  <a:gd name="T10" fmla="*/ 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4926"/>
                    </a:moveTo>
                    <a:lnTo>
                      <a:pt x="21600" y="20084"/>
                    </a:lnTo>
                    <a:lnTo>
                      <a:pt x="0" y="21600"/>
                    </a:lnTo>
                    <a:lnTo>
                      <a:pt x="0" y="0"/>
                    </a:lnTo>
                    <a:cubicBezTo>
                      <a:pt x="0" y="0"/>
                      <a:pt x="21600" y="4926"/>
                      <a:pt x="21600" y="4926"/>
                    </a:cubicBezTo>
                    <a:close/>
                    <a:moveTo>
                      <a:pt x="21600" y="4926"/>
                    </a:moveTo>
                  </a:path>
                </a:pathLst>
              </a:custGeom>
              <a:solidFill>
                <a:srgbClr val="D1C6AC"/>
              </a:solidFill>
              <a:ln>
                <a:noFill/>
              </a:ln>
            </p:spPr>
            <p:txBody>
              <a:bodyPr lIns="0" tIns="0" rIns="0" bIns="0"/>
              <a:lstStyle/>
              <a:p>
                <a:endParaRPr lang="en-US"/>
              </a:p>
            </p:txBody>
          </p:sp>
          <p:sp>
            <p:nvSpPr>
              <p:cNvPr id="11293" name="AutoShape 36"/>
              <p:cNvSpPr/>
              <p:nvPr/>
            </p:nvSpPr>
            <p:spPr bwMode="auto">
              <a:xfrm>
                <a:off x="2921" y="0"/>
                <a:ext cx="60" cy="12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7"/>
                    </a:moveTo>
                    <a:lnTo>
                      <a:pt x="21600" y="21600"/>
                    </a:lnTo>
                    <a:lnTo>
                      <a:pt x="21600" y="0"/>
                    </a:lnTo>
                    <a:lnTo>
                      <a:pt x="0" y="674"/>
                    </a:lnTo>
                    <a:cubicBezTo>
                      <a:pt x="0" y="674"/>
                      <a:pt x="0" y="21137"/>
                      <a:pt x="0" y="21137"/>
                    </a:cubicBezTo>
                    <a:close/>
                    <a:moveTo>
                      <a:pt x="0" y="21137"/>
                    </a:moveTo>
                  </a:path>
                </a:pathLst>
              </a:custGeom>
              <a:solidFill>
                <a:srgbClr val="A3997E"/>
              </a:solidFill>
              <a:ln>
                <a:noFill/>
              </a:ln>
            </p:spPr>
            <p:txBody>
              <a:bodyPr lIns="0" tIns="0" rIns="0" bIns="0"/>
              <a:lstStyle/>
              <a:p>
                <a:endParaRPr lang="en-US"/>
              </a:p>
            </p:txBody>
          </p:sp>
          <p:sp>
            <p:nvSpPr>
              <p:cNvPr id="11294" name="AutoShape 37"/>
              <p:cNvSpPr/>
              <p:nvPr/>
            </p:nvSpPr>
            <p:spPr bwMode="auto">
              <a:xfrm>
                <a:off x="2827" y="1649"/>
                <a:ext cx="114" cy="8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21600" y="20415"/>
                    </a:lnTo>
                    <a:lnTo>
                      <a:pt x="0" y="21600"/>
                    </a:lnTo>
                    <a:lnTo>
                      <a:pt x="0" y="0"/>
                    </a:lnTo>
                    <a:cubicBezTo>
                      <a:pt x="0" y="0"/>
                      <a:pt x="21600" y="0"/>
                      <a:pt x="21600" y="0"/>
                    </a:cubicBezTo>
                    <a:close/>
                    <a:moveTo>
                      <a:pt x="21600" y="0"/>
                    </a:moveTo>
                  </a:path>
                </a:pathLst>
              </a:custGeom>
              <a:solidFill>
                <a:srgbClr val="A3997E"/>
              </a:solidFill>
              <a:ln>
                <a:noFill/>
              </a:ln>
            </p:spPr>
            <p:txBody>
              <a:bodyPr lIns="0" tIns="0" rIns="0" bIns="0"/>
              <a:lstStyle/>
              <a:p>
                <a:endParaRPr lang="en-US"/>
              </a:p>
            </p:txBody>
          </p:sp>
          <p:sp>
            <p:nvSpPr>
              <p:cNvPr id="11295" name="AutoShape 38"/>
              <p:cNvSpPr/>
              <p:nvPr/>
            </p:nvSpPr>
            <p:spPr bwMode="auto">
              <a:xfrm>
                <a:off x="2746" y="1649"/>
                <a:ext cx="81" cy="8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0"/>
                    </a:moveTo>
                    <a:lnTo>
                      <a:pt x="21600" y="21600"/>
                    </a:lnTo>
                    <a:lnTo>
                      <a:pt x="21600" y="0"/>
                    </a:lnTo>
                    <a:lnTo>
                      <a:pt x="0" y="0"/>
                    </a:lnTo>
                    <a:cubicBezTo>
                      <a:pt x="0" y="0"/>
                      <a:pt x="0" y="21130"/>
                      <a:pt x="0" y="21130"/>
                    </a:cubicBezTo>
                    <a:close/>
                    <a:moveTo>
                      <a:pt x="0" y="21130"/>
                    </a:moveTo>
                  </a:path>
                </a:pathLst>
              </a:custGeom>
              <a:solidFill>
                <a:srgbClr val="837960"/>
              </a:solidFill>
              <a:ln>
                <a:noFill/>
              </a:ln>
            </p:spPr>
            <p:txBody>
              <a:bodyPr lIns="0" tIns="0" rIns="0" bIns="0"/>
              <a:lstStyle/>
              <a:p>
                <a:endParaRPr lang="en-US"/>
              </a:p>
            </p:txBody>
          </p:sp>
          <p:sp>
            <p:nvSpPr>
              <p:cNvPr id="11296" name="AutoShape 39"/>
              <p:cNvSpPr/>
              <p:nvPr/>
            </p:nvSpPr>
            <p:spPr bwMode="auto">
              <a:xfrm>
                <a:off x="2324" y="965"/>
                <a:ext cx="1059" cy="81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4926"/>
                    </a:moveTo>
                    <a:lnTo>
                      <a:pt x="21600" y="20084"/>
                    </a:lnTo>
                    <a:lnTo>
                      <a:pt x="0" y="21600"/>
                    </a:lnTo>
                    <a:lnTo>
                      <a:pt x="0" y="0"/>
                    </a:lnTo>
                    <a:cubicBezTo>
                      <a:pt x="0" y="0"/>
                      <a:pt x="21600" y="4926"/>
                      <a:pt x="21600" y="4926"/>
                    </a:cubicBezTo>
                    <a:close/>
                    <a:moveTo>
                      <a:pt x="21600" y="4926"/>
                    </a:moveTo>
                  </a:path>
                </a:pathLst>
              </a:custGeom>
              <a:solidFill>
                <a:srgbClr val="F2EBDD"/>
              </a:solidFill>
              <a:ln>
                <a:noFill/>
              </a:ln>
            </p:spPr>
            <p:txBody>
              <a:bodyPr lIns="0" tIns="0" rIns="0" bIns="0"/>
              <a:lstStyle/>
              <a:p>
                <a:endParaRPr lang="en-US"/>
              </a:p>
            </p:txBody>
          </p:sp>
          <p:sp>
            <p:nvSpPr>
              <p:cNvPr id="11297" name="AutoShape 40"/>
              <p:cNvSpPr/>
              <p:nvPr/>
            </p:nvSpPr>
            <p:spPr bwMode="auto">
              <a:xfrm>
                <a:off x="2284" y="965"/>
                <a:ext cx="40" cy="81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7"/>
                    </a:moveTo>
                    <a:lnTo>
                      <a:pt x="21600" y="21600"/>
                    </a:lnTo>
                    <a:lnTo>
                      <a:pt x="21600" y="0"/>
                    </a:lnTo>
                    <a:lnTo>
                      <a:pt x="0" y="674"/>
                    </a:lnTo>
                    <a:cubicBezTo>
                      <a:pt x="0" y="674"/>
                      <a:pt x="0" y="21137"/>
                      <a:pt x="0" y="21137"/>
                    </a:cubicBezTo>
                    <a:close/>
                    <a:moveTo>
                      <a:pt x="0" y="21137"/>
                    </a:moveTo>
                  </a:path>
                </a:pathLst>
              </a:custGeom>
              <a:solidFill>
                <a:srgbClr val="A3997E"/>
              </a:solidFill>
              <a:ln>
                <a:noFill/>
              </a:ln>
            </p:spPr>
            <p:txBody>
              <a:bodyPr lIns="0" tIns="0" rIns="0" bIns="0"/>
              <a:lstStyle/>
              <a:p>
                <a:endParaRPr lang="en-US"/>
              </a:p>
            </p:txBody>
          </p:sp>
          <p:sp>
            <p:nvSpPr>
              <p:cNvPr id="11298" name="AutoShape 41"/>
              <p:cNvSpPr/>
              <p:nvPr/>
            </p:nvSpPr>
            <p:spPr bwMode="auto">
              <a:xfrm>
                <a:off x="2880" y="1676"/>
                <a:ext cx="928" cy="349"/>
              </a:xfrm>
              <a:custGeom>
                <a:avLst/>
                <a:gdLst>
                  <a:gd name="T0" fmla="*/ 0 w 21600"/>
                  <a:gd name="T1" fmla="*/ 0 h 21210"/>
                  <a:gd name="T2" fmla="*/ 0 w 21600"/>
                  <a:gd name="T3" fmla="*/ 0 h 21210"/>
                  <a:gd name="T4" fmla="*/ 0 w 21600"/>
                  <a:gd name="T5" fmla="*/ 0 h 21210"/>
                  <a:gd name="T6" fmla="*/ 0 w 21600"/>
                  <a:gd name="T7" fmla="*/ 0 h 21210"/>
                  <a:gd name="T8" fmla="*/ 0 w 21600"/>
                  <a:gd name="T9" fmla="*/ 0 h 21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210">
                    <a:moveTo>
                      <a:pt x="21600" y="0"/>
                    </a:moveTo>
                    <a:lnTo>
                      <a:pt x="21600" y="0"/>
                    </a:lnTo>
                    <a:cubicBezTo>
                      <a:pt x="21600" y="0"/>
                      <a:pt x="21514" y="2053"/>
                      <a:pt x="20059" y="7610"/>
                    </a:cubicBezTo>
                    <a:cubicBezTo>
                      <a:pt x="18188" y="14756"/>
                      <a:pt x="12788" y="21600"/>
                      <a:pt x="7642" y="21192"/>
                    </a:cubicBezTo>
                    <a:cubicBezTo>
                      <a:pt x="2495" y="20785"/>
                      <a:pt x="0" y="18779"/>
                      <a:pt x="0" y="18779"/>
                    </a:cubicBezTo>
                  </a:path>
                </a:pathLst>
              </a:custGeom>
              <a:noFill/>
              <a:ln w="38100" cap="flat">
                <a:solidFill>
                  <a:srgbClr val="E9AC13"/>
                </a:solidFill>
                <a:prstDash val="solid"/>
                <a:miter lim="800000"/>
                <a:headEnd type="none" w="med" len="med"/>
                <a:tailEnd type="none" w="med" len="med"/>
              </a:ln>
            </p:spPr>
            <p:txBody>
              <a:bodyPr lIns="0" tIns="0" rIns="0" bIns="0"/>
              <a:lstStyle/>
              <a:p>
                <a:endParaRPr lang="en-US"/>
              </a:p>
            </p:txBody>
          </p:sp>
          <p:sp>
            <p:nvSpPr>
              <p:cNvPr id="11299" name="AutoShape 42"/>
              <p:cNvSpPr/>
              <p:nvPr/>
            </p:nvSpPr>
            <p:spPr bwMode="auto">
              <a:xfrm>
                <a:off x="2874" y="1991"/>
                <a:ext cx="145" cy="20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7310" y="21600"/>
                    </a:lnTo>
                    <a:lnTo>
                      <a:pt x="21600" y="3631"/>
                    </a:lnTo>
                    <a:cubicBezTo>
                      <a:pt x="21600" y="3631"/>
                      <a:pt x="8639" y="6480"/>
                      <a:pt x="0" y="0"/>
                    </a:cubicBezTo>
                    <a:close/>
                    <a:moveTo>
                      <a:pt x="0" y="0"/>
                    </a:moveTo>
                  </a:path>
                </a:pathLst>
              </a:custGeom>
              <a:solidFill>
                <a:srgbClr val="97BB5B"/>
              </a:solidFill>
              <a:ln>
                <a:noFill/>
              </a:ln>
            </p:spPr>
            <p:txBody>
              <a:bodyPr lIns="0" tIns="0" rIns="0" bIns="0"/>
              <a:lstStyle/>
              <a:p>
                <a:endParaRPr lang="en-US"/>
              </a:p>
            </p:txBody>
          </p:sp>
          <p:sp>
            <p:nvSpPr>
              <p:cNvPr id="11300" name="AutoShape 43"/>
              <p:cNvSpPr/>
              <p:nvPr/>
            </p:nvSpPr>
            <p:spPr bwMode="auto">
              <a:xfrm>
                <a:off x="3034" y="2018"/>
                <a:ext cx="149" cy="19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1714"/>
                    </a:moveTo>
                    <a:cubicBezTo>
                      <a:pt x="21600" y="1714"/>
                      <a:pt x="9493" y="5873"/>
                      <a:pt x="0" y="0"/>
                    </a:cubicBezTo>
                    <a:lnTo>
                      <a:pt x="10769" y="21600"/>
                    </a:lnTo>
                  </a:path>
                </a:pathLst>
              </a:custGeom>
              <a:solidFill>
                <a:srgbClr val="97BB5B"/>
              </a:solidFill>
              <a:ln>
                <a:noFill/>
              </a:ln>
            </p:spPr>
            <p:txBody>
              <a:bodyPr lIns="0" tIns="0" rIns="0" bIns="0"/>
              <a:lstStyle/>
              <a:p>
                <a:endParaRPr lang="en-US"/>
              </a:p>
            </p:txBody>
          </p:sp>
          <p:sp>
            <p:nvSpPr>
              <p:cNvPr id="11301" name="AutoShape 44"/>
              <p:cNvSpPr/>
              <p:nvPr/>
            </p:nvSpPr>
            <p:spPr bwMode="auto">
              <a:xfrm>
                <a:off x="3202" y="2024"/>
                <a:ext cx="149"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476"/>
                    </a:moveTo>
                    <a:cubicBezTo>
                      <a:pt x="21600" y="476"/>
                      <a:pt x="9994" y="5482"/>
                      <a:pt x="0" y="0"/>
                    </a:cubicBezTo>
                    <a:lnTo>
                      <a:pt x="12798" y="21600"/>
                    </a:lnTo>
                  </a:path>
                </a:pathLst>
              </a:custGeom>
              <a:solidFill>
                <a:srgbClr val="97BB5B"/>
              </a:solidFill>
              <a:ln>
                <a:noFill/>
              </a:ln>
            </p:spPr>
            <p:txBody>
              <a:bodyPr lIns="0" tIns="0" rIns="0" bIns="0"/>
              <a:lstStyle/>
              <a:p>
                <a:endParaRPr lang="en-US"/>
              </a:p>
            </p:txBody>
          </p:sp>
          <p:sp>
            <p:nvSpPr>
              <p:cNvPr id="11302" name="AutoShape 45"/>
              <p:cNvSpPr/>
              <p:nvPr/>
            </p:nvSpPr>
            <p:spPr bwMode="auto">
              <a:xfrm>
                <a:off x="3349" y="1991"/>
                <a:ext cx="146"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0"/>
                    </a:moveTo>
                    <a:cubicBezTo>
                      <a:pt x="21600" y="0"/>
                      <a:pt x="11592" y="6865"/>
                      <a:pt x="0" y="3512"/>
                    </a:cubicBezTo>
                    <a:lnTo>
                      <a:pt x="19275" y="21600"/>
                    </a:lnTo>
                  </a:path>
                </a:pathLst>
              </a:custGeom>
              <a:solidFill>
                <a:srgbClr val="97BB5B"/>
              </a:solidFill>
              <a:ln>
                <a:noFill/>
              </a:ln>
            </p:spPr>
            <p:txBody>
              <a:bodyPr lIns="0" tIns="0" rIns="0" bIns="0"/>
              <a:lstStyle/>
              <a:p>
                <a:endParaRPr lang="en-US"/>
              </a:p>
            </p:txBody>
          </p:sp>
          <p:sp>
            <p:nvSpPr>
              <p:cNvPr id="11303" name="AutoShape 46"/>
              <p:cNvSpPr/>
              <p:nvPr/>
            </p:nvSpPr>
            <p:spPr bwMode="auto">
              <a:xfrm>
                <a:off x="3497" y="1931"/>
                <a:ext cx="157"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18962" y="0"/>
                    </a:moveTo>
                    <a:cubicBezTo>
                      <a:pt x="18962" y="0"/>
                      <a:pt x="11331" y="8132"/>
                      <a:pt x="0" y="6413"/>
                    </a:cubicBezTo>
                    <a:lnTo>
                      <a:pt x="21600" y="21600"/>
                    </a:lnTo>
                  </a:path>
                </a:pathLst>
              </a:custGeom>
              <a:solidFill>
                <a:srgbClr val="97BB5B"/>
              </a:solidFill>
              <a:ln>
                <a:noFill/>
              </a:ln>
            </p:spPr>
            <p:txBody>
              <a:bodyPr lIns="0" tIns="0" rIns="0" bIns="0"/>
              <a:lstStyle/>
              <a:p>
                <a:endParaRPr lang="en-US"/>
              </a:p>
            </p:txBody>
          </p:sp>
          <p:sp>
            <p:nvSpPr>
              <p:cNvPr id="11304" name="AutoShape 47"/>
              <p:cNvSpPr/>
              <p:nvPr/>
            </p:nvSpPr>
            <p:spPr bwMode="auto">
              <a:xfrm>
                <a:off x="3631" y="1817"/>
                <a:ext cx="191" cy="1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12681" y="0"/>
                    </a:moveTo>
                    <a:cubicBezTo>
                      <a:pt x="12681" y="0"/>
                      <a:pt x="9343" y="10577"/>
                      <a:pt x="0" y="12012"/>
                    </a:cubicBezTo>
                    <a:lnTo>
                      <a:pt x="21600" y="21600"/>
                    </a:lnTo>
                  </a:path>
                </a:pathLst>
              </a:custGeom>
              <a:solidFill>
                <a:srgbClr val="97BB5B"/>
              </a:solidFill>
              <a:ln>
                <a:noFill/>
              </a:ln>
            </p:spPr>
            <p:txBody>
              <a:bodyPr lIns="0" tIns="0" rIns="0" bIns="0"/>
              <a:lstStyle/>
              <a:p>
                <a:endParaRPr lang="en-US"/>
              </a:p>
            </p:txBody>
          </p:sp>
          <p:sp>
            <p:nvSpPr>
              <p:cNvPr id="11305" name="AutoShape 48"/>
              <p:cNvSpPr/>
              <p:nvPr/>
            </p:nvSpPr>
            <p:spPr bwMode="auto">
              <a:xfrm>
                <a:off x="3738" y="1703"/>
                <a:ext cx="206" cy="14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8084" y="0"/>
                    </a:moveTo>
                    <a:cubicBezTo>
                      <a:pt x="8084" y="0"/>
                      <a:pt x="7889" y="13728"/>
                      <a:pt x="0" y="19226"/>
                    </a:cubicBezTo>
                    <a:lnTo>
                      <a:pt x="21600" y="21600"/>
                    </a:lnTo>
                  </a:path>
                </a:pathLst>
              </a:custGeom>
              <a:solidFill>
                <a:srgbClr val="97BB5B"/>
              </a:solidFill>
              <a:ln>
                <a:noFill/>
              </a:ln>
            </p:spPr>
            <p:txBody>
              <a:bodyPr lIns="0" tIns="0" rIns="0" bIns="0"/>
              <a:lstStyle/>
              <a:p>
                <a:endParaRPr lang="en-US"/>
              </a:p>
            </p:txBody>
          </p:sp>
          <p:sp>
            <p:nvSpPr>
              <p:cNvPr id="11306" name="AutoShape 49"/>
              <p:cNvSpPr/>
              <p:nvPr/>
            </p:nvSpPr>
            <p:spPr bwMode="auto">
              <a:xfrm>
                <a:off x="1788" y="1843"/>
                <a:ext cx="975" cy="232"/>
              </a:xfrm>
              <a:custGeom>
                <a:avLst/>
                <a:gdLst>
                  <a:gd name="T0" fmla="*/ 0 w 21600"/>
                  <a:gd name="T1" fmla="*/ 0 h 19317"/>
                  <a:gd name="T2" fmla="*/ 0 w 21600"/>
                  <a:gd name="T3" fmla="*/ 0 h 19317"/>
                  <a:gd name="T4" fmla="*/ 0 w 21600"/>
                  <a:gd name="T5" fmla="*/ 0 h 19317"/>
                  <a:gd name="T6" fmla="*/ 0 w 21600"/>
                  <a:gd name="T7" fmla="*/ 0 h 19317"/>
                  <a:gd name="T8" fmla="*/ 0 w 21600"/>
                  <a:gd name="T9" fmla="*/ 0 h 19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19317">
                    <a:moveTo>
                      <a:pt x="21600" y="6739"/>
                    </a:moveTo>
                    <a:lnTo>
                      <a:pt x="21600" y="6739"/>
                    </a:lnTo>
                    <a:cubicBezTo>
                      <a:pt x="21600" y="6739"/>
                      <a:pt x="21231" y="9212"/>
                      <a:pt x="19162" y="14179"/>
                    </a:cubicBezTo>
                    <a:cubicBezTo>
                      <a:pt x="16500" y="20568"/>
                      <a:pt x="10793" y="21600"/>
                      <a:pt x="6345" y="13827"/>
                    </a:cubicBezTo>
                    <a:cubicBezTo>
                      <a:pt x="1898" y="6054"/>
                      <a:pt x="0" y="0"/>
                      <a:pt x="0" y="0"/>
                    </a:cubicBezTo>
                  </a:path>
                </a:pathLst>
              </a:custGeom>
              <a:noFill/>
              <a:ln w="38100" cap="flat">
                <a:solidFill>
                  <a:srgbClr val="E9AC13"/>
                </a:solidFill>
                <a:prstDash val="solid"/>
                <a:miter lim="800000"/>
                <a:headEnd type="none" w="med" len="med"/>
                <a:tailEnd type="none" w="med" len="med"/>
              </a:ln>
            </p:spPr>
            <p:txBody>
              <a:bodyPr lIns="0" tIns="0" rIns="0" bIns="0"/>
              <a:lstStyle/>
              <a:p>
                <a:endParaRPr lang="en-US"/>
              </a:p>
            </p:txBody>
          </p:sp>
          <p:sp>
            <p:nvSpPr>
              <p:cNvPr id="11307" name="AutoShape 50"/>
              <p:cNvSpPr/>
              <p:nvPr/>
            </p:nvSpPr>
            <p:spPr bwMode="auto">
              <a:xfrm>
                <a:off x="1741" y="1843"/>
                <a:ext cx="154" cy="20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4737" y="0"/>
                    </a:moveTo>
                    <a:lnTo>
                      <a:pt x="0" y="21600"/>
                    </a:lnTo>
                    <a:lnTo>
                      <a:pt x="21600" y="9321"/>
                    </a:lnTo>
                    <a:cubicBezTo>
                      <a:pt x="21600" y="9321"/>
                      <a:pt x="8904" y="8281"/>
                      <a:pt x="4737" y="0"/>
                    </a:cubicBezTo>
                    <a:close/>
                    <a:moveTo>
                      <a:pt x="4737" y="0"/>
                    </a:moveTo>
                  </a:path>
                </a:pathLst>
              </a:custGeom>
              <a:solidFill>
                <a:srgbClr val="97BB5B"/>
              </a:solidFill>
              <a:ln>
                <a:noFill/>
              </a:ln>
            </p:spPr>
            <p:txBody>
              <a:bodyPr lIns="0" tIns="0" rIns="0" bIns="0"/>
              <a:lstStyle/>
              <a:p>
                <a:endParaRPr lang="en-US"/>
              </a:p>
            </p:txBody>
          </p:sp>
          <p:sp>
            <p:nvSpPr>
              <p:cNvPr id="11308" name="AutoShape 51"/>
              <p:cNvSpPr/>
              <p:nvPr/>
            </p:nvSpPr>
            <p:spPr bwMode="auto">
              <a:xfrm>
                <a:off x="1909" y="1937"/>
                <a:ext cx="138" cy="2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7558"/>
                    </a:moveTo>
                    <a:cubicBezTo>
                      <a:pt x="21600" y="7558"/>
                      <a:pt x="7378" y="7723"/>
                      <a:pt x="1241" y="0"/>
                    </a:cubicBezTo>
                    <a:lnTo>
                      <a:pt x="0" y="21600"/>
                    </a:lnTo>
                  </a:path>
                </a:pathLst>
              </a:custGeom>
              <a:solidFill>
                <a:srgbClr val="97BB5B"/>
              </a:solidFill>
              <a:ln>
                <a:noFill/>
              </a:ln>
            </p:spPr>
            <p:txBody>
              <a:bodyPr lIns="0" tIns="0" rIns="0" bIns="0"/>
              <a:lstStyle/>
              <a:p>
                <a:endParaRPr lang="en-US"/>
              </a:p>
            </p:txBody>
          </p:sp>
          <p:sp>
            <p:nvSpPr>
              <p:cNvPr id="11309" name="AutoShape 52"/>
              <p:cNvSpPr/>
              <p:nvPr/>
            </p:nvSpPr>
            <p:spPr bwMode="auto">
              <a:xfrm>
                <a:off x="2070" y="2004"/>
                <a:ext cx="135" cy="2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6511"/>
                    </a:moveTo>
                    <a:cubicBezTo>
                      <a:pt x="21600" y="6511"/>
                      <a:pt x="7136" y="7392"/>
                      <a:pt x="0" y="0"/>
                    </a:cubicBezTo>
                    <a:lnTo>
                      <a:pt x="1222" y="21600"/>
                    </a:lnTo>
                  </a:path>
                </a:pathLst>
              </a:custGeom>
              <a:solidFill>
                <a:srgbClr val="97BB5B"/>
              </a:solidFill>
              <a:ln>
                <a:noFill/>
              </a:ln>
            </p:spPr>
            <p:txBody>
              <a:bodyPr lIns="0" tIns="0" rIns="0" bIns="0"/>
              <a:lstStyle/>
              <a:p>
                <a:endParaRPr lang="en-US"/>
              </a:p>
            </p:txBody>
          </p:sp>
          <p:sp>
            <p:nvSpPr>
              <p:cNvPr id="11310" name="AutoShape 53"/>
              <p:cNvSpPr/>
              <p:nvPr/>
            </p:nvSpPr>
            <p:spPr bwMode="auto">
              <a:xfrm>
                <a:off x="2204" y="2065"/>
                <a:ext cx="146" cy="1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3094"/>
                    </a:moveTo>
                    <a:cubicBezTo>
                      <a:pt x="21600" y="3094"/>
                      <a:pt x="8890" y="6310"/>
                      <a:pt x="0" y="0"/>
                    </a:cubicBezTo>
                    <a:lnTo>
                      <a:pt x="8322" y="21600"/>
                    </a:lnTo>
                  </a:path>
                </a:pathLst>
              </a:custGeom>
              <a:solidFill>
                <a:srgbClr val="97BB5B"/>
              </a:solidFill>
              <a:ln>
                <a:noFill/>
              </a:ln>
            </p:spPr>
            <p:txBody>
              <a:bodyPr lIns="0" tIns="0" rIns="0" bIns="0"/>
              <a:lstStyle/>
              <a:p>
                <a:endParaRPr lang="en-US"/>
              </a:p>
            </p:txBody>
          </p:sp>
          <p:sp>
            <p:nvSpPr>
              <p:cNvPr id="11311" name="AutoShape 54"/>
              <p:cNvSpPr/>
              <p:nvPr/>
            </p:nvSpPr>
            <p:spPr bwMode="auto">
              <a:xfrm>
                <a:off x="2358" y="2085"/>
                <a:ext cx="149" cy="18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199"/>
                    </a:moveTo>
                    <a:cubicBezTo>
                      <a:pt x="21600" y="199"/>
                      <a:pt x="10099" y="5394"/>
                      <a:pt x="0" y="0"/>
                    </a:cubicBezTo>
                    <a:lnTo>
                      <a:pt x="13229" y="21600"/>
                    </a:lnTo>
                  </a:path>
                </a:pathLst>
              </a:custGeom>
              <a:solidFill>
                <a:srgbClr val="97BB5B"/>
              </a:solidFill>
              <a:ln>
                <a:noFill/>
              </a:ln>
            </p:spPr>
            <p:txBody>
              <a:bodyPr lIns="0" tIns="0" rIns="0" bIns="0"/>
              <a:lstStyle/>
              <a:p>
                <a:endParaRPr lang="en-US"/>
              </a:p>
            </p:txBody>
          </p:sp>
          <p:sp>
            <p:nvSpPr>
              <p:cNvPr id="11312" name="AutoShape 55"/>
              <p:cNvSpPr/>
              <p:nvPr/>
            </p:nvSpPr>
            <p:spPr bwMode="auto">
              <a:xfrm>
                <a:off x="2505" y="2031"/>
                <a:ext cx="146" cy="19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053" y="0"/>
                    </a:moveTo>
                    <a:cubicBezTo>
                      <a:pt x="21053" y="0"/>
                      <a:pt x="11993" y="7568"/>
                      <a:pt x="0" y="5124"/>
                    </a:cubicBezTo>
                    <a:lnTo>
                      <a:pt x="21600" y="21600"/>
                    </a:lnTo>
                  </a:path>
                </a:pathLst>
              </a:custGeom>
              <a:solidFill>
                <a:srgbClr val="97BB5B"/>
              </a:solidFill>
              <a:ln>
                <a:noFill/>
              </a:ln>
            </p:spPr>
            <p:txBody>
              <a:bodyPr lIns="0" tIns="0" rIns="0" bIns="0"/>
              <a:lstStyle/>
              <a:p>
                <a:endParaRPr lang="en-US"/>
              </a:p>
            </p:txBody>
          </p:sp>
          <p:sp>
            <p:nvSpPr>
              <p:cNvPr id="11313" name="AutoShape 56"/>
              <p:cNvSpPr/>
              <p:nvPr/>
            </p:nvSpPr>
            <p:spPr bwMode="auto">
              <a:xfrm>
                <a:off x="2639" y="1944"/>
                <a:ext cx="184" cy="18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14251" y="0"/>
                    </a:moveTo>
                    <a:cubicBezTo>
                      <a:pt x="14251" y="0"/>
                      <a:pt x="9841" y="9826"/>
                      <a:pt x="0" y="10291"/>
                    </a:cubicBezTo>
                    <a:lnTo>
                      <a:pt x="21600" y="21600"/>
                    </a:lnTo>
                  </a:path>
                </a:pathLst>
              </a:custGeom>
              <a:solidFill>
                <a:srgbClr val="97BB5B"/>
              </a:solidFill>
              <a:ln>
                <a:noFill/>
              </a:ln>
            </p:spPr>
            <p:txBody>
              <a:bodyPr lIns="0" tIns="0" rIns="0" bIns="0"/>
              <a:lstStyle/>
              <a:p>
                <a:endParaRPr lang="en-US"/>
              </a:p>
            </p:txBody>
          </p:sp>
        </p:grpSp>
        <p:sp>
          <p:nvSpPr>
            <p:cNvPr id="11274" name="Rectangle 58"/>
            <p:cNvSpPr/>
            <p:nvPr/>
          </p:nvSpPr>
          <p:spPr bwMode="auto">
            <a:xfrm>
              <a:off x="15316200" y="5260658"/>
              <a:ext cx="1869101" cy="984885"/>
            </a:xfrm>
            <a:prstGeom prst="rect">
              <a:avLst/>
            </a:prstGeom>
            <a:noFill/>
            <a:ln>
              <a:noFill/>
            </a:ln>
          </p:spPr>
          <p:txBody>
            <a:bodyPr wrap="none" lIns="0" tIns="0" rIns="0" bIns="0" anchor="ctr">
              <a:spAutoFit/>
            </a:bodyPr>
            <a:lstStyle/>
            <a:p>
              <a:pPr algn="l"/>
              <a:r>
                <a:rPr lang="en-US" sz="6400" dirty="0">
                  <a:solidFill>
                    <a:schemeClr val="tx1"/>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6400" dirty="0">
                <a:solidFill>
                  <a:schemeClr val="tx1"/>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1275" name="Rectangle 59"/>
            <p:cNvSpPr/>
            <p:nvPr/>
          </p:nvSpPr>
          <p:spPr bwMode="auto">
            <a:xfrm>
              <a:off x="18618200" y="5006658"/>
              <a:ext cx="1869101" cy="984885"/>
            </a:xfrm>
            <a:prstGeom prst="rect">
              <a:avLst/>
            </a:prstGeom>
            <a:noFill/>
            <a:ln>
              <a:noFill/>
            </a:ln>
          </p:spPr>
          <p:txBody>
            <a:bodyPr wrap="none" lIns="0" tIns="0" rIns="0" bIns="0" anchor="ctr">
              <a:spAutoFit/>
            </a:bodyPr>
            <a:lstStyle/>
            <a:p>
              <a:pPr algn="l"/>
              <a:r>
                <a:rPr lang="en-US" sz="6400" dirty="0">
                  <a:solidFill>
                    <a:schemeClr val="tx1"/>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6400" dirty="0">
                <a:solidFill>
                  <a:schemeClr val="tx1"/>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1276" name="Rectangle 60"/>
            <p:cNvSpPr/>
            <p:nvPr/>
          </p:nvSpPr>
          <p:spPr bwMode="auto">
            <a:xfrm>
              <a:off x="17564100" y="6301601"/>
              <a:ext cx="1049967" cy="553998"/>
            </a:xfrm>
            <a:prstGeom prst="rect">
              <a:avLst/>
            </a:prstGeom>
            <a:noFill/>
            <a:ln>
              <a:noFill/>
            </a:ln>
          </p:spPr>
          <p:txBody>
            <a:bodyPr wrap="none" lIns="0" tIns="0" rIns="0" bIns="0" anchor="ctr">
              <a:spAutoFit/>
            </a:bodyPr>
            <a:lstStyle/>
            <a:p>
              <a:pPr algn="l"/>
              <a:r>
                <a:rPr lang="en-US" sz="3600" dirty="0">
                  <a:solidFill>
                    <a:schemeClr val="tx1"/>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3600" dirty="0">
                <a:solidFill>
                  <a:schemeClr val="tx1"/>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10246" name="Group 7"/>
          <p:cNvGrpSpPr/>
          <p:nvPr/>
        </p:nvGrpSpPr>
        <p:grpSpPr bwMode="auto">
          <a:xfrm>
            <a:off x="4622800" y="8956358"/>
            <a:ext cx="8358188" cy="2587942"/>
            <a:chOff x="4622800" y="8956358"/>
            <a:chExt cx="8358188" cy="2587942"/>
          </a:xfrm>
        </p:grpSpPr>
        <p:sp>
          <p:nvSpPr>
            <p:cNvPr id="11271" name="Rectangle 61"/>
            <p:cNvSpPr/>
            <p:nvPr/>
          </p:nvSpPr>
          <p:spPr bwMode="auto">
            <a:xfrm>
              <a:off x="8056563" y="8956358"/>
              <a:ext cx="4924425" cy="984885"/>
            </a:xfrm>
            <a:prstGeom prst="rect">
              <a:avLst/>
            </a:prstGeom>
            <a:noFill/>
            <a:ln>
              <a:noFill/>
            </a:ln>
          </p:spPr>
          <p:txBody>
            <a:bodyPr wrap="none" lIns="0" tIns="0" rIns="0" bIns="0" anchor="ctr">
              <a:spAutoFit/>
            </a:bodyPr>
            <a:lstStyle/>
            <a:p>
              <a:pPr algn="r"/>
              <a:r>
                <a:rPr lang="zh-CN" altLang="en-US" sz="6400" dirty="0">
                  <a:solidFill>
                    <a:srgbClr val="FFFFFF"/>
                  </a:solidFill>
                  <a:latin typeface="+mn-ea"/>
                  <a:ea typeface="+mn-ea"/>
                  <a:cs typeface="MS PGothic" panose="020B0600070205080204" charset="-128"/>
                  <a:sym typeface="Diavlo Black Regular" charset="0"/>
                </a:rPr>
                <a:t>移动生活服务</a:t>
              </a:r>
              <a:endParaRPr lang="en-US" sz="6400" dirty="0">
                <a:solidFill>
                  <a:srgbClr val="FFFFFF"/>
                </a:solidFill>
                <a:latin typeface="+mn-ea"/>
                <a:ea typeface="+mn-ea"/>
                <a:cs typeface="MS PGothic" panose="020B0600070205080204" charset="-128"/>
                <a:sym typeface="Diavlo Black Regular" charset="0"/>
              </a:endParaRPr>
            </a:p>
          </p:txBody>
        </p:sp>
        <p:sp>
          <p:nvSpPr>
            <p:cNvPr id="11272" name="Rectangle 62"/>
            <p:cNvSpPr/>
            <p:nvPr/>
          </p:nvSpPr>
          <p:spPr bwMode="auto">
            <a:xfrm>
              <a:off x="4622800" y="10210800"/>
              <a:ext cx="8356600" cy="1333500"/>
            </a:xfrm>
            <a:prstGeom prst="rect">
              <a:avLst/>
            </a:prstGeom>
            <a:noFill/>
            <a:ln>
              <a:noFill/>
            </a:ln>
          </p:spPr>
          <p:txBody>
            <a:bodyPr lIns="0" tIns="0" rIns="0" bIns="0"/>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9AA7A8"/>
                </a:solidFill>
                <a:latin typeface="+mn-ea"/>
                <a:ea typeface="+mn-ea"/>
                <a:cs typeface="MS PGothic" panose="020B0600070205080204" charset="-128"/>
                <a:sym typeface="Open Sans" charset="0"/>
              </a:endParaRPr>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ppt_x"/>
                                          </p:val>
                                        </p:tav>
                                        <p:tav tm="100000">
                                          <p:val>
                                            <p:strVal val="#ppt_x"/>
                                          </p:val>
                                        </p:tav>
                                      </p:tavLst>
                                    </p:anim>
                                    <p:anim calcmode="lin" valueType="num">
                                      <p:cBhvr additive="base">
                                        <p:cTn id="8" dur="500" fill="hold"/>
                                        <p:tgtEl>
                                          <p:spTgt spid="10243"/>
                                        </p:tgtEl>
                                        <p:attrNameLst>
                                          <p:attrName>ppt_y</p:attrName>
                                        </p:attrNameLst>
                                      </p:cBhvr>
                                      <p:tavLst>
                                        <p:tav tm="0">
                                          <p:val>
                                            <p:strVal val="0-#ppt_h/2"/>
                                          </p:val>
                                        </p:tav>
                                        <p:tav tm="100000">
                                          <p:val>
                                            <p:strVal val="#ppt_y"/>
                                          </p:val>
                                        </p:tav>
                                      </p:tavLst>
                                    </p:anim>
                                  </p:childTnLst>
                                </p:cTn>
                              </p:par>
                              <p:par>
                                <p:cTn id="9" presetID="12" presetClass="entr" presetSubtype="4" fill="hold" nodeType="withEffect">
                                  <p:stCondLst>
                                    <p:cond delay="0"/>
                                  </p:stCondLst>
                                  <p:childTnLst>
                                    <p:set>
                                      <p:cBhvr>
                                        <p:cTn id="10" dur="1" fill="hold">
                                          <p:stCondLst>
                                            <p:cond delay="0"/>
                                          </p:stCondLst>
                                        </p:cTn>
                                        <p:tgtEl>
                                          <p:spTgt spid="10244"/>
                                        </p:tgtEl>
                                        <p:attrNameLst>
                                          <p:attrName>style.visibility</p:attrName>
                                        </p:attrNameLst>
                                      </p:cBhvr>
                                      <p:to>
                                        <p:strVal val="visible"/>
                                      </p:to>
                                    </p:set>
                                    <p:anim calcmode="lin" valueType="num">
                                      <p:cBhvr additive="base">
                                        <p:cTn id="11" dur="500"/>
                                        <p:tgtEl>
                                          <p:spTgt spid="10244"/>
                                        </p:tgtEl>
                                        <p:attrNameLst>
                                          <p:attrName>ppt_y</p:attrName>
                                        </p:attrNameLst>
                                      </p:cBhvr>
                                      <p:tavLst>
                                        <p:tav tm="0">
                                          <p:val>
                                            <p:strVal val="#ppt_y+#ppt_h*1.125000"/>
                                          </p:val>
                                        </p:tav>
                                        <p:tav tm="100000">
                                          <p:val>
                                            <p:strVal val="#ppt_y"/>
                                          </p:val>
                                        </p:tav>
                                      </p:tavLst>
                                    </p:anim>
                                    <p:animEffect transition="in" filter="wipe(up)">
                                      <p:cBhvr>
                                        <p:cTn id="12" dur="500"/>
                                        <p:tgtEl>
                                          <p:spTgt spid="1024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242"/>
                                        </p:tgtEl>
                                        <p:attrNameLst>
                                          <p:attrName>style.visibility</p:attrName>
                                        </p:attrNameLst>
                                      </p:cBhvr>
                                      <p:to>
                                        <p:strVal val="visible"/>
                                      </p:to>
                                    </p:set>
                                    <p:animEffect transition="in" filter="wipe(left)">
                                      <p:cBhvr>
                                        <p:cTn id="15" dur="500"/>
                                        <p:tgtEl>
                                          <p:spTgt spid="10242"/>
                                        </p:tgtEl>
                                      </p:cBhvr>
                                    </p:animEffect>
                                  </p:childTnLst>
                                </p:cTn>
                              </p:par>
                            </p:childTnLst>
                          </p:cTn>
                        </p:par>
                      </p:childTnLst>
                    </p:cTn>
                  </p:par>
                  <p:par>
                    <p:cTn id="16" fill="hold">
                      <p:stCondLst>
                        <p:cond delay="indefinite"/>
                      </p:stCondLst>
                      <p:childTnLst>
                        <p:par>
                          <p:cTn id="17" fill="hold">
                            <p:stCondLst>
                              <p:cond delay="0"/>
                            </p:stCondLst>
                            <p:childTnLst>
                              <p:par>
                                <p:cTn id="18" presetID="37" presetClass="entr" presetSubtype="0" fill="hold" nodeType="clickEffect">
                                  <p:stCondLst>
                                    <p:cond delay="0"/>
                                  </p:stCondLst>
                                  <p:childTnLst>
                                    <p:set>
                                      <p:cBhvr>
                                        <p:cTn id="19" dur="1" fill="hold">
                                          <p:stCondLst>
                                            <p:cond delay="0"/>
                                          </p:stCondLst>
                                        </p:cTn>
                                        <p:tgtEl>
                                          <p:spTgt spid="10245"/>
                                        </p:tgtEl>
                                        <p:attrNameLst>
                                          <p:attrName>style.visibility</p:attrName>
                                        </p:attrNameLst>
                                      </p:cBhvr>
                                      <p:to>
                                        <p:strVal val="visible"/>
                                      </p:to>
                                    </p:set>
                                    <p:animEffect transition="in" filter="fade">
                                      <p:cBhvr>
                                        <p:cTn id="20" dur="1000"/>
                                        <p:tgtEl>
                                          <p:spTgt spid="10245"/>
                                        </p:tgtEl>
                                      </p:cBhvr>
                                    </p:animEffect>
                                    <p:anim calcmode="lin" valueType="num">
                                      <p:cBhvr>
                                        <p:cTn id="21" dur="1000" fill="hold"/>
                                        <p:tgtEl>
                                          <p:spTgt spid="10245"/>
                                        </p:tgtEl>
                                        <p:attrNameLst>
                                          <p:attrName>ppt_x</p:attrName>
                                        </p:attrNameLst>
                                      </p:cBhvr>
                                      <p:tavLst>
                                        <p:tav tm="0">
                                          <p:val>
                                            <p:strVal val="#ppt_x"/>
                                          </p:val>
                                        </p:tav>
                                        <p:tav tm="100000">
                                          <p:val>
                                            <p:strVal val="#ppt_x"/>
                                          </p:val>
                                        </p:tav>
                                      </p:tavLst>
                                    </p:anim>
                                    <p:anim calcmode="lin" valueType="num">
                                      <p:cBhvr>
                                        <p:cTn id="22" dur="900" decel="100000" fill="hold"/>
                                        <p:tgtEl>
                                          <p:spTgt spid="10245"/>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10245"/>
                                        </p:tgtEl>
                                        <p:attrNameLst>
                                          <p:attrName>ppt_y</p:attrName>
                                        </p:attrNameLst>
                                      </p:cBhvr>
                                      <p:tavLst>
                                        <p:tav tm="0">
                                          <p:val>
                                            <p:strVal val="#ppt_y-.03"/>
                                          </p:val>
                                        </p:tav>
                                        <p:tav tm="100000">
                                          <p:val>
                                            <p:strVal val="#ppt_y"/>
                                          </p:val>
                                        </p:tav>
                                      </p:tavLst>
                                    </p:anim>
                                  </p:childTnLst>
                                </p:cTn>
                              </p:par>
                              <p:par>
                                <p:cTn id="24" presetID="12" presetClass="entr" presetSubtype="4" fill="hold" nodeType="withEffect">
                                  <p:stCondLst>
                                    <p:cond delay="0"/>
                                  </p:stCondLst>
                                  <p:childTnLst>
                                    <p:set>
                                      <p:cBhvr>
                                        <p:cTn id="25" dur="1" fill="hold">
                                          <p:stCondLst>
                                            <p:cond delay="0"/>
                                          </p:stCondLst>
                                        </p:cTn>
                                        <p:tgtEl>
                                          <p:spTgt spid="10246"/>
                                        </p:tgtEl>
                                        <p:attrNameLst>
                                          <p:attrName>style.visibility</p:attrName>
                                        </p:attrNameLst>
                                      </p:cBhvr>
                                      <p:to>
                                        <p:strVal val="visible"/>
                                      </p:to>
                                    </p:set>
                                    <p:anim calcmode="lin" valueType="num">
                                      <p:cBhvr additive="base">
                                        <p:cTn id="26" dur="500"/>
                                        <p:tgtEl>
                                          <p:spTgt spid="10246"/>
                                        </p:tgtEl>
                                        <p:attrNameLst>
                                          <p:attrName>ppt_y</p:attrName>
                                        </p:attrNameLst>
                                      </p:cBhvr>
                                      <p:tavLst>
                                        <p:tav tm="0">
                                          <p:val>
                                            <p:strVal val="#ppt_y+#ppt_h*1.125000"/>
                                          </p:val>
                                        </p:tav>
                                        <p:tav tm="100000">
                                          <p:val>
                                            <p:strVal val="#ppt_y"/>
                                          </p:val>
                                        </p:tav>
                                      </p:tavLst>
                                    </p:anim>
                                    <p:animEffect transition="in" filter="wipe(up)">
                                      <p:cBhvr>
                                        <p:cTn id="27" dur="500"/>
                                        <p:tgtEl>
                                          <p:spTgt spid="102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241"/>
                                        </p:tgtEl>
                                        <p:attrNameLst>
                                          <p:attrName>style.visibility</p:attrName>
                                        </p:attrNameLst>
                                      </p:cBhvr>
                                      <p:to>
                                        <p:strVal val="visible"/>
                                      </p:to>
                                    </p:set>
                                    <p:animEffect transition="in" filter="wipe(up)">
                                      <p:cBhvr>
                                        <p:cTn id="32" dur="500"/>
                                        <p:tgtEl>
                                          <p:spTgt spid="10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 grpId="0" animBg="1"/>
      <p:bldP spid="102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Line 1"/>
          <p:cNvSpPr>
            <a:spLocks noChangeShapeType="1"/>
          </p:cNvSpPr>
          <p:nvPr/>
        </p:nvSpPr>
        <p:spPr bwMode="auto">
          <a:xfrm>
            <a:off x="18376900" y="-3606800"/>
            <a:ext cx="0" cy="5524500"/>
          </a:xfrm>
          <a:prstGeom prst="line">
            <a:avLst/>
          </a:prstGeom>
          <a:noFill/>
          <a:ln w="38100">
            <a:solidFill>
              <a:srgbClr val="FDA531"/>
            </a:solidFill>
            <a:prstDash val="sysDot"/>
            <a:miter lim="800000"/>
          </a:ln>
        </p:spPr>
        <p:txBody>
          <a:bodyPr lIns="0" tIns="0" rIns="0" bIns="0"/>
          <a:lstStyle/>
          <a:p>
            <a:endParaRPr lang="en-US"/>
          </a:p>
        </p:txBody>
      </p:sp>
      <p:grpSp>
        <p:nvGrpSpPr>
          <p:cNvPr id="11266" name="Group 43"/>
          <p:cNvGrpSpPr/>
          <p:nvPr/>
        </p:nvGrpSpPr>
        <p:grpSpPr bwMode="auto">
          <a:xfrm rot="2744935">
            <a:off x="9866312" y="495301"/>
            <a:ext cx="5946775" cy="5575300"/>
            <a:chOff x="0" y="0"/>
            <a:chExt cx="3746" cy="3511"/>
          </a:xfrm>
        </p:grpSpPr>
        <p:sp>
          <p:nvSpPr>
            <p:cNvPr id="12442" name="AutoShape 2"/>
            <p:cNvSpPr/>
            <p:nvPr/>
          </p:nvSpPr>
          <p:spPr bwMode="auto">
            <a:xfrm>
              <a:off x="1284" y="822"/>
              <a:ext cx="1593" cy="1971"/>
            </a:xfrm>
            <a:custGeom>
              <a:avLst/>
              <a:gdLst>
                <a:gd name="T0" fmla="*/ 1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1 w 21600"/>
                <a:gd name="T15" fmla="*/ 0 h 21600"/>
                <a:gd name="T16" fmla="*/ 1 w 21600"/>
                <a:gd name="T17" fmla="*/ 1 h 21600"/>
                <a:gd name="T18" fmla="*/ 1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12443" name="AutoShape 3"/>
            <p:cNvSpPr/>
            <p:nvPr/>
          </p:nvSpPr>
          <p:spPr bwMode="auto">
            <a:xfrm>
              <a:off x="1465" y="912"/>
              <a:ext cx="1240" cy="2599"/>
            </a:xfrm>
            <a:custGeom>
              <a:avLst/>
              <a:gdLst>
                <a:gd name="T0" fmla="*/ 0 w 21600"/>
                <a:gd name="T1" fmla="*/ 0 h 21600"/>
                <a:gd name="T2" fmla="*/ 0 w 21600"/>
                <a:gd name="T3" fmla="*/ 1 h 21600"/>
                <a:gd name="T4" fmla="*/ 0 w 21600"/>
                <a:gd name="T5" fmla="*/ 1 h 21600"/>
                <a:gd name="T6" fmla="*/ 0 w 21600"/>
                <a:gd name="T7" fmla="*/ 1 h 21600"/>
                <a:gd name="T8" fmla="*/ 0 w 21600"/>
                <a:gd name="T9" fmla="*/ 2 h 21600"/>
                <a:gd name="T10" fmla="*/ 0 w 21600"/>
                <a:gd name="T11" fmla="*/ 2 h 21600"/>
                <a:gd name="T12" fmla="*/ 0 w 21600"/>
                <a:gd name="T13" fmla="*/ 3 h 21600"/>
                <a:gd name="T14" fmla="*/ 0 w 21600"/>
                <a:gd name="T15" fmla="*/ 4 h 21600"/>
                <a:gd name="T16" fmla="*/ 0 w 21600"/>
                <a:gd name="T17" fmla="*/ 5 h 21600"/>
                <a:gd name="T18" fmla="*/ 0 w 21600"/>
                <a:gd name="T19" fmla="*/ 4 h 21600"/>
                <a:gd name="T20" fmla="*/ 0 w 21600"/>
                <a:gd name="T21" fmla="*/ 3 h 21600"/>
                <a:gd name="T22" fmla="*/ 0 w 21600"/>
                <a:gd name="T23" fmla="*/ 3 h 21600"/>
                <a:gd name="T24" fmla="*/ 0 w 21600"/>
                <a:gd name="T25" fmla="*/ 4 h 21600"/>
                <a:gd name="T26" fmla="*/ 0 w 21600"/>
                <a:gd name="T27" fmla="*/ 5 h 21600"/>
                <a:gd name="T28" fmla="*/ 0 w 21600"/>
                <a:gd name="T29" fmla="*/ 4 h 21600"/>
                <a:gd name="T30" fmla="*/ 0 w 21600"/>
                <a:gd name="T31" fmla="*/ 3 h 21600"/>
                <a:gd name="T32" fmla="*/ 0 w 21600"/>
                <a:gd name="T33" fmla="*/ 2 h 21600"/>
                <a:gd name="T34" fmla="*/ 0 w 21600"/>
                <a:gd name="T35" fmla="*/ 2 h 21600"/>
                <a:gd name="T36" fmla="*/ 0 w 21600"/>
                <a:gd name="T37" fmla="*/ 1 h 21600"/>
                <a:gd name="T38" fmla="*/ 0 w 21600"/>
                <a:gd name="T39" fmla="*/ 1 h 21600"/>
                <a:gd name="T40" fmla="*/ 0 w 21600"/>
                <a:gd name="T41" fmla="*/ 1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12444" name="AutoShape 4"/>
            <p:cNvSpPr/>
            <p:nvPr/>
          </p:nvSpPr>
          <p:spPr bwMode="auto">
            <a:xfrm>
              <a:off x="2352" y="289"/>
              <a:ext cx="870" cy="1204"/>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12445" name="AutoShape 5"/>
            <p:cNvSpPr/>
            <p:nvPr/>
          </p:nvSpPr>
          <p:spPr bwMode="auto">
            <a:xfrm>
              <a:off x="2461" y="1066"/>
              <a:ext cx="1285" cy="535"/>
            </a:xfrm>
            <a:custGeom>
              <a:avLst/>
              <a:gdLst>
                <a:gd name="T0" fmla="*/ 0 w 21114"/>
                <a:gd name="T1" fmla="*/ 0 h 20825"/>
                <a:gd name="T2" fmla="*/ 0 w 21114"/>
                <a:gd name="T3" fmla="*/ 0 h 20825"/>
                <a:gd name="T4" fmla="*/ 0 w 21114"/>
                <a:gd name="T5" fmla="*/ 0 h 20825"/>
                <a:gd name="T6" fmla="*/ 0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0 w 21114"/>
                <a:gd name="T19" fmla="*/ 0 h 20825"/>
                <a:gd name="T20" fmla="*/ 0 w 21114"/>
                <a:gd name="T21" fmla="*/ 0 h 20825"/>
                <a:gd name="T22" fmla="*/ 0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4"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12446" name="AutoShape 6"/>
            <p:cNvSpPr/>
            <p:nvPr/>
          </p:nvSpPr>
          <p:spPr bwMode="auto">
            <a:xfrm>
              <a:off x="1529" y="0"/>
              <a:ext cx="1095" cy="1609"/>
            </a:xfrm>
            <a:custGeom>
              <a:avLst/>
              <a:gdLst>
                <a:gd name="T0" fmla="*/ 0 w 21600"/>
                <a:gd name="T1" fmla="*/ 0 h 21600"/>
                <a:gd name="T2" fmla="*/ 0 w 21600"/>
                <a:gd name="T3" fmla="*/ 1 h 21600"/>
                <a:gd name="T4" fmla="*/ 0 w 21600"/>
                <a:gd name="T5" fmla="*/ 1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12447" name="AutoShape 7"/>
            <p:cNvSpPr/>
            <p:nvPr/>
          </p:nvSpPr>
          <p:spPr bwMode="auto">
            <a:xfrm>
              <a:off x="1637" y="352"/>
              <a:ext cx="887" cy="75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12448" name="AutoShape 8"/>
            <p:cNvSpPr/>
            <p:nvPr/>
          </p:nvSpPr>
          <p:spPr bwMode="auto">
            <a:xfrm>
              <a:off x="2633" y="325"/>
              <a:ext cx="46" cy="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12449" name="AutoShape 9"/>
            <p:cNvSpPr/>
            <p:nvPr/>
          </p:nvSpPr>
          <p:spPr bwMode="auto">
            <a:xfrm>
              <a:off x="3085" y="696"/>
              <a:ext cx="45"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12450" name="AutoShape 10"/>
            <p:cNvSpPr/>
            <p:nvPr/>
          </p:nvSpPr>
          <p:spPr bwMode="auto">
            <a:xfrm>
              <a:off x="2940" y="433"/>
              <a:ext cx="69"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12451" name="AutoShape 11"/>
            <p:cNvSpPr/>
            <p:nvPr/>
          </p:nvSpPr>
          <p:spPr bwMode="auto">
            <a:xfrm>
              <a:off x="2895" y="388"/>
              <a:ext cx="81" cy="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12452" name="AutoShape 12"/>
            <p:cNvSpPr/>
            <p:nvPr/>
          </p:nvSpPr>
          <p:spPr bwMode="auto">
            <a:xfrm>
              <a:off x="3058" y="596"/>
              <a:ext cx="86" cy="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12453" name="AutoShape 13"/>
            <p:cNvSpPr/>
            <p:nvPr/>
          </p:nvSpPr>
          <p:spPr bwMode="auto">
            <a:xfrm>
              <a:off x="2877" y="1138"/>
              <a:ext cx="41" cy="4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12454" name="AutoShape 14"/>
            <p:cNvSpPr/>
            <p:nvPr/>
          </p:nvSpPr>
          <p:spPr bwMode="auto">
            <a:xfrm>
              <a:off x="2696" y="325"/>
              <a:ext cx="38"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12455" name="AutoShape 15"/>
            <p:cNvSpPr/>
            <p:nvPr/>
          </p:nvSpPr>
          <p:spPr bwMode="auto">
            <a:xfrm>
              <a:off x="2977" y="1039"/>
              <a:ext cx="29" cy="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12456" name="AutoShape 16"/>
            <p:cNvSpPr/>
            <p:nvPr/>
          </p:nvSpPr>
          <p:spPr bwMode="auto">
            <a:xfrm>
              <a:off x="2759" y="352"/>
              <a:ext cx="49"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12457" name="AutoShape 17"/>
            <p:cNvSpPr/>
            <p:nvPr/>
          </p:nvSpPr>
          <p:spPr bwMode="auto">
            <a:xfrm>
              <a:off x="3013" y="976"/>
              <a:ext cx="30" cy="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12458" name="AutoShape 18"/>
            <p:cNvSpPr/>
            <p:nvPr/>
          </p:nvSpPr>
          <p:spPr bwMode="auto">
            <a:xfrm>
              <a:off x="2931" y="1084"/>
              <a:ext cx="54" cy="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12459" name="AutoShape 19"/>
            <p:cNvSpPr/>
            <p:nvPr/>
          </p:nvSpPr>
          <p:spPr bwMode="auto">
            <a:xfrm>
              <a:off x="3076" y="831"/>
              <a:ext cx="56"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12460" name="AutoShape 20"/>
            <p:cNvSpPr/>
            <p:nvPr/>
          </p:nvSpPr>
          <p:spPr bwMode="auto">
            <a:xfrm>
              <a:off x="2823" y="352"/>
              <a:ext cx="98" cy="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12461" name="AutoShape 21"/>
            <p:cNvSpPr/>
            <p:nvPr/>
          </p:nvSpPr>
          <p:spPr bwMode="auto">
            <a:xfrm>
              <a:off x="3049" y="912"/>
              <a:ext cx="33" cy="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12462" name="AutoShape 22"/>
            <p:cNvSpPr/>
            <p:nvPr/>
          </p:nvSpPr>
          <p:spPr bwMode="auto">
            <a:xfrm>
              <a:off x="3085" y="768"/>
              <a:ext cx="65"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12463" name="AutoShape 23"/>
            <p:cNvSpPr/>
            <p:nvPr/>
          </p:nvSpPr>
          <p:spPr bwMode="auto">
            <a:xfrm>
              <a:off x="3076" y="623"/>
              <a:ext cx="94"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12464" name="AutoShape 24"/>
            <p:cNvSpPr/>
            <p:nvPr/>
          </p:nvSpPr>
          <p:spPr bwMode="auto">
            <a:xfrm>
              <a:off x="2986" y="461"/>
              <a:ext cx="115"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12465" name="AutoShape 25"/>
            <p:cNvSpPr/>
            <p:nvPr/>
          </p:nvSpPr>
          <p:spPr bwMode="auto">
            <a:xfrm>
              <a:off x="3022" y="515"/>
              <a:ext cx="95"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12466" name="AutoShape 26"/>
            <p:cNvSpPr/>
            <p:nvPr/>
          </p:nvSpPr>
          <p:spPr bwMode="auto">
            <a:xfrm>
              <a:off x="1963" y="406"/>
              <a:ext cx="522" cy="602"/>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sp>
          <p:nvSpPr>
            <p:cNvPr id="12467" name="AutoShape 27"/>
            <p:cNvSpPr/>
            <p:nvPr/>
          </p:nvSpPr>
          <p:spPr bwMode="auto">
            <a:xfrm>
              <a:off x="1565" y="2901"/>
              <a:ext cx="368" cy="15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12468" name="AutoShape 28"/>
            <p:cNvSpPr/>
            <p:nvPr/>
          </p:nvSpPr>
          <p:spPr bwMode="auto">
            <a:xfrm>
              <a:off x="2253" y="2901"/>
              <a:ext cx="367" cy="15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12469" name="AutoShape 29"/>
            <p:cNvSpPr/>
            <p:nvPr/>
          </p:nvSpPr>
          <p:spPr bwMode="auto">
            <a:xfrm>
              <a:off x="1592" y="2404"/>
              <a:ext cx="391" cy="135"/>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12470" name="AutoShape 30"/>
            <p:cNvSpPr/>
            <p:nvPr/>
          </p:nvSpPr>
          <p:spPr bwMode="auto">
            <a:xfrm>
              <a:off x="2180" y="2404"/>
              <a:ext cx="380" cy="125"/>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12471" name="AutoShape 31"/>
            <p:cNvSpPr/>
            <p:nvPr/>
          </p:nvSpPr>
          <p:spPr bwMode="auto">
            <a:xfrm>
              <a:off x="1637" y="1862"/>
              <a:ext cx="860" cy="5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12472" name="AutoShape 32"/>
            <p:cNvSpPr/>
            <p:nvPr/>
          </p:nvSpPr>
          <p:spPr bwMode="auto">
            <a:xfrm>
              <a:off x="1637" y="1934"/>
              <a:ext cx="860" cy="5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12473" name="AutoShape 33"/>
            <p:cNvSpPr/>
            <p:nvPr/>
          </p:nvSpPr>
          <p:spPr bwMode="auto">
            <a:xfrm>
              <a:off x="1800" y="2142"/>
              <a:ext cx="109" cy="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12474" name="AutoShape 34"/>
            <p:cNvSpPr/>
            <p:nvPr/>
          </p:nvSpPr>
          <p:spPr bwMode="auto">
            <a:xfrm>
              <a:off x="1945" y="2142"/>
              <a:ext cx="103"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12475" name="AutoShape 35"/>
            <p:cNvSpPr/>
            <p:nvPr/>
          </p:nvSpPr>
          <p:spPr bwMode="auto">
            <a:xfrm>
              <a:off x="2081" y="2142"/>
              <a:ext cx="103"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12476" name="AutoShape 36"/>
            <p:cNvSpPr/>
            <p:nvPr/>
          </p:nvSpPr>
          <p:spPr bwMode="auto">
            <a:xfrm>
              <a:off x="2225" y="2142"/>
              <a:ext cx="109" cy="10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12477" name="AutoShape 37"/>
            <p:cNvSpPr/>
            <p:nvPr/>
          </p:nvSpPr>
          <p:spPr bwMode="auto">
            <a:xfrm>
              <a:off x="1800" y="2305"/>
              <a:ext cx="516"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12478" name="AutoShape 38"/>
            <p:cNvSpPr/>
            <p:nvPr/>
          </p:nvSpPr>
          <p:spPr bwMode="auto">
            <a:xfrm>
              <a:off x="1836" y="2386"/>
              <a:ext cx="444"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12479" name="Group 41"/>
            <p:cNvGrpSpPr/>
            <p:nvPr/>
          </p:nvGrpSpPr>
          <p:grpSpPr bwMode="auto">
            <a:xfrm rot="12873250" flipH="1">
              <a:off x="316" y="424"/>
              <a:ext cx="1630" cy="1623"/>
              <a:chOff x="0" y="0"/>
              <a:chExt cx="1630" cy="1622"/>
            </a:xfrm>
          </p:grpSpPr>
          <p:sp>
            <p:nvSpPr>
              <p:cNvPr id="12481" name="AutoShape 39"/>
              <p:cNvSpPr/>
              <p:nvPr/>
            </p:nvSpPr>
            <p:spPr bwMode="auto">
              <a:xfrm rot="2744935">
                <a:off x="344" y="132"/>
                <a:ext cx="942" cy="1358"/>
              </a:xfrm>
              <a:custGeom>
                <a:avLst/>
                <a:gdLst>
                  <a:gd name="T0" fmla="*/ 0 w 19330"/>
                  <a:gd name="T1" fmla="*/ 0 h 20287"/>
                  <a:gd name="T2" fmla="*/ 0 w 19330"/>
                  <a:gd name="T3" fmla="*/ 0 h 20287"/>
                  <a:gd name="T4" fmla="*/ 0 w 19330"/>
                  <a:gd name="T5" fmla="*/ 0 h 20287"/>
                  <a:gd name="T6" fmla="*/ 0 w 19330"/>
                  <a:gd name="T7" fmla="*/ 0 h 20287"/>
                  <a:gd name="T8" fmla="*/ 0 w 19330"/>
                  <a:gd name="T9" fmla="*/ 0 h 20287"/>
                  <a:gd name="T10" fmla="*/ 0 w 19330"/>
                  <a:gd name="T11" fmla="*/ 0 h 20287"/>
                  <a:gd name="T12" fmla="*/ 0 w 19330"/>
                  <a:gd name="T13" fmla="*/ 0 h 20287"/>
                  <a:gd name="T14" fmla="*/ 0 w 19330"/>
                  <a:gd name="T15" fmla="*/ 0 h 20287"/>
                  <a:gd name="T16" fmla="*/ 0 w 19330"/>
                  <a:gd name="T17" fmla="*/ 0 h 20287"/>
                  <a:gd name="T18" fmla="*/ 0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7"/>
                    </a:cubicBezTo>
                    <a:cubicBezTo>
                      <a:pt x="2635"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12482" name="AutoShape 40"/>
              <p:cNvSpPr/>
              <p:nvPr/>
            </p:nvSpPr>
            <p:spPr bwMode="auto">
              <a:xfrm rot="2744935">
                <a:off x="756" y="464"/>
                <a:ext cx="124" cy="126"/>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2"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sp>
          <p:nvSpPr>
            <p:cNvPr id="12480" name="AutoShape 42"/>
            <p:cNvSpPr/>
            <p:nvPr/>
          </p:nvSpPr>
          <p:spPr bwMode="auto">
            <a:xfrm>
              <a:off x="2678" y="1410"/>
              <a:ext cx="130" cy="114"/>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grpSp>
      <p:sp>
        <p:nvSpPr>
          <p:cNvPr id="11267" name="Freeform 44"/>
          <p:cNvSpPr/>
          <p:nvPr/>
        </p:nvSpPr>
        <p:spPr bwMode="auto">
          <a:xfrm>
            <a:off x="14027150" y="2925763"/>
            <a:ext cx="6165850" cy="7194550"/>
          </a:xfrm>
          <a:custGeom>
            <a:avLst/>
            <a:gdLst>
              <a:gd name="T0" fmla="*/ 2147483647 w 17137"/>
              <a:gd name="T1" fmla="*/ 2147483647 h 21600"/>
              <a:gd name="T2" fmla="*/ 2147483647 w 17137"/>
              <a:gd name="T3" fmla="*/ 2147483647 h 21600"/>
              <a:gd name="T4" fmla="*/ 2147483647 w 17137"/>
              <a:gd name="T5" fmla="*/ 2147483647 h 21600"/>
              <a:gd name="T6" fmla="*/ 2147483647 w 17137"/>
              <a:gd name="T7" fmla="*/ 2147483647 h 21600"/>
              <a:gd name="T8" fmla="*/ 2147483647 w 17137"/>
              <a:gd name="T9" fmla="*/ 2147483647 h 21600"/>
              <a:gd name="T10" fmla="*/ 2147483647 w 17137"/>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137" h="21600">
                <a:moveTo>
                  <a:pt x="2766" y="21600"/>
                </a:moveTo>
                <a:cubicBezTo>
                  <a:pt x="2766" y="21600"/>
                  <a:pt x="-4219" y="5964"/>
                  <a:pt x="4010" y="4240"/>
                </a:cubicBezTo>
                <a:cubicBezTo>
                  <a:pt x="7703" y="3466"/>
                  <a:pt x="9762" y="6156"/>
                  <a:pt x="12472" y="6443"/>
                </a:cubicBezTo>
                <a:cubicBezTo>
                  <a:pt x="15181" y="6730"/>
                  <a:pt x="16296" y="5628"/>
                  <a:pt x="16838" y="4751"/>
                </a:cubicBezTo>
                <a:cubicBezTo>
                  <a:pt x="17381" y="3873"/>
                  <a:pt x="17365" y="1446"/>
                  <a:pt x="15220" y="723"/>
                </a:cubicBezTo>
                <a:cubicBezTo>
                  <a:pt x="13074" y="0"/>
                  <a:pt x="13074" y="0"/>
                  <a:pt x="13074" y="0"/>
                </a:cubicBezTo>
              </a:path>
            </a:pathLst>
          </a:custGeom>
          <a:noFill/>
          <a:ln w="38100" cap="flat">
            <a:solidFill>
              <a:srgbClr val="FFFFFF"/>
            </a:solidFill>
            <a:prstDash val="solid"/>
            <a:miter lim="800000"/>
            <a:headEnd type="none" w="med" len="med"/>
            <a:tailEnd type="none" w="med" len="med"/>
          </a:ln>
        </p:spPr>
        <p:txBody>
          <a:bodyPr lIns="0" tIns="0" rIns="0" bIns="0"/>
          <a:lstStyle/>
          <a:p>
            <a:endParaRPr lang="en-US"/>
          </a:p>
        </p:txBody>
      </p:sp>
      <p:grpSp>
        <p:nvGrpSpPr>
          <p:cNvPr id="12437" name="Group 48"/>
          <p:cNvGrpSpPr/>
          <p:nvPr/>
        </p:nvGrpSpPr>
        <p:grpSpPr bwMode="auto">
          <a:xfrm>
            <a:off x="17170400" y="1079500"/>
            <a:ext cx="2743200" cy="2743200"/>
            <a:chOff x="0" y="0"/>
            <a:chExt cx="1728" cy="1728"/>
          </a:xfrm>
        </p:grpSpPr>
        <p:sp>
          <p:nvSpPr>
            <p:cNvPr id="12439" name="Oval 45"/>
            <p:cNvSpPr/>
            <p:nvPr/>
          </p:nvSpPr>
          <p:spPr bwMode="auto">
            <a:xfrm>
              <a:off x="0" y="0"/>
              <a:ext cx="1728" cy="1728"/>
            </a:xfrm>
            <a:prstGeom prst="ellipse">
              <a:avLst/>
            </a:prstGeom>
            <a:solidFill>
              <a:srgbClr val="FFFFFF"/>
            </a:solidFill>
            <a:ln w="25400">
              <a:solidFill>
                <a:schemeClr val="tx1">
                  <a:alpha val="0"/>
                </a:schemeClr>
              </a:solidFill>
              <a:miter lim="800000"/>
            </a:ln>
          </p:spPr>
          <p:txBody>
            <a:bodyPr lIns="0" tIns="0" rIns="0" bIns="0"/>
            <a:lstStyle/>
            <a:p>
              <a:endParaRPr lang="en-US"/>
            </a:p>
          </p:txBody>
        </p:sp>
        <p:sp>
          <p:nvSpPr>
            <p:cNvPr id="12441" name="Oval 47"/>
            <p:cNvSpPr/>
            <p:nvPr/>
          </p:nvSpPr>
          <p:spPr bwMode="auto">
            <a:xfrm>
              <a:off x="1200" y="0"/>
              <a:ext cx="528" cy="527"/>
            </a:xfrm>
            <a:prstGeom prst="ellipse">
              <a:avLst/>
            </a:prstGeom>
            <a:solidFill>
              <a:srgbClr val="EC1F3A"/>
            </a:solidFill>
            <a:ln w="25400">
              <a:solidFill>
                <a:schemeClr val="tx1">
                  <a:alpha val="0"/>
                </a:schemeClr>
              </a:solidFill>
              <a:miter lim="800000"/>
            </a:ln>
          </p:spPr>
          <p:txBody>
            <a:bodyPr lIns="0" tIns="0" rIns="0" bIns="0"/>
            <a:lstStyle/>
            <a:p>
              <a:endParaRPr lang="en-US"/>
            </a:p>
          </p:txBody>
        </p:sp>
      </p:grpSp>
      <p:grpSp>
        <p:nvGrpSpPr>
          <p:cNvPr id="11269" name="Group 1"/>
          <p:cNvGrpSpPr/>
          <p:nvPr/>
        </p:nvGrpSpPr>
        <p:grpSpPr bwMode="auto">
          <a:xfrm>
            <a:off x="3759200" y="786368"/>
            <a:ext cx="7121525" cy="2299732"/>
            <a:chOff x="3759200" y="786368"/>
            <a:chExt cx="7121525" cy="2299732"/>
          </a:xfrm>
        </p:grpSpPr>
        <p:sp>
          <p:nvSpPr>
            <p:cNvPr id="12435" name="Rectangle 50"/>
            <p:cNvSpPr/>
            <p:nvPr/>
          </p:nvSpPr>
          <p:spPr bwMode="auto">
            <a:xfrm>
              <a:off x="7187405" y="786368"/>
              <a:ext cx="3693320" cy="738664"/>
            </a:xfrm>
            <a:prstGeom prst="rect">
              <a:avLst/>
            </a:prstGeom>
            <a:noFill/>
            <a:ln>
              <a:noFill/>
            </a:ln>
          </p:spPr>
          <p:txBody>
            <a:bodyPr wrap="none" lIns="0" tIns="0" rIns="0" bIns="0" anchor="ctr">
              <a:spAutoFit/>
            </a:bodyPr>
            <a:lstStyle/>
            <a:p>
              <a:pPr algn="r"/>
              <a:r>
                <a:rPr lang="zh-CN" altLang="en-US" sz="4800" dirty="0">
                  <a:solidFill>
                    <a:srgbClr val="FFFFFF"/>
                  </a:solidFill>
                  <a:latin typeface="+mn-ea"/>
                  <a:ea typeface="+mn-ea"/>
                  <a:cs typeface="MS PGothic" panose="020B0600070205080204" charset="-128"/>
                  <a:sym typeface="Diavlo Black Regular" charset="0"/>
                </a:rPr>
                <a:t>企业解决方案</a:t>
              </a:r>
              <a:endParaRPr lang="en-US" sz="4800" dirty="0">
                <a:solidFill>
                  <a:srgbClr val="FFFFFF"/>
                </a:solidFill>
                <a:latin typeface="+mn-ea"/>
                <a:ea typeface="+mn-ea"/>
                <a:cs typeface="MS PGothic" panose="020B0600070205080204" charset="-128"/>
                <a:sym typeface="Diavlo Black Regular" charset="0"/>
              </a:endParaRPr>
            </a:p>
          </p:txBody>
        </p:sp>
        <p:sp>
          <p:nvSpPr>
            <p:cNvPr id="12436" name="Rectangle 51"/>
            <p:cNvSpPr/>
            <p:nvPr/>
          </p:nvSpPr>
          <p:spPr bwMode="auto">
            <a:xfrm>
              <a:off x="3759200" y="1752600"/>
              <a:ext cx="7099300" cy="1333500"/>
            </a:xfrm>
            <a:prstGeom prst="rect">
              <a:avLst/>
            </a:prstGeom>
            <a:noFill/>
            <a:ln>
              <a:noFill/>
            </a:ln>
          </p:spPr>
          <p:txBody>
            <a:bodyPr lIns="0" tIns="0" rIns="0" bIns="0" anchor="ctr"/>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9AA7A8"/>
                </a:solidFill>
                <a:latin typeface="+mn-ea"/>
                <a:ea typeface="+mn-ea"/>
                <a:cs typeface="MS PGothic" panose="020B0600070205080204" charset="-128"/>
                <a:sym typeface="Open Sans" charset="0"/>
              </a:endParaRPr>
            </a:p>
          </p:txBody>
        </p:sp>
      </p:grpSp>
      <p:sp>
        <p:nvSpPr>
          <p:cNvPr id="11270" name="Line 52"/>
          <p:cNvSpPr>
            <a:spLocks noChangeShapeType="1"/>
          </p:cNvSpPr>
          <p:nvPr/>
        </p:nvSpPr>
        <p:spPr bwMode="auto">
          <a:xfrm flipH="1">
            <a:off x="6994525" y="7367588"/>
            <a:ext cx="7772400" cy="0"/>
          </a:xfrm>
          <a:prstGeom prst="line">
            <a:avLst/>
          </a:prstGeom>
          <a:noFill/>
          <a:ln w="38100">
            <a:solidFill>
              <a:srgbClr val="FDA531"/>
            </a:solidFill>
            <a:prstDash val="sysDot"/>
            <a:miter lim="800000"/>
          </a:ln>
        </p:spPr>
        <p:txBody>
          <a:bodyPr lIns="0" tIns="0" rIns="0" bIns="0"/>
          <a:lstStyle/>
          <a:p>
            <a:endParaRPr lang="en-US"/>
          </a:p>
        </p:txBody>
      </p:sp>
      <p:grpSp>
        <p:nvGrpSpPr>
          <p:cNvPr id="11271" name="Group 3"/>
          <p:cNvGrpSpPr/>
          <p:nvPr/>
        </p:nvGrpSpPr>
        <p:grpSpPr bwMode="auto">
          <a:xfrm>
            <a:off x="12979400" y="5905500"/>
            <a:ext cx="10388600" cy="2819400"/>
            <a:chOff x="12979400" y="5905500"/>
            <a:chExt cx="10388600" cy="2819400"/>
          </a:xfrm>
        </p:grpSpPr>
        <p:sp>
          <p:nvSpPr>
            <p:cNvPr id="12427" name="Oval 53"/>
            <p:cNvSpPr/>
            <p:nvPr/>
          </p:nvSpPr>
          <p:spPr bwMode="auto">
            <a:xfrm>
              <a:off x="12979400" y="5981700"/>
              <a:ext cx="2743200" cy="2743200"/>
            </a:xfrm>
            <a:prstGeom prst="ellipse">
              <a:avLst/>
            </a:prstGeom>
            <a:solidFill>
              <a:srgbClr val="DE342E"/>
            </a:solidFill>
            <a:ln w="88900">
              <a:solidFill>
                <a:srgbClr val="FFFFFF"/>
              </a:solidFill>
              <a:miter lim="800000"/>
            </a:ln>
          </p:spPr>
          <p:txBody>
            <a:bodyPr lIns="0" tIns="0" rIns="0" bIns="0"/>
            <a:lstStyle/>
            <a:p>
              <a:endParaRPr lang="en-US">
                <a:latin typeface="+mn-ea"/>
                <a:ea typeface="+mn-ea"/>
              </a:endParaRPr>
            </a:p>
          </p:txBody>
        </p:sp>
        <p:grpSp>
          <p:nvGrpSpPr>
            <p:cNvPr id="12428" name="Group 57"/>
            <p:cNvGrpSpPr/>
            <p:nvPr/>
          </p:nvGrpSpPr>
          <p:grpSpPr bwMode="auto">
            <a:xfrm>
              <a:off x="13703300" y="6718300"/>
              <a:ext cx="1317625" cy="1282700"/>
              <a:chOff x="0" y="0"/>
              <a:chExt cx="830" cy="808"/>
            </a:xfrm>
          </p:grpSpPr>
          <p:sp>
            <p:nvSpPr>
              <p:cNvPr id="12432" name="AutoShape 54"/>
              <p:cNvSpPr/>
              <p:nvPr/>
            </p:nvSpPr>
            <p:spPr bwMode="auto">
              <a:xfrm>
                <a:off x="136" y="144"/>
                <a:ext cx="639" cy="591"/>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2" y="4419"/>
                    </a:moveTo>
                    <a:cubicBezTo>
                      <a:pt x="16731" y="3831"/>
                      <a:pt x="16036" y="3582"/>
                      <a:pt x="15399" y="3807"/>
                    </a:cubicBezTo>
                    <a:cubicBezTo>
                      <a:pt x="13495" y="4472"/>
                      <a:pt x="9660" y="5826"/>
                      <a:pt x="9117" y="6097"/>
                    </a:cubicBezTo>
                    <a:cubicBezTo>
                      <a:pt x="8950" y="6182"/>
                      <a:pt x="8796" y="6280"/>
                      <a:pt x="8657" y="6390"/>
                    </a:cubicBezTo>
                    <a:cubicBezTo>
                      <a:pt x="8282" y="6685"/>
                      <a:pt x="8029" y="7053"/>
                      <a:pt x="7958" y="7398"/>
                    </a:cubicBezTo>
                    <a:lnTo>
                      <a:pt x="7956" y="7400"/>
                    </a:lnTo>
                    <a:lnTo>
                      <a:pt x="7953" y="7397"/>
                    </a:lnTo>
                    <a:cubicBezTo>
                      <a:pt x="7935" y="7375"/>
                      <a:pt x="2207" y="415"/>
                      <a:pt x="2199" y="403"/>
                    </a:cubicBezTo>
                    <a:cubicBezTo>
                      <a:pt x="1739" y="-154"/>
                      <a:pt x="1088" y="-78"/>
                      <a:pt x="613" y="295"/>
                    </a:cubicBezTo>
                    <a:cubicBezTo>
                      <a:pt x="74" y="718"/>
                      <a:pt x="-236" y="1522"/>
                      <a:pt x="223" y="2204"/>
                    </a:cubicBezTo>
                    <a:lnTo>
                      <a:pt x="8338" y="14398"/>
                    </a:lnTo>
                    <a:cubicBezTo>
                      <a:pt x="8434" y="14543"/>
                      <a:pt x="8417" y="14740"/>
                      <a:pt x="8298" y="14866"/>
                    </a:cubicBezTo>
                    <a:lnTo>
                      <a:pt x="8292" y="14870"/>
                    </a:lnTo>
                    <a:cubicBezTo>
                      <a:pt x="8284" y="14882"/>
                      <a:pt x="8269" y="14893"/>
                      <a:pt x="8259" y="14902"/>
                    </a:cubicBezTo>
                    <a:lnTo>
                      <a:pt x="8250" y="14908"/>
                    </a:lnTo>
                    <a:cubicBezTo>
                      <a:pt x="7864" y="15193"/>
                      <a:pt x="7004" y="15850"/>
                      <a:pt x="5304" y="15197"/>
                    </a:cubicBezTo>
                    <a:cubicBezTo>
                      <a:pt x="5079" y="15112"/>
                      <a:pt x="4874" y="15034"/>
                      <a:pt x="4686" y="14962"/>
                    </a:cubicBezTo>
                    <a:cubicBezTo>
                      <a:pt x="4098" y="14739"/>
                      <a:pt x="3584" y="14849"/>
                      <a:pt x="3220" y="15135"/>
                    </a:cubicBezTo>
                    <a:cubicBezTo>
                      <a:pt x="2582" y="15637"/>
                      <a:pt x="2407" y="16688"/>
                      <a:pt x="3142" y="17475"/>
                    </a:cubicBezTo>
                    <a:cubicBezTo>
                      <a:pt x="4212" y="18623"/>
                      <a:pt x="7554" y="20631"/>
                      <a:pt x="12047" y="21446"/>
                    </a:cubicBezTo>
                    <a:lnTo>
                      <a:pt x="21364" y="14126"/>
                    </a:lnTo>
                    <a:lnTo>
                      <a:pt x="21154" y="11659"/>
                    </a:lnTo>
                    <a:cubicBezTo>
                      <a:pt x="21082" y="10783"/>
                      <a:pt x="20795" y="9944"/>
                      <a:pt x="20319" y="9229"/>
                    </a:cubicBezTo>
                    <a:cubicBezTo>
                      <a:pt x="20319" y="9229"/>
                      <a:pt x="17122" y="4419"/>
                      <a:pt x="17122" y="4419"/>
                    </a:cubicBezTo>
                    <a:close/>
                    <a:moveTo>
                      <a:pt x="17122" y="4419"/>
                    </a:moveTo>
                  </a:path>
                </a:pathLst>
              </a:custGeom>
              <a:solidFill>
                <a:srgbClr val="FFFFFF"/>
              </a:solidFill>
              <a:ln>
                <a:noFill/>
              </a:ln>
            </p:spPr>
            <p:txBody>
              <a:bodyPr lIns="0" tIns="0" rIns="0" bIns="0"/>
              <a:lstStyle/>
              <a:p>
                <a:endParaRPr lang="en-US">
                  <a:latin typeface="+mn-ea"/>
                  <a:ea typeface="+mn-ea"/>
                </a:endParaRPr>
              </a:p>
            </p:txBody>
          </p:sp>
          <p:sp>
            <p:nvSpPr>
              <p:cNvPr id="12433" name="AutoShape 55"/>
              <p:cNvSpPr/>
              <p:nvPr/>
            </p:nvSpPr>
            <p:spPr bwMode="auto">
              <a:xfrm>
                <a:off x="520" y="560"/>
                <a:ext cx="310" cy="248"/>
              </a:xfrm>
              <a:custGeom>
                <a:avLst/>
                <a:gdLst>
                  <a:gd name="T0" fmla="*/ 0 w 21410"/>
                  <a:gd name="T1" fmla="*/ 0 h 21364"/>
                  <a:gd name="T2" fmla="*/ 0 w 21410"/>
                  <a:gd name="T3" fmla="*/ 0 h 21364"/>
                  <a:gd name="T4" fmla="*/ 0 w 21410"/>
                  <a:gd name="T5" fmla="*/ 0 h 21364"/>
                  <a:gd name="T6" fmla="*/ 0 w 21410"/>
                  <a:gd name="T7" fmla="*/ 0 h 21364"/>
                  <a:gd name="T8" fmla="*/ 0 w 21410"/>
                  <a:gd name="T9" fmla="*/ 0 h 21364"/>
                  <a:gd name="T10" fmla="*/ 0 w 21410"/>
                  <a:gd name="T11" fmla="*/ 0 h 21364"/>
                  <a:gd name="T12" fmla="*/ 0 w 21410"/>
                  <a:gd name="T13" fmla="*/ 0 h 21364"/>
                  <a:gd name="T14" fmla="*/ 0 w 21410"/>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0" h="21364">
                    <a:moveTo>
                      <a:pt x="1900" y="20635"/>
                    </a:moveTo>
                    <a:cubicBezTo>
                      <a:pt x="2356" y="21423"/>
                      <a:pt x="3246" y="21600"/>
                      <a:pt x="3876" y="21030"/>
                    </a:cubicBezTo>
                    <a:lnTo>
                      <a:pt x="20826" y="5740"/>
                    </a:lnTo>
                    <a:cubicBezTo>
                      <a:pt x="21457" y="5171"/>
                      <a:pt x="21600" y="4062"/>
                      <a:pt x="21143" y="3276"/>
                    </a:cubicBezTo>
                    <a:lnTo>
                      <a:pt x="19244" y="0"/>
                    </a:lnTo>
                    <a:lnTo>
                      <a:pt x="0" y="17361"/>
                    </a:lnTo>
                    <a:cubicBezTo>
                      <a:pt x="0" y="17361"/>
                      <a:pt x="1900" y="20635"/>
                      <a:pt x="1900" y="20635"/>
                    </a:cubicBezTo>
                    <a:close/>
                    <a:moveTo>
                      <a:pt x="1900" y="20635"/>
                    </a:moveTo>
                  </a:path>
                </a:pathLst>
              </a:custGeom>
              <a:solidFill>
                <a:srgbClr val="FFFFFF"/>
              </a:solidFill>
              <a:ln>
                <a:noFill/>
              </a:ln>
            </p:spPr>
            <p:txBody>
              <a:bodyPr lIns="0" tIns="0" rIns="0" bIns="0"/>
              <a:lstStyle/>
              <a:p>
                <a:endParaRPr lang="en-US">
                  <a:latin typeface="+mn-ea"/>
                  <a:ea typeface="+mn-ea"/>
                </a:endParaRPr>
              </a:p>
            </p:txBody>
          </p:sp>
          <p:sp>
            <p:nvSpPr>
              <p:cNvPr id="12434" name="AutoShape 56"/>
              <p:cNvSpPr/>
              <p:nvPr/>
            </p:nvSpPr>
            <p:spPr bwMode="auto">
              <a:xfrm>
                <a:off x="0" y="0"/>
                <a:ext cx="344" cy="344"/>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1" y="19418"/>
                    </a:moveTo>
                    <a:lnTo>
                      <a:pt x="7073" y="12476"/>
                    </a:lnTo>
                    <a:cubicBezTo>
                      <a:pt x="6491" y="11675"/>
                      <a:pt x="6252" y="10706"/>
                      <a:pt x="6402" y="9745"/>
                    </a:cubicBezTo>
                    <a:cubicBezTo>
                      <a:pt x="6574" y="8683"/>
                      <a:pt x="7205" y="7693"/>
                      <a:pt x="8138" y="7021"/>
                    </a:cubicBezTo>
                    <a:cubicBezTo>
                      <a:pt x="8867" y="6496"/>
                      <a:pt x="9729" y="6215"/>
                      <a:pt x="10562" y="6221"/>
                    </a:cubicBezTo>
                    <a:cubicBezTo>
                      <a:pt x="11571" y="6232"/>
                      <a:pt x="12512" y="6668"/>
                      <a:pt x="13203" y="7440"/>
                    </a:cubicBezTo>
                    <a:cubicBezTo>
                      <a:pt x="13217" y="7459"/>
                      <a:pt x="16224" y="10807"/>
                      <a:pt x="18916" y="13802"/>
                    </a:cubicBezTo>
                    <a:cubicBezTo>
                      <a:pt x="20277" y="10713"/>
                      <a:pt x="20012" y="7002"/>
                      <a:pt x="17882" y="4071"/>
                    </a:cubicBezTo>
                    <a:cubicBezTo>
                      <a:pt x="14683" y="-331"/>
                      <a:pt x="8510" y="-1316"/>
                      <a:pt x="4088" y="1868"/>
                    </a:cubicBezTo>
                    <a:cubicBezTo>
                      <a:pt x="-332" y="5052"/>
                      <a:pt x="-1323" y="11198"/>
                      <a:pt x="1875" y="15599"/>
                    </a:cubicBezTo>
                    <a:cubicBezTo>
                      <a:pt x="4269" y="18903"/>
                      <a:pt x="8350" y="20284"/>
                      <a:pt x="12111" y="19418"/>
                    </a:cubicBezTo>
                    <a:cubicBezTo>
                      <a:pt x="12111" y="19418"/>
                      <a:pt x="12111" y="19418"/>
                      <a:pt x="12111" y="19418"/>
                    </a:cubicBezTo>
                    <a:close/>
                    <a:moveTo>
                      <a:pt x="12111" y="19418"/>
                    </a:moveTo>
                  </a:path>
                </a:pathLst>
              </a:custGeom>
              <a:solidFill>
                <a:srgbClr val="FFFFFF"/>
              </a:solidFill>
              <a:ln>
                <a:noFill/>
              </a:ln>
            </p:spPr>
            <p:txBody>
              <a:bodyPr lIns="0" tIns="0" rIns="0" bIns="0"/>
              <a:lstStyle/>
              <a:p>
                <a:endParaRPr lang="en-US">
                  <a:latin typeface="+mn-ea"/>
                  <a:ea typeface="+mn-ea"/>
                </a:endParaRPr>
              </a:p>
            </p:txBody>
          </p:sp>
        </p:grpSp>
        <p:sp>
          <p:nvSpPr>
            <p:cNvPr id="12429" name="Rectangle 58"/>
            <p:cNvSpPr/>
            <p:nvPr/>
          </p:nvSpPr>
          <p:spPr bwMode="auto">
            <a:xfrm>
              <a:off x="16052800" y="5905500"/>
              <a:ext cx="6591300" cy="812800"/>
            </a:xfrm>
            <a:prstGeom prst="rect">
              <a:avLst/>
            </a:prstGeom>
            <a:noFill/>
            <a:ln>
              <a:noFill/>
            </a:ln>
          </p:spPr>
          <p:txBody>
            <a:bodyPr lIns="0" tIns="0" rIns="0" bIns="0" anchor="ctr"/>
            <a:lstStyle/>
            <a:p>
              <a:pPr algn="l"/>
              <a:r>
                <a:rPr lang="zh-CN" altLang="en-US" sz="4800" dirty="0">
                  <a:solidFill>
                    <a:srgbClr val="FFFFFF"/>
                  </a:solidFill>
                  <a:latin typeface="+mn-ea"/>
                  <a:ea typeface="+mn-ea"/>
                  <a:cs typeface="MS PGothic" panose="020B0600070205080204" charset="-128"/>
                  <a:sym typeface="Diavlo Black Regular" charset="0"/>
                </a:rPr>
                <a:t>移动支付系统</a:t>
              </a:r>
              <a:endParaRPr lang="en-US" sz="4800" dirty="0">
                <a:solidFill>
                  <a:srgbClr val="FFFFFF"/>
                </a:solidFill>
                <a:latin typeface="+mn-ea"/>
                <a:ea typeface="+mn-ea"/>
                <a:cs typeface="MS PGothic" panose="020B0600070205080204" charset="-128"/>
                <a:sym typeface="Diavlo Black Regular" charset="0"/>
              </a:endParaRPr>
            </a:p>
          </p:txBody>
        </p:sp>
        <p:sp>
          <p:nvSpPr>
            <p:cNvPr id="12430" name="Rectangle 59"/>
            <p:cNvSpPr/>
            <p:nvPr/>
          </p:nvSpPr>
          <p:spPr bwMode="auto">
            <a:xfrm>
              <a:off x="18402300" y="6800850"/>
              <a:ext cx="4965700" cy="1752600"/>
            </a:xfrm>
            <a:prstGeom prst="rect">
              <a:avLst/>
            </a:prstGeom>
            <a:noFill/>
            <a:ln>
              <a:noFill/>
            </a:ln>
          </p:spPr>
          <p:txBody>
            <a:bodyPr lIns="0" tIns="0" rIns="0" bIns="0" anchor="ctr"/>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9AA7A8"/>
                </a:solidFill>
                <a:latin typeface="+mn-ea"/>
                <a:ea typeface="+mn-ea"/>
                <a:cs typeface="MS PGothic" panose="020B0600070205080204" charset="-128"/>
                <a:sym typeface="Open Sans" charset="0"/>
              </a:endParaRPr>
            </a:p>
          </p:txBody>
        </p:sp>
        <p:sp>
          <p:nvSpPr>
            <p:cNvPr id="12431" name="Rectangle 60"/>
            <p:cNvSpPr/>
            <p:nvPr/>
          </p:nvSpPr>
          <p:spPr bwMode="auto">
            <a:xfrm>
              <a:off x="16052800" y="71734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mn-ea"/>
                  <a:ea typeface="+mn-ea"/>
                  <a:cs typeface="MS PGothic" panose="020B0600070205080204" charset="-128"/>
                  <a:sym typeface="Diavlo Bold Regular" charset="0"/>
                </a:rPr>
                <a:t>64</a:t>
              </a:r>
              <a:r>
                <a:rPr lang="en-US" sz="4800" dirty="0">
                  <a:solidFill>
                    <a:srgbClr val="2BC2A1"/>
                  </a:solidFill>
                  <a:latin typeface="+mn-ea"/>
                  <a:ea typeface="+mn-ea"/>
                  <a:cs typeface="MS PGothic" panose="020B0600070205080204" charset="-128"/>
                  <a:sym typeface="Diavlo Book Regular" charset="0"/>
                </a:rPr>
                <a:t>%</a:t>
              </a:r>
              <a:endParaRPr lang="en-US" sz="4800" dirty="0">
                <a:solidFill>
                  <a:srgbClr val="2BC2A1"/>
                </a:solidFill>
                <a:latin typeface="+mn-ea"/>
                <a:ea typeface="+mn-ea"/>
                <a:cs typeface="MS PGothic" panose="020B0600070205080204" charset="-128"/>
                <a:sym typeface="Diavlo Book Regular" charset="0"/>
              </a:endParaRPr>
            </a:p>
          </p:txBody>
        </p:sp>
      </p:grpSp>
      <p:grpSp>
        <p:nvGrpSpPr>
          <p:cNvPr id="11272" name="Group 6"/>
          <p:cNvGrpSpPr/>
          <p:nvPr/>
        </p:nvGrpSpPr>
        <p:grpSpPr bwMode="auto">
          <a:xfrm>
            <a:off x="703263" y="4183063"/>
            <a:ext cx="6434137" cy="6426200"/>
            <a:chOff x="703263" y="4183063"/>
            <a:chExt cx="6434137" cy="6426200"/>
          </a:xfrm>
        </p:grpSpPr>
        <p:sp>
          <p:nvSpPr>
            <p:cNvPr id="12385" name="AutoShape 63"/>
            <p:cNvSpPr/>
            <p:nvPr/>
          </p:nvSpPr>
          <p:spPr bwMode="auto">
            <a:xfrm>
              <a:off x="5549900" y="6819900"/>
              <a:ext cx="57150" cy="23813"/>
            </a:xfrm>
            <a:custGeom>
              <a:avLst/>
              <a:gdLst>
                <a:gd name="T0" fmla="*/ 1058529 w 21600"/>
                <a:gd name="T1" fmla="*/ 0 h 21600"/>
                <a:gd name="T2" fmla="*/ 89389 w 21600"/>
                <a:gd name="T3" fmla="*/ 10710 h 21600"/>
                <a:gd name="T4" fmla="*/ 0 w 21600"/>
                <a:gd name="T5" fmla="*/ 31908 h 21600"/>
                <a:gd name="T6" fmla="*/ 1058529 w 21600"/>
                <a:gd name="T7" fmla="*/ 0 h 21600"/>
                <a:gd name="T8" fmla="*/ 1058529 w 21600"/>
                <a:gd name="T9" fmla="*/ 0 h 21600"/>
                <a:gd name="T10" fmla="*/ 1058529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cubicBezTo>
                    <a:pt x="15093" y="2274"/>
                    <a:pt x="8331" y="4837"/>
                    <a:pt x="1824" y="7250"/>
                  </a:cubicBezTo>
                  <a:cubicBezTo>
                    <a:pt x="1298" y="12087"/>
                    <a:pt x="522" y="17546"/>
                    <a:pt x="0" y="21600"/>
                  </a:cubicBezTo>
                  <a:cubicBezTo>
                    <a:pt x="7274" y="14951"/>
                    <a:pt x="14312" y="7250"/>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grpSp>
          <p:nvGrpSpPr>
            <p:cNvPr id="12386" name="Group 102"/>
            <p:cNvGrpSpPr/>
            <p:nvPr/>
          </p:nvGrpSpPr>
          <p:grpSpPr bwMode="auto">
            <a:xfrm>
              <a:off x="703263" y="4183063"/>
              <a:ext cx="6434137" cy="6426200"/>
              <a:chOff x="0" y="0"/>
              <a:chExt cx="4053" cy="4048"/>
            </a:xfrm>
          </p:grpSpPr>
          <p:sp>
            <p:nvSpPr>
              <p:cNvPr id="12389" name="AutoShape 64"/>
              <p:cNvSpPr/>
              <p:nvPr/>
            </p:nvSpPr>
            <p:spPr bwMode="auto">
              <a:xfrm>
                <a:off x="0" y="0"/>
                <a:ext cx="4048" cy="4048"/>
              </a:xfrm>
              <a:custGeom>
                <a:avLst/>
                <a:gdLst>
                  <a:gd name="T0" fmla="*/ 27 w 21600"/>
                  <a:gd name="T1" fmla="*/ 13 h 21600"/>
                  <a:gd name="T2" fmla="*/ 13 w 21600"/>
                  <a:gd name="T3" fmla="*/ 27 h 21600"/>
                  <a:gd name="T4" fmla="*/ 0 w 21600"/>
                  <a:gd name="T5" fmla="*/ 13 h 21600"/>
                  <a:gd name="T6" fmla="*/ 13 w 21600"/>
                  <a:gd name="T7" fmla="*/ 0 h 21600"/>
                  <a:gd name="T8" fmla="*/ 27 w 21600"/>
                  <a:gd name="T9" fmla="*/ 13 h 21600"/>
                  <a:gd name="T10" fmla="*/ 27 w 21600"/>
                  <a:gd name="T11" fmla="*/ 1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solidFill>
              <a:ln>
                <a:noFill/>
              </a:ln>
            </p:spPr>
            <p:txBody>
              <a:bodyPr lIns="0" tIns="0" rIns="0" bIns="0"/>
              <a:lstStyle/>
              <a:p>
                <a:endParaRPr lang="en-US"/>
              </a:p>
            </p:txBody>
          </p:sp>
          <p:sp>
            <p:nvSpPr>
              <p:cNvPr id="12390" name="AutoShape 65"/>
              <p:cNvSpPr/>
              <p:nvPr/>
            </p:nvSpPr>
            <p:spPr bwMode="auto">
              <a:xfrm>
                <a:off x="1637" y="668"/>
                <a:ext cx="782" cy="522"/>
              </a:xfrm>
              <a:custGeom>
                <a:avLst/>
                <a:gdLst>
                  <a:gd name="T0" fmla="*/ 0 w 21238"/>
                  <a:gd name="T1" fmla="*/ 0 h 21485"/>
                  <a:gd name="T2" fmla="*/ 0 w 21238"/>
                  <a:gd name="T3" fmla="*/ 0 h 21485"/>
                  <a:gd name="T4" fmla="*/ 0 w 21238"/>
                  <a:gd name="T5" fmla="*/ 0 h 21485"/>
                  <a:gd name="T6" fmla="*/ 0 w 21238"/>
                  <a:gd name="T7" fmla="*/ 0 h 21485"/>
                  <a:gd name="T8" fmla="*/ 0 w 21238"/>
                  <a:gd name="T9" fmla="*/ 0 h 21485"/>
                  <a:gd name="T10" fmla="*/ 0 w 21238"/>
                  <a:gd name="T11" fmla="*/ 0 h 21485"/>
                  <a:gd name="T12" fmla="*/ 0 w 21238"/>
                  <a:gd name="T13" fmla="*/ 0 h 214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38" h="21485">
                    <a:moveTo>
                      <a:pt x="68" y="735"/>
                    </a:moveTo>
                    <a:cubicBezTo>
                      <a:pt x="-362" y="8099"/>
                      <a:pt x="1263" y="15356"/>
                      <a:pt x="4647" y="21485"/>
                    </a:cubicBezTo>
                    <a:cubicBezTo>
                      <a:pt x="10253" y="14160"/>
                      <a:pt x="15907" y="8446"/>
                      <a:pt x="21238" y="4036"/>
                    </a:cubicBezTo>
                    <a:cubicBezTo>
                      <a:pt x="14293" y="935"/>
                      <a:pt x="7049" y="-115"/>
                      <a:pt x="128" y="10"/>
                    </a:cubicBezTo>
                    <a:cubicBezTo>
                      <a:pt x="116" y="266"/>
                      <a:pt x="81" y="502"/>
                      <a:pt x="68" y="735"/>
                    </a:cubicBezTo>
                    <a:cubicBezTo>
                      <a:pt x="68" y="735"/>
                      <a:pt x="68" y="735"/>
                      <a:pt x="68" y="735"/>
                    </a:cubicBezTo>
                    <a:close/>
                    <a:moveTo>
                      <a:pt x="68" y="735"/>
                    </a:moveTo>
                  </a:path>
                </a:pathLst>
              </a:custGeom>
              <a:solidFill>
                <a:srgbClr val="4E96E2"/>
              </a:solidFill>
              <a:ln>
                <a:noFill/>
              </a:ln>
            </p:spPr>
            <p:txBody>
              <a:bodyPr lIns="0" tIns="0" rIns="0" bIns="0"/>
              <a:lstStyle/>
              <a:p>
                <a:endParaRPr lang="en-US"/>
              </a:p>
            </p:txBody>
          </p:sp>
          <p:sp>
            <p:nvSpPr>
              <p:cNvPr id="12391" name="AutoShape 66"/>
              <p:cNvSpPr/>
              <p:nvPr/>
            </p:nvSpPr>
            <p:spPr bwMode="auto">
              <a:xfrm>
                <a:off x="557" y="484"/>
                <a:ext cx="179" cy="1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8680" y="2394"/>
                      <a:pt x="15814" y="4904"/>
                      <a:pt x="13002" y="7415"/>
                    </a:cubicBezTo>
                    <a:cubicBezTo>
                      <a:pt x="8546" y="11953"/>
                      <a:pt x="4141" y="16637"/>
                      <a:pt x="0" y="21600"/>
                    </a:cubicBezTo>
                    <a:cubicBezTo>
                      <a:pt x="5361" y="19965"/>
                      <a:pt x="11304" y="18323"/>
                      <a:pt x="17513" y="16637"/>
                    </a:cubicBezTo>
                    <a:cubicBezTo>
                      <a:pt x="18680" y="11034"/>
                      <a:pt x="20007" y="5488"/>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12392" name="AutoShape 67"/>
              <p:cNvSpPr/>
              <p:nvPr/>
            </p:nvSpPr>
            <p:spPr bwMode="auto">
              <a:xfrm>
                <a:off x="1941" y="884"/>
                <a:ext cx="807" cy="662"/>
              </a:xfrm>
              <a:custGeom>
                <a:avLst/>
                <a:gdLst>
                  <a:gd name="T0" fmla="*/ 0 w 21600"/>
                  <a:gd name="T1" fmla="*/ 0 h 21500"/>
                  <a:gd name="T2" fmla="*/ 0 w 21600"/>
                  <a:gd name="T3" fmla="*/ 0 h 21500"/>
                  <a:gd name="T4" fmla="*/ 0 w 21600"/>
                  <a:gd name="T5" fmla="*/ 0 h 21500"/>
                  <a:gd name="T6" fmla="*/ 0 w 21600"/>
                  <a:gd name="T7" fmla="*/ 0 h 21500"/>
                  <a:gd name="T8" fmla="*/ 0 w 21600"/>
                  <a:gd name="T9" fmla="*/ 0 h 21500"/>
                  <a:gd name="T10" fmla="*/ 0 w 21600"/>
                  <a:gd name="T11" fmla="*/ 0 h 21500"/>
                  <a:gd name="T12" fmla="*/ 0 w 21600"/>
                  <a:gd name="T13" fmla="*/ 0 h 215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500">
                    <a:moveTo>
                      <a:pt x="21600" y="21199"/>
                    </a:moveTo>
                    <a:cubicBezTo>
                      <a:pt x="20657" y="12911"/>
                      <a:pt x="19290" y="5853"/>
                      <a:pt x="17688" y="0"/>
                    </a:cubicBezTo>
                    <a:cubicBezTo>
                      <a:pt x="12079" y="3419"/>
                      <a:pt x="5998" y="8029"/>
                      <a:pt x="0" y="14229"/>
                    </a:cubicBezTo>
                    <a:cubicBezTo>
                      <a:pt x="4148" y="18236"/>
                      <a:pt x="9427" y="20756"/>
                      <a:pt x="15154" y="21371"/>
                    </a:cubicBezTo>
                    <a:cubicBezTo>
                      <a:pt x="17370" y="21600"/>
                      <a:pt x="19526" y="21514"/>
                      <a:pt x="21600" y="21199"/>
                    </a:cubicBezTo>
                    <a:cubicBezTo>
                      <a:pt x="21600" y="21199"/>
                      <a:pt x="21600" y="21199"/>
                      <a:pt x="21600" y="21199"/>
                    </a:cubicBezTo>
                    <a:close/>
                    <a:moveTo>
                      <a:pt x="21600" y="21199"/>
                    </a:moveTo>
                  </a:path>
                </a:pathLst>
              </a:custGeom>
              <a:solidFill>
                <a:srgbClr val="4E96E2"/>
              </a:solidFill>
              <a:ln>
                <a:noFill/>
              </a:ln>
            </p:spPr>
            <p:txBody>
              <a:bodyPr lIns="0" tIns="0" rIns="0" bIns="0"/>
              <a:lstStyle/>
              <a:p>
                <a:endParaRPr lang="en-US"/>
              </a:p>
            </p:txBody>
          </p:sp>
          <p:sp>
            <p:nvSpPr>
              <p:cNvPr id="12393" name="AutoShape 68"/>
              <p:cNvSpPr/>
              <p:nvPr/>
            </p:nvSpPr>
            <p:spPr bwMode="auto">
              <a:xfrm>
                <a:off x="1693" y="84"/>
                <a:ext cx="796" cy="5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672" y="0"/>
                    </a:moveTo>
                    <a:cubicBezTo>
                      <a:pt x="6277" y="3508"/>
                      <a:pt x="2077" y="9498"/>
                      <a:pt x="0" y="16919"/>
                    </a:cubicBezTo>
                    <a:cubicBezTo>
                      <a:pt x="7065" y="16955"/>
                      <a:pt x="14452" y="18239"/>
                      <a:pt x="21600" y="21600"/>
                    </a:cubicBezTo>
                    <a:cubicBezTo>
                      <a:pt x="18139" y="10231"/>
                      <a:pt x="14332" y="3620"/>
                      <a:pt x="11672" y="0"/>
                    </a:cubicBezTo>
                    <a:cubicBezTo>
                      <a:pt x="11672" y="0"/>
                      <a:pt x="11672" y="0"/>
                      <a:pt x="11672" y="0"/>
                    </a:cubicBezTo>
                    <a:close/>
                    <a:moveTo>
                      <a:pt x="11672" y="0"/>
                    </a:moveTo>
                  </a:path>
                </a:pathLst>
              </a:custGeom>
              <a:solidFill>
                <a:srgbClr val="4E96E2"/>
              </a:solidFill>
              <a:ln>
                <a:noFill/>
              </a:ln>
            </p:spPr>
            <p:txBody>
              <a:bodyPr lIns="0" tIns="0" rIns="0" bIns="0"/>
              <a:lstStyle/>
              <a:p>
                <a:endParaRPr lang="en-US"/>
              </a:p>
            </p:txBody>
          </p:sp>
          <p:sp>
            <p:nvSpPr>
              <p:cNvPr id="12394" name="AutoShape 69"/>
              <p:cNvSpPr/>
              <p:nvPr/>
            </p:nvSpPr>
            <p:spPr bwMode="auto">
              <a:xfrm>
                <a:off x="901" y="60"/>
                <a:ext cx="910" cy="50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21600"/>
                    </a:moveTo>
                    <a:cubicBezTo>
                      <a:pt x="4251" y="20120"/>
                      <a:pt x="9087" y="18900"/>
                      <a:pt x="14226" y="18431"/>
                    </a:cubicBezTo>
                    <a:cubicBezTo>
                      <a:pt x="15532" y="11185"/>
                      <a:pt x="18112" y="4863"/>
                      <a:pt x="21600" y="0"/>
                    </a:cubicBezTo>
                    <a:cubicBezTo>
                      <a:pt x="14717" y="1673"/>
                      <a:pt x="8304" y="5313"/>
                      <a:pt x="2663" y="10643"/>
                    </a:cubicBezTo>
                    <a:cubicBezTo>
                      <a:pt x="1545" y="14096"/>
                      <a:pt x="647" y="17771"/>
                      <a:pt x="0" y="21600"/>
                    </a:cubicBezTo>
                    <a:cubicBezTo>
                      <a:pt x="0" y="21600"/>
                      <a:pt x="0" y="21600"/>
                      <a:pt x="0" y="21600"/>
                    </a:cubicBezTo>
                    <a:close/>
                    <a:moveTo>
                      <a:pt x="0" y="21600"/>
                    </a:moveTo>
                  </a:path>
                </a:pathLst>
              </a:custGeom>
              <a:solidFill>
                <a:srgbClr val="4E96E2"/>
              </a:solidFill>
              <a:ln>
                <a:noFill/>
              </a:ln>
            </p:spPr>
            <p:txBody>
              <a:bodyPr lIns="0" tIns="0" rIns="0" bIns="0"/>
              <a:lstStyle/>
              <a:p>
                <a:endParaRPr lang="en-US"/>
              </a:p>
            </p:txBody>
          </p:sp>
          <p:sp>
            <p:nvSpPr>
              <p:cNvPr id="12395" name="AutoShape 70"/>
              <p:cNvSpPr/>
              <p:nvPr/>
            </p:nvSpPr>
            <p:spPr bwMode="auto">
              <a:xfrm>
                <a:off x="916" y="2060"/>
                <a:ext cx="1878" cy="996"/>
              </a:xfrm>
              <a:custGeom>
                <a:avLst/>
                <a:gdLst>
                  <a:gd name="T0" fmla="*/ 1 w 21600"/>
                  <a:gd name="T1" fmla="*/ 0 h 21600"/>
                  <a:gd name="T2" fmla="*/ 1 w 21600"/>
                  <a:gd name="T3" fmla="*/ 0 h 21600"/>
                  <a:gd name="T4" fmla="*/ 0 w 21600"/>
                  <a:gd name="T5" fmla="*/ 0 h 21600"/>
                  <a:gd name="T6" fmla="*/ 0 w 21600"/>
                  <a:gd name="T7" fmla="*/ 0 h 21600"/>
                  <a:gd name="T8" fmla="*/ 1 w 21600"/>
                  <a:gd name="T9" fmla="*/ 0 h 21600"/>
                  <a:gd name="T10" fmla="*/ 1 w 21600"/>
                  <a:gd name="T11" fmla="*/ 0 h 21600"/>
                  <a:gd name="T12" fmla="*/ 1 w 21600"/>
                  <a:gd name="T13" fmla="*/ 0 h 21600"/>
                  <a:gd name="T14" fmla="*/ 1 w 21600"/>
                  <a:gd name="T15" fmla="*/ 0 h 21600"/>
                  <a:gd name="T16" fmla="*/ 1 w 21600"/>
                  <a:gd name="T17" fmla="*/ 0 h 21600"/>
                  <a:gd name="T18" fmla="*/ 1 w 21600"/>
                  <a:gd name="T19" fmla="*/ 0 h 21600"/>
                  <a:gd name="T20" fmla="*/ 1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9092" y="9960"/>
                    </a:moveTo>
                    <a:cubicBezTo>
                      <a:pt x="18347" y="9960"/>
                      <a:pt x="17597" y="9893"/>
                      <a:pt x="16852" y="9769"/>
                    </a:cubicBezTo>
                    <a:cubicBezTo>
                      <a:pt x="11922" y="8947"/>
                      <a:pt x="7367" y="5510"/>
                      <a:pt x="3825" y="0"/>
                    </a:cubicBezTo>
                    <a:cubicBezTo>
                      <a:pt x="2427" y="3390"/>
                      <a:pt x="1145" y="6799"/>
                      <a:pt x="0" y="10007"/>
                    </a:cubicBezTo>
                    <a:cubicBezTo>
                      <a:pt x="4241" y="16396"/>
                      <a:pt x="9632" y="20397"/>
                      <a:pt x="15485" y="21371"/>
                    </a:cubicBezTo>
                    <a:cubicBezTo>
                      <a:pt x="16391" y="21524"/>
                      <a:pt x="17314" y="21600"/>
                      <a:pt x="18215" y="21600"/>
                    </a:cubicBezTo>
                    <a:cubicBezTo>
                      <a:pt x="19193" y="21600"/>
                      <a:pt x="20156" y="21495"/>
                      <a:pt x="21104" y="21321"/>
                    </a:cubicBezTo>
                    <a:cubicBezTo>
                      <a:pt x="21347" y="17800"/>
                      <a:pt x="21524" y="13913"/>
                      <a:pt x="21600" y="9702"/>
                    </a:cubicBezTo>
                    <a:cubicBezTo>
                      <a:pt x="20779" y="9864"/>
                      <a:pt x="19943" y="9960"/>
                      <a:pt x="19092" y="9960"/>
                    </a:cubicBezTo>
                    <a:cubicBezTo>
                      <a:pt x="19092" y="9960"/>
                      <a:pt x="19092" y="9960"/>
                      <a:pt x="19092" y="9960"/>
                    </a:cubicBezTo>
                    <a:close/>
                    <a:moveTo>
                      <a:pt x="19092" y="9960"/>
                    </a:moveTo>
                  </a:path>
                </a:pathLst>
              </a:custGeom>
              <a:solidFill>
                <a:srgbClr val="4E96E2"/>
              </a:solidFill>
              <a:ln>
                <a:noFill/>
              </a:ln>
            </p:spPr>
            <p:txBody>
              <a:bodyPr lIns="0" tIns="0" rIns="0" bIns="0"/>
              <a:lstStyle/>
              <a:p>
                <a:endParaRPr lang="en-US"/>
              </a:p>
            </p:txBody>
          </p:sp>
          <p:sp>
            <p:nvSpPr>
              <p:cNvPr id="12396" name="AutoShape 71"/>
              <p:cNvSpPr/>
              <p:nvPr/>
            </p:nvSpPr>
            <p:spPr bwMode="auto">
              <a:xfrm>
                <a:off x="293" y="3036"/>
                <a:ext cx="53" cy="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7582"/>
                    </a:moveTo>
                    <a:cubicBezTo>
                      <a:pt x="14097" y="11836"/>
                      <a:pt x="7139" y="5932"/>
                      <a:pt x="0" y="0"/>
                    </a:cubicBezTo>
                    <a:cubicBezTo>
                      <a:pt x="6065" y="7188"/>
                      <a:pt x="11962" y="14598"/>
                      <a:pt x="18385" y="21600"/>
                    </a:cubicBezTo>
                    <a:cubicBezTo>
                      <a:pt x="19275" y="20374"/>
                      <a:pt x="20526" y="18836"/>
                      <a:pt x="21600" y="17582"/>
                    </a:cubicBezTo>
                    <a:cubicBezTo>
                      <a:pt x="21600" y="17582"/>
                      <a:pt x="21600" y="17582"/>
                      <a:pt x="21600" y="17582"/>
                    </a:cubicBezTo>
                    <a:close/>
                    <a:moveTo>
                      <a:pt x="21600" y="17582"/>
                    </a:moveTo>
                  </a:path>
                </a:pathLst>
              </a:custGeom>
              <a:solidFill>
                <a:srgbClr val="4E96E2"/>
              </a:solidFill>
              <a:ln>
                <a:noFill/>
              </a:ln>
            </p:spPr>
            <p:txBody>
              <a:bodyPr lIns="0" tIns="0" rIns="0" bIns="0"/>
              <a:lstStyle/>
              <a:p>
                <a:endParaRPr lang="en-US"/>
              </a:p>
            </p:txBody>
          </p:sp>
          <p:sp>
            <p:nvSpPr>
              <p:cNvPr id="12397" name="AutoShape 72"/>
              <p:cNvSpPr/>
              <p:nvPr/>
            </p:nvSpPr>
            <p:spPr bwMode="auto">
              <a:xfrm>
                <a:off x="853" y="676"/>
                <a:ext cx="826" cy="1115"/>
              </a:xfrm>
              <a:custGeom>
                <a:avLst/>
                <a:gdLst>
                  <a:gd name="T0" fmla="*/ 0 w 20913"/>
                  <a:gd name="T1" fmla="*/ 0 h 21600"/>
                  <a:gd name="T2" fmla="*/ 0 w 20913"/>
                  <a:gd name="T3" fmla="*/ 0 h 21600"/>
                  <a:gd name="T4" fmla="*/ 0 w 20913"/>
                  <a:gd name="T5" fmla="*/ 0 h 21600"/>
                  <a:gd name="T6" fmla="*/ 0 w 20913"/>
                  <a:gd name="T7" fmla="*/ 0 h 21600"/>
                  <a:gd name="T8" fmla="*/ 0 w 20913"/>
                  <a:gd name="T9" fmla="*/ 0 h 21600"/>
                  <a:gd name="T10" fmla="*/ 0 w 20913"/>
                  <a:gd name="T11" fmla="*/ 0 h 21600"/>
                  <a:gd name="T12" fmla="*/ 0 w 20913"/>
                  <a:gd name="T13" fmla="*/ 0 h 21600"/>
                  <a:gd name="T14" fmla="*/ 0 w 20913"/>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913" h="21600">
                    <a:moveTo>
                      <a:pt x="115" y="2337"/>
                    </a:moveTo>
                    <a:cubicBezTo>
                      <a:pt x="-687" y="9273"/>
                      <a:pt x="2721" y="16081"/>
                      <a:pt x="9673" y="21600"/>
                    </a:cubicBezTo>
                    <a:cubicBezTo>
                      <a:pt x="13182" y="18341"/>
                      <a:pt x="16958" y="15168"/>
                      <a:pt x="20913" y="12293"/>
                    </a:cubicBezTo>
                    <a:cubicBezTo>
                      <a:pt x="16936" y="8710"/>
                      <a:pt x="15020" y="4401"/>
                      <a:pt x="15488" y="0"/>
                    </a:cubicBezTo>
                    <a:cubicBezTo>
                      <a:pt x="9918" y="273"/>
                      <a:pt x="4715" y="913"/>
                      <a:pt x="248" y="1638"/>
                    </a:cubicBezTo>
                    <a:cubicBezTo>
                      <a:pt x="215" y="1877"/>
                      <a:pt x="136" y="2099"/>
                      <a:pt x="115" y="2337"/>
                    </a:cubicBezTo>
                    <a:cubicBezTo>
                      <a:pt x="115" y="2337"/>
                      <a:pt x="115" y="2337"/>
                      <a:pt x="115" y="2337"/>
                    </a:cubicBezTo>
                    <a:close/>
                    <a:moveTo>
                      <a:pt x="115" y="2337"/>
                    </a:moveTo>
                  </a:path>
                </a:pathLst>
              </a:custGeom>
              <a:solidFill>
                <a:srgbClr val="4E96E2"/>
              </a:solidFill>
              <a:ln>
                <a:noFill/>
              </a:ln>
            </p:spPr>
            <p:txBody>
              <a:bodyPr lIns="0" tIns="0" rIns="0" bIns="0"/>
              <a:lstStyle/>
              <a:p>
                <a:endParaRPr lang="en-US"/>
              </a:p>
            </p:txBody>
          </p:sp>
          <p:sp>
            <p:nvSpPr>
              <p:cNvPr id="12398" name="AutoShape 73"/>
              <p:cNvSpPr/>
              <p:nvPr/>
            </p:nvSpPr>
            <p:spPr bwMode="auto">
              <a:xfrm>
                <a:off x="21" y="1556"/>
                <a:ext cx="659" cy="137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5611"/>
                    </a:moveTo>
                    <a:cubicBezTo>
                      <a:pt x="20835" y="15273"/>
                      <a:pt x="20027" y="14955"/>
                      <a:pt x="19291" y="14596"/>
                    </a:cubicBezTo>
                    <a:cubicBezTo>
                      <a:pt x="10331" y="10313"/>
                      <a:pt x="4358" y="5305"/>
                      <a:pt x="1659" y="0"/>
                    </a:cubicBezTo>
                    <a:cubicBezTo>
                      <a:pt x="736" y="1879"/>
                      <a:pt x="188" y="3834"/>
                      <a:pt x="0" y="5823"/>
                    </a:cubicBezTo>
                    <a:cubicBezTo>
                      <a:pt x="707" y="11467"/>
                      <a:pt x="5482" y="16908"/>
                      <a:pt x="13880" y="21600"/>
                    </a:cubicBezTo>
                    <a:cubicBezTo>
                      <a:pt x="15959" y="19901"/>
                      <a:pt x="18556" y="17854"/>
                      <a:pt x="21600" y="15611"/>
                    </a:cubicBezTo>
                    <a:cubicBezTo>
                      <a:pt x="21600" y="15611"/>
                      <a:pt x="21600" y="15611"/>
                      <a:pt x="21600" y="15611"/>
                    </a:cubicBezTo>
                    <a:close/>
                    <a:moveTo>
                      <a:pt x="21600" y="15611"/>
                    </a:moveTo>
                  </a:path>
                </a:pathLst>
              </a:custGeom>
              <a:solidFill>
                <a:srgbClr val="4E96E2"/>
              </a:solidFill>
              <a:ln>
                <a:noFill/>
              </a:ln>
            </p:spPr>
            <p:txBody>
              <a:bodyPr lIns="0" tIns="0" rIns="0" bIns="0"/>
              <a:lstStyle/>
              <a:p>
                <a:endParaRPr lang="en-US"/>
              </a:p>
            </p:txBody>
          </p:sp>
          <p:sp>
            <p:nvSpPr>
              <p:cNvPr id="12399" name="AutoShape 74"/>
              <p:cNvSpPr/>
              <p:nvPr/>
            </p:nvSpPr>
            <p:spPr bwMode="auto">
              <a:xfrm>
                <a:off x="205" y="804"/>
                <a:ext cx="912" cy="1593"/>
              </a:xfrm>
              <a:custGeom>
                <a:avLst/>
                <a:gdLst>
                  <a:gd name="T0" fmla="*/ 0 w 21600"/>
                  <a:gd name="T1" fmla="*/ 0 h 21600"/>
                  <a:gd name="T2" fmla="*/ 0 w 21600"/>
                  <a:gd name="T3" fmla="*/ 1 h 21600"/>
                  <a:gd name="T4" fmla="*/ 0 w 21600"/>
                  <a:gd name="T5" fmla="*/ 1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4969"/>
                    </a:moveTo>
                    <a:cubicBezTo>
                      <a:pt x="208" y="10804"/>
                      <a:pt x="4553" y="16448"/>
                      <a:pt x="12607" y="21064"/>
                    </a:cubicBezTo>
                    <a:cubicBezTo>
                      <a:pt x="12931" y="21255"/>
                      <a:pt x="13296" y="21422"/>
                      <a:pt x="13639" y="21600"/>
                    </a:cubicBezTo>
                    <a:cubicBezTo>
                      <a:pt x="16015" y="19589"/>
                      <a:pt x="18693" y="17451"/>
                      <a:pt x="21600" y="15325"/>
                    </a:cubicBezTo>
                    <a:cubicBezTo>
                      <a:pt x="14087" y="10984"/>
                      <a:pt x="10388" y="5561"/>
                      <a:pt x="11076" y="0"/>
                    </a:cubicBezTo>
                    <a:cubicBezTo>
                      <a:pt x="7752" y="485"/>
                      <a:pt x="5168" y="955"/>
                      <a:pt x="3626" y="1256"/>
                    </a:cubicBezTo>
                    <a:cubicBezTo>
                      <a:pt x="2251" y="2431"/>
                      <a:pt x="1052" y="3674"/>
                      <a:pt x="0" y="4969"/>
                    </a:cubicBezTo>
                    <a:cubicBezTo>
                      <a:pt x="0" y="4969"/>
                      <a:pt x="0" y="4969"/>
                      <a:pt x="0" y="4969"/>
                    </a:cubicBezTo>
                    <a:close/>
                    <a:moveTo>
                      <a:pt x="0" y="4969"/>
                    </a:moveTo>
                  </a:path>
                </a:pathLst>
              </a:custGeom>
              <a:solidFill>
                <a:srgbClr val="4E96E2"/>
              </a:solidFill>
              <a:ln>
                <a:noFill/>
              </a:ln>
            </p:spPr>
            <p:txBody>
              <a:bodyPr lIns="0" tIns="0" rIns="0" bIns="0"/>
              <a:lstStyle/>
              <a:p>
                <a:endParaRPr lang="en-US"/>
              </a:p>
            </p:txBody>
          </p:sp>
          <p:sp>
            <p:nvSpPr>
              <p:cNvPr id="12400" name="AutoShape 75"/>
              <p:cNvSpPr/>
              <p:nvPr/>
            </p:nvSpPr>
            <p:spPr bwMode="auto">
              <a:xfrm>
                <a:off x="461" y="3228"/>
                <a:ext cx="2104" cy="806"/>
              </a:xfrm>
              <a:custGeom>
                <a:avLst/>
                <a:gdLst>
                  <a:gd name="T0" fmla="*/ 1 w 21600"/>
                  <a:gd name="T1" fmla="*/ 0 h 21600"/>
                  <a:gd name="T2" fmla="*/ 2 w 21600"/>
                  <a:gd name="T3" fmla="*/ 0 h 21600"/>
                  <a:gd name="T4" fmla="*/ 2 w 21600"/>
                  <a:gd name="T5" fmla="*/ 0 h 21600"/>
                  <a:gd name="T6" fmla="*/ 2 w 21600"/>
                  <a:gd name="T7" fmla="*/ 0 h 21600"/>
                  <a:gd name="T8" fmla="*/ 1 w 21600"/>
                  <a:gd name="T9" fmla="*/ 0 h 21600"/>
                  <a:gd name="T10" fmla="*/ 0 w 21600"/>
                  <a:gd name="T11" fmla="*/ 0 h 21600"/>
                  <a:gd name="T12" fmla="*/ 0 w 21600"/>
                  <a:gd name="T13" fmla="*/ 0 h 21600"/>
                  <a:gd name="T14" fmla="*/ 1 w 21600"/>
                  <a:gd name="T15" fmla="*/ 0 h 21600"/>
                  <a:gd name="T16" fmla="*/ 1 w 21600"/>
                  <a:gd name="T17" fmla="*/ 0 h 21600"/>
                  <a:gd name="T18" fmla="*/ 1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6185" y="21600"/>
                    </a:moveTo>
                    <a:cubicBezTo>
                      <a:pt x="17988" y="21600"/>
                      <a:pt x="19738" y="20985"/>
                      <a:pt x="21406" y="19852"/>
                    </a:cubicBezTo>
                    <a:cubicBezTo>
                      <a:pt x="21460" y="19462"/>
                      <a:pt x="21523" y="18954"/>
                      <a:pt x="21600" y="18373"/>
                    </a:cubicBezTo>
                    <a:cubicBezTo>
                      <a:pt x="20773" y="18565"/>
                      <a:pt x="19937" y="18671"/>
                      <a:pt x="19087" y="18671"/>
                    </a:cubicBezTo>
                    <a:cubicBezTo>
                      <a:pt x="18228" y="18671"/>
                      <a:pt x="17351" y="18565"/>
                      <a:pt x="16488" y="18361"/>
                    </a:cubicBezTo>
                    <a:cubicBezTo>
                      <a:pt x="10224" y="16923"/>
                      <a:pt x="4502" y="10393"/>
                      <a:pt x="253" y="0"/>
                    </a:cubicBezTo>
                    <a:cubicBezTo>
                      <a:pt x="158" y="437"/>
                      <a:pt x="72" y="847"/>
                      <a:pt x="0" y="1181"/>
                    </a:cubicBezTo>
                    <a:cubicBezTo>
                      <a:pt x="3801" y="13617"/>
                      <a:pt x="9641" y="21600"/>
                      <a:pt x="16185" y="21600"/>
                    </a:cubicBezTo>
                    <a:cubicBezTo>
                      <a:pt x="16185" y="21600"/>
                      <a:pt x="16185" y="21600"/>
                      <a:pt x="16185" y="21600"/>
                    </a:cubicBezTo>
                    <a:close/>
                    <a:moveTo>
                      <a:pt x="16185" y="21600"/>
                    </a:moveTo>
                  </a:path>
                </a:pathLst>
              </a:custGeom>
              <a:solidFill>
                <a:srgbClr val="4E96E2"/>
              </a:solidFill>
              <a:ln>
                <a:noFill/>
              </a:ln>
            </p:spPr>
            <p:txBody>
              <a:bodyPr lIns="0" tIns="0" rIns="0" bIns="0"/>
              <a:lstStyle/>
              <a:p>
                <a:endParaRPr lang="en-US"/>
              </a:p>
            </p:txBody>
          </p:sp>
          <p:sp>
            <p:nvSpPr>
              <p:cNvPr id="12401" name="AutoShape 76"/>
              <p:cNvSpPr/>
              <p:nvPr/>
            </p:nvSpPr>
            <p:spPr bwMode="auto">
              <a:xfrm>
                <a:off x="2805" y="924"/>
                <a:ext cx="524" cy="57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2260"/>
                    </a:moveTo>
                    <a:cubicBezTo>
                      <a:pt x="15439" y="7928"/>
                      <a:pt x="8245" y="3716"/>
                      <a:pt x="0" y="0"/>
                    </a:cubicBezTo>
                    <a:cubicBezTo>
                      <a:pt x="2029" y="6254"/>
                      <a:pt x="3733" y="13455"/>
                      <a:pt x="5001" y="21600"/>
                    </a:cubicBezTo>
                    <a:cubicBezTo>
                      <a:pt x="11670" y="19738"/>
                      <a:pt x="17395" y="16490"/>
                      <a:pt x="21600" y="12260"/>
                    </a:cubicBezTo>
                    <a:cubicBezTo>
                      <a:pt x="21600" y="12260"/>
                      <a:pt x="21600" y="12260"/>
                      <a:pt x="21600" y="12260"/>
                    </a:cubicBezTo>
                    <a:close/>
                    <a:moveTo>
                      <a:pt x="21600" y="12260"/>
                    </a:moveTo>
                  </a:path>
                </a:pathLst>
              </a:custGeom>
              <a:solidFill>
                <a:srgbClr val="4E96E2"/>
              </a:solidFill>
              <a:ln>
                <a:noFill/>
              </a:ln>
            </p:spPr>
            <p:txBody>
              <a:bodyPr lIns="0" tIns="0" rIns="0" bIns="0"/>
              <a:lstStyle/>
              <a:p>
                <a:endParaRPr lang="en-US"/>
              </a:p>
            </p:txBody>
          </p:sp>
          <p:sp>
            <p:nvSpPr>
              <p:cNvPr id="12402" name="AutoShape 77"/>
              <p:cNvSpPr/>
              <p:nvPr/>
            </p:nvSpPr>
            <p:spPr bwMode="auto">
              <a:xfrm>
                <a:off x="2941" y="1940"/>
                <a:ext cx="1112" cy="10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035"/>
                    </a:moveTo>
                    <a:cubicBezTo>
                      <a:pt x="21386" y="1649"/>
                      <a:pt x="20968" y="935"/>
                      <a:pt x="20352" y="0"/>
                    </a:cubicBezTo>
                    <a:cubicBezTo>
                      <a:pt x="15523" y="5398"/>
                      <a:pt x="8676" y="9270"/>
                      <a:pt x="753" y="10822"/>
                    </a:cubicBezTo>
                    <a:cubicBezTo>
                      <a:pt x="650" y="14703"/>
                      <a:pt x="376" y="18317"/>
                      <a:pt x="0" y="21600"/>
                    </a:cubicBezTo>
                    <a:cubicBezTo>
                      <a:pt x="7710" y="20259"/>
                      <a:pt x="14583" y="17100"/>
                      <a:pt x="20079" y="12672"/>
                    </a:cubicBezTo>
                    <a:cubicBezTo>
                      <a:pt x="21019" y="9279"/>
                      <a:pt x="21557" y="5722"/>
                      <a:pt x="21600" y="2035"/>
                    </a:cubicBezTo>
                    <a:cubicBezTo>
                      <a:pt x="21600" y="2035"/>
                      <a:pt x="21600" y="2035"/>
                      <a:pt x="21600" y="2035"/>
                    </a:cubicBezTo>
                    <a:close/>
                    <a:moveTo>
                      <a:pt x="21600" y="2035"/>
                    </a:moveTo>
                  </a:path>
                </a:pathLst>
              </a:custGeom>
              <a:solidFill>
                <a:srgbClr val="4E96E2"/>
              </a:solidFill>
              <a:ln>
                <a:noFill/>
              </a:ln>
            </p:spPr>
            <p:txBody>
              <a:bodyPr lIns="0" tIns="0" rIns="0" bIns="0"/>
              <a:lstStyle/>
              <a:p>
                <a:endParaRPr lang="en-US"/>
              </a:p>
            </p:txBody>
          </p:sp>
          <p:sp>
            <p:nvSpPr>
              <p:cNvPr id="12403" name="AutoShape 78"/>
              <p:cNvSpPr/>
              <p:nvPr/>
            </p:nvSpPr>
            <p:spPr bwMode="auto">
              <a:xfrm>
                <a:off x="2813" y="2868"/>
                <a:ext cx="1049" cy="8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5901" y="4345"/>
                      <a:pt x="9278" y="7421"/>
                      <a:pt x="2057" y="8759"/>
                    </a:cubicBezTo>
                    <a:cubicBezTo>
                      <a:pt x="1440" y="13810"/>
                      <a:pt x="706" y="18124"/>
                      <a:pt x="0" y="21600"/>
                    </a:cubicBezTo>
                    <a:cubicBezTo>
                      <a:pt x="4240" y="20571"/>
                      <a:pt x="8236" y="18879"/>
                      <a:pt x="11896" y="16672"/>
                    </a:cubicBezTo>
                    <a:cubicBezTo>
                      <a:pt x="15955" y="12018"/>
                      <a:pt x="19253" y="6346"/>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12404" name="AutoShape 79"/>
              <p:cNvSpPr/>
              <p:nvPr/>
            </p:nvSpPr>
            <p:spPr bwMode="auto">
              <a:xfrm>
                <a:off x="2877" y="588"/>
                <a:ext cx="629" cy="506"/>
              </a:xfrm>
              <a:custGeom>
                <a:avLst/>
                <a:gdLst>
                  <a:gd name="T0" fmla="*/ 0 w 21430"/>
                  <a:gd name="T1" fmla="*/ 0 h 21600"/>
                  <a:gd name="T2" fmla="*/ 0 w 21430"/>
                  <a:gd name="T3" fmla="*/ 0 h 21600"/>
                  <a:gd name="T4" fmla="*/ 0 w 21430"/>
                  <a:gd name="T5" fmla="*/ 0 h 21600"/>
                  <a:gd name="T6" fmla="*/ 0 w 21430"/>
                  <a:gd name="T7" fmla="*/ 0 h 21600"/>
                  <a:gd name="T8" fmla="*/ 0 w 21430"/>
                  <a:gd name="T9" fmla="*/ 0 h 21600"/>
                  <a:gd name="T10" fmla="*/ 0 w 21430"/>
                  <a:gd name="T11" fmla="*/ 0 h 21600"/>
                  <a:gd name="T12" fmla="*/ 0 w 21430"/>
                  <a:gd name="T13" fmla="*/ 0 h 21600"/>
                  <a:gd name="T14" fmla="*/ 0 w 2143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30" h="21600">
                    <a:moveTo>
                      <a:pt x="19878" y="0"/>
                    </a:moveTo>
                    <a:cubicBezTo>
                      <a:pt x="16911" y="583"/>
                      <a:pt x="9482" y="2369"/>
                      <a:pt x="0" y="7052"/>
                    </a:cubicBezTo>
                    <a:cubicBezTo>
                      <a:pt x="7220" y="11470"/>
                      <a:pt x="13481" y="16470"/>
                      <a:pt x="18859" y="21600"/>
                    </a:cubicBezTo>
                    <a:cubicBezTo>
                      <a:pt x="20207" y="18383"/>
                      <a:pt x="21090" y="14891"/>
                      <a:pt x="21345" y="11164"/>
                    </a:cubicBezTo>
                    <a:cubicBezTo>
                      <a:pt x="21600" y="7613"/>
                      <a:pt x="21270" y="4133"/>
                      <a:pt x="20462" y="808"/>
                    </a:cubicBezTo>
                    <a:cubicBezTo>
                      <a:pt x="20267" y="545"/>
                      <a:pt x="20072" y="266"/>
                      <a:pt x="19878" y="0"/>
                    </a:cubicBezTo>
                    <a:cubicBezTo>
                      <a:pt x="19878" y="0"/>
                      <a:pt x="19878" y="0"/>
                      <a:pt x="19878" y="0"/>
                    </a:cubicBezTo>
                    <a:close/>
                    <a:moveTo>
                      <a:pt x="19878" y="0"/>
                    </a:moveTo>
                  </a:path>
                </a:pathLst>
              </a:custGeom>
              <a:solidFill>
                <a:srgbClr val="4E96E2"/>
              </a:solidFill>
              <a:ln>
                <a:noFill/>
              </a:ln>
            </p:spPr>
            <p:txBody>
              <a:bodyPr lIns="0" tIns="0" rIns="0" bIns="0"/>
              <a:lstStyle/>
              <a:p>
                <a:endParaRPr lang="en-US"/>
              </a:p>
            </p:txBody>
          </p:sp>
          <p:sp>
            <p:nvSpPr>
              <p:cNvPr id="12405" name="AutoShape 80"/>
              <p:cNvSpPr/>
              <p:nvPr/>
            </p:nvSpPr>
            <p:spPr bwMode="auto">
              <a:xfrm>
                <a:off x="1365" y="1444"/>
                <a:ext cx="1435" cy="897"/>
              </a:xfrm>
              <a:custGeom>
                <a:avLst/>
                <a:gdLst>
                  <a:gd name="T0" fmla="*/ 0 w 21587"/>
                  <a:gd name="T1" fmla="*/ 0 h 21600"/>
                  <a:gd name="T2" fmla="*/ 0 w 21587"/>
                  <a:gd name="T3" fmla="*/ 0 h 21600"/>
                  <a:gd name="T4" fmla="*/ 0 w 21587"/>
                  <a:gd name="T5" fmla="*/ 0 h 21600"/>
                  <a:gd name="T6" fmla="*/ 0 w 21587"/>
                  <a:gd name="T7" fmla="*/ 0 h 21600"/>
                  <a:gd name="T8" fmla="*/ 0 w 21587"/>
                  <a:gd name="T9" fmla="*/ 0 h 21600"/>
                  <a:gd name="T10" fmla="*/ 0 w 21587"/>
                  <a:gd name="T11" fmla="*/ 0 h 21600"/>
                  <a:gd name="T12" fmla="*/ 0 w 21587"/>
                  <a:gd name="T13" fmla="*/ 0 h 21600"/>
                  <a:gd name="T14" fmla="*/ 0 w 21587"/>
                  <a:gd name="T15" fmla="*/ 0 h 21600"/>
                  <a:gd name="T16" fmla="*/ 0 w 21587"/>
                  <a:gd name="T17" fmla="*/ 0 h 21600"/>
                  <a:gd name="T18" fmla="*/ 0 w 21587"/>
                  <a:gd name="T19" fmla="*/ 0 h 21600"/>
                  <a:gd name="T20" fmla="*/ 0 w 21587"/>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587" h="21600">
                    <a:moveTo>
                      <a:pt x="21117" y="6515"/>
                    </a:moveTo>
                    <a:cubicBezTo>
                      <a:pt x="20322" y="6674"/>
                      <a:pt x="19508" y="6777"/>
                      <a:pt x="18680" y="6777"/>
                    </a:cubicBezTo>
                    <a:cubicBezTo>
                      <a:pt x="18098" y="6777"/>
                      <a:pt x="17515" y="6738"/>
                      <a:pt x="16926" y="6653"/>
                    </a:cubicBezTo>
                    <a:cubicBezTo>
                      <a:pt x="13021" y="6098"/>
                      <a:pt x="9413" y="3756"/>
                      <a:pt x="6620" y="0"/>
                    </a:cubicBezTo>
                    <a:cubicBezTo>
                      <a:pt x="4296" y="3512"/>
                      <a:pt x="2072" y="7427"/>
                      <a:pt x="0" y="11480"/>
                    </a:cubicBezTo>
                    <a:cubicBezTo>
                      <a:pt x="4217" y="17080"/>
                      <a:pt x="9658" y="20573"/>
                      <a:pt x="15569" y="21411"/>
                    </a:cubicBezTo>
                    <a:cubicBezTo>
                      <a:pt x="16463" y="21539"/>
                      <a:pt x="17370" y="21600"/>
                      <a:pt x="18264" y="21600"/>
                    </a:cubicBezTo>
                    <a:cubicBezTo>
                      <a:pt x="19389" y="21600"/>
                      <a:pt x="20501" y="21486"/>
                      <a:pt x="21586" y="21281"/>
                    </a:cubicBezTo>
                    <a:cubicBezTo>
                      <a:pt x="21600" y="16648"/>
                      <a:pt x="21454" y="11703"/>
                      <a:pt x="21117" y="6515"/>
                    </a:cubicBezTo>
                    <a:cubicBezTo>
                      <a:pt x="21117" y="6515"/>
                      <a:pt x="21117" y="6515"/>
                      <a:pt x="21117" y="6515"/>
                    </a:cubicBezTo>
                    <a:close/>
                    <a:moveTo>
                      <a:pt x="21117" y="6515"/>
                    </a:moveTo>
                  </a:path>
                </a:pathLst>
              </a:custGeom>
              <a:solidFill>
                <a:srgbClr val="4E96E2"/>
              </a:solidFill>
              <a:ln>
                <a:noFill/>
              </a:ln>
            </p:spPr>
            <p:txBody>
              <a:bodyPr lIns="0" tIns="0" rIns="0" bIns="0"/>
              <a:lstStyle/>
              <a:p>
                <a:endParaRPr lang="en-US"/>
              </a:p>
            </p:txBody>
          </p:sp>
          <p:sp>
            <p:nvSpPr>
              <p:cNvPr id="12406" name="AutoShape 81"/>
              <p:cNvSpPr/>
              <p:nvPr/>
            </p:nvSpPr>
            <p:spPr bwMode="auto">
              <a:xfrm>
                <a:off x="2949" y="1364"/>
                <a:ext cx="935" cy="93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7275"/>
                    </a:moveTo>
                    <a:cubicBezTo>
                      <a:pt x="539" y="12312"/>
                      <a:pt x="773" y="17095"/>
                      <a:pt x="793" y="21600"/>
                    </a:cubicBezTo>
                    <a:cubicBezTo>
                      <a:pt x="9295" y="19832"/>
                      <a:pt x="16586" y="15680"/>
                      <a:pt x="21600" y="9982"/>
                    </a:cubicBezTo>
                    <a:cubicBezTo>
                      <a:pt x="19372" y="7143"/>
                      <a:pt x="16210" y="3602"/>
                      <a:pt x="12030" y="0"/>
                    </a:cubicBezTo>
                    <a:cubicBezTo>
                      <a:pt x="9020" y="3388"/>
                      <a:pt x="4840" y="5933"/>
                      <a:pt x="0" y="7275"/>
                    </a:cubicBezTo>
                    <a:cubicBezTo>
                      <a:pt x="0" y="7275"/>
                      <a:pt x="0" y="7275"/>
                      <a:pt x="0" y="7275"/>
                    </a:cubicBezTo>
                    <a:close/>
                    <a:moveTo>
                      <a:pt x="0" y="7275"/>
                    </a:moveTo>
                  </a:path>
                </a:pathLst>
              </a:custGeom>
              <a:solidFill>
                <a:srgbClr val="4E96E2"/>
              </a:solidFill>
              <a:ln>
                <a:noFill/>
              </a:ln>
            </p:spPr>
            <p:txBody>
              <a:bodyPr lIns="0" tIns="0" rIns="0" bIns="0"/>
              <a:lstStyle/>
              <a:p>
                <a:endParaRPr lang="en-US"/>
              </a:p>
            </p:txBody>
          </p:sp>
          <p:sp>
            <p:nvSpPr>
              <p:cNvPr id="12407" name="AutoShape 82"/>
              <p:cNvSpPr/>
              <p:nvPr/>
            </p:nvSpPr>
            <p:spPr bwMode="auto">
              <a:xfrm>
                <a:off x="573" y="2668"/>
                <a:ext cx="2151" cy="1077"/>
              </a:xfrm>
              <a:custGeom>
                <a:avLst/>
                <a:gdLst>
                  <a:gd name="T0" fmla="*/ 2 w 21600"/>
                  <a:gd name="T1" fmla="*/ 0 h 21600"/>
                  <a:gd name="T2" fmla="*/ 2 w 21600"/>
                  <a:gd name="T3" fmla="*/ 0 h 21600"/>
                  <a:gd name="T4" fmla="*/ 2 w 21600"/>
                  <a:gd name="T5" fmla="*/ 0 h 21600"/>
                  <a:gd name="T6" fmla="*/ 0 w 21600"/>
                  <a:gd name="T7" fmla="*/ 0 h 21600"/>
                  <a:gd name="T8" fmla="*/ 0 w 21600"/>
                  <a:gd name="T9" fmla="*/ 0 h 21600"/>
                  <a:gd name="T10" fmla="*/ 1 w 21600"/>
                  <a:gd name="T11" fmla="*/ 0 h 21600"/>
                  <a:gd name="T12" fmla="*/ 2 w 21600"/>
                  <a:gd name="T13" fmla="*/ 0 h 21600"/>
                  <a:gd name="T14" fmla="*/ 2 w 21600"/>
                  <a:gd name="T15" fmla="*/ 0 h 21600"/>
                  <a:gd name="T16" fmla="*/ 2 w 21600"/>
                  <a:gd name="T17" fmla="*/ 0 h 21600"/>
                  <a:gd name="T18" fmla="*/ 2 w 21600"/>
                  <a:gd name="T19" fmla="*/ 0 h 21600"/>
                  <a:gd name="T20" fmla="*/ 2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21600" y="11135"/>
                    </a:moveTo>
                    <a:cubicBezTo>
                      <a:pt x="20862" y="11261"/>
                      <a:pt x="20110" y="11329"/>
                      <a:pt x="19350" y="11329"/>
                    </a:cubicBezTo>
                    <a:cubicBezTo>
                      <a:pt x="18510" y="11329"/>
                      <a:pt x="17653" y="11252"/>
                      <a:pt x="16809" y="11102"/>
                    </a:cubicBezTo>
                    <a:cubicBezTo>
                      <a:pt x="11408" y="10156"/>
                      <a:pt x="6422" y="6238"/>
                      <a:pt x="2466" y="0"/>
                    </a:cubicBezTo>
                    <a:cubicBezTo>
                      <a:pt x="1476" y="3067"/>
                      <a:pt x="637" y="5834"/>
                      <a:pt x="0" y="8024"/>
                    </a:cubicBezTo>
                    <a:cubicBezTo>
                      <a:pt x="3890" y="15601"/>
                      <a:pt x="9242" y="20356"/>
                      <a:pt x="15121" y="21390"/>
                    </a:cubicBezTo>
                    <a:cubicBezTo>
                      <a:pt x="15912" y="21532"/>
                      <a:pt x="16716" y="21600"/>
                      <a:pt x="17503" y="21600"/>
                    </a:cubicBezTo>
                    <a:cubicBezTo>
                      <a:pt x="18528" y="21600"/>
                      <a:pt x="19532" y="21470"/>
                      <a:pt x="20517" y="21240"/>
                    </a:cubicBezTo>
                    <a:cubicBezTo>
                      <a:pt x="20871" y="18650"/>
                      <a:pt x="21264" y="15247"/>
                      <a:pt x="21600" y="11135"/>
                    </a:cubicBezTo>
                    <a:cubicBezTo>
                      <a:pt x="21600" y="11135"/>
                      <a:pt x="21600" y="11135"/>
                      <a:pt x="21600" y="11135"/>
                    </a:cubicBezTo>
                    <a:close/>
                    <a:moveTo>
                      <a:pt x="21600" y="11135"/>
                    </a:moveTo>
                  </a:path>
                </a:pathLst>
              </a:custGeom>
              <a:solidFill>
                <a:srgbClr val="4E96E2"/>
              </a:solidFill>
              <a:ln>
                <a:noFill/>
              </a:ln>
            </p:spPr>
            <p:txBody>
              <a:bodyPr lIns="0" tIns="0" rIns="0" bIns="0"/>
              <a:lstStyle/>
              <a:p>
                <a:endParaRPr lang="en-US"/>
              </a:p>
            </p:txBody>
          </p:sp>
          <p:sp>
            <p:nvSpPr>
              <p:cNvPr id="12408" name="AutoShape 83"/>
              <p:cNvSpPr/>
              <p:nvPr/>
            </p:nvSpPr>
            <p:spPr bwMode="auto">
              <a:xfrm>
                <a:off x="2341" y="36"/>
                <a:ext cx="952" cy="59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07" y="0"/>
                    </a:moveTo>
                    <a:cubicBezTo>
                      <a:pt x="1747" y="175"/>
                      <a:pt x="2086" y="380"/>
                      <a:pt x="2425" y="555"/>
                    </a:cubicBezTo>
                    <a:cubicBezTo>
                      <a:pt x="2136" y="509"/>
                      <a:pt x="1867" y="428"/>
                      <a:pt x="1577" y="380"/>
                    </a:cubicBezTo>
                    <a:cubicBezTo>
                      <a:pt x="1048" y="318"/>
                      <a:pt x="519" y="271"/>
                      <a:pt x="0" y="221"/>
                    </a:cubicBezTo>
                    <a:cubicBezTo>
                      <a:pt x="2585" y="4696"/>
                      <a:pt x="5610" y="11478"/>
                      <a:pt x="8235" y="21600"/>
                    </a:cubicBezTo>
                    <a:cubicBezTo>
                      <a:pt x="13705" y="17829"/>
                      <a:pt x="18406" y="15744"/>
                      <a:pt x="21600" y="14625"/>
                    </a:cubicBezTo>
                    <a:cubicBezTo>
                      <a:pt x="15840" y="7307"/>
                      <a:pt x="8933" y="2197"/>
                      <a:pt x="1407" y="0"/>
                    </a:cubicBezTo>
                    <a:cubicBezTo>
                      <a:pt x="1407" y="0"/>
                      <a:pt x="1407" y="0"/>
                      <a:pt x="1407" y="0"/>
                    </a:cubicBezTo>
                    <a:close/>
                    <a:moveTo>
                      <a:pt x="1407" y="0"/>
                    </a:moveTo>
                  </a:path>
                </a:pathLst>
              </a:custGeom>
              <a:solidFill>
                <a:srgbClr val="4E96E2"/>
              </a:solidFill>
              <a:ln>
                <a:noFill/>
              </a:ln>
            </p:spPr>
            <p:txBody>
              <a:bodyPr lIns="0" tIns="0" rIns="0" bIns="0"/>
              <a:lstStyle/>
              <a:p>
                <a:endParaRPr lang="en-US"/>
              </a:p>
            </p:txBody>
          </p:sp>
          <p:sp>
            <p:nvSpPr>
              <p:cNvPr id="12409" name="AutoShape 84"/>
              <p:cNvSpPr/>
              <p:nvPr/>
            </p:nvSpPr>
            <p:spPr bwMode="auto">
              <a:xfrm>
                <a:off x="1205" y="124"/>
                <a:ext cx="36"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9" y="14273"/>
                      <a:pt x="14361" y="7043"/>
                      <a:pt x="21600" y="0"/>
                    </a:cubicBezTo>
                    <a:cubicBezTo>
                      <a:pt x="14361" y="7043"/>
                      <a:pt x="7169" y="14273"/>
                      <a:pt x="0" y="21600"/>
                    </a:cubicBezTo>
                    <a:close/>
                    <a:moveTo>
                      <a:pt x="0" y="21600"/>
                    </a:moveTo>
                  </a:path>
                </a:pathLst>
              </a:custGeom>
              <a:solidFill>
                <a:srgbClr val="4E96E2"/>
              </a:solidFill>
              <a:ln>
                <a:noFill/>
              </a:ln>
            </p:spPr>
            <p:txBody>
              <a:bodyPr lIns="0" tIns="0" rIns="0" bIns="0"/>
              <a:lstStyle/>
              <a:p>
                <a:endParaRPr lang="en-US"/>
              </a:p>
            </p:txBody>
          </p:sp>
          <p:sp>
            <p:nvSpPr>
              <p:cNvPr id="12410" name="AutoShape 85"/>
              <p:cNvSpPr/>
              <p:nvPr/>
            </p:nvSpPr>
            <p:spPr bwMode="auto">
              <a:xfrm>
                <a:off x="573" y="516"/>
                <a:ext cx="80" cy="8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cubicBezTo>
                      <a:pt x="14208" y="7005"/>
                      <a:pt x="7010" y="14207"/>
                      <a:pt x="0" y="21600"/>
                    </a:cubicBezTo>
                    <a:cubicBezTo>
                      <a:pt x="7010" y="14207"/>
                      <a:pt x="14208" y="7005"/>
                      <a:pt x="21600" y="0"/>
                    </a:cubicBezTo>
                    <a:close/>
                    <a:moveTo>
                      <a:pt x="21600" y="0"/>
                    </a:moveTo>
                  </a:path>
                </a:pathLst>
              </a:custGeom>
              <a:solidFill>
                <a:srgbClr val="4E96E2"/>
              </a:solidFill>
              <a:ln>
                <a:noFill/>
              </a:ln>
            </p:spPr>
            <p:txBody>
              <a:bodyPr lIns="0" tIns="0" rIns="0" bIns="0"/>
              <a:lstStyle/>
              <a:p>
                <a:endParaRPr lang="en-US"/>
              </a:p>
            </p:txBody>
          </p:sp>
          <p:sp>
            <p:nvSpPr>
              <p:cNvPr id="12411" name="AutoShape 86"/>
              <p:cNvSpPr/>
              <p:nvPr/>
            </p:nvSpPr>
            <p:spPr bwMode="auto">
              <a:xfrm>
                <a:off x="1141" y="148"/>
                <a:ext cx="49" cy="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1" y="14198"/>
                      <a:pt x="14350" y="7025"/>
                      <a:pt x="21600" y="0"/>
                    </a:cubicBezTo>
                    <a:cubicBezTo>
                      <a:pt x="14350" y="7025"/>
                      <a:pt x="7141" y="14201"/>
                      <a:pt x="0" y="21600"/>
                    </a:cubicBezTo>
                    <a:close/>
                    <a:moveTo>
                      <a:pt x="0" y="21600"/>
                    </a:moveTo>
                  </a:path>
                </a:pathLst>
              </a:custGeom>
              <a:solidFill>
                <a:srgbClr val="4E96E2"/>
              </a:solidFill>
              <a:ln>
                <a:noFill/>
              </a:ln>
            </p:spPr>
            <p:txBody>
              <a:bodyPr lIns="0" tIns="0" rIns="0" bIns="0"/>
              <a:lstStyle/>
              <a:p>
                <a:endParaRPr lang="en-US"/>
              </a:p>
            </p:txBody>
          </p:sp>
          <p:sp>
            <p:nvSpPr>
              <p:cNvPr id="12412" name="AutoShape 87"/>
              <p:cNvSpPr/>
              <p:nvPr/>
            </p:nvSpPr>
            <p:spPr bwMode="auto">
              <a:xfrm>
                <a:off x="501" y="652"/>
                <a:ext cx="26" cy="3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0" y="14336"/>
                      <a:pt x="14330" y="7139"/>
                      <a:pt x="21600" y="0"/>
                    </a:cubicBezTo>
                    <a:cubicBezTo>
                      <a:pt x="14330" y="7139"/>
                      <a:pt x="7130" y="14336"/>
                      <a:pt x="0" y="21600"/>
                    </a:cubicBezTo>
                    <a:close/>
                    <a:moveTo>
                      <a:pt x="0" y="21600"/>
                    </a:moveTo>
                  </a:path>
                </a:pathLst>
              </a:custGeom>
              <a:solidFill>
                <a:srgbClr val="4E96E2"/>
              </a:solidFill>
              <a:ln>
                <a:noFill/>
              </a:ln>
            </p:spPr>
            <p:txBody>
              <a:bodyPr lIns="0" tIns="0" rIns="0" bIns="0"/>
              <a:lstStyle/>
              <a:p>
                <a:endParaRPr lang="en-US"/>
              </a:p>
            </p:txBody>
          </p:sp>
          <p:sp>
            <p:nvSpPr>
              <p:cNvPr id="12413" name="AutoShape 88"/>
              <p:cNvSpPr/>
              <p:nvPr/>
            </p:nvSpPr>
            <p:spPr bwMode="auto">
              <a:xfrm>
                <a:off x="709" y="444"/>
                <a:ext cx="30" cy="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321"/>
                      <a:pt x="14340" y="7120"/>
                      <a:pt x="21600" y="0"/>
                    </a:cubicBezTo>
                    <a:cubicBezTo>
                      <a:pt x="14340" y="7120"/>
                      <a:pt x="7142" y="14321"/>
                      <a:pt x="0" y="21600"/>
                    </a:cubicBezTo>
                    <a:close/>
                    <a:moveTo>
                      <a:pt x="0" y="21600"/>
                    </a:moveTo>
                  </a:path>
                </a:pathLst>
              </a:custGeom>
              <a:solidFill>
                <a:srgbClr val="4E96E2"/>
              </a:solidFill>
              <a:ln>
                <a:noFill/>
              </a:ln>
            </p:spPr>
            <p:txBody>
              <a:bodyPr lIns="0" tIns="0" rIns="0" bIns="0"/>
              <a:lstStyle/>
              <a:p>
                <a:endParaRPr lang="en-US"/>
              </a:p>
            </p:txBody>
          </p:sp>
          <p:sp>
            <p:nvSpPr>
              <p:cNvPr id="12414" name="AutoShape 89"/>
              <p:cNvSpPr/>
              <p:nvPr/>
            </p:nvSpPr>
            <p:spPr bwMode="auto">
              <a:xfrm>
                <a:off x="541" y="612"/>
                <a:ext cx="29" cy="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19" y="14326"/>
                      <a:pt x="14330" y="7135"/>
                      <a:pt x="21600" y="0"/>
                    </a:cubicBezTo>
                    <a:cubicBezTo>
                      <a:pt x="14330" y="7138"/>
                      <a:pt x="7119" y="14326"/>
                      <a:pt x="0" y="21600"/>
                    </a:cubicBezTo>
                    <a:close/>
                    <a:moveTo>
                      <a:pt x="0" y="21600"/>
                    </a:moveTo>
                  </a:path>
                </a:pathLst>
              </a:custGeom>
              <a:solidFill>
                <a:srgbClr val="4E96E2"/>
              </a:solidFill>
              <a:ln>
                <a:noFill/>
              </a:ln>
            </p:spPr>
            <p:txBody>
              <a:bodyPr lIns="0" tIns="0" rIns="0" bIns="0"/>
              <a:lstStyle/>
              <a:p>
                <a:endParaRPr lang="en-US"/>
              </a:p>
            </p:txBody>
          </p:sp>
          <p:sp>
            <p:nvSpPr>
              <p:cNvPr id="12415" name="AutoShape 90"/>
              <p:cNvSpPr/>
              <p:nvPr/>
            </p:nvSpPr>
            <p:spPr bwMode="auto">
              <a:xfrm>
                <a:off x="661" y="484"/>
                <a:ext cx="32" cy="3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325"/>
                      <a:pt x="14317" y="7115"/>
                      <a:pt x="21600" y="0"/>
                    </a:cubicBezTo>
                    <a:cubicBezTo>
                      <a:pt x="14317" y="7115"/>
                      <a:pt x="7138" y="14325"/>
                      <a:pt x="0" y="21600"/>
                    </a:cubicBezTo>
                    <a:close/>
                    <a:moveTo>
                      <a:pt x="0" y="21600"/>
                    </a:moveTo>
                  </a:path>
                </a:pathLst>
              </a:custGeom>
              <a:solidFill>
                <a:srgbClr val="4E96E2"/>
              </a:solidFill>
              <a:ln>
                <a:noFill/>
              </a:ln>
            </p:spPr>
            <p:txBody>
              <a:bodyPr lIns="0" tIns="0" rIns="0" bIns="0"/>
              <a:lstStyle/>
              <a:p>
                <a:endParaRPr lang="en-US"/>
              </a:p>
            </p:txBody>
          </p:sp>
          <p:sp>
            <p:nvSpPr>
              <p:cNvPr id="12416" name="AutoShape 91"/>
              <p:cNvSpPr/>
              <p:nvPr/>
            </p:nvSpPr>
            <p:spPr bwMode="auto">
              <a:xfrm>
                <a:off x="461" y="692"/>
                <a:ext cx="26" cy="3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0" y="14344"/>
                      <a:pt x="14303" y="7137"/>
                      <a:pt x="21600" y="0"/>
                    </a:cubicBezTo>
                    <a:cubicBezTo>
                      <a:pt x="14303" y="7137"/>
                      <a:pt x="7120" y="14344"/>
                      <a:pt x="0" y="21600"/>
                    </a:cubicBezTo>
                    <a:close/>
                    <a:moveTo>
                      <a:pt x="0" y="21600"/>
                    </a:moveTo>
                  </a:path>
                </a:pathLst>
              </a:custGeom>
              <a:solidFill>
                <a:srgbClr val="4E96E2"/>
              </a:solidFill>
              <a:ln>
                <a:noFill/>
              </a:ln>
            </p:spPr>
            <p:txBody>
              <a:bodyPr lIns="0" tIns="0" rIns="0" bIns="0"/>
              <a:lstStyle/>
              <a:p>
                <a:endParaRPr lang="en-US"/>
              </a:p>
            </p:txBody>
          </p:sp>
          <p:sp>
            <p:nvSpPr>
              <p:cNvPr id="12417" name="AutoShape 92"/>
              <p:cNvSpPr/>
              <p:nvPr/>
            </p:nvSpPr>
            <p:spPr bwMode="auto">
              <a:xfrm>
                <a:off x="949" y="268"/>
                <a:ext cx="33" cy="2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9" y="14307"/>
                      <a:pt x="14354" y="7089"/>
                      <a:pt x="21600" y="0"/>
                    </a:cubicBezTo>
                    <a:cubicBezTo>
                      <a:pt x="14354" y="7089"/>
                      <a:pt x="7159" y="14307"/>
                      <a:pt x="0" y="21600"/>
                    </a:cubicBezTo>
                    <a:close/>
                    <a:moveTo>
                      <a:pt x="0" y="21600"/>
                    </a:moveTo>
                  </a:path>
                </a:pathLst>
              </a:custGeom>
              <a:solidFill>
                <a:srgbClr val="4E96E2"/>
              </a:solidFill>
              <a:ln>
                <a:noFill/>
              </a:ln>
            </p:spPr>
            <p:txBody>
              <a:bodyPr lIns="0" tIns="0" rIns="0" bIns="0"/>
              <a:lstStyle/>
              <a:p>
                <a:endParaRPr lang="en-US"/>
              </a:p>
            </p:txBody>
          </p:sp>
          <p:sp>
            <p:nvSpPr>
              <p:cNvPr id="12418" name="AutoShape 93"/>
              <p:cNvSpPr/>
              <p:nvPr/>
            </p:nvSpPr>
            <p:spPr bwMode="auto">
              <a:xfrm>
                <a:off x="1093" y="172"/>
                <a:ext cx="50" cy="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227"/>
                      <a:pt x="14337" y="7013"/>
                      <a:pt x="21600" y="0"/>
                    </a:cubicBezTo>
                    <a:cubicBezTo>
                      <a:pt x="14337" y="7013"/>
                      <a:pt x="7142" y="14227"/>
                      <a:pt x="0" y="21600"/>
                    </a:cubicBezTo>
                    <a:close/>
                    <a:moveTo>
                      <a:pt x="0" y="21600"/>
                    </a:moveTo>
                  </a:path>
                </a:pathLst>
              </a:custGeom>
              <a:solidFill>
                <a:srgbClr val="4E96E2"/>
              </a:solidFill>
              <a:ln>
                <a:noFill/>
              </a:ln>
            </p:spPr>
            <p:txBody>
              <a:bodyPr lIns="0" tIns="0" rIns="0" bIns="0"/>
              <a:lstStyle/>
              <a:p>
                <a:endParaRPr lang="en-US"/>
              </a:p>
            </p:txBody>
          </p:sp>
          <p:sp>
            <p:nvSpPr>
              <p:cNvPr id="12419" name="AutoShape 94"/>
              <p:cNvSpPr/>
              <p:nvPr/>
            </p:nvSpPr>
            <p:spPr bwMode="auto">
              <a:xfrm>
                <a:off x="997" y="236"/>
                <a:ext cx="33" cy="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7" y="14288"/>
                      <a:pt x="14356" y="7097"/>
                      <a:pt x="21600" y="0"/>
                    </a:cubicBezTo>
                    <a:cubicBezTo>
                      <a:pt x="14356" y="7097"/>
                      <a:pt x="7157" y="14288"/>
                      <a:pt x="0" y="21600"/>
                    </a:cubicBezTo>
                    <a:close/>
                    <a:moveTo>
                      <a:pt x="0" y="21600"/>
                    </a:moveTo>
                  </a:path>
                </a:pathLst>
              </a:custGeom>
              <a:solidFill>
                <a:srgbClr val="4E96E2"/>
              </a:solidFill>
              <a:ln>
                <a:noFill/>
              </a:ln>
            </p:spPr>
            <p:txBody>
              <a:bodyPr lIns="0" tIns="0" rIns="0" bIns="0"/>
              <a:lstStyle/>
              <a:p>
                <a:endParaRPr lang="en-US"/>
              </a:p>
            </p:txBody>
          </p:sp>
          <p:sp>
            <p:nvSpPr>
              <p:cNvPr id="12420" name="AutoShape 95"/>
              <p:cNvSpPr/>
              <p:nvPr/>
            </p:nvSpPr>
            <p:spPr bwMode="auto">
              <a:xfrm>
                <a:off x="1045" y="204"/>
                <a:ext cx="36" cy="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5" y="14265"/>
                      <a:pt x="14359" y="7088"/>
                      <a:pt x="21600" y="0"/>
                    </a:cubicBezTo>
                    <a:cubicBezTo>
                      <a:pt x="14359" y="7088"/>
                      <a:pt x="7145" y="14265"/>
                      <a:pt x="0" y="21600"/>
                    </a:cubicBezTo>
                    <a:close/>
                    <a:moveTo>
                      <a:pt x="0" y="21600"/>
                    </a:moveTo>
                  </a:path>
                </a:pathLst>
              </a:custGeom>
              <a:solidFill>
                <a:srgbClr val="4E96E2"/>
              </a:solidFill>
              <a:ln>
                <a:noFill/>
              </a:ln>
            </p:spPr>
            <p:txBody>
              <a:bodyPr lIns="0" tIns="0" rIns="0" bIns="0"/>
              <a:lstStyle/>
              <a:p>
                <a:endParaRPr lang="en-US"/>
              </a:p>
            </p:txBody>
          </p:sp>
          <p:sp>
            <p:nvSpPr>
              <p:cNvPr id="12421" name="AutoShape 96"/>
              <p:cNvSpPr/>
              <p:nvPr/>
            </p:nvSpPr>
            <p:spPr bwMode="auto">
              <a:xfrm>
                <a:off x="837" y="332"/>
                <a:ext cx="46" cy="3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6" y="14267"/>
                      <a:pt x="14328" y="7068"/>
                      <a:pt x="21600" y="0"/>
                    </a:cubicBezTo>
                    <a:cubicBezTo>
                      <a:pt x="14328" y="7068"/>
                      <a:pt x="7126" y="14267"/>
                      <a:pt x="0" y="21600"/>
                    </a:cubicBezTo>
                    <a:close/>
                    <a:moveTo>
                      <a:pt x="0" y="21600"/>
                    </a:moveTo>
                  </a:path>
                </a:pathLst>
              </a:custGeom>
              <a:solidFill>
                <a:srgbClr val="4E96E2"/>
              </a:solidFill>
              <a:ln>
                <a:noFill/>
              </a:ln>
            </p:spPr>
            <p:txBody>
              <a:bodyPr lIns="0" tIns="0" rIns="0" bIns="0"/>
              <a:lstStyle/>
              <a:p>
                <a:endParaRPr lang="en-US"/>
              </a:p>
            </p:txBody>
          </p:sp>
          <p:sp>
            <p:nvSpPr>
              <p:cNvPr id="12422" name="AutoShape 97"/>
              <p:cNvSpPr/>
              <p:nvPr/>
            </p:nvSpPr>
            <p:spPr bwMode="auto">
              <a:xfrm>
                <a:off x="893" y="300"/>
                <a:ext cx="39" cy="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292"/>
                      <a:pt x="14337" y="7080"/>
                      <a:pt x="21600" y="0"/>
                    </a:cubicBezTo>
                    <a:cubicBezTo>
                      <a:pt x="14337" y="7080"/>
                      <a:pt x="7138" y="14292"/>
                      <a:pt x="0" y="21600"/>
                    </a:cubicBezTo>
                    <a:close/>
                    <a:moveTo>
                      <a:pt x="0" y="21600"/>
                    </a:moveTo>
                  </a:path>
                </a:pathLst>
              </a:custGeom>
              <a:solidFill>
                <a:srgbClr val="4E96E2"/>
              </a:solidFill>
              <a:ln>
                <a:noFill/>
              </a:ln>
            </p:spPr>
            <p:txBody>
              <a:bodyPr lIns="0" tIns="0" rIns="0" bIns="0"/>
              <a:lstStyle/>
              <a:p>
                <a:endParaRPr lang="en-US"/>
              </a:p>
            </p:txBody>
          </p:sp>
          <p:sp>
            <p:nvSpPr>
              <p:cNvPr id="12423" name="AutoShape 98"/>
              <p:cNvSpPr/>
              <p:nvPr/>
            </p:nvSpPr>
            <p:spPr bwMode="auto">
              <a:xfrm>
                <a:off x="797" y="364"/>
                <a:ext cx="38" cy="3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8" y="14293"/>
                      <a:pt x="14331" y="7100"/>
                      <a:pt x="21600" y="0"/>
                    </a:cubicBezTo>
                    <a:cubicBezTo>
                      <a:pt x="14331" y="7100"/>
                      <a:pt x="7128" y="14293"/>
                      <a:pt x="0" y="21600"/>
                    </a:cubicBezTo>
                    <a:close/>
                    <a:moveTo>
                      <a:pt x="0" y="21600"/>
                    </a:moveTo>
                  </a:path>
                </a:pathLst>
              </a:custGeom>
              <a:solidFill>
                <a:srgbClr val="4E96E2"/>
              </a:solidFill>
              <a:ln>
                <a:noFill/>
              </a:ln>
            </p:spPr>
            <p:txBody>
              <a:bodyPr lIns="0" tIns="0" rIns="0" bIns="0"/>
              <a:lstStyle/>
              <a:p>
                <a:endParaRPr lang="en-US"/>
              </a:p>
            </p:txBody>
          </p:sp>
          <p:sp>
            <p:nvSpPr>
              <p:cNvPr id="12424" name="AutoShape 99"/>
              <p:cNvSpPr/>
              <p:nvPr/>
            </p:nvSpPr>
            <p:spPr bwMode="auto">
              <a:xfrm>
                <a:off x="749" y="404"/>
                <a:ext cx="31" cy="2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7" y="14313"/>
                      <a:pt x="14350" y="7125"/>
                      <a:pt x="21600" y="0"/>
                    </a:cubicBezTo>
                    <a:cubicBezTo>
                      <a:pt x="14350" y="7125"/>
                      <a:pt x="7137" y="14313"/>
                      <a:pt x="0" y="21600"/>
                    </a:cubicBezTo>
                    <a:close/>
                    <a:moveTo>
                      <a:pt x="0" y="21600"/>
                    </a:moveTo>
                  </a:path>
                </a:pathLst>
              </a:custGeom>
              <a:solidFill>
                <a:srgbClr val="4E96E2"/>
              </a:solidFill>
              <a:ln>
                <a:noFill/>
              </a:ln>
            </p:spPr>
            <p:txBody>
              <a:bodyPr lIns="0" tIns="0" rIns="0" bIns="0"/>
              <a:lstStyle/>
              <a:p>
                <a:endParaRPr lang="en-US"/>
              </a:p>
            </p:txBody>
          </p:sp>
          <p:sp>
            <p:nvSpPr>
              <p:cNvPr id="12425" name="AutoShape 100"/>
              <p:cNvSpPr/>
              <p:nvPr/>
            </p:nvSpPr>
            <p:spPr bwMode="auto">
              <a:xfrm>
                <a:off x="18" y="749"/>
                <a:ext cx="4024" cy="3264"/>
              </a:xfrm>
              <a:custGeom>
                <a:avLst/>
                <a:gdLst>
                  <a:gd name="T0" fmla="*/ 26 w 21600"/>
                  <a:gd name="T1" fmla="*/ 5 h 21600"/>
                  <a:gd name="T2" fmla="*/ 15 w 21600"/>
                  <a:gd name="T3" fmla="*/ 8 h 21600"/>
                  <a:gd name="T4" fmla="*/ 2 w 21600"/>
                  <a:gd name="T5" fmla="*/ 1 h 21600"/>
                  <a:gd name="T6" fmla="*/ 3 w 21600"/>
                  <a:gd name="T7" fmla="*/ 0 h 21600"/>
                  <a:gd name="T8" fmla="*/ 3 w 21600"/>
                  <a:gd name="T9" fmla="*/ 0 h 21600"/>
                  <a:gd name="T10" fmla="*/ 0 w 21600"/>
                  <a:gd name="T11" fmla="*/ 4 h 21600"/>
                  <a:gd name="T12" fmla="*/ 13 w 21600"/>
                  <a:gd name="T13" fmla="*/ 11 h 21600"/>
                  <a:gd name="T14" fmla="*/ 26 w 21600"/>
                  <a:gd name="T15" fmla="*/ 5 h 21600"/>
                  <a:gd name="T16" fmla="*/ 26 w 21600"/>
                  <a:gd name="T17" fmla="*/ 5 h 21600"/>
                  <a:gd name="T18" fmla="*/ 26 w 21600"/>
                  <a:gd name="T19" fmla="*/ 5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530" y="10051"/>
                    </a:moveTo>
                    <a:cubicBezTo>
                      <a:pt x="19558" y="13295"/>
                      <a:pt x="16414" y="15394"/>
                      <a:pt x="12873" y="15394"/>
                    </a:cubicBezTo>
                    <a:cubicBezTo>
                      <a:pt x="6901" y="15394"/>
                      <a:pt x="2060" y="9425"/>
                      <a:pt x="2060" y="2063"/>
                    </a:cubicBezTo>
                    <a:cubicBezTo>
                      <a:pt x="2060" y="1459"/>
                      <a:pt x="2093" y="864"/>
                      <a:pt x="2156" y="281"/>
                    </a:cubicBezTo>
                    <a:cubicBezTo>
                      <a:pt x="2214" y="186"/>
                      <a:pt x="2273" y="93"/>
                      <a:pt x="2332" y="0"/>
                    </a:cubicBezTo>
                    <a:cubicBezTo>
                      <a:pt x="872" y="2273"/>
                      <a:pt x="0" y="5145"/>
                      <a:pt x="0" y="8270"/>
                    </a:cubicBezTo>
                    <a:cubicBezTo>
                      <a:pt x="0" y="15632"/>
                      <a:pt x="4841" y="21600"/>
                      <a:pt x="10813" y="21600"/>
                    </a:cubicBezTo>
                    <a:cubicBezTo>
                      <a:pt x="16532" y="21600"/>
                      <a:pt x="21213" y="16127"/>
                      <a:pt x="21600" y="9198"/>
                    </a:cubicBezTo>
                    <a:cubicBezTo>
                      <a:pt x="21584" y="9485"/>
                      <a:pt x="21561" y="9770"/>
                      <a:pt x="21530" y="10051"/>
                    </a:cubicBezTo>
                    <a:close/>
                    <a:moveTo>
                      <a:pt x="21530" y="10051"/>
                    </a:moveTo>
                  </a:path>
                </a:pathLst>
              </a:custGeom>
              <a:solidFill>
                <a:srgbClr val="3B4A58">
                  <a:alpha val="29803"/>
                </a:srgbClr>
              </a:solidFill>
              <a:ln>
                <a:noFill/>
              </a:ln>
            </p:spPr>
            <p:txBody>
              <a:bodyPr lIns="0" tIns="0" rIns="0" bIns="0"/>
              <a:lstStyle/>
              <a:p>
                <a:endParaRPr lang="en-US"/>
              </a:p>
            </p:txBody>
          </p:sp>
          <p:sp>
            <p:nvSpPr>
              <p:cNvPr id="12426" name="AutoShape 101"/>
              <p:cNvSpPr/>
              <p:nvPr/>
            </p:nvSpPr>
            <p:spPr bwMode="auto">
              <a:xfrm>
                <a:off x="3573" y="860"/>
                <a:ext cx="436" cy="78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0816" y="21600"/>
                    </a:moveTo>
                    <a:cubicBezTo>
                      <a:pt x="21100" y="21370"/>
                      <a:pt x="21339" y="21128"/>
                      <a:pt x="21600" y="20874"/>
                    </a:cubicBezTo>
                    <a:cubicBezTo>
                      <a:pt x="18835" y="13234"/>
                      <a:pt x="13260" y="6161"/>
                      <a:pt x="5443" y="0"/>
                    </a:cubicBezTo>
                    <a:cubicBezTo>
                      <a:pt x="5421" y="95"/>
                      <a:pt x="5443" y="183"/>
                      <a:pt x="5421" y="278"/>
                    </a:cubicBezTo>
                    <a:cubicBezTo>
                      <a:pt x="4877" y="3682"/>
                      <a:pt x="2983" y="6864"/>
                      <a:pt x="0" y="9735"/>
                    </a:cubicBezTo>
                    <a:cubicBezTo>
                      <a:pt x="8906" y="13948"/>
                      <a:pt x="15743" y="18089"/>
                      <a:pt x="20816" y="21600"/>
                    </a:cubicBezTo>
                    <a:cubicBezTo>
                      <a:pt x="20816" y="21600"/>
                      <a:pt x="20816" y="21600"/>
                      <a:pt x="20816" y="21600"/>
                    </a:cubicBezTo>
                    <a:close/>
                    <a:moveTo>
                      <a:pt x="20816" y="21600"/>
                    </a:moveTo>
                  </a:path>
                </a:pathLst>
              </a:custGeom>
              <a:solidFill>
                <a:srgbClr val="4E96E2"/>
              </a:solidFill>
              <a:ln>
                <a:noFill/>
              </a:ln>
            </p:spPr>
            <p:txBody>
              <a:bodyPr lIns="0" tIns="0" rIns="0" bIns="0"/>
              <a:lstStyle/>
              <a:p>
                <a:endParaRPr lang="en-US"/>
              </a:p>
            </p:txBody>
          </p:sp>
        </p:grpSp>
        <p:sp>
          <p:nvSpPr>
            <p:cNvPr id="12387" name="Rectangle 103"/>
            <p:cNvSpPr/>
            <p:nvPr/>
          </p:nvSpPr>
          <p:spPr bwMode="auto">
            <a:xfrm>
              <a:off x="1892300" y="7404100"/>
              <a:ext cx="4368800" cy="1905000"/>
            </a:xfrm>
            <a:prstGeom prst="rect">
              <a:avLst/>
            </a:prstGeom>
            <a:noFill/>
            <a:ln>
              <a:noFill/>
            </a:ln>
          </p:spPr>
          <p:txBody>
            <a:bodyPr lIns="0" tIns="0" rIns="0" bIns="0" anchor="ctr"/>
            <a:lstStyle/>
            <a:p>
              <a:r>
                <a:rPr lang="en-US" sz="14400" dirty="0">
                  <a:solidFill>
                    <a:srgbClr val="FFFFFF"/>
                  </a:solidFill>
                  <a:latin typeface="微软雅黑" panose="020B0503020204020204" charset="-122"/>
                  <a:ea typeface="MS PGothic" panose="020B0600070205080204" charset="-128"/>
                  <a:cs typeface="MS PGothic" panose="020B0600070205080204" charset="-128"/>
                  <a:sym typeface="Diavlo Bold Regular" charset="0"/>
                </a:rPr>
                <a:t>SEO</a:t>
              </a:r>
              <a:endParaRPr lang="en-US" sz="14400" dirty="0">
                <a:solidFill>
                  <a:srgbClr val="FFFFFF"/>
                </a:solidFill>
                <a:latin typeface="微软雅黑" panose="020B0503020204020204" charset="-122"/>
                <a:ea typeface="MS PGothic" panose="020B0600070205080204" charset="-128"/>
                <a:cs typeface="MS PGothic" panose="020B0600070205080204" charset="-128"/>
                <a:sym typeface="Diavlo Bold Regular" charset="0"/>
              </a:endParaRPr>
            </a:p>
          </p:txBody>
        </p:sp>
      </p:grpSp>
      <p:grpSp>
        <p:nvGrpSpPr>
          <p:cNvPr id="11273" name="Group 143"/>
          <p:cNvGrpSpPr/>
          <p:nvPr/>
        </p:nvGrpSpPr>
        <p:grpSpPr bwMode="auto">
          <a:xfrm>
            <a:off x="-2032000" y="8775700"/>
            <a:ext cx="3263900" cy="3263900"/>
            <a:chOff x="0" y="0"/>
            <a:chExt cx="2056" cy="2056"/>
          </a:xfrm>
        </p:grpSpPr>
        <p:sp>
          <p:nvSpPr>
            <p:cNvPr id="12347" name="AutoShape 105"/>
            <p:cNvSpPr/>
            <p:nvPr/>
          </p:nvSpPr>
          <p:spPr bwMode="auto">
            <a:xfrm>
              <a:off x="0" y="0"/>
              <a:ext cx="2053" cy="2056"/>
            </a:xfrm>
            <a:custGeom>
              <a:avLst/>
              <a:gdLst>
                <a:gd name="T0" fmla="*/ 2 w 21600"/>
                <a:gd name="T1" fmla="*/ 1 h 21600"/>
                <a:gd name="T2" fmla="*/ 1 w 21600"/>
                <a:gd name="T3" fmla="*/ 2 h 21600"/>
                <a:gd name="T4" fmla="*/ 0 w 21600"/>
                <a:gd name="T5" fmla="*/ 1 h 21600"/>
                <a:gd name="T6" fmla="*/ 1 w 21600"/>
                <a:gd name="T7" fmla="*/ 0 h 21600"/>
                <a:gd name="T8" fmla="*/ 2 w 21600"/>
                <a:gd name="T9" fmla="*/ 1 h 21600"/>
                <a:gd name="T10" fmla="*/ 2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alpha val="59999"/>
              </a:srgbClr>
            </a:solidFill>
            <a:ln>
              <a:noFill/>
            </a:ln>
          </p:spPr>
          <p:txBody>
            <a:bodyPr lIns="0" tIns="0" rIns="0" bIns="0"/>
            <a:lstStyle/>
            <a:p>
              <a:endParaRPr lang="en-US"/>
            </a:p>
          </p:txBody>
        </p:sp>
        <p:sp>
          <p:nvSpPr>
            <p:cNvPr id="12348" name="AutoShape 106"/>
            <p:cNvSpPr/>
            <p:nvPr/>
          </p:nvSpPr>
          <p:spPr bwMode="auto">
            <a:xfrm>
              <a:off x="830" y="339"/>
              <a:ext cx="397" cy="265"/>
            </a:xfrm>
            <a:custGeom>
              <a:avLst/>
              <a:gdLst>
                <a:gd name="T0" fmla="*/ 0 w 21238"/>
                <a:gd name="T1" fmla="*/ 0 h 21485"/>
                <a:gd name="T2" fmla="*/ 0 w 21238"/>
                <a:gd name="T3" fmla="*/ 0 h 21485"/>
                <a:gd name="T4" fmla="*/ 0 w 21238"/>
                <a:gd name="T5" fmla="*/ 0 h 21485"/>
                <a:gd name="T6" fmla="*/ 0 w 21238"/>
                <a:gd name="T7" fmla="*/ 0 h 21485"/>
                <a:gd name="T8" fmla="*/ 0 w 21238"/>
                <a:gd name="T9" fmla="*/ 0 h 21485"/>
                <a:gd name="T10" fmla="*/ 0 w 21238"/>
                <a:gd name="T11" fmla="*/ 0 h 21485"/>
                <a:gd name="T12" fmla="*/ 0 w 21238"/>
                <a:gd name="T13" fmla="*/ 0 h 214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38" h="21485">
                  <a:moveTo>
                    <a:pt x="68" y="735"/>
                  </a:moveTo>
                  <a:cubicBezTo>
                    <a:pt x="-362" y="8099"/>
                    <a:pt x="1263" y="15356"/>
                    <a:pt x="4647" y="21485"/>
                  </a:cubicBezTo>
                  <a:cubicBezTo>
                    <a:pt x="10253" y="14160"/>
                    <a:pt x="15907" y="8446"/>
                    <a:pt x="21238" y="4036"/>
                  </a:cubicBezTo>
                  <a:cubicBezTo>
                    <a:pt x="14293" y="935"/>
                    <a:pt x="7049" y="-115"/>
                    <a:pt x="128" y="10"/>
                  </a:cubicBezTo>
                  <a:cubicBezTo>
                    <a:pt x="116" y="266"/>
                    <a:pt x="81" y="502"/>
                    <a:pt x="68" y="735"/>
                  </a:cubicBezTo>
                  <a:cubicBezTo>
                    <a:pt x="68" y="735"/>
                    <a:pt x="68" y="735"/>
                    <a:pt x="68" y="735"/>
                  </a:cubicBezTo>
                  <a:close/>
                  <a:moveTo>
                    <a:pt x="68" y="735"/>
                  </a:moveTo>
                </a:path>
              </a:pathLst>
            </a:custGeom>
            <a:solidFill>
              <a:srgbClr val="4E96E2">
                <a:alpha val="59999"/>
              </a:srgbClr>
            </a:solidFill>
            <a:ln>
              <a:noFill/>
            </a:ln>
          </p:spPr>
          <p:txBody>
            <a:bodyPr lIns="0" tIns="0" rIns="0" bIns="0"/>
            <a:lstStyle/>
            <a:p>
              <a:endParaRPr lang="en-US"/>
            </a:p>
          </p:txBody>
        </p:sp>
        <p:sp>
          <p:nvSpPr>
            <p:cNvPr id="12349" name="AutoShape 107"/>
            <p:cNvSpPr/>
            <p:nvPr/>
          </p:nvSpPr>
          <p:spPr bwMode="auto">
            <a:xfrm>
              <a:off x="282" y="246"/>
              <a:ext cx="91" cy="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8680" y="2394"/>
                    <a:pt x="15814" y="4904"/>
                    <a:pt x="13002" y="7415"/>
                  </a:cubicBezTo>
                  <a:cubicBezTo>
                    <a:pt x="8546" y="11953"/>
                    <a:pt x="4141" y="16637"/>
                    <a:pt x="0" y="21600"/>
                  </a:cubicBezTo>
                  <a:cubicBezTo>
                    <a:pt x="5361" y="19965"/>
                    <a:pt x="11304" y="18323"/>
                    <a:pt x="17513" y="16637"/>
                  </a:cubicBezTo>
                  <a:cubicBezTo>
                    <a:pt x="18680" y="11034"/>
                    <a:pt x="20007" y="5488"/>
                    <a:pt x="21600" y="0"/>
                  </a:cubicBezTo>
                  <a:cubicBezTo>
                    <a:pt x="21600" y="0"/>
                    <a:pt x="21600" y="0"/>
                    <a:pt x="21600" y="0"/>
                  </a:cubicBezTo>
                  <a:close/>
                  <a:moveTo>
                    <a:pt x="21600" y="0"/>
                  </a:moveTo>
                </a:path>
              </a:pathLst>
            </a:custGeom>
            <a:solidFill>
              <a:srgbClr val="4E96E2">
                <a:alpha val="59999"/>
              </a:srgbClr>
            </a:solidFill>
            <a:ln>
              <a:noFill/>
            </a:ln>
          </p:spPr>
          <p:txBody>
            <a:bodyPr lIns="0" tIns="0" rIns="0" bIns="0"/>
            <a:lstStyle/>
            <a:p>
              <a:endParaRPr lang="en-US"/>
            </a:p>
          </p:txBody>
        </p:sp>
        <p:sp>
          <p:nvSpPr>
            <p:cNvPr id="12350" name="AutoShape 108"/>
            <p:cNvSpPr/>
            <p:nvPr/>
          </p:nvSpPr>
          <p:spPr bwMode="auto">
            <a:xfrm>
              <a:off x="984" y="449"/>
              <a:ext cx="409" cy="336"/>
            </a:xfrm>
            <a:custGeom>
              <a:avLst/>
              <a:gdLst>
                <a:gd name="T0" fmla="*/ 0 w 21600"/>
                <a:gd name="T1" fmla="*/ 0 h 21500"/>
                <a:gd name="T2" fmla="*/ 0 w 21600"/>
                <a:gd name="T3" fmla="*/ 0 h 21500"/>
                <a:gd name="T4" fmla="*/ 0 w 21600"/>
                <a:gd name="T5" fmla="*/ 0 h 21500"/>
                <a:gd name="T6" fmla="*/ 0 w 21600"/>
                <a:gd name="T7" fmla="*/ 0 h 21500"/>
                <a:gd name="T8" fmla="*/ 0 w 21600"/>
                <a:gd name="T9" fmla="*/ 0 h 21500"/>
                <a:gd name="T10" fmla="*/ 0 w 21600"/>
                <a:gd name="T11" fmla="*/ 0 h 21500"/>
                <a:gd name="T12" fmla="*/ 0 w 21600"/>
                <a:gd name="T13" fmla="*/ 0 h 215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500">
                  <a:moveTo>
                    <a:pt x="21600" y="21199"/>
                  </a:moveTo>
                  <a:cubicBezTo>
                    <a:pt x="20657" y="12911"/>
                    <a:pt x="19290" y="5853"/>
                    <a:pt x="17688" y="0"/>
                  </a:cubicBezTo>
                  <a:cubicBezTo>
                    <a:pt x="12079" y="3419"/>
                    <a:pt x="5998" y="8029"/>
                    <a:pt x="0" y="14229"/>
                  </a:cubicBezTo>
                  <a:cubicBezTo>
                    <a:pt x="4148" y="18236"/>
                    <a:pt x="9427" y="20756"/>
                    <a:pt x="15154" y="21371"/>
                  </a:cubicBezTo>
                  <a:cubicBezTo>
                    <a:pt x="17370" y="21600"/>
                    <a:pt x="19526" y="21514"/>
                    <a:pt x="21600" y="21199"/>
                  </a:cubicBezTo>
                  <a:cubicBezTo>
                    <a:pt x="21600" y="21199"/>
                    <a:pt x="21600" y="21199"/>
                    <a:pt x="21600" y="21199"/>
                  </a:cubicBezTo>
                  <a:close/>
                  <a:moveTo>
                    <a:pt x="21600" y="21199"/>
                  </a:moveTo>
                </a:path>
              </a:pathLst>
            </a:custGeom>
            <a:solidFill>
              <a:srgbClr val="4E96E2">
                <a:alpha val="59999"/>
              </a:srgbClr>
            </a:solidFill>
            <a:ln>
              <a:noFill/>
            </a:ln>
          </p:spPr>
          <p:txBody>
            <a:bodyPr lIns="0" tIns="0" rIns="0" bIns="0"/>
            <a:lstStyle/>
            <a:p>
              <a:endParaRPr lang="en-US"/>
            </a:p>
          </p:txBody>
        </p:sp>
        <p:sp>
          <p:nvSpPr>
            <p:cNvPr id="12351" name="AutoShape 109"/>
            <p:cNvSpPr/>
            <p:nvPr/>
          </p:nvSpPr>
          <p:spPr bwMode="auto">
            <a:xfrm>
              <a:off x="858" y="43"/>
              <a:ext cx="404" cy="2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672" y="0"/>
                  </a:moveTo>
                  <a:cubicBezTo>
                    <a:pt x="6277" y="3508"/>
                    <a:pt x="2077" y="9498"/>
                    <a:pt x="0" y="16919"/>
                  </a:cubicBezTo>
                  <a:cubicBezTo>
                    <a:pt x="7065" y="16955"/>
                    <a:pt x="14452" y="18239"/>
                    <a:pt x="21600" y="21600"/>
                  </a:cubicBezTo>
                  <a:cubicBezTo>
                    <a:pt x="18139" y="10231"/>
                    <a:pt x="14332" y="3620"/>
                    <a:pt x="11672" y="0"/>
                  </a:cubicBezTo>
                  <a:cubicBezTo>
                    <a:pt x="11672" y="0"/>
                    <a:pt x="11672" y="0"/>
                    <a:pt x="11672" y="0"/>
                  </a:cubicBezTo>
                  <a:close/>
                  <a:moveTo>
                    <a:pt x="11672" y="0"/>
                  </a:moveTo>
                </a:path>
              </a:pathLst>
            </a:custGeom>
            <a:solidFill>
              <a:srgbClr val="4E96E2">
                <a:alpha val="59999"/>
              </a:srgbClr>
            </a:solidFill>
            <a:ln>
              <a:noFill/>
            </a:ln>
          </p:spPr>
          <p:txBody>
            <a:bodyPr lIns="0" tIns="0" rIns="0" bIns="0"/>
            <a:lstStyle/>
            <a:p>
              <a:endParaRPr lang="en-US"/>
            </a:p>
          </p:txBody>
        </p:sp>
        <p:sp>
          <p:nvSpPr>
            <p:cNvPr id="12352" name="AutoShape 110"/>
            <p:cNvSpPr/>
            <p:nvPr/>
          </p:nvSpPr>
          <p:spPr bwMode="auto">
            <a:xfrm>
              <a:off x="456" y="30"/>
              <a:ext cx="462" cy="25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21600"/>
                  </a:moveTo>
                  <a:cubicBezTo>
                    <a:pt x="4251" y="20120"/>
                    <a:pt x="9087" y="18900"/>
                    <a:pt x="14226" y="18431"/>
                  </a:cubicBezTo>
                  <a:cubicBezTo>
                    <a:pt x="15532" y="11185"/>
                    <a:pt x="18112" y="4863"/>
                    <a:pt x="21600" y="0"/>
                  </a:cubicBezTo>
                  <a:cubicBezTo>
                    <a:pt x="14717" y="1673"/>
                    <a:pt x="8304" y="5313"/>
                    <a:pt x="2663" y="10643"/>
                  </a:cubicBezTo>
                  <a:cubicBezTo>
                    <a:pt x="1545" y="14096"/>
                    <a:pt x="647" y="17771"/>
                    <a:pt x="0" y="21600"/>
                  </a:cubicBezTo>
                  <a:cubicBezTo>
                    <a:pt x="0" y="21600"/>
                    <a:pt x="0" y="21600"/>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53" name="AutoShape 111"/>
            <p:cNvSpPr/>
            <p:nvPr/>
          </p:nvSpPr>
          <p:spPr bwMode="auto">
            <a:xfrm>
              <a:off x="465" y="1046"/>
              <a:ext cx="952" cy="5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9092" y="9960"/>
                  </a:moveTo>
                  <a:cubicBezTo>
                    <a:pt x="18347" y="9960"/>
                    <a:pt x="17597" y="9893"/>
                    <a:pt x="16852" y="9769"/>
                  </a:cubicBezTo>
                  <a:cubicBezTo>
                    <a:pt x="11922" y="8947"/>
                    <a:pt x="7367" y="5510"/>
                    <a:pt x="3825" y="0"/>
                  </a:cubicBezTo>
                  <a:cubicBezTo>
                    <a:pt x="2427" y="3390"/>
                    <a:pt x="1145" y="6799"/>
                    <a:pt x="0" y="10007"/>
                  </a:cubicBezTo>
                  <a:cubicBezTo>
                    <a:pt x="4241" y="16396"/>
                    <a:pt x="9632" y="20397"/>
                    <a:pt x="15485" y="21371"/>
                  </a:cubicBezTo>
                  <a:cubicBezTo>
                    <a:pt x="16391" y="21524"/>
                    <a:pt x="17314" y="21600"/>
                    <a:pt x="18215" y="21600"/>
                  </a:cubicBezTo>
                  <a:cubicBezTo>
                    <a:pt x="19193" y="21600"/>
                    <a:pt x="20156" y="21495"/>
                    <a:pt x="21104" y="21321"/>
                  </a:cubicBezTo>
                  <a:cubicBezTo>
                    <a:pt x="21347" y="17800"/>
                    <a:pt x="21524" y="13913"/>
                    <a:pt x="21600" y="9702"/>
                  </a:cubicBezTo>
                  <a:cubicBezTo>
                    <a:pt x="20779" y="9864"/>
                    <a:pt x="19943" y="9960"/>
                    <a:pt x="19092" y="9960"/>
                  </a:cubicBezTo>
                  <a:cubicBezTo>
                    <a:pt x="19092" y="9960"/>
                    <a:pt x="19092" y="9960"/>
                    <a:pt x="19092" y="9960"/>
                  </a:cubicBezTo>
                  <a:close/>
                  <a:moveTo>
                    <a:pt x="19092" y="9960"/>
                  </a:moveTo>
                </a:path>
              </a:pathLst>
            </a:custGeom>
            <a:solidFill>
              <a:srgbClr val="4E96E2">
                <a:alpha val="59999"/>
              </a:srgbClr>
            </a:solidFill>
            <a:ln>
              <a:noFill/>
            </a:ln>
          </p:spPr>
          <p:txBody>
            <a:bodyPr lIns="0" tIns="0" rIns="0" bIns="0"/>
            <a:lstStyle/>
            <a:p>
              <a:endParaRPr lang="en-US"/>
            </a:p>
          </p:txBody>
        </p:sp>
        <p:sp>
          <p:nvSpPr>
            <p:cNvPr id="12354" name="AutoShape 112"/>
            <p:cNvSpPr/>
            <p:nvPr/>
          </p:nvSpPr>
          <p:spPr bwMode="auto">
            <a:xfrm>
              <a:off x="148" y="1542"/>
              <a:ext cx="27"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7582"/>
                  </a:moveTo>
                  <a:cubicBezTo>
                    <a:pt x="14097" y="11836"/>
                    <a:pt x="7139" y="5932"/>
                    <a:pt x="0" y="0"/>
                  </a:cubicBezTo>
                  <a:cubicBezTo>
                    <a:pt x="6065" y="7188"/>
                    <a:pt x="11962" y="14598"/>
                    <a:pt x="18385" y="21600"/>
                  </a:cubicBezTo>
                  <a:cubicBezTo>
                    <a:pt x="19275" y="20374"/>
                    <a:pt x="20526" y="18836"/>
                    <a:pt x="21600" y="17582"/>
                  </a:cubicBezTo>
                  <a:cubicBezTo>
                    <a:pt x="21600" y="17582"/>
                    <a:pt x="21600" y="17582"/>
                    <a:pt x="21600" y="17582"/>
                  </a:cubicBezTo>
                  <a:close/>
                  <a:moveTo>
                    <a:pt x="21600" y="17582"/>
                  </a:moveTo>
                </a:path>
              </a:pathLst>
            </a:custGeom>
            <a:solidFill>
              <a:srgbClr val="4E96E2">
                <a:alpha val="59999"/>
              </a:srgbClr>
            </a:solidFill>
            <a:ln>
              <a:noFill/>
            </a:ln>
          </p:spPr>
          <p:txBody>
            <a:bodyPr lIns="0" tIns="0" rIns="0" bIns="0"/>
            <a:lstStyle/>
            <a:p>
              <a:endParaRPr lang="en-US"/>
            </a:p>
          </p:txBody>
        </p:sp>
        <p:sp>
          <p:nvSpPr>
            <p:cNvPr id="12355" name="AutoShape 113"/>
            <p:cNvSpPr/>
            <p:nvPr/>
          </p:nvSpPr>
          <p:spPr bwMode="auto">
            <a:xfrm>
              <a:off x="432" y="343"/>
              <a:ext cx="419" cy="567"/>
            </a:xfrm>
            <a:custGeom>
              <a:avLst/>
              <a:gdLst>
                <a:gd name="T0" fmla="*/ 0 w 20913"/>
                <a:gd name="T1" fmla="*/ 0 h 21600"/>
                <a:gd name="T2" fmla="*/ 0 w 20913"/>
                <a:gd name="T3" fmla="*/ 0 h 21600"/>
                <a:gd name="T4" fmla="*/ 0 w 20913"/>
                <a:gd name="T5" fmla="*/ 0 h 21600"/>
                <a:gd name="T6" fmla="*/ 0 w 20913"/>
                <a:gd name="T7" fmla="*/ 0 h 21600"/>
                <a:gd name="T8" fmla="*/ 0 w 20913"/>
                <a:gd name="T9" fmla="*/ 0 h 21600"/>
                <a:gd name="T10" fmla="*/ 0 w 20913"/>
                <a:gd name="T11" fmla="*/ 0 h 21600"/>
                <a:gd name="T12" fmla="*/ 0 w 20913"/>
                <a:gd name="T13" fmla="*/ 0 h 21600"/>
                <a:gd name="T14" fmla="*/ 0 w 20913"/>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913" h="21600">
                  <a:moveTo>
                    <a:pt x="115" y="2337"/>
                  </a:moveTo>
                  <a:cubicBezTo>
                    <a:pt x="-687" y="9273"/>
                    <a:pt x="2721" y="16081"/>
                    <a:pt x="9673" y="21600"/>
                  </a:cubicBezTo>
                  <a:cubicBezTo>
                    <a:pt x="13182" y="18341"/>
                    <a:pt x="16958" y="15168"/>
                    <a:pt x="20913" y="12293"/>
                  </a:cubicBezTo>
                  <a:cubicBezTo>
                    <a:pt x="16936" y="8710"/>
                    <a:pt x="15020" y="4401"/>
                    <a:pt x="15488" y="0"/>
                  </a:cubicBezTo>
                  <a:cubicBezTo>
                    <a:pt x="9918" y="273"/>
                    <a:pt x="4715" y="913"/>
                    <a:pt x="248" y="1638"/>
                  </a:cubicBezTo>
                  <a:cubicBezTo>
                    <a:pt x="215" y="1877"/>
                    <a:pt x="136" y="2099"/>
                    <a:pt x="115" y="2337"/>
                  </a:cubicBezTo>
                  <a:cubicBezTo>
                    <a:pt x="115" y="2337"/>
                    <a:pt x="115" y="2337"/>
                    <a:pt x="115" y="2337"/>
                  </a:cubicBezTo>
                  <a:close/>
                  <a:moveTo>
                    <a:pt x="115" y="2337"/>
                  </a:moveTo>
                </a:path>
              </a:pathLst>
            </a:custGeom>
            <a:solidFill>
              <a:srgbClr val="4E96E2">
                <a:alpha val="59999"/>
              </a:srgbClr>
            </a:solidFill>
            <a:ln>
              <a:noFill/>
            </a:ln>
          </p:spPr>
          <p:txBody>
            <a:bodyPr lIns="0" tIns="0" rIns="0" bIns="0"/>
            <a:lstStyle/>
            <a:p>
              <a:endParaRPr lang="en-US"/>
            </a:p>
          </p:txBody>
        </p:sp>
        <p:sp>
          <p:nvSpPr>
            <p:cNvPr id="12356" name="AutoShape 114"/>
            <p:cNvSpPr/>
            <p:nvPr/>
          </p:nvSpPr>
          <p:spPr bwMode="auto">
            <a:xfrm>
              <a:off x="10" y="790"/>
              <a:ext cx="334" cy="7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5611"/>
                  </a:moveTo>
                  <a:cubicBezTo>
                    <a:pt x="20835" y="15273"/>
                    <a:pt x="20027" y="14955"/>
                    <a:pt x="19291" y="14596"/>
                  </a:cubicBezTo>
                  <a:cubicBezTo>
                    <a:pt x="10331" y="10313"/>
                    <a:pt x="4358" y="5305"/>
                    <a:pt x="1659" y="0"/>
                  </a:cubicBezTo>
                  <a:cubicBezTo>
                    <a:pt x="736" y="1879"/>
                    <a:pt x="188" y="3834"/>
                    <a:pt x="0" y="5823"/>
                  </a:cubicBezTo>
                  <a:cubicBezTo>
                    <a:pt x="707" y="11467"/>
                    <a:pt x="5482" y="16908"/>
                    <a:pt x="13880" y="21600"/>
                  </a:cubicBezTo>
                  <a:cubicBezTo>
                    <a:pt x="15959" y="19901"/>
                    <a:pt x="18555" y="17854"/>
                    <a:pt x="21600" y="15611"/>
                  </a:cubicBezTo>
                  <a:cubicBezTo>
                    <a:pt x="21600" y="15611"/>
                    <a:pt x="21600" y="15611"/>
                    <a:pt x="21600" y="15611"/>
                  </a:cubicBezTo>
                  <a:close/>
                  <a:moveTo>
                    <a:pt x="21600" y="15611"/>
                  </a:moveTo>
                </a:path>
              </a:pathLst>
            </a:custGeom>
            <a:solidFill>
              <a:srgbClr val="4E96E2">
                <a:alpha val="59999"/>
              </a:srgbClr>
            </a:solidFill>
            <a:ln>
              <a:noFill/>
            </a:ln>
          </p:spPr>
          <p:txBody>
            <a:bodyPr lIns="0" tIns="0" rIns="0" bIns="0"/>
            <a:lstStyle/>
            <a:p>
              <a:endParaRPr lang="en-US"/>
            </a:p>
          </p:txBody>
        </p:sp>
        <p:sp>
          <p:nvSpPr>
            <p:cNvPr id="12357" name="AutoShape 115"/>
            <p:cNvSpPr/>
            <p:nvPr/>
          </p:nvSpPr>
          <p:spPr bwMode="auto">
            <a:xfrm>
              <a:off x="103" y="408"/>
              <a:ext cx="463" cy="8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4969"/>
                  </a:moveTo>
                  <a:cubicBezTo>
                    <a:pt x="208" y="10804"/>
                    <a:pt x="4553" y="16448"/>
                    <a:pt x="12607" y="21064"/>
                  </a:cubicBezTo>
                  <a:cubicBezTo>
                    <a:pt x="12931" y="21255"/>
                    <a:pt x="13296" y="21422"/>
                    <a:pt x="13639" y="21600"/>
                  </a:cubicBezTo>
                  <a:cubicBezTo>
                    <a:pt x="16015" y="19589"/>
                    <a:pt x="18693" y="17451"/>
                    <a:pt x="21600" y="15325"/>
                  </a:cubicBezTo>
                  <a:cubicBezTo>
                    <a:pt x="14087" y="10984"/>
                    <a:pt x="10388" y="5561"/>
                    <a:pt x="11076" y="0"/>
                  </a:cubicBezTo>
                  <a:cubicBezTo>
                    <a:pt x="7752" y="485"/>
                    <a:pt x="5168" y="955"/>
                    <a:pt x="3626" y="1256"/>
                  </a:cubicBezTo>
                  <a:cubicBezTo>
                    <a:pt x="2251" y="2431"/>
                    <a:pt x="1052" y="3674"/>
                    <a:pt x="0" y="4969"/>
                  </a:cubicBezTo>
                  <a:cubicBezTo>
                    <a:pt x="0" y="4969"/>
                    <a:pt x="0" y="4969"/>
                    <a:pt x="0" y="4969"/>
                  </a:cubicBezTo>
                  <a:close/>
                  <a:moveTo>
                    <a:pt x="0" y="4969"/>
                  </a:moveTo>
                </a:path>
              </a:pathLst>
            </a:custGeom>
            <a:solidFill>
              <a:srgbClr val="4E96E2">
                <a:alpha val="59999"/>
              </a:srgbClr>
            </a:solidFill>
            <a:ln>
              <a:noFill/>
            </a:ln>
          </p:spPr>
          <p:txBody>
            <a:bodyPr lIns="0" tIns="0" rIns="0" bIns="0"/>
            <a:lstStyle/>
            <a:p>
              <a:endParaRPr lang="en-US"/>
            </a:p>
          </p:txBody>
        </p:sp>
        <p:sp>
          <p:nvSpPr>
            <p:cNvPr id="12358" name="AutoShape 116"/>
            <p:cNvSpPr/>
            <p:nvPr/>
          </p:nvSpPr>
          <p:spPr bwMode="auto">
            <a:xfrm>
              <a:off x="233" y="1640"/>
              <a:ext cx="1068" cy="4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6185" y="21600"/>
                  </a:moveTo>
                  <a:cubicBezTo>
                    <a:pt x="17988" y="21600"/>
                    <a:pt x="19738" y="20985"/>
                    <a:pt x="21406" y="19852"/>
                  </a:cubicBezTo>
                  <a:cubicBezTo>
                    <a:pt x="21460" y="19462"/>
                    <a:pt x="21523" y="18954"/>
                    <a:pt x="21600" y="18373"/>
                  </a:cubicBezTo>
                  <a:cubicBezTo>
                    <a:pt x="20773" y="18565"/>
                    <a:pt x="19937" y="18671"/>
                    <a:pt x="19087" y="18671"/>
                  </a:cubicBezTo>
                  <a:cubicBezTo>
                    <a:pt x="18228" y="18671"/>
                    <a:pt x="17351" y="18565"/>
                    <a:pt x="16488" y="18361"/>
                  </a:cubicBezTo>
                  <a:cubicBezTo>
                    <a:pt x="10224" y="16923"/>
                    <a:pt x="4502" y="10393"/>
                    <a:pt x="253" y="0"/>
                  </a:cubicBezTo>
                  <a:cubicBezTo>
                    <a:pt x="158" y="437"/>
                    <a:pt x="72" y="847"/>
                    <a:pt x="0" y="1181"/>
                  </a:cubicBezTo>
                  <a:cubicBezTo>
                    <a:pt x="3801" y="13617"/>
                    <a:pt x="9641" y="21600"/>
                    <a:pt x="16185" y="21600"/>
                  </a:cubicBezTo>
                  <a:cubicBezTo>
                    <a:pt x="16185" y="21600"/>
                    <a:pt x="16185" y="21600"/>
                    <a:pt x="16185" y="21600"/>
                  </a:cubicBezTo>
                  <a:close/>
                  <a:moveTo>
                    <a:pt x="16185" y="21600"/>
                  </a:moveTo>
                </a:path>
              </a:pathLst>
            </a:custGeom>
            <a:solidFill>
              <a:srgbClr val="4E96E2">
                <a:alpha val="59999"/>
              </a:srgbClr>
            </a:solidFill>
            <a:ln>
              <a:noFill/>
            </a:ln>
          </p:spPr>
          <p:txBody>
            <a:bodyPr lIns="0" tIns="0" rIns="0" bIns="0"/>
            <a:lstStyle/>
            <a:p>
              <a:endParaRPr lang="en-US"/>
            </a:p>
          </p:txBody>
        </p:sp>
        <p:sp>
          <p:nvSpPr>
            <p:cNvPr id="12359" name="AutoShape 117"/>
            <p:cNvSpPr/>
            <p:nvPr/>
          </p:nvSpPr>
          <p:spPr bwMode="auto">
            <a:xfrm>
              <a:off x="1422" y="469"/>
              <a:ext cx="266" cy="2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2260"/>
                  </a:moveTo>
                  <a:cubicBezTo>
                    <a:pt x="15439" y="7928"/>
                    <a:pt x="8245" y="3716"/>
                    <a:pt x="0" y="0"/>
                  </a:cubicBezTo>
                  <a:cubicBezTo>
                    <a:pt x="2029" y="6254"/>
                    <a:pt x="3733" y="13455"/>
                    <a:pt x="5001" y="21600"/>
                  </a:cubicBezTo>
                  <a:cubicBezTo>
                    <a:pt x="11670" y="19738"/>
                    <a:pt x="17395" y="16490"/>
                    <a:pt x="21600" y="12260"/>
                  </a:cubicBezTo>
                  <a:cubicBezTo>
                    <a:pt x="21600" y="12260"/>
                    <a:pt x="21600" y="12260"/>
                    <a:pt x="21600" y="12260"/>
                  </a:cubicBezTo>
                  <a:close/>
                  <a:moveTo>
                    <a:pt x="21600" y="12260"/>
                  </a:moveTo>
                </a:path>
              </a:pathLst>
            </a:custGeom>
            <a:solidFill>
              <a:srgbClr val="4E96E2">
                <a:alpha val="59999"/>
              </a:srgbClr>
            </a:solidFill>
            <a:ln>
              <a:noFill/>
            </a:ln>
          </p:spPr>
          <p:txBody>
            <a:bodyPr lIns="0" tIns="0" rIns="0" bIns="0"/>
            <a:lstStyle/>
            <a:p>
              <a:endParaRPr lang="en-US"/>
            </a:p>
          </p:txBody>
        </p:sp>
        <p:sp>
          <p:nvSpPr>
            <p:cNvPr id="12360" name="AutoShape 118"/>
            <p:cNvSpPr/>
            <p:nvPr/>
          </p:nvSpPr>
          <p:spPr bwMode="auto">
            <a:xfrm>
              <a:off x="1491" y="985"/>
              <a:ext cx="565" cy="5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035"/>
                  </a:moveTo>
                  <a:cubicBezTo>
                    <a:pt x="21386" y="1649"/>
                    <a:pt x="20968" y="935"/>
                    <a:pt x="20352" y="0"/>
                  </a:cubicBezTo>
                  <a:cubicBezTo>
                    <a:pt x="15523" y="5398"/>
                    <a:pt x="8676" y="9270"/>
                    <a:pt x="753" y="10822"/>
                  </a:cubicBezTo>
                  <a:cubicBezTo>
                    <a:pt x="650" y="14703"/>
                    <a:pt x="376" y="18317"/>
                    <a:pt x="0" y="21600"/>
                  </a:cubicBezTo>
                  <a:cubicBezTo>
                    <a:pt x="7710" y="20259"/>
                    <a:pt x="14583" y="17100"/>
                    <a:pt x="20079" y="12672"/>
                  </a:cubicBezTo>
                  <a:cubicBezTo>
                    <a:pt x="21019" y="9279"/>
                    <a:pt x="21557" y="5722"/>
                    <a:pt x="21600" y="2035"/>
                  </a:cubicBezTo>
                  <a:cubicBezTo>
                    <a:pt x="21600" y="2035"/>
                    <a:pt x="21600" y="2035"/>
                    <a:pt x="21600" y="2035"/>
                  </a:cubicBezTo>
                  <a:close/>
                  <a:moveTo>
                    <a:pt x="21600" y="2035"/>
                  </a:moveTo>
                </a:path>
              </a:pathLst>
            </a:custGeom>
            <a:solidFill>
              <a:srgbClr val="4E96E2">
                <a:alpha val="59999"/>
              </a:srgbClr>
            </a:solidFill>
            <a:ln>
              <a:noFill/>
            </a:ln>
          </p:spPr>
          <p:txBody>
            <a:bodyPr lIns="0" tIns="0" rIns="0" bIns="0"/>
            <a:lstStyle/>
            <a:p>
              <a:endParaRPr lang="en-US"/>
            </a:p>
          </p:txBody>
        </p:sp>
        <p:sp>
          <p:nvSpPr>
            <p:cNvPr id="12361" name="AutoShape 119"/>
            <p:cNvSpPr/>
            <p:nvPr/>
          </p:nvSpPr>
          <p:spPr bwMode="auto">
            <a:xfrm>
              <a:off x="1426" y="1457"/>
              <a:ext cx="533" cy="4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5901" y="4345"/>
                    <a:pt x="9278" y="7421"/>
                    <a:pt x="2057" y="8759"/>
                  </a:cubicBezTo>
                  <a:cubicBezTo>
                    <a:pt x="1440" y="13810"/>
                    <a:pt x="706" y="18124"/>
                    <a:pt x="0" y="21600"/>
                  </a:cubicBezTo>
                  <a:cubicBezTo>
                    <a:pt x="4240" y="20571"/>
                    <a:pt x="8236" y="18879"/>
                    <a:pt x="11896" y="16672"/>
                  </a:cubicBezTo>
                  <a:cubicBezTo>
                    <a:pt x="15955" y="12018"/>
                    <a:pt x="19253" y="6346"/>
                    <a:pt x="21600" y="0"/>
                  </a:cubicBezTo>
                  <a:cubicBezTo>
                    <a:pt x="21600" y="0"/>
                    <a:pt x="21600" y="0"/>
                    <a:pt x="21600" y="0"/>
                  </a:cubicBezTo>
                  <a:close/>
                  <a:moveTo>
                    <a:pt x="21600" y="0"/>
                  </a:moveTo>
                </a:path>
              </a:pathLst>
            </a:custGeom>
            <a:solidFill>
              <a:srgbClr val="4E96E2">
                <a:alpha val="59999"/>
              </a:srgbClr>
            </a:solidFill>
            <a:ln>
              <a:noFill/>
            </a:ln>
          </p:spPr>
          <p:txBody>
            <a:bodyPr lIns="0" tIns="0" rIns="0" bIns="0"/>
            <a:lstStyle/>
            <a:p>
              <a:endParaRPr lang="en-US"/>
            </a:p>
          </p:txBody>
        </p:sp>
        <p:sp>
          <p:nvSpPr>
            <p:cNvPr id="12362" name="AutoShape 120"/>
            <p:cNvSpPr/>
            <p:nvPr/>
          </p:nvSpPr>
          <p:spPr bwMode="auto">
            <a:xfrm>
              <a:off x="1459" y="299"/>
              <a:ext cx="319" cy="257"/>
            </a:xfrm>
            <a:custGeom>
              <a:avLst/>
              <a:gdLst>
                <a:gd name="T0" fmla="*/ 0 w 21430"/>
                <a:gd name="T1" fmla="*/ 0 h 21600"/>
                <a:gd name="T2" fmla="*/ 0 w 21430"/>
                <a:gd name="T3" fmla="*/ 0 h 21600"/>
                <a:gd name="T4" fmla="*/ 0 w 21430"/>
                <a:gd name="T5" fmla="*/ 0 h 21600"/>
                <a:gd name="T6" fmla="*/ 0 w 21430"/>
                <a:gd name="T7" fmla="*/ 0 h 21600"/>
                <a:gd name="T8" fmla="*/ 0 w 21430"/>
                <a:gd name="T9" fmla="*/ 0 h 21600"/>
                <a:gd name="T10" fmla="*/ 0 w 21430"/>
                <a:gd name="T11" fmla="*/ 0 h 21600"/>
                <a:gd name="T12" fmla="*/ 0 w 21430"/>
                <a:gd name="T13" fmla="*/ 0 h 21600"/>
                <a:gd name="T14" fmla="*/ 0 w 2143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30" h="21600">
                  <a:moveTo>
                    <a:pt x="19878" y="0"/>
                  </a:moveTo>
                  <a:cubicBezTo>
                    <a:pt x="16911" y="583"/>
                    <a:pt x="9482" y="2369"/>
                    <a:pt x="0" y="7052"/>
                  </a:cubicBezTo>
                  <a:cubicBezTo>
                    <a:pt x="7220" y="11470"/>
                    <a:pt x="13481" y="16470"/>
                    <a:pt x="18859" y="21600"/>
                  </a:cubicBezTo>
                  <a:cubicBezTo>
                    <a:pt x="20207" y="18383"/>
                    <a:pt x="21090" y="14891"/>
                    <a:pt x="21345" y="11164"/>
                  </a:cubicBezTo>
                  <a:cubicBezTo>
                    <a:pt x="21600" y="7613"/>
                    <a:pt x="21270" y="4133"/>
                    <a:pt x="20462" y="808"/>
                  </a:cubicBezTo>
                  <a:cubicBezTo>
                    <a:pt x="20267" y="545"/>
                    <a:pt x="20072" y="266"/>
                    <a:pt x="19878" y="0"/>
                  </a:cubicBezTo>
                  <a:cubicBezTo>
                    <a:pt x="19878" y="0"/>
                    <a:pt x="19878" y="0"/>
                    <a:pt x="19878" y="0"/>
                  </a:cubicBezTo>
                  <a:close/>
                  <a:moveTo>
                    <a:pt x="19878" y="0"/>
                  </a:moveTo>
                </a:path>
              </a:pathLst>
            </a:custGeom>
            <a:solidFill>
              <a:srgbClr val="4E96E2">
                <a:alpha val="59999"/>
              </a:srgbClr>
            </a:solidFill>
            <a:ln>
              <a:noFill/>
            </a:ln>
          </p:spPr>
          <p:txBody>
            <a:bodyPr lIns="0" tIns="0" rIns="0" bIns="0"/>
            <a:lstStyle/>
            <a:p>
              <a:endParaRPr lang="en-US"/>
            </a:p>
          </p:txBody>
        </p:sp>
        <p:sp>
          <p:nvSpPr>
            <p:cNvPr id="12363" name="AutoShape 121"/>
            <p:cNvSpPr/>
            <p:nvPr/>
          </p:nvSpPr>
          <p:spPr bwMode="auto">
            <a:xfrm>
              <a:off x="692" y="733"/>
              <a:ext cx="728" cy="456"/>
            </a:xfrm>
            <a:custGeom>
              <a:avLst/>
              <a:gdLst>
                <a:gd name="T0" fmla="*/ 0 w 21587"/>
                <a:gd name="T1" fmla="*/ 0 h 21600"/>
                <a:gd name="T2" fmla="*/ 0 w 21587"/>
                <a:gd name="T3" fmla="*/ 0 h 21600"/>
                <a:gd name="T4" fmla="*/ 0 w 21587"/>
                <a:gd name="T5" fmla="*/ 0 h 21600"/>
                <a:gd name="T6" fmla="*/ 0 w 21587"/>
                <a:gd name="T7" fmla="*/ 0 h 21600"/>
                <a:gd name="T8" fmla="*/ 0 w 21587"/>
                <a:gd name="T9" fmla="*/ 0 h 21600"/>
                <a:gd name="T10" fmla="*/ 0 w 21587"/>
                <a:gd name="T11" fmla="*/ 0 h 21600"/>
                <a:gd name="T12" fmla="*/ 0 w 21587"/>
                <a:gd name="T13" fmla="*/ 0 h 21600"/>
                <a:gd name="T14" fmla="*/ 0 w 21587"/>
                <a:gd name="T15" fmla="*/ 0 h 21600"/>
                <a:gd name="T16" fmla="*/ 0 w 21587"/>
                <a:gd name="T17" fmla="*/ 0 h 21600"/>
                <a:gd name="T18" fmla="*/ 0 w 21587"/>
                <a:gd name="T19" fmla="*/ 0 h 21600"/>
                <a:gd name="T20" fmla="*/ 0 w 21587"/>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587" h="21600">
                  <a:moveTo>
                    <a:pt x="21117" y="6515"/>
                  </a:moveTo>
                  <a:cubicBezTo>
                    <a:pt x="20322" y="6674"/>
                    <a:pt x="19508" y="6777"/>
                    <a:pt x="18680" y="6777"/>
                  </a:cubicBezTo>
                  <a:cubicBezTo>
                    <a:pt x="18098" y="6777"/>
                    <a:pt x="17515" y="6738"/>
                    <a:pt x="16926" y="6653"/>
                  </a:cubicBezTo>
                  <a:cubicBezTo>
                    <a:pt x="13021" y="6098"/>
                    <a:pt x="9413" y="3756"/>
                    <a:pt x="6620" y="0"/>
                  </a:cubicBezTo>
                  <a:cubicBezTo>
                    <a:pt x="4296" y="3512"/>
                    <a:pt x="2072" y="7427"/>
                    <a:pt x="0" y="11480"/>
                  </a:cubicBezTo>
                  <a:cubicBezTo>
                    <a:pt x="4217" y="17080"/>
                    <a:pt x="9658" y="20573"/>
                    <a:pt x="15569" y="21411"/>
                  </a:cubicBezTo>
                  <a:cubicBezTo>
                    <a:pt x="16463" y="21539"/>
                    <a:pt x="17370" y="21600"/>
                    <a:pt x="18264" y="21600"/>
                  </a:cubicBezTo>
                  <a:cubicBezTo>
                    <a:pt x="19389" y="21600"/>
                    <a:pt x="20501" y="21486"/>
                    <a:pt x="21586" y="21281"/>
                  </a:cubicBezTo>
                  <a:cubicBezTo>
                    <a:pt x="21600" y="16648"/>
                    <a:pt x="21454" y="11703"/>
                    <a:pt x="21117" y="6515"/>
                  </a:cubicBezTo>
                  <a:cubicBezTo>
                    <a:pt x="21117" y="6515"/>
                    <a:pt x="21117" y="6515"/>
                    <a:pt x="21117" y="6515"/>
                  </a:cubicBezTo>
                  <a:close/>
                  <a:moveTo>
                    <a:pt x="21117" y="6515"/>
                  </a:moveTo>
                </a:path>
              </a:pathLst>
            </a:custGeom>
            <a:solidFill>
              <a:srgbClr val="4E96E2">
                <a:alpha val="59999"/>
              </a:srgbClr>
            </a:solidFill>
            <a:ln>
              <a:noFill/>
            </a:ln>
          </p:spPr>
          <p:txBody>
            <a:bodyPr lIns="0" tIns="0" rIns="0" bIns="0"/>
            <a:lstStyle/>
            <a:p>
              <a:endParaRPr lang="en-US"/>
            </a:p>
          </p:txBody>
        </p:sp>
        <p:sp>
          <p:nvSpPr>
            <p:cNvPr id="12364" name="AutoShape 122"/>
            <p:cNvSpPr/>
            <p:nvPr/>
          </p:nvSpPr>
          <p:spPr bwMode="auto">
            <a:xfrm>
              <a:off x="1495" y="693"/>
              <a:ext cx="475" cy="4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7275"/>
                  </a:moveTo>
                  <a:cubicBezTo>
                    <a:pt x="539" y="12312"/>
                    <a:pt x="773" y="17095"/>
                    <a:pt x="793" y="21600"/>
                  </a:cubicBezTo>
                  <a:cubicBezTo>
                    <a:pt x="9295" y="19832"/>
                    <a:pt x="16586" y="15680"/>
                    <a:pt x="21600" y="9982"/>
                  </a:cubicBezTo>
                  <a:cubicBezTo>
                    <a:pt x="19372" y="7143"/>
                    <a:pt x="16210" y="3602"/>
                    <a:pt x="12030" y="0"/>
                  </a:cubicBezTo>
                  <a:cubicBezTo>
                    <a:pt x="9020" y="3388"/>
                    <a:pt x="4840" y="5933"/>
                    <a:pt x="0" y="7275"/>
                  </a:cubicBezTo>
                  <a:cubicBezTo>
                    <a:pt x="0" y="7275"/>
                    <a:pt x="0" y="7275"/>
                    <a:pt x="0" y="7275"/>
                  </a:cubicBezTo>
                  <a:close/>
                  <a:moveTo>
                    <a:pt x="0" y="7275"/>
                  </a:moveTo>
                </a:path>
              </a:pathLst>
            </a:custGeom>
            <a:solidFill>
              <a:srgbClr val="4E96E2">
                <a:alpha val="59999"/>
              </a:srgbClr>
            </a:solidFill>
            <a:ln>
              <a:noFill/>
            </a:ln>
          </p:spPr>
          <p:txBody>
            <a:bodyPr lIns="0" tIns="0" rIns="0" bIns="0"/>
            <a:lstStyle/>
            <a:p>
              <a:endParaRPr lang="en-US"/>
            </a:p>
          </p:txBody>
        </p:sp>
        <p:sp>
          <p:nvSpPr>
            <p:cNvPr id="12365" name="AutoShape 123"/>
            <p:cNvSpPr/>
            <p:nvPr/>
          </p:nvSpPr>
          <p:spPr bwMode="auto">
            <a:xfrm>
              <a:off x="290" y="1355"/>
              <a:ext cx="1092" cy="5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21600" y="11135"/>
                  </a:moveTo>
                  <a:cubicBezTo>
                    <a:pt x="20862" y="11261"/>
                    <a:pt x="20110" y="11329"/>
                    <a:pt x="19350" y="11329"/>
                  </a:cubicBezTo>
                  <a:cubicBezTo>
                    <a:pt x="18510" y="11329"/>
                    <a:pt x="17653" y="11252"/>
                    <a:pt x="16809" y="11102"/>
                  </a:cubicBezTo>
                  <a:cubicBezTo>
                    <a:pt x="11408" y="10156"/>
                    <a:pt x="6422" y="6238"/>
                    <a:pt x="2466" y="0"/>
                  </a:cubicBezTo>
                  <a:cubicBezTo>
                    <a:pt x="1476" y="3067"/>
                    <a:pt x="637" y="5834"/>
                    <a:pt x="0" y="8024"/>
                  </a:cubicBezTo>
                  <a:cubicBezTo>
                    <a:pt x="3890" y="15601"/>
                    <a:pt x="9242" y="20356"/>
                    <a:pt x="15121" y="21390"/>
                  </a:cubicBezTo>
                  <a:cubicBezTo>
                    <a:pt x="15912" y="21532"/>
                    <a:pt x="16716" y="21600"/>
                    <a:pt x="17503" y="21600"/>
                  </a:cubicBezTo>
                  <a:cubicBezTo>
                    <a:pt x="18528" y="21600"/>
                    <a:pt x="19532" y="21470"/>
                    <a:pt x="20517" y="21240"/>
                  </a:cubicBezTo>
                  <a:cubicBezTo>
                    <a:pt x="20871" y="18650"/>
                    <a:pt x="21264" y="15247"/>
                    <a:pt x="21600" y="11135"/>
                  </a:cubicBezTo>
                  <a:cubicBezTo>
                    <a:pt x="21600" y="11135"/>
                    <a:pt x="21600" y="11135"/>
                    <a:pt x="21600" y="11135"/>
                  </a:cubicBezTo>
                  <a:close/>
                  <a:moveTo>
                    <a:pt x="21600" y="11135"/>
                  </a:moveTo>
                </a:path>
              </a:pathLst>
            </a:custGeom>
            <a:solidFill>
              <a:srgbClr val="4E96E2">
                <a:alpha val="59999"/>
              </a:srgbClr>
            </a:solidFill>
            <a:ln>
              <a:noFill/>
            </a:ln>
          </p:spPr>
          <p:txBody>
            <a:bodyPr lIns="0" tIns="0" rIns="0" bIns="0"/>
            <a:lstStyle/>
            <a:p>
              <a:endParaRPr lang="en-US"/>
            </a:p>
          </p:txBody>
        </p:sp>
        <p:sp>
          <p:nvSpPr>
            <p:cNvPr id="12366" name="AutoShape 124"/>
            <p:cNvSpPr/>
            <p:nvPr/>
          </p:nvSpPr>
          <p:spPr bwMode="auto">
            <a:xfrm>
              <a:off x="1187" y="18"/>
              <a:ext cx="483" cy="3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07" y="0"/>
                  </a:moveTo>
                  <a:cubicBezTo>
                    <a:pt x="1747" y="175"/>
                    <a:pt x="2086" y="380"/>
                    <a:pt x="2425" y="555"/>
                  </a:cubicBezTo>
                  <a:cubicBezTo>
                    <a:pt x="2136" y="509"/>
                    <a:pt x="1867" y="428"/>
                    <a:pt x="1577" y="380"/>
                  </a:cubicBezTo>
                  <a:cubicBezTo>
                    <a:pt x="1048" y="318"/>
                    <a:pt x="519" y="271"/>
                    <a:pt x="0" y="221"/>
                  </a:cubicBezTo>
                  <a:cubicBezTo>
                    <a:pt x="2585" y="4696"/>
                    <a:pt x="5610" y="11478"/>
                    <a:pt x="8235" y="21600"/>
                  </a:cubicBezTo>
                  <a:cubicBezTo>
                    <a:pt x="13705" y="17829"/>
                    <a:pt x="18406" y="15744"/>
                    <a:pt x="21600" y="14625"/>
                  </a:cubicBezTo>
                  <a:cubicBezTo>
                    <a:pt x="15840" y="7307"/>
                    <a:pt x="8933" y="2197"/>
                    <a:pt x="1407" y="0"/>
                  </a:cubicBezTo>
                  <a:cubicBezTo>
                    <a:pt x="1407" y="0"/>
                    <a:pt x="1407" y="0"/>
                    <a:pt x="1407" y="0"/>
                  </a:cubicBezTo>
                  <a:close/>
                  <a:moveTo>
                    <a:pt x="1407" y="0"/>
                  </a:moveTo>
                </a:path>
              </a:pathLst>
            </a:custGeom>
            <a:solidFill>
              <a:srgbClr val="4E96E2">
                <a:alpha val="59999"/>
              </a:srgbClr>
            </a:solidFill>
            <a:ln>
              <a:noFill/>
            </a:ln>
          </p:spPr>
          <p:txBody>
            <a:bodyPr lIns="0" tIns="0" rIns="0" bIns="0"/>
            <a:lstStyle/>
            <a:p>
              <a:endParaRPr lang="en-US"/>
            </a:p>
          </p:txBody>
        </p:sp>
        <p:sp>
          <p:nvSpPr>
            <p:cNvPr id="12367" name="AutoShape 125"/>
            <p:cNvSpPr/>
            <p:nvPr/>
          </p:nvSpPr>
          <p:spPr bwMode="auto">
            <a:xfrm>
              <a:off x="611" y="63"/>
              <a:ext cx="18" cy="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9" y="14273"/>
                    <a:pt x="14361" y="7043"/>
                    <a:pt x="21600" y="0"/>
                  </a:cubicBezTo>
                  <a:cubicBezTo>
                    <a:pt x="14361" y="7043"/>
                    <a:pt x="7169" y="14273"/>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68" name="AutoShape 126"/>
            <p:cNvSpPr/>
            <p:nvPr/>
          </p:nvSpPr>
          <p:spPr bwMode="auto">
            <a:xfrm>
              <a:off x="290" y="262"/>
              <a:ext cx="41" cy="4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cubicBezTo>
                    <a:pt x="14208" y="7005"/>
                    <a:pt x="7010" y="14207"/>
                    <a:pt x="0" y="21600"/>
                  </a:cubicBezTo>
                  <a:cubicBezTo>
                    <a:pt x="7010" y="14207"/>
                    <a:pt x="14208" y="7005"/>
                    <a:pt x="21600" y="0"/>
                  </a:cubicBezTo>
                  <a:close/>
                  <a:moveTo>
                    <a:pt x="21600" y="0"/>
                  </a:moveTo>
                </a:path>
              </a:pathLst>
            </a:custGeom>
            <a:solidFill>
              <a:srgbClr val="4E96E2">
                <a:alpha val="59999"/>
              </a:srgbClr>
            </a:solidFill>
            <a:ln>
              <a:noFill/>
            </a:ln>
          </p:spPr>
          <p:txBody>
            <a:bodyPr lIns="0" tIns="0" rIns="0" bIns="0"/>
            <a:lstStyle/>
            <a:p>
              <a:endParaRPr lang="en-US"/>
            </a:p>
          </p:txBody>
        </p:sp>
        <p:sp>
          <p:nvSpPr>
            <p:cNvPr id="12369" name="AutoShape 127"/>
            <p:cNvSpPr/>
            <p:nvPr/>
          </p:nvSpPr>
          <p:spPr bwMode="auto">
            <a:xfrm>
              <a:off x="578" y="75"/>
              <a:ext cx="26" cy="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1" y="14198"/>
                    <a:pt x="14350" y="7025"/>
                    <a:pt x="21600" y="0"/>
                  </a:cubicBezTo>
                  <a:cubicBezTo>
                    <a:pt x="14350" y="7025"/>
                    <a:pt x="7141" y="14201"/>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0" name="AutoShape 128"/>
            <p:cNvSpPr/>
            <p:nvPr/>
          </p:nvSpPr>
          <p:spPr bwMode="auto">
            <a:xfrm>
              <a:off x="254" y="331"/>
              <a:ext cx="13" cy="1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0" y="14336"/>
                    <a:pt x="14330" y="7139"/>
                    <a:pt x="21600" y="0"/>
                  </a:cubicBezTo>
                  <a:cubicBezTo>
                    <a:pt x="14330" y="7139"/>
                    <a:pt x="7130" y="14336"/>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1" name="AutoShape 129"/>
            <p:cNvSpPr/>
            <p:nvPr/>
          </p:nvSpPr>
          <p:spPr bwMode="auto">
            <a:xfrm>
              <a:off x="359" y="226"/>
              <a:ext cx="15" cy="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321"/>
                    <a:pt x="14340" y="7120"/>
                    <a:pt x="21600" y="0"/>
                  </a:cubicBezTo>
                  <a:cubicBezTo>
                    <a:pt x="14340" y="7120"/>
                    <a:pt x="7142" y="14321"/>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2" name="AutoShape 130"/>
            <p:cNvSpPr/>
            <p:nvPr/>
          </p:nvSpPr>
          <p:spPr bwMode="auto">
            <a:xfrm>
              <a:off x="274" y="311"/>
              <a:ext cx="15" cy="1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19" y="14326"/>
                    <a:pt x="14330" y="7135"/>
                    <a:pt x="21600" y="0"/>
                  </a:cubicBezTo>
                  <a:cubicBezTo>
                    <a:pt x="14330" y="7138"/>
                    <a:pt x="7119" y="14326"/>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3" name="AutoShape 131"/>
            <p:cNvSpPr/>
            <p:nvPr/>
          </p:nvSpPr>
          <p:spPr bwMode="auto">
            <a:xfrm>
              <a:off x="335" y="246"/>
              <a:ext cx="16" cy="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325"/>
                    <a:pt x="14317" y="7115"/>
                    <a:pt x="21600" y="0"/>
                  </a:cubicBezTo>
                  <a:cubicBezTo>
                    <a:pt x="14317" y="7115"/>
                    <a:pt x="7138" y="14325"/>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4" name="AutoShape 132"/>
            <p:cNvSpPr/>
            <p:nvPr/>
          </p:nvSpPr>
          <p:spPr bwMode="auto">
            <a:xfrm>
              <a:off x="233" y="351"/>
              <a:ext cx="14"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0" y="14344"/>
                    <a:pt x="14303" y="7137"/>
                    <a:pt x="21600" y="0"/>
                  </a:cubicBezTo>
                  <a:cubicBezTo>
                    <a:pt x="14303" y="7137"/>
                    <a:pt x="7120" y="14344"/>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5" name="AutoShape 133"/>
            <p:cNvSpPr/>
            <p:nvPr/>
          </p:nvSpPr>
          <p:spPr bwMode="auto">
            <a:xfrm>
              <a:off x="481" y="136"/>
              <a:ext cx="17" cy="1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9" y="14307"/>
                    <a:pt x="14354" y="7089"/>
                    <a:pt x="21600" y="0"/>
                  </a:cubicBezTo>
                  <a:cubicBezTo>
                    <a:pt x="14354" y="7089"/>
                    <a:pt x="7159" y="14307"/>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6" name="AutoShape 134"/>
            <p:cNvSpPr/>
            <p:nvPr/>
          </p:nvSpPr>
          <p:spPr bwMode="auto">
            <a:xfrm>
              <a:off x="554" y="87"/>
              <a:ext cx="25" cy="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227"/>
                    <a:pt x="14337" y="7013"/>
                    <a:pt x="21600" y="0"/>
                  </a:cubicBezTo>
                  <a:cubicBezTo>
                    <a:pt x="14337" y="7013"/>
                    <a:pt x="7142" y="14227"/>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7" name="AutoShape 135"/>
            <p:cNvSpPr/>
            <p:nvPr/>
          </p:nvSpPr>
          <p:spPr bwMode="auto">
            <a:xfrm>
              <a:off x="505" y="120"/>
              <a:ext cx="17" cy="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7" y="14288"/>
                    <a:pt x="14356" y="7097"/>
                    <a:pt x="21600" y="0"/>
                  </a:cubicBezTo>
                  <a:cubicBezTo>
                    <a:pt x="14356" y="7097"/>
                    <a:pt x="7157" y="14288"/>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8" name="AutoShape 136"/>
            <p:cNvSpPr/>
            <p:nvPr/>
          </p:nvSpPr>
          <p:spPr bwMode="auto">
            <a:xfrm>
              <a:off x="530" y="104"/>
              <a:ext cx="18" cy="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5" y="14265"/>
                    <a:pt x="14359" y="7088"/>
                    <a:pt x="21600" y="0"/>
                  </a:cubicBezTo>
                  <a:cubicBezTo>
                    <a:pt x="14359" y="7088"/>
                    <a:pt x="7145" y="14265"/>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79" name="AutoShape 137"/>
            <p:cNvSpPr/>
            <p:nvPr/>
          </p:nvSpPr>
          <p:spPr bwMode="auto">
            <a:xfrm>
              <a:off x="424" y="169"/>
              <a:ext cx="24"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6" y="14267"/>
                    <a:pt x="14328" y="7068"/>
                    <a:pt x="21600" y="0"/>
                  </a:cubicBezTo>
                  <a:cubicBezTo>
                    <a:pt x="14328" y="7068"/>
                    <a:pt x="7126" y="14267"/>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80" name="AutoShape 138"/>
            <p:cNvSpPr/>
            <p:nvPr/>
          </p:nvSpPr>
          <p:spPr bwMode="auto">
            <a:xfrm>
              <a:off x="452" y="152"/>
              <a:ext cx="20" cy="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292"/>
                    <a:pt x="14337" y="7080"/>
                    <a:pt x="21600" y="0"/>
                  </a:cubicBezTo>
                  <a:cubicBezTo>
                    <a:pt x="14337" y="7080"/>
                    <a:pt x="7138" y="14292"/>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81" name="AutoShape 139"/>
            <p:cNvSpPr/>
            <p:nvPr/>
          </p:nvSpPr>
          <p:spPr bwMode="auto">
            <a:xfrm>
              <a:off x="404" y="185"/>
              <a:ext cx="19" cy="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8" y="14293"/>
                    <a:pt x="14331" y="7100"/>
                    <a:pt x="21600" y="0"/>
                  </a:cubicBezTo>
                  <a:cubicBezTo>
                    <a:pt x="14331" y="7100"/>
                    <a:pt x="7128" y="14293"/>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82" name="AutoShape 140"/>
            <p:cNvSpPr/>
            <p:nvPr/>
          </p:nvSpPr>
          <p:spPr bwMode="auto">
            <a:xfrm>
              <a:off x="379" y="205"/>
              <a:ext cx="16" cy="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7" y="14313"/>
                    <a:pt x="14350" y="7125"/>
                    <a:pt x="21600" y="0"/>
                  </a:cubicBezTo>
                  <a:cubicBezTo>
                    <a:pt x="14350" y="7125"/>
                    <a:pt x="7137" y="14313"/>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83" name="AutoShape 141"/>
            <p:cNvSpPr/>
            <p:nvPr/>
          </p:nvSpPr>
          <p:spPr bwMode="auto">
            <a:xfrm>
              <a:off x="9" y="380"/>
              <a:ext cx="2041" cy="1658"/>
            </a:xfrm>
            <a:custGeom>
              <a:avLst/>
              <a:gdLst>
                <a:gd name="T0" fmla="*/ 2 w 21600"/>
                <a:gd name="T1" fmla="*/ 0 h 21600"/>
                <a:gd name="T2" fmla="*/ 1 w 21600"/>
                <a:gd name="T3" fmla="*/ 1 h 21600"/>
                <a:gd name="T4" fmla="*/ 0 w 21600"/>
                <a:gd name="T5" fmla="*/ 0 h 21600"/>
                <a:gd name="T6" fmla="*/ 0 w 21600"/>
                <a:gd name="T7" fmla="*/ 0 h 21600"/>
                <a:gd name="T8" fmla="*/ 0 w 21600"/>
                <a:gd name="T9" fmla="*/ 0 h 21600"/>
                <a:gd name="T10" fmla="*/ 0 w 21600"/>
                <a:gd name="T11" fmla="*/ 0 h 21600"/>
                <a:gd name="T12" fmla="*/ 1 w 21600"/>
                <a:gd name="T13" fmla="*/ 1 h 21600"/>
                <a:gd name="T14" fmla="*/ 2 w 21600"/>
                <a:gd name="T15" fmla="*/ 0 h 21600"/>
                <a:gd name="T16" fmla="*/ 2 w 21600"/>
                <a:gd name="T17" fmla="*/ 0 h 21600"/>
                <a:gd name="T18" fmla="*/ 2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530" y="10051"/>
                  </a:moveTo>
                  <a:cubicBezTo>
                    <a:pt x="19558" y="13295"/>
                    <a:pt x="16414" y="15394"/>
                    <a:pt x="12873" y="15394"/>
                  </a:cubicBezTo>
                  <a:cubicBezTo>
                    <a:pt x="6901" y="15394"/>
                    <a:pt x="2060" y="9425"/>
                    <a:pt x="2060" y="2063"/>
                  </a:cubicBezTo>
                  <a:cubicBezTo>
                    <a:pt x="2060" y="1459"/>
                    <a:pt x="2093" y="864"/>
                    <a:pt x="2156" y="281"/>
                  </a:cubicBezTo>
                  <a:cubicBezTo>
                    <a:pt x="2214" y="186"/>
                    <a:pt x="2273" y="93"/>
                    <a:pt x="2332" y="0"/>
                  </a:cubicBezTo>
                  <a:cubicBezTo>
                    <a:pt x="872" y="2273"/>
                    <a:pt x="0" y="5145"/>
                    <a:pt x="0" y="8270"/>
                  </a:cubicBezTo>
                  <a:cubicBezTo>
                    <a:pt x="0" y="15632"/>
                    <a:pt x="4841" y="21600"/>
                    <a:pt x="10813" y="21600"/>
                  </a:cubicBezTo>
                  <a:cubicBezTo>
                    <a:pt x="16532" y="21600"/>
                    <a:pt x="21213" y="16127"/>
                    <a:pt x="21600" y="9198"/>
                  </a:cubicBezTo>
                  <a:cubicBezTo>
                    <a:pt x="21584" y="9485"/>
                    <a:pt x="21561" y="9770"/>
                    <a:pt x="21530" y="10051"/>
                  </a:cubicBezTo>
                  <a:close/>
                  <a:moveTo>
                    <a:pt x="21530" y="10051"/>
                  </a:moveTo>
                </a:path>
              </a:pathLst>
            </a:custGeom>
            <a:solidFill>
              <a:srgbClr val="3B4A58">
                <a:alpha val="59999"/>
              </a:srgbClr>
            </a:solidFill>
            <a:ln>
              <a:noFill/>
            </a:ln>
          </p:spPr>
          <p:txBody>
            <a:bodyPr lIns="0" tIns="0" rIns="0" bIns="0"/>
            <a:lstStyle/>
            <a:p>
              <a:endParaRPr lang="en-US"/>
            </a:p>
          </p:txBody>
        </p:sp>
        <p:sp>
          <p:nvSpPr>
            <p:cNvPr id="12384" name="AutoShape 142"/>
            <p:cNvSpPr/>
            <p:nvPr/>
          </p:nvSpPr>
          <p:spPr bwMode="auto">
            <a:xfrm>
              <a:off x="1812" y="437"/>
              <a:ext cx="221" cy="3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0816" y="21600"/>
                  </a:moveTo>
                  <a:cubicBezTo>
                    <a:pt x="21100" y="21370"/>
                    <a:pt x="21339" y="21128"/>
                    <a:pt x="21600" y="20873"/>
                  </a:cubicBezTo>
                  <a:cubicBezTo>
                    <a:pt x="18835" y="13234"/>
                    <a:pt x="13260" y="6161"/>
                    <a:pt x="5443" y="0"/>
                  </a:cubicBezTo>
                  <a:cubicBezTo>
                    <a:pt x="5421" y="95"/>
                    <a:pt x="5443" y="183"/>
                    <a:pt x="5421" y="278"/>
                  </a:cubicBezTo>
                  <a:cubicBezTo>
                    <a:pt x="4877" y="3682"/>
                    <a:pt x="2983" y="6864"/>
                    <a:pt x="0" y="9735"/>
                  </a:cubicBezTo>
                  <a:cubicBezTo>
                    <a:pt x="8905" y="13948"/>
                    <a:pt x="15743" y="18089"/>
                    <a:pt x="20816" y="21600"/>
                  </a:cubicBezTo>
                  <a:cubicBezTo>
                    <a:pt x="20816" y="21600"/>
                    <a:pt x="20816" y="21600"/>
                    <a:pt x="20816" y="21600"/>
                  </a:cubicBezTo>
                  <a:close/>
                  <a:moveTo>
                    <a:pt x="20816" y="21600"/>
                  </a:moveTo>
                </a:path>
              </a:pathLst>
            </a:custGeom>
            <a:solidFill>
              <a:srgbClr val="4E96E2">
                <a:alpha val="59999"/>
              </a:srgbClr>
            </a:solidFill>
            <a:ln>
              <a:noFill/>
            </a:ln>
          </p:spPr>
          <p:txBody>
            <a:bodyPr lIns="0" tIns="0" rIns="0" bIns="0"/>
            <a:lstStyle/>
            <a:p>
              <a:endParaRPr lang="en-US"/>
            </a:p>
          </p:txBody>
        </p:sp>
      </p:grpSp>
      <p:grpSp>
        <p:nvGrpSpPr>
          <p:cNvPr id="11274" name="Group 182"/>
          <p:cNvGrpSpPr/>
          <p:nvPr/>
        </p:nvGrpSpPr>
        <p:grpSpPr bwMode="auto">
          <a:xfrm>
            <a:off x="-2590800" y="2908300"/>
            <a:ext cx="3263900" cy="3263900"/>
            <a:chOff x="0" y="0"/>
            <a:chExt cx="2056" cy="2056"/>
          </a:xfrm>
        </p:grpSpPr>
        <p:sp>
          <p:nvSpPr>
            <p:cNvPr id="12309" name="AutoShape 144"/>
            <p:cNvSpPr/>
            <p:nvPr/>
          </p:nvSpPr>
          <p:spPr bwMode="auto">
            <a:xfrm>
              <a:off x="0" y="0"/>
              <a:ext cx="2053" cy="2056"/>
            </a:xfrm>
            <a:custGeom>
              <a:avLst/>
              <a:gdLst>
                <a:gd name="T0" fmla="*/ 2 w 21600"/>
                <a:gd name="T1" fmla="*/ 1 h 21600"/>
                <a:gd name="T2" fmla="*/ 1 w 21600"/>
                <a:gd name="T3" fmla="*/ 2 h 21600"/>
                <a:gd name="T4" fmla="*/ 0 w 21600"/>
                <a:gd name="T5" fmla="*/ 1 h 21600"/>
                <a:gd name="T6" fmla="*/ 1 w 21600"/>
                <a:gd name="T7" fmla="*/ 0 h 21600"/>
                <a:gd name="T8" fmla="*/ 2 w 21600"/>
                <a:gd name="T9" fmla="*/ 1 h 21600"/>
                <a:gd name="T10" fmla="*/ 2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alpha val="59999"/>
              </a:srgbClr>
            </a:solidFill>
            <a:ln>
              <a:noFill/>
            </a:ln>
          </p:spPr>
          <p:txBody>
            <a:bodyPr lIns="0" tIns="0" rIns="0" bIns="0"/>
            <a:lstStyle/>
            <a:p>
              <a:endParaRPr lang="en-US"/>
            </a:p>
          </p:txBody>
        </p:sp>
        <p:sp>
          <p:nvSpPr>
            <p:cNvPr id="12310" name="AutoShape 145"/>
            <p:cNvSpPr/>
            <p:nvPr/>
          </p:nvSpPr>
          <p:spPr bwMode="auto">
            <a:xfrm>
              <a:off x="830" y="339"/>
              <a:ext cx="397" cy="265"/>
            </a:xfrm>
            <a:custGeom>
              <a:avLst/>
              <a:gdLst>
                <a:gd name="T0" fmla="*/ 0 w 21238"/>
                <a:gd name="T1" fmla="*/ 0 h 21485"/>
                <a:gd name="T2" fmla="*/ 0 w 21238"/>
                <a:gd name="T3" fmla="*/ 0 h 21485"/>
                <a:gd name="T4" fmla="*/ 0 w 21238"/>
                <a:gd name="T5" fmla="*/ 0 h 21485"/>
                <a:gd name="T6" fmla="*/ 0 w 21238"/>
                <a:gd name="T7" fmla="*/ 0 h 21485"/>
                <a:gd name="T8" fmla="*/ 0 w 21238"/>
                <a:gd name="T9" fmla="*/ 0 h 21485"/>
                <a:gd name="T10" fmla="*/ 0 w 21238"/>
                <a:gd name="T11" fmla="*/ 0 h 21485"/>
                <a:gd name="T12" fmla="*/ 0 w 21238"/>
                <a:gd name="T13" fmla="*/ 0 h 214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38" h="21485">
                  <a:moveTo>
                    <a:pt x="68" y="735"/>
                  </a:moveTo>
                  <a:cubicBezTo>
                    <a:pt x="-362" y="8099"/>
                    <a:pt x="1263" y="15356"/>
                    <a:pt x="4647" y="21485"/>
                  </a:cubicBezTo>
                  <a:cubicBezTo>
                    <a:pt x="10253" y="14160"/>
                    <a:pt x="15907" y="8446"/>
                    <a:pt x="21238" y="4036"/>
                  </a:cubicBezTo>
                  <a:cubicBezTo>
                    <a:pt x="14293" y="935"/>
                    <a:pt x="7049" y="-115"/>
                    <a:pt x="128" y="10"/>
                  </a:cubicBezTo>
                  <a:cubicBezTo>
                    <a:pt x="116" y="266"/>
                    <a:pt x="81" y="502"/>
                    <a:pt x="68" y="735"/>
                  </a:cubicBezTo>
                  <a:cubicBezTo>
                    <a:pt x="68" y="735"/>
                    <a:pt x="68" y="735"/>
                    <a:pt x="68" y="735"/>
                  </a:cubicBezTo>
                  <a:close/>
                  <a:moveTo>
                    <a:pt x="68" y="735"/>
                  </a:moveTo>
                </a:path>
              </a:pathLst>
            </a:custGeom>
            <a:solidFill>
              <a:srgbClr val="4E96E2">
                <a:alpha val="59999"/>
              </a:srgbClr>
            </a:solidFill>
            <a:ln>
              <a:noFill/>
            </a:ln>
          </p:spPr>
          <p:txBody>
            <a:bodyPr lIns="0" tIns="0" rIns="0" bIns="0"/>
            <a:lstStyle/>
            <a:p>
              <a:endParaRPr lang="en-US"/>
            </a:p>
          </p:txBody>
        </p:sp>
        <p:sp>
          <p:nvSpPr>
            <p:cNvPr id="12311" name="AutoShape 146"/>
            <p:cNvSpPr/>
            <p:nvPr/>
          </p:nvSpPr>
          <p:spPr bwMode="auto">
            <a:xfrm>
              <a:off x="282" y="246"/>
              <a:ext cx="91" cy="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8680" y="2394"/>
                    <a:pt x="15814" y="4904"/>
                    <a:pt x="13002" y="7415"/>
                  </a:cubicBezTo>
                  <a:cubicBezTo>
                    <a:pt x="8546" y="11953"/>
                    <a:pt x="4141" y="16637"/>
                    <a:pt x="0" y="21600"/>
                  </a:cubicBezTo>
                  <a:cubicBezTo>
                    <a:pt x="5361" y="19965"/>
                    <a:pt x="11304" y="18323"/>
                    <a:pt x="17513" y="16637"/>
                  </a:cubicBezTo>
                  <a:cubicBezTo>
                    <a:pt x="18680" y="11034"/>
                    <a:pt x="20007" y="5488"/>
                    <a:pt x="21600" y="0"/>
                  </a:cubicBezTo>
                  <a:cubicBezTo>
                    <a:pt x="21600" y="0"/>
                    <a:pt x="21600" y="0"/>
                    <a:pt x="21600" y="0"/>
                  </a:cubicBezTo>
                  <a:close/>
                  <a:moveTo>
                    <a:pt x="21600" y="0"/>
                  </a:moveTo>
                </a:path>
              </a:pathLst>
            </a:custGeom>
            <a:solidFill>
              <a:srgbClr val="4E96E2">
                <a:alpha val="59999"/>
              </a:srgbClr>
            </a:solidFill>
            <a:ln>
              <a:noFill/>
            </a:ln>
          </p:spPr>
          <p:txBody>
            <a:bodyPr lIns="0" tIns="0" rIns="0" bIns="0"/>
            <a:lstStyle/>
            <a:p>
              <a:endParaRPr lang="en-US"/>
            </a:p>
          </p:txBody>
        </p:sp>
        <p:sp>
          <p:nvSpPr>
            <p:cNvPr id="12312" name="AutoShape 147"/>
            <p:cNvSpPr/>
            <p:nvPr/>
          </p:nvSpPr>
          <p:spPr bwMode="auto">
            <a:xfrm>
              <a:off x="984" y="449"/>
              <a:ext cx="409" cy="336"/>
            </a:xfrm>
            <a:custGeom>
              <a:avLst/>
              <a:gdLst>
                <a:gd name="T0" fmla="*/ 0 w 21600"/>
                <a:gd name="T1" fmla="*/ 0 h 21500"/>
                <a:gd name="T2" fmla="*/ 0 w 21600"/>
                <a:gd name="T3" fmla="*/ 0 h 21500"/>
                <a:gd name="T4" fmla="*/ 0 w 21600"/>
                <a:gd name="T5" fmla="*/ 0 h 21500"/>
                <a:gd name="T6" fmla="*/ 0 w 21600"/>
                <a:gd name="T7" fmla="*/ 0 h 21500"/>
                <a:gd name="T8" fmla="*/ 0 w 21600"/>
                <a:gd name="T9" fmla="*/ 0 h 21500"/>
                <a:gd name="T10" fmla="*/ 0 w 21600"/>
                <a:gd name="T11" fmla="*/ 0 h 21500"/>
                <a:gd name="T12" fmla="*/ 0 w 21600"/>
                <a:gd name="T13" fmla="*/ 0 h 215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500">
                  <a:moveTo>
                    <a:pt x="21600" y="21199"/>
                  </a:moveTo>
                  <a:cubicBezTo>
                    <a:pt x="20657" y="12911"/>
                    <a:pt x="19290" y="5853"/>
                    <a:pt x="17688" y="0"/>
                  </a:cubicBezTo>
                  <a:cubicBezTo>
                    <a:pt x="12079" y="3419"/>
                    <a:pt x="5998" y="8029"/>
                    <a:pt x="0" y="14229"/>
                  </a:cubicBezTo>
                  <a:cubicBezTo>
                    <a:pt x="4148" y="18236"/>
                    <a:pt x="9427" y="20756"/>
                    <a:pt x="15154" y="21371"/>
                  </a:cubicBezTo>
                  <a:cubicBezTo>
                    <a:pt x="17370" y="21600"/>
                    <a:pt x="19526" y="21514"/>
                    <a:pt x="21600" y="21199"/>
                  </a:cubicBezTo>
                  <a:cubicBezTo>
                    <a:pt x="21600" y="21199"/>
                    <a:pt x="21600" y="21199"/>
                    <a:pt x="21600" y="21199"/>
                  </a:cubicBezTo>
                  <a:close/>
                  <a:moveTo>
                    <a:pt x="21600" y="21199"/>
                  </a:moveTo>
                </a:path>
              </a:pathLst>
            </a:custGeom>
            <a:solidFill>
              <a:srgbClr val="4E96E2">
                <a:alpha val="59999"/>
              </a:srgbClr>
            </a:solidFill>
            <a:ln>
              <a:noFill/>
            </a:ln>
          </p:spPr>
          <p:txBody>
            <a:bodyPr lIns="0" tIns="0" rIns="0" bIns="0"/>
            <a:lstStyle/>
            <a:p>
              <a:endParaRPr lang="en-US"/>
            </a:p>
          </p:txBody>
        </p:sp>
        <p:sp>
          <p:nvSpPr>
            <p:cNvPr id="12313" name="AutoShape 148"/>
            <p:cNvSpPr/>
            <p:nvPr/>
          </p:nvSpPr>
          <p:spPr bwMode="auto">
            <a:xfrm>
              <a:off x="858" y="43"/>
              <a:ext cx="404" cy="2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672" y="0"/>
                  </a:moveTo>
                  <a:cubicBezTo>
                    <a:pt x="6277" y="3508"/>
                    <a:pt x="2077" y="9498"/>
                    <a:pt x="0" y="16919"/>
                  </a:cubicBezTo>
                  <a:cubicBezTo>
                    <a:pt x="7065" y="16955"/>
                    <a:pt x="14452" y="18239"/>
                    <a:pt x="21600" y="21600"/>
                  </a:cubicBezTo>
                  <a:cubicBezTo>
                    <a:pt x="18139" y="10231"/>
                    <a:pt x="14332" y="3620"/>
                    <a:pt x="11672" y="0"/>
                  </a:cubicBezTo>
                  <a:cubicBezTo>
                    <a:pt x="11672" y="0"/>
                    <a:pt x="11672" y="0"/>
                    <a:pt x="11672" y="0"/>
                  </a:cubicBezTo>
                  <a:close/>
                  <a:moveTo>
                    <a:pt x="11672" y="0"/>
                  </a:moveTo>
                </a:path>
              </a:pathLst>
            </a:custGeom>
            <a:solidFill>
              <a:srgbClr val="4E96E2">
                <a:alpha val="59999"/>
              </a:srgbClr>
            </a:solidFill>
            <a:ln>
              <a:noFill/>
            </a:ln>
          </p:spPr>
          <p:txBody>
            <a:bodyPr lIns="0" tIns="0" rIns="0" bIns="0"/>
            <a:lstStyle/>
            <a:p>
              <a:endParaRPr lang="en-US"/>
            </a:p>
          </p:txBody>
        </p:sp>
        <p:sp>
          <p:nvSpPr>
            <p:cNvPr id="12314" name="AutoShape 149"/>
            <p:cNvSpPr/>
            <p:nvPr/>
          </p:nvSpPr>
          <p:spPr bwMode="auto">
            <a:xfrm>
              <a:off x="456" y="30"/>
              <a:ext cx="462" cy="25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21600"/>
                  </a:moveTo>
                  <a:cubicBezTo>
                    <a:pt x="4251" y="20120"/>
                    <a:pt x="9087" y="18900"/>
                    <a:pt x="14226" y="18431"/>
                  </a:cubicBezTo>
                  <a:cubicBezTo>
                    <a:pt x="15532" y="11185"/>
                    <a:pt x="18112" y="4863"/>
                    <a:pt x="21600" y="0"/>
                  </a:cubicBezTo>
                  <a:cubicBezTo>
                    <a:pt x="14717" y="1673"/>
                    <a:pt x="8304" y="5313"/>
                    <a:pt x="2663" y="10643"/>
                  </a:cubicBezTo>
                  <a:cubicBezTo>
                    <a:pt x="1545" y="14096"/>
                    <a:pt x="647" y="17771"/>
                    <a:pt x="0" y="21600"/>
                  </a:cubicBezTo>
                  <a:cubicBezTo>
                    <a:pt x="0" y="21600"/>
                    <a:pt x="0" y="21600"/>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15" name="AutoShape 150"/>
            <p:cNvSpPr/>
            <p:nvPr/>
          </p:nvSpPr>
          <p:spPr bwMode="auto">
            <a:xfrm>
              <a:off x="465" y="1046"/>
              <a:ext cx="952" cy="5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9092" y="9960"/>
                  </a:moveTo>
                  <a:cubicBezTo>
                    <a:pt x="18347" y="9960"/>
                    <a:pt x="17597" y="9893"/>
                    <a:pt x="16852" y="9769"/>
                  </a:cubicBezTo>
                  <a:cubicBezTo>
                    <a:pt x="11922" y="8947"/>
                    <a:pt x="7367" y="5510"/>
                    <a:pt x="3825" y="0"/>
                  </a:cubicBezTo>
                  <a:cubicBezTo>
                    <a:pt x="2427" y="3390"/>
                    <a:pt x="1145" y="6799"/>
                    <a:pt x="0" y="10007"/>
                  </a:cubicBezTo>
                  <a:cubicBezTo>
                    <a:pt x="4241" y="16396"/>
                    <a:pt x="9632" y="20397"/>
                    <a:pt x="15485" y="21371"/>
                  </a:cubicBezTo>
                  <a:cubicBezTo>
                    <a:pt x="16391" y="21524"/>
                    <a:pt x="17314" y="21600"/>
                    <a:pt x="18215" y="21600"/>
                  </a:cubicBezTo>
                  <a:cubicBezTo>
                    <a:pt x="19193" y="21600"/>
                    <a:pt x="20156" y="21495"/>
                    <a:pt x="21104" y="21321"/>
                  </a:cubicBezTo>
                  <a:cubicBezTo>
                    <a:pt x="21347" y="17800"/>
                    <a:pt x="21524" y="13913"/>
                    <a:pt x="21600" y="9702"/>
                  </a:cubicBezTo>
                  <a:cubicBezTo>
                    <a:pt x="20779" y="9864"/>
                    <a:pt x="19943" y="9960"/>
                    <a:pt x="19092" y="9960"/>
                  </a:cubicBezTo>
                  <a:cubicBezTo>
                    <a:pt x="19092" y="9960"/>
                    <a:pt x="19092" y="9960"/>
                    <a:pt x="19092" y="9960"/>
                  </a:cubicBezTo>
                  <a:close/>
                  <a:moveTo>
                    <a:pt x="19092" y="9960"/>
                  </a:moveTo>
                </a:path>
              </a:pathLst>
            </a:custGeom>
            <a:solidFill>
              <a:srgbClr val="4E96E2">
                <a:alpha val="59999"/>
              </a:srgbClr>
            </a:solidFill>
            <a:ln>
              <a:noFill/>
            </a:ln>
          </p:spPr>
          <p:txBody>
            <a:bodyPr lIns="0" tIns="0" rIns="0" bIns="0"/>
            <a:lstStyle/>
            <a:p>
              <a:endParaRPr lang="en-US"/>
            </a:p>
          </p:txBody>
        </p:sp>
        <p:sp>
          <p:nvSpPr>
            <p:cNvPr id="12316" name="AutoShape 151"/>
            <p:cNvSpPr/>
            <p:nvPr/>
          </p:nvSpPr>
          <p:spPr bwMode="auto">
            <a:xfrm>
              <a:off x="148" y="1542"/>
              <a:ext cx="27"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7582"/>
                  </a:moveTo>
                  <a:cubicBezTo>
                    <a:pt x="14097" y="11836"/>
                    <a:pt x="7139" y="5932"/>
                    <a:pt x="0" y="0"/>
                  </a:cubicBezTo>
                  <a:cubicBezTo>
                    <a:pt x="6065" y="7188"/>
                    <a:pt x="11962" y="14598"/>
                    <a:pt x="18385" y="21600"/>
                  </a:cubicBezTo>
                  <a:cubicBezTo>
                    <a:pt x="19275" y="20374"/>
                    <a:pt x="20526" y="18836"/>
                    <a:pt x="21600" y="17582"/>
                  </a:cubicBezTo>
                  <a:cubicBezTo>
                    <a:pt x="21600" y="17582"/>
                    <a:pt x="21600" y="17582"/>
                    <a:pt x="21600" y="17582"/>
                  </a:cubicBezTo>
                  <a:close/>
                  <a:moveTo>
                    <a:pt x="21600" y="17582"/>
                  </a:moveTo>
                </a:path>
              </a:pathLst>
            </a:custGeom>
            <a:solidFill>
              <a:srgbClr val="4E96E2">
                <a:alpha val="59999"/>
              </a:srgbClr>
            </a:solidFill>
            <a:ln>
              <a:noFill/>
            </a:ln>
          </p:spPr>
          <p:txBody>
            <a:bodyPr lIns="0" tIns="0" rIns="0" bIns="0"/>
            <a:lstStyle/>
            <a:p>
              <a:endParaRPr lang="en-US"/>
            </a:p>
          </p:txBody>
        </p:sp>
        <p:sp>
          <p:nvSpPr>
            <p:cNvPr id="12317" name="AutoShape 152"/>
            <p:cNvSpPr/>
            <p:nvPr/>
          </p:nvSpPr>
          <p:spPr bwMode="auto">
            <a:xfrm>
              <a:off x="432" y="343"/>
              <a:ext cx="419" cy="567"/>
            </a:xfrm>
            <a:custGeom>
              <a:avLst/>
              <a:gdLst>
                <a:gd name="T0" fmla="*/ 0 w 20913"/>
                <a:gd name="T1" fmla="*/ 0 h 21600"/>
                <a:gd name="T2" fmla="*/ 0 w 20913"/>
                <a:gd name="T3" fmla="*/ 0 h 21600"/>
                <a:gd name="T4" fmla="*/ 0 w 20913"/>
                <a:gd name="T5" fmla="*/ 0 h 21600"/>
                <a:gd name="T6" fmla="*/ 0 w 20913"/>
                <a:gd name="T7" fmla="*/ 0 h 21600"/>
                <a:gd name="T8" fmla="*/ 0 w 20913"/>
                <a:gd name="T9" fmla="*/ 0 h 21600"/>
                <a:gd name="T10" fmla="*/ 0 w 20913"/>
                <a:gd name="T11" fmla="*/ 0 h 21600"/>
                <a:gd name="T12" fmla="*/ 0 w 20913"/>
                <a:gd name="T13" fmla="*/ 0 h 21600"/>
                <a:gd name="T14" fmla="*/ 0 w 20913"/>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913" h="21600">
                  <a:moveTo>
                    <a:pt x="115" y="2337"/>
                  </a:moveTo>
                  <a:cubicBezTo>
                    <a:pt x="-687" y="9273"/>
                    <a:pt x="2721" y="16081"/>
                    <a:pt x="9673" y="21600"/>
                  </a:cubicBezTo>
                  <a:cubicBezTo>
                    <a:pt x="13182" y="18341"/>
                    <a:pt x="16958" y="15168"/>
                    <a:pt x="20913" y="12293"/>
                  </a:cubicBezTo>
                  <a:cubicBezTo>
                    <a:pt x="16936" y="8710"/>
                    <a:pt x="15020" y="4401"/>
                    <a:pt x="15488" y="0"/>
                  </a:cubicBezTo>
                  <a:cubicBezTo>
                    <a:pt x="9918" y="273"/>
                    <a:pt x="4715" y="913"/>
                    <a:pt x="248" y="1638"/>
                  </a:cubicBezTo>
                  <a:cubicBezTo>
                    <a:pt x="215" y="1877"/>
                    <a:pt x="136" y="2099"/>
                    <a:pt x="115" y="2337"/>
                  </a:cubicBezTo>
                  <a:cubicBezTo>
                    <a:pt x="115" y="2337"/>
                    <a:pt x="115" y="2337"/>
                    <a:pt x="115" y="2337"/>
                  </a:cubicBezTo>
                  <a:close/>
                  <a:moveTo>
                    <a:pt x="115" y="2337"/>
                  </a:moveTo>
                </a:path>
              </a:pathLst>
            </a:custGeom>
            <a:solidFill>
              <a:srgbClr val="4E96E2">
                <a:alpha val="59999"/>
              </a:srgbClr>
            </a:solidFill>
            <a:ln>
              <a:noFill/>
            </a:ln>
          </p:spPr>
          <p:txBody>
            <a:bodyPr lIns="0" tIns="0" rIns="0" bIns="0"/>
            <a:lstStyle/>
            <a:p>
              <a:endParaRPr lang="en-US"/>
            </a:p>
          </p:txBody>
        </p:sp>
        <p:sp>
          <p:nvSpPr>
            <p:cNvPr id="12318" name="AutoShape 153"/>
            <p:cNvSpPr/>
            <p:nvPr/>
          </p:nvSpPr>
          <p:spPr bwMode="auto">
            <a:xfrm>
              <a:off x="10" y="790"/>
              <a:ext cx="334" cy="7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5611"/>
                  </a:moveTo>
                  <a:cubicBezTo>
                    <a:pt x="20835" y="15273"/>
                    <a:pt x="20027" y="14955"/>
                    <a:pt x="19291" y="14596"/>
                  </a:cubicBezTo>
                  <a:cubicBezTo>
                    <a:pt x="10331" y="10313"/>
                    <a:pt x="4358" y="5305"/>
                    <a:pt x="1659" y="0"/>
                  </a:cubicBezTo>
                  <a:cubicBezTo>
                    <a:pt x="736" y="1879"/>
                    <a:pt x="188" y="3834"/>
                    <a:pt x="0" y="5823"/>
                  </a:cubicBezTo>
                  <a:cubicBezTo>
                    <a:pt x="707" y="11467"/>
                    <a:pt x="5482" y="16908"/>
                    <a:pt x="13880" y="21600"/>
                  </a:cubicBezTo>
                  <a:cubicBezTo>
                    <a:pt x="15959" y="19901"/>
                    <a:pt x="18555" y="17854"/>
                    <a:pt x="21600" y="15611"/>
                  </a:cubicBezTo>
                  <a:cubicBezTo>
                    <a:pt x="21600" y="15611"/>
                    <a:pt x="21600" y="15611"/>
                    <a:pt x="21600" y="15611"/>
                  </a:cubicBezTo>
                  <a:close/>
                  <a:moveTo>
                    <a:pt x="21600" y="15611"/>
                  </a:moveTo>
                </a:path>
              </a:pathLst>
            </a:custGeom>
            <a:solidFill>
              <a:srgbClr val="4E96E2">
                <a:alpha val="59999"/>
              </a:srgbClr>
            </a:solidFill>
            <a:ln>
              <a:noFill/>
            </a:ln>
          </p:spPr>
          <p:txBody>
            <a:bodyPr lIns="0" tIns="0" rIns="0" bIns="0"/>
            <a:lstStyle/>
            <a:p>
              <a:endParaRPr lang="en-US"/>
            </a:p>
          </p:txBody>
        </p:sp>
        <p:sp>
          <p:nvSpPr>
            <p:cNvPr id="12319" name="AutoShape 154"/>
            <p:cNvSpPr/>
            <p:nvPr/>
          </p:nvSpPr>
          <p:spPr bwMode="auto">
            <a:xfrm>
              <a:off x="103" y="408"/>
              <a:ext cx="463" cy="8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4969"/>
                  </a:moveTo>
                  <a:cubicBezTo>
                    <a:pt x="208" y="10804"/>
                    <a:pt x="4553" y="16448"/>
                    <a:pt x="12607" y="21064"/>
                  </a:cubicBezTo>
                  <a:cubicBezTo>
                    <a:pt x="12931" y="21255"/>
                    <a:pt x="13296" y="21422"/>
                    <a:pt x="13639" y="21600"/>
                  </a:cubicBezTo>
                  <a:cubicBezTo>
                    <a:pt x="16015" y="19589"/>
                    <a:pt x="18693" y="17451"/>
                    <a:pt x="21600" y="15325"/>
                  </a:cubicBezTo>
                  <a:cubicBezTo>
                    <a:pt x="14087" y="10984"/>
                    <a:pt x="10388" y="5561"/>
                    <a:pt x="11076" y="0"/>
                  </a:cubicBezTo>
                  <a:cubicBezTo>
                    <a:pt x="7752" y="485"/>
                    <a:pt x="5168" y="955"/>
                    <a:pt x="3626" y="1256"/>
                  </a:cubicBezTo>
                  <a:cubicBezTo>
                    <a:pt x="2251" y="2431"/>
                    <a:pt x="1052" y="3674"/>
                    <a:pt x="0" y="4969"/>
                  </a:cubicBezTo>
                  <a:cubicBezTo>
                    <a:pt x="0" y="4969"/>
                    <a:pt x="0" y="4969"/>
                    <a:pt x="0" y="4969"/>
                  </a:cubicBezTo>
                  <a:close/>
                  <a:moveTo>
                    <a:pt x="0" y="4969"/>
                  </a:moveTo>
                </a:path>
              </a:pathLst>
            </a:custGeom>
            <a:solidFill>
              <a:srgbClr val="4E96E2">
                <a:alpha val="59999"/>
              </a:srgbClr>
            </a:solidFill>
            <a:ln>
              <a:noFill/>
            </a:ln>
          </p:spPr>
          <p:txBody>
            <a:bodyPr lIns="0" tIns="0" rIns="0" bIns="0"/>
            <a:lstStyle/>
            <a:p>
              <a:endParaRPr lang="en-US"/>
            </a:p>
          </p:txBody>
        </p:sp>
        <p:sp>
          <p:nvSpPr>
            <p:cNvPr id="12320" name="AutoShape 155"/>
            <p:cNvSpPr/>
            <p:nvPr/>
          </p:nvSpPr>
          <p:spPr bwMode="auto">
            <a:xfrm>
              <a:off x="233" y="1640"/>
              <a:ext cx="1068" cy="4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6185" y="21600"/>
                  </a:moveTo>
                  <a:cubicBezTo>
                    <a:pt x="17988" y="21600"/>
                    <a:pt x="19738" y="20985"/>
                    <a:pt x="21406" y="19852"/>
                  </a:cubicBezTo>
                  <a:cubicBezTo>
                    <a:pt x="21460" y="19462"/>
                    <a:pt x="21523" y="18954"/>
                    <a:pt x="21600" y="18373"/>
                  </a:cubicBezTo>
                  <a:cubicBezTo>
                    <a:pt x="20773" y="18565"/>
                    <a:pt x="19937" y="18671"/>
                    <a:pt x="19087" y="18671"/>
                  </a:cubicBezTo>
                  <a:cubicBezTo>
                    <a:pt x="18228" y="18671"/>
                    <a:pt x="17351" y="18565"/>
                    <a:pt x="16488" y="18361"/>
                  </a:cubicBezTo>
                  <a:cubicBezTo>
                    <a:pt x="10224" y="16923"/>
                    <a:pt x="4502" y="10393"/>
                    <a:pt x="253" y="0"/>
                  </a:cubicBezTo>
                  <a:cubicBezTo>
                    <a:pt x="158" y="437"/>
                    <a:pt x="72" y="847"/>
                    <a:pt x="0" y="1181"/>
                  </a:cubicBezTo>
                  <a:cubicBezTo>
                    <a:pt x="3801" y="13617"/>
                    <a:pt x="9641" y="21600"/>
                    <a:pt x="16185" y="21600"/>
                  </a:cubicBezTo>
                  <a:cubicBezTo>
                    <a:pt x="16185" y="21600"/>
                    <a:pt x="16185" y="21600"/>
                    <a:pt x="16185" y="21600"/>
                  </a:cubicBezTo>
                  <a:close/>
                  <a:moveTo>
                    <a:pt x="16185" y="21600"/>
                  </a:moveTo>
                </a:path>
              </a:pathLst>
            </a:custGeom>
            <a:solidFill>
              <a:srgbClr val="4E96E2">
                <a:alpha val="59999"/>
              </a:srgbClr>
            </a:solidFill>
            <a:ln>
              <a:noFill/>
            </a:ln>
          </p:spPr>
          <p:txBody>
            <a:bodyPr lIns="0" tIns="0" rIns="0" bIns="0"/>
            <a:lstStyle/>
            <a:p>
              <a:endParaRPr lang="en-US"/>
            </a:p>
          </p:txBody>
        </p:sp>
        <p:sp>
          <p:nvSpPr>
            <p:cNvPr id="12321" name="AutoShape 156"/>
            <p:cNvSpPr/>
            <p:nvPr/>
          </p:nvSpPr>
          <p:spPr bwMode="auto">
            <a:xfrm>
              <a:off x="1422" y="469"/>
              <a:ext cx="266" cy="2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2260"/>
                  </a:moveTo>
                  <a:cubicBezTo>
                    <a:pt x="15439" y="7928"/>
                    <a:pt x="8245" y="3716"/>
                    <a:pt x="0" y="0"/>
                  </a:cubicBezTo>
                  <a:cubicBezTo>
                    <a:pt x="2029" y="6254"/>
                    <a:pt x="3733" y="13455"/>
                    <a:pt x="5001" y="21600"/>
                  </a:cubicBezTo>
                  <a:cubicBezTo>
                    <a:pt x="11670" y="19738"/>
                    <a:pt x="17395" y="16490"/>
                    <a:pt x="21600" y="12260"/>
                  </a:cubicBezTo>
                  <a:cubicBezTo>
                    <a:pt x="21600" y="12260"/>
                    <a:pt x="21600" y="12260"/>
                    <a:pt x="21600" y="12260"/>
                  </a:cubicBezTo>
                  <a:close/>
                  <a:moveTo>
                    <a:pt x="21600" y="12260"/>
                  </a:moveTo>
                </a:path>
              </a:pathLst>
            </a:custGeom>
            <a:solidFill>
              <a:srgbClr val="4E96E2">
                <a:alpha val="59999"/>
              </a:srgbClr>
            </a:solidFill>
            <a:ln>
              <a:noFill/>
            </a:ln>
          </p:spPr>
          <p:txBody>
            <a:bodyPr lIns="0" tIns="0" rIns="0" bIns="0"/>
            <a:lstStyle/>
            <a:p>
              <a:endParaRPr lang="en-US"/>
            </a:p>
          </p:txBody>
        </p:sp>
        <p:sp>
          <p:nvSpPr>
            <p:cNvPr id="12322" name="AutoShape 157"/>
            <p:cNvSpPr/>
            <p:nvPr/>
          </p:nvSpPr>
          <p:spPr bwMode="auto">
            <a:xfrm>
              <a:off x="1491" y="985"/>
              <a:ext cx="565" cy="5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035"/>
                  </a:moveTo>
                  <a:cubicBezTo>
                    <a:pt x="21386" y="1649"/>
                    <a:pt x="20968" y="935"/>
                    <a:pt x="20352" y="0"/>
                  </a:cubicBezTo>
                  <a:cubicBezTo>
                    <a:pt x="15523" y="5398"/>
                    <a:pt x="8676" y="9270"/>
                    <a:pt x="753" y="10822"/>
                  </a:cubicBezTo>
                  <a:cubicBezTo>
                    <a:pt x="650" y="14703"/>
                    <a:pt x="376" y="18317"/>
                    <a:pt x="0" y="21600"/>
                  </a:cubicBezTo>
                  <a:cubicBezTo>
                    <a:pt x="7710" y="20259"/>
                    <a:pt x="14583" y="17100"/>
                    <a:pt x="20079" y="12672"/>
                  </a:cubicBezTo>
                  <a:cubicBezTo>
                    <a:pt x="21019" y="9279"/>
                    <a:pt x="21557" y="5722"/>
                    <a:pt x="21600" y="2035"/>
                  </a:cubicBezTo>
                  <a:cubicBezTo>
                    <a:pt x="21600" y="2035"/>
                    <a:pt x="21600" y="2035"/>
                    <a:pt x="21600" y="2035"/>
                  </a:cubicBezTo>
                  <a:close/>
                  <a:moveTo>
                    <a:pt x="21600" y="2035"/>
                  </a:moveTo>
                </a:path>
              </a:pathLst>
            </a:custGeom>
            <a:solidFill>
              <a:srgbClr val="4E96E2">
                <a:alpha val="59999"/>
              </a:srgbClr>
            </a:solidFill>
            <a:ln>
              <a:noFill/>
            </a:ln>
          </p:spPr>
          <p:txBody>
            <a:bodyPr lIns="0" tIns="0" rIns="0" bIns="0"/>
            <a:lstStyle/>
            <a:p>
              <a:endParaRPr lang="en-US"/>
            </a:p>
          </p:txBody>
        </p:sp>
        <p:sp>
          <p:nvSpPr>
            <p:cNvPr id="12323" name="AutoShape 158"/>
            <p:cNvSpPr/>
            <p:nvPr/>
          </p:nvSpPr>
          <p:spPr bwMode="auto">
            <a:xfrm>
              <a:off x="1426" y="1457"/>
              <a:ext cx="533" cy="4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5901" y="4345"/>
                    <a:pt x="9278" y="7421"/>
                    <a:pt x="2057" y="8759"/>
                  </a:cubicBezTo>
                  <a:cubicBezTo>
                    <a:pt x="1440" y="13810"/>
                    <a:pt x="706" y="18124"/>
                    <a:pt x="0" y="21600"/>
                  </a:cubicBezTo>
                  <a:cubicBezTo>
                    <a:pt x="4240" y="20571"/>
                    <a:pt x="8236" y="18879"/>
                    <a:pt x="11896" y="16672"/>
                  </a:cubicBezTo>
                  <a:cubicBezTo>
                    <a:pt x="15955" y="12018"/>
                    <a:pt x="19253" y="6346"/>
                    <a:pt x="21600" y="0"/>
                  </a:cubicBezTo>
                  <a:cubicBezTo>
                    <a:pt x="21600" y="0"/>
                    <a:pt x="21600" y="0"/>
                    <a:pt x="21600" y="0"/>
                  </a:cubicBezTo>
                  <a:close/>
                  <a:moveTo>
                    <a:pt x="21600" y="0"/>
                  </a:moveTo>
                </a:path>
              </a:pathLst>
            </a:custGeom>
            <a:solidFill>
              <a:srgbClr val="4E96E2">
                <a:alpha val="59999"/>
              </a:srgbClr>
            </a:solidFill>
            <a:ln>
              <a:noFill/>
            </a:ln>
          </p:spPr>
          <p:txBody>
            <a:bodyPr lIns="0" tIns="0" rIns="0" bIns="0"/>
            <a:lstStyle/>
            <a:p>
              <a:endParaRPr lang="en-US"/>
            </a:p>
          </p:txBody>
        </p:sp>
        <p:sp>
          <p:nvSpPr>
            <p:cNvPr id="12324" name="AutoShape 159"/>
            <p:cNvSpPr/>
            <p:nvPr/>
          </p:nvSpPr>
          <p:spPr bwMode="auto">
            <a:xfrm>
              <a:off x="1459" y="299"/>
              <a:ext cx="319" cy="257"/>
            </a:xfrm>
            <a:custGeom>
              <a:avLst/>
              <a:gdLst>
                <a:gd name="T0" fmla="*/ 0 w 21430"/>
                <a:gd name="T1" fmla="*/ 0 h 21600"/>
                <a:gd name="T2" fmla="*/ 0 w 21430"/>
                <a:gd name="T3" fmla="*/ 0 h 21600"/>
                <a:gd name="T4" fmla="*/ 0 w 21430"/>
                <a:gd name="T5" fmla="*/ 0 h 21600"/>
                <a:gd name="T6" fmla="*/ 0 w 21430"/>
                <a:gd name="T7" fmla="*/ 0 h 21600"/>
                <a:gd name="T8" fmla="*/ 0 w 21430"/>
                <a:gd name="T9" fmla="*/ 0 h 21600"/>
                <a:gd name="T10" fmla="*/ 0 w 21430"/>
                <a:gd name="T11" fmla="*/ 0 h 21600"/>
                <a:gd name="T12" fmla="*/ 0 w 21430"/>
                <a:gd name="T13" fmla="*/ 0 h 21600"/>
                <a:gd name="T14" fmla="*/ 0 w 2143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30" h="21600">
                  <a:moveTo>
                    <a:pt x="19878" y="0"/>
                  </a:moveTo>
                  <a:cubicBezTo>
                    <a:pt x="16911" y="583"/>
                    <a:pt x="9482" y="2369"/>
                    <a:pt x="0" y="7052"/>
                  </a:cubicBezTo>
                  <a:cubicBezTo>
                    <a:pt x="7220" y="11470"/>
                    <a:pt x="13481" y="16470"/>
                    <a:pt x="18859" y="21600"/>
                  </a:cubicBezTo>
                  <a:cubicBezTo>
                    <a:pt x="20207" y="18383"/>
                    <a:pt x="21090" y="14891"/>
                    <a:pt x="21345" y="11164"/>
                  </a:cubicBezTo>
                  <a:cubicBezTo>
                    <a:pt x="21600" y="7613"/>
                    <a:pt x="21270" y="4133"/>
                    <a:pt x="20462" y="808"/>
                  </a:cubicBezTo>
                  <a:cubicBezTo>
                    <a:pt x="20267" y="545"/>
                    <a:pt x="20072" y="266"/>
                    <a:pt x="19878" y="0"/>
                  </a:cubicBezTo>
                  <a:cubicBezTo>
                    <a:pt x="19878" y="0"/>
                    <a:pt x="19878" y="0"/>
                    <a:pt x="19878" y="0"/>
                  </a:cubicBezTo>
                  <a:close/>
                  <a:moveTo>
                    <a:pt x="19878" y="0"/>
                  </a:moveTo>
                </a:path>
              </a:pathLst>
            </a:custGeom>
            <a:solidFill>
              <a:srgbClr val="4E96E2">
                <a:alpha val="59999"/>
              </a:srgbClr>
            </a:solidFill>
            <a:ln>
              <a:noFill/>
            </a:ln>
          </p:spPr>
          <p:txBody>
            <a:bodyPr lIns="0" tIns="0" rIns="0" bIns="0"/>
            <a:lstStyle/>
            <a:p>
              <a:endParaRPr lang="en-US"/>
            </a:p>
          </p:txBody>
        </p:sp>
        <p:sp>
          <p:nvSpPr>
            <p:cNvPr id="12325" name="AutoShape 160"/>
            <p:cNvSpPr/>
            <p:nvPr/>
          </p:nvSpPr>
          <p:spPr bwMode="auto">
            <a:xfrm>
              <a:off x="692" y="733"/>
              <a:ext cx="728" cy="456"/>
            </a:xfrm>
            <a:custGeom>
              <a:avLst/>
              <a:gdLst>
                <a:gd name="T0" fmla="*/ 0 w 21587"/>
                <a:gd name="T1" fmla="*/ 0 h 21600"/>
                <a:gd name="T2" fmla="*/ 0 w 21587"/>
                <a:gd name="T3" fmla="*/ 0 h 21600"/>
                <a:gd name="T4" fmla="*/ 0 w 21587"/>
                <a:gd name="T5" fmla="*/ 0 h 21600"/>
                <a:gd name="T6" fmla="*/ 0 w 21587"/>
                <a:gd name="T7" fmla="*/ 0 h 21600"/>
                <a:gd name="T8" fmla="*/ 0 w 21587"/>
                <a:gd name="T9" fmla="*/ 0 h 21600"/>
                <a:gd name="T10" fmla="*/ 0 w 21587"/>
                <a:gd name="T11" fmla="*/ 0 h 21600"/>
                <a:gd name="T12" fmla="*/ 0 w 21587"/>
                <a:gd name="T13" fmla="*/ 0 h 21600"/>
                <a:gd name="T14" fmla="*/ 0 w 21587"/>
                <a:gd name="T15" fmla="*/ 0 h 21600"/>
                <a:gd name="T16" fmla="*/ 0 w 21587"/>
                <a:gd name="T17" fmla="*/ 0 h 21600"/>
                <a:gd name="T18" fmla="*/ 0 w 21587"/>
                <a:gd name="T19" fmla="*/ 0 h 21600"/>
                <a:gd name="T20" fmla="*/ 0 w 21587"/>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587" h="21600">
                  <a:moveTo>
                    <a:pt x="21117" y="6515"/>
                  </a:moveTo>
                  <a:cubicBezTo>
                    <a:pt x="20322" y="6674"/>
                    <a:pt x="19508" y="6777"/>
                    <a:pt x="18680" y="6777"/>
                  </a:cubicBezTo>
                  <a:cubicBezTo>
                    <a:pt x="18098" y="6777"/>
                    <a:pt x="17515" y="6738"/>
                    <a:pt x="16926" y="6653"/>
                  </a:cubicBezTo>
                  <a:cubicBezTo>
                    <a:pt x="13021" y="6098"/>
                    <a:pt x="9413" y="3756"/>
                    <a:pt x="6620" y="0"/>
                  </a:cubicBezTo>
                  <a:cubicBezTo>
                    <a:pt x="4296" y="3512"/>
                    <a:pt x="2072" y="7427"/>
                    <a:pt x="0" y="11480"/>
                  </a:cubicBezTo>
                  <a:cubicBezTo>
                    <a:pt x="4217" y="17080"/>
                    <a:pt x="9658" y="20573"/>
                    <a:pt x="15569" y="21411"/>
                  </a:cubicBezTo>
                  <a:cubicBezTo>
                    <a:pt x="16463" y="21539"/>
                    <a:pt x="17370" y="21600"/>
                    <a:pt x="18264" y="21600"/>
                  </a:cubicBezTo>
                  <a:cubicBezTo>
                    <a:pt x="19389" y="21600"/>
                    <a:pt x="20501" y="21486"/>
                    <a:pt x="21586" y="21281"/>
                  </a:cubicBezTo>
                  <a:cubicBezTo>
                    <a:pt x="21600" y="16648"/>
                    <a:pt x="21454" y="11703"/>
                    <a:pt x="21117" y="6515"/>
                  </a:cubicBezTo>
                  <a:cubicBezTo>
                    <a:pt x="21117" y="6515"/>
                    <a:pt x="21117" y="6515"/>
                    <a:pt x="21117" y="6515"/>
                  </a:cubicBezTo>
                  <a:close/>
                  <a:moveTo>
                    <a:pt x="21117" y="6515"/>
                  </a:moveTo>
                </a:path>
              </a:pathLst>
            </a:custGeom>
            <a:solidFill>
              <a:srgbClr val="4E96E2">
                <a:alpha val="59999"/>
              </a:srgbClr>
            </a:solidFill>
            <a:ln>
              <a:noFill/>
            </a:ln>
          </p:spPr>
          <p:txBody>
            <a:bodyPr lIns="0" tIns="0" rIns="0" bIns="0"/>
            <a:lstStyle/>
            <a:p>
              <a:endParaRPr lang="en-US"/>
            </a:p>
          </p:txBody>
        </p:sp>
        <p:sp>
          <p:nvSpPr>
            <p:cNvPr id="12326" name="AutoShape 161"/>
            <p:cNvSpPr/>
            <p:nvPr/>
          </p:nvSpPr>
          <p:spPr bwMode="auto">
            <a:xfrm>
              <a:off x="1495" y="693"/>
              <a:ext cx="475" cy="4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7275"/>
                  </a:moveTo>
                  <a:cubicBezTo>
                    <a:pt x="539" y="12312"/>
                    <a:pt x="773" y="17095"/>
                    <a:pt x="793" y="21600"/>
                  </a:cubicBezTo>
                  <a:cubicBezTo>
                    <a:pt x="9295" y="19832"/>
                    <a:pt x="16586" y="15680"/>
                    <a:pt x="21600" y="9982"/>
                  </a:cubicBezTo>
                  <a:cubicBezTo>
                    <a:pt x="19372" y="7143"/>
                    <a:pt x="16210" y="3602"/>
                    <a:pt x="12030" y="0"/>
                  </a:cubicBezTo>
                  <a:cubicBezTo>
                    <a:pt x="9020" y="3388"/>
                    <a:pt x="4840" y="5933"/>
                    <a:pt x="0" y="7275"/>
                  </a:cubicBezTo>
                  <a:cubicBezTo>
                    <a:pt x="0" y="7275"/>
                    <a:pt x="0" y="7275"/>
                    <a:pt x="0" y="7275"/>
                  </a:cubicBezTo>
                  <a:close/>
                  <a:moveTo>
                    <a:pt x="0" y="7275"/>
                  </a:moveTo>
                </a:path>
              </a:pathLst>
            </a:custGeom>
            <a:solidFill>
              <a:srgbClr val="4E96E2">
                <a:alpha val="59999"/>
              </a:srgbClr>
            </a:solidFill>
            <a:ln>
              <a:noFill/>
            </a:ln>
          </p:spPr>
          <p:txBody>
            <a:bodyPr lIns="0" tIns="0" rIns="0" bIns="0"/>
            <a:lstStyle/>
            <a:p>
              <a:endParaRPr lang="en-US"/>
            </a:p>
          </p:txBody>
        </p:sp>
        <p:sp>
          <p:nvSpPr>
            <p:cNvPr id="12327" name="AutoShape 162"/>
            <p:cNvSpPr/>
            <p:nvPr/>
          </p:nvSpPr>
          <p:spPr bwMode="auto">
            <a:xfrm>
              <a:off x="290" y="1355"/>
              <a:ext cx="1092" cy="5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21600" y="11135"/>
                  </a:moveTo>
                  <a:cubicBezTo>
                    <a:pt x="20862" y="11261"/>
                    <a:pt x="20110" y="11329"/>
                    <a:pt x="19350" y="11329"/>
                  </a:cubicBezTo>
                  <a:cubicBezTo>
                    <a:pt x="18510" y="11329"/>
                    <a:pt x="17653" y="11252"/>
                    <a:pt x="16809" y="11102"/>
                  </a:cubicBezTo>
                  <a:cubicBezTo>
                    <a:pt x="11408" y="10156"/>
                    <a:pt x="6422" y="6238"/>
                    <a:pt x="2466" y="0"/>
                  </a:cubicBezTo>
                  <a:cubicBezTo>
                    <a:pt x="1476" y="3067"/>
                    <a:pt x="637" y="5834"/>
                    <a:pt x="0" y="8024"/>
                  </a:cubicBezTo>
                  <a:cubicBezTo>
                    <a:pt x="3890" y="15601"/>
                    <a:pt x="9242" y="20356"/>
                    <a:pt x="15121" y="21390"/>
                  </a:cubicBezTo>
                  <a:cubicBezTo>
                    <a:pt x="15912" y="21532"/>
                    <a:pt x="16716" y="21600"/>
                    <a:pt x="17503" y="21600"/>
                  </a:cubicBezTo>
                  <a:cubicBezTo>
                    <a:pt x="18528" y="21600"/>
                    <a:pt x="19532" y="21470"/>
                    <a:pt x="20517" y="21240"/>
                  </a:cubicBezTo>
                  <a:cubicBezTo>
                    <a:pt x="20871" y="18650"/>
                    <a:pt x="21264" y="15247"/>
                    <a:pt x="21600" y="11135"/>
                  </a:cubicBezTo>
                  <a:cubicBezTo>
                    <a:pt x="21600" y="11135"/>
                    <a:pt x="21600" y="11135"/>
                    <a:pt x="21600" y="11135"/>
                  </a:cubicBezTo>
                  <a:close/>
                  <a:moveTo>
                    <a:pt x="21600" y="11135"/>
                  </a:moveTo>
                </a:path>
              </a:pathLst>
            </a:custGeom>
            <a:solidFill>
              <a:srgbClr val="4E96E2">
                <a:alpha val="59999"/>
              </a:srgbClr>
            </a:solidFill>
            <a:ln>
              <a:noFill/>
            </a:ln>
          </p:spPr>
          <p:txBody>
            <a:bodyPr lIns="0" tIns="0" rIns="0" bIns="0"/>
            <a:lstStyle/>
            <a:p>
              <a:endParaRPr lang="en-US"/>
            </a:p>
          </p:txBody>
        </p:sp>
        <p:sp>
          <p:nvSpPr>
            <p:cNvPr id="12328" name="AutoShape 163"/>
            <p:cNvSpPr/>
            <p:nvPr/>
          </p:nvSpPr>
          <p:spPr bwMode="auto">
            <a:xfrm>
              <a:off x="1187" y="18"/>
              <a:ext cx="483" cy="3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07" y="0"/>
                  </a:moveTo>
                  <a:cubicBezTo>
                    <a:pt x="1747" y="175"/>
                    <a:pt x="2086" y="380"/>
                    <a:pt x="2425" y="555"/>
                  </a:cubicBezTo>
                  <a:cubicBezTo>
                    <a:pt x="2136" y="509"/>
                    <a:pt x="1867" y="428"/>
                    <a:pt x="1577" y="380"/>
                  </a:cubicBezTo>
                  <a:cubicBezTo>
                    <a:pt x="1048" y="318"/>
                    <a:pt x="519" y="271"/>
                    <a:pt x="0" y="221"/>
                  </a:cubicBezTo>
                  <a:cubicBezTo>
                    <a:pt x="2585" y="4696"/>
                    <a:pt x="5610" y="11478"/>
                    <a:pt x="8235" y="21600"/>
                  </a:cubicBezTo>
                  <a:cubicBezTo>
                    <a:pt x="13705" y="17829"/>
                    <a:pt x="18406" y="15744"/>
                    <a:pt x="21600" y="14625"/>
                  </a:cubicBezTo>
                  <a:cubicBezTo>
                    <a:pt x="15840" y="7307"/>
                    <a:pt x="8933" y="2197"/>
                    <a:pt x="1407" y="0"/>
                  </a:cubicBezTo>
                  <a:cubicBezTo>
                    <a:pt x="1407" y="0"/>
                    <a:pt x="1407" y="0"/>
                    <a:pt x="1407" y="0"/>
                  </a:cubicBezTo>
                  <a:close/>
                  <a:moveTo>
                    <a:pt x="1407" y="0"/>
                  </a:moveTo>
                </a:path>
              </a:pathLst>
            </a:custGeom>
            <a:solidFill>
              <a:srgbClr val="4E96E2">
                <a:alpha val="59999"/>
              </a:srgbClr>
            </a:solidFill>
            <a:ln>
              <a:noFill/>
            </a:ln>
          </p:spPr>
          <p:txBody>
            <a:bodyPr lIns="0" tIns="0" rIns="0" bIns="0"/>
            <a:lstStyle/>
            <a:p>
              <a:endParaRPr lang="en-US"/>
            </a:p>
          </p:txBody>
        </p:sp>
        <p:sp>
          <p:nvSpPr>
            <p:cNvPr id="12329" name="AutoShape 164"/>
            <p:cNvSpPr/>
            <p:nvPr/>
          </p:nvSpPr>
          <p:spPr bwMode="auto">
            <a:xfrm>
              <a:off x="611" y="63"/>
              <a:ext cx="18" cy="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9" y="14273"/>
                    <a:pt x="14361" y="7043"/>
                    <a:pt x="21600" y="0"/>
                  </a:cubicBezTo>
                  <a:cubicBezTo>
                    <a:pt x="14361" y="7043"/>
                    <a:pt x="7169" y="14273"/>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0" name="AutoShape 165"/>
            <p:cNvSpPr/>
            <p:nvPr/>
          </p:nvSpPr>
          <p:spPr bwMode="auto">
            <a:xfrm>
              <a:off x="290" y="262"/>
              <a:ext cx="41" cy="4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cubicBezTo>
                    <a:pt x="14208" y="7005"/>
                    <a:pt x="7010" y="14207"/>
                    <a:pt x="0" y="21600"/>
                  </a:cubicBezTo>
                  <a:cubicBezTo>
                    <a:pt x="7010" y="14207"/>
                    <a:pt x="14208" y="7005"/>
                    <a:pt x="21600" y="0"/>
                  </a:cubicBezTo>
                  <a:close/>
                  <a:moveTo>
                    <a:pt x="21600" y="0"/>
                  </a:moveTo>
                </a:path>
              </a:pathLst>
            </a:custGeom>
            <a:solidFill>
              <a:srgbClr val="4E96E2">
                <a:alpha val="59999"/>
              </a:srgbClr>
            </a:solidFill>
            <a:ln>
              <a:noFill/>
            </a:ln>
          </p:spPr>
          <p:txBody>
            <a:bodyPr lIns="0" tIns="0" rIns="0" bIns="0"/>
            <a:lstStyle/>
            <a:p>
              <a:endParaRPr lang="en-US"/>
            </a:p>
          </p:txBody>
        </p:sp>
        <p:sp>
          <p:nvSpPr>
            <p:cNvPr id="12331" name="AutoShape 166"/>
            <p:cNvSpPr/>
            <p:nvPr/>
          </p:nvSpPr>
          <p:spPr bwMode="auto">
            <a:xfrm>
              <a:off x="578" y="75"/>
              <a:ext cx="26" cy="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1" y="14198"/>
                    <a:pt x="14350" y="7025"/>
                    <a:pt x="21600" y="0"/>
                  </a:cubicBezTo>
                  <a:cubicBezTo>
                    <a:pt x="14350" y="7025"/>
                    <a:pt x="7141" y="14201"/>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2" name="AutoShape 167"/>
            <p:cNvSpPr/>
            <p:nvPr/>
          </p:nvSpPr>
          <p:spPr bwMode="auto">
            <a:xfrm>
              <a:off x="254" y="331"/>
              <a:ext cx="13" cy="1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0" y="14336"/>
                    <a:pt x="14330" y="7139"/>
                    <a:pt x="21600" y="0"/>
                  </a:cubicBezTo>
                  <a:cubicBezTo>
                    <a:pt x="14330" y="7139"/>
                    <a:pt x="7130" y="14336"/>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3" name="AutoShape 168"/>
            <p:cNvSpPr/>
            <p:nvPr/>
          </p:nvSpPr>
          <p:spPr bwMode="auto">
            <a:xfrm>
              <a:off x="359" y="226"/>
              <a:ext cx="15" cy="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321"/>
                    <a:pt x="14340" y="7120"/>
                    <a:pt x="21600" y="0"/>
                  </a:cubicBezTo>
                  <a:cubicBezTo>
                    <a:pt x="14340" y="7120"/>
                    <a:pt x="7142" y="14321"/>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4" name="AutoShape 169"/>
            <p:cNvSpPr/>
            <p:nvPr/>
          </p:nvSpPr>
          <p:spPr bwMode="auto">
            <a:xfrm>
              <a:off x="274" y="311"/>
              <a:ext cx="15" cy="1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19" y="14326"/>
                    <a:pt x="14330" y="7135"/>
                    <a:pt x="21600" y="0"/>
                  </a:cubicBezTo>
                  <a:cubicBezTo>
                    <a:pt x="14330" y="7138"/>
                    <a:pt x="7119" y="14326"/>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5" name="AutoShape 170"/>
            <p:cNvSpPr/>
            <p:nvPr/>
          </p:nvSpPr>
          <p:spPr bwMode="auto">
            <a:xfrm>
              <a:off x="335" y="246"/>
              <a:ext cx="16" cy="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325"/>
                    <a:pt x="14317" y="7115"/>
                    <a:pt x="21600" y="0"/>
                  </a:cubicBezTo>
                  <a:cubicBezTo>
                    <a:pt x="14317" y="7115"/>
                    <a:pt x="7138" y="14325"/>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6" name="AutoShape 171"/>
            <p:cNvSpPr/>
            <p:nvPr/>
          </p:nvSpPr>
          <p:spPr bwMode="auto">
            <a:xfrm>
              <a:off x="233" y="351"/>
              <a:ext cx="14"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0" y="14344"/>
                    <a:pt x="14303" y="7137"/>
                    <a:pt x="21600" y="0"/>
                  </a:cubicBezTo>
                  <a:cubicBezTo>
                    <a:pt x="14303" y="7137"/>
                    <a:pt x="7120" y="14344"/>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7" name="AutoShape 172"/>
            <p:cNvSpPr/>
            <p:nvPr/>
          </p:nvSpPr>
          <p:spPr bwMode="auto">
            <a:xfrm>
              <a:off x="481" y="136"/>
              <a:ext cx="17" cy="1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9" y="14307"/>
                    <a:pt x="14354" y="7089"/>
                    <a:pt x="21600" y="0"/>
                  </a:cubicBezTo>
                  <a:cubicBezTo>
                    <a:pt x="14354" y="7089"/>
                    <a:pt x="7159" y="14307"/>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8" name="AutoShape 173"/>
            <p:cNvSpPr/>
            <p:nvPr/>
          </p:nvSpPr>
          <p:spPr bwMode="auto">
            <a:xfrm>
              <a:off x="554" y="87"/>
              <a:ext cx="25" cy="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227"/>
                    <a:pt x="14337" y="7013"/>
                    <a:pt x="21600" y="0"/>
                  </a:cubicBezTo>
                  <a:cubicBezTo>
                    <a:pt x="14337" y="7013"/>
                    <a:pt x="7142" y="14227"/>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39" name="AutoShape 174"/>
            <p:cNvSpPr/>
            <p:nvPr/>
          </p:nvSpPr>
          <p:spPr bwMode="auto">
            <a:xfrm>
              <a:off x="505" y="120"/>
              <a:ext cx="17" cy="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7" y="14288"/>
                    <a:pt x="14356" y="7097"/>
                    <a:pt x="21600" y="0"/>
                  </a:cubicBezTo>
                  <a:cubicBezTo>
                    <a:pt x="14356" y="7097"/>
                    <a:pt x="7157" y="14288"/>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40" name="AutoShape 175"/>
            <p:cNvSpPr/>
            <p:nvPr/>
          </p:nvSpPr>
          <p:spPr bwMode="auto">
            <a:xfrm>
              <a:off x="530" y="104"/>
              <a:ext cx="18" cy="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5" y="14265"/>
                    <a:pt x="14359" y="7088"/>
                    <a:pt x="21600" y="0"/>
                  </a:cubicBezTo>
                  <a:cubicBezTo>
                    <a:pt x="14359" y="7088"/>
                    <a:pt x="7145" y="14265"/>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41" name="AutoShape 176"/>
            <p:cNvSpPr/>
            <p:nvPr/>
          </p:nvSpPr>
          <p:spPr bwMode="auto">
            <a:xfrm>
              <a:off x="424" y="169"/>
              <a:ext cx="24"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6" y="14267"/>
                    <a:pt x="14328" y="7068"/>
                    <a:pt x="21600" y="0"/>
                  </a:cubicBezTo>
                  <a:cubicBezTo>
                    <a:pt x="14328" y="7068"/>
                    <a:pt x="7126" y="14267"/>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42" name="AutoShape 177"/>
            <p:cNvSpPr/>
            <p:nvPr/>
          </p:nvSpPr>
          <p:spPr bwMode="auto">
            <a:xfrm>
              <a:off x="452" y="152"/>
              <a:ext cx="20" cy="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292"/>
                    <a:pt x="14337" y="7080"/>
                    <a:pt x="21600" y="0"/>
                  </a:cubicBezTo>
                  <a:cubicBezTo>
                    <a:pt x="14337" y="7080"/>
                    <a:pt x="7138" y="14292"/>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43" name="AutoShape 178"/>
            <p:cNvSpPr/>
            <p:nvPr/>
          </p:nvSpPr>
          <p:spPr bwMode="auto">
            <a:xfrm>
              <a:off x="404" y="185"/>
              <a:ext cx="19" cy="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8" y="14293"/>
                    <a:pt x="14331" y="7100"/>
                    <a:pt x="21600" y="0"/>
                  </a:cubicBezTo>
                  <a:cubicBezTo>
                    <a:pt x="14331" y="7100"/>
                    <a:pt x="7128" y="14293"/>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44" name="AutoShape 179"/>
            <p:cNvSpPr/>
            <p:nvPr/>
          </p:nvSpPr>
          <p:spPr bwMode="auto">
            <a:xfrm>
              <a:off x="379" y="205"/>
              <a:ext cx="16" cy="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7" y="14313"/>
                    <a:pt x="14350" y="7125"/>
                    <a:pt x="21600" y="0"/>
                  </a:cubicBezTo>
                  <a:cubicBezTo>
                    <a:pt x="14350" y="7125"/>
                    <a:pt x="7137" y="14313"/>
                    <a:pt x="0" y="21600"/>
                  </a:cubicBezTo>
                  <a:close/>
                  <a:moveTo>
                    <a:pt x="0" y="21600"/>
                  </a:moveTo>
                </a:path>
              </a:pathLst>
            </a:custGeom>
            <a:solidFill>
              <a:srgbClr val="4E96E2">
                <a:alpha val="59999"/>
              </a:srgbClr>
            </a:solidFill>
            <a:ln>
              <a:noFill/>
            </a:ln>
          </p:spPr>
          <p:txBody>
            <a:bodyPr lIns="0" tIns="0" rIns="0" bIns="0"/>
            <a:lstStyle/>
            <a:p>
              <a:endParaRPr lang="en-US"/>
            </a:p>
          </p:txBody>
        </p:sp>
        <p:sp>
          <p:nvSpPr>
            <p:cNvPr id="12345" name="AutoShape 180"/>
            <p:cNvSpPr/>
            <p:nvPr/>
          </p:nvSpPr>
          <p:spPr bwMode="auto">
            <a:xfrm>
              <a:off x="9" y="380"/>
              <a:ext cx="2041" cy="1658"/>
            </a:xfrm>
            <a:custGeom>
              <a:avLst/>
              <a:gdLst>
                <a:gd name="T0" fmla="*/ 2 w 21600"/>
                <a:gd name="T1" fmla="*/ 0 h 21600"/>
                <a:gd name="T2" fmla="*/ 1 w 21600"/>
                <a:gd name="T3" fmla="*/ 1 h 21600"/>
                <a:gd name="T4" fmla="*/ 0 w 21600"/>
                <a:gd name="T5" fmla="*/ 0 h 21600"/>
                <a:gd name="T6" fmla="*/ 0 w 21600"/>
                <a:gd name="T7" fmla="*/ 0 h 21600"/>
                <a:gd name="T8" fmla="*/ 0 w 21600"/>
                <a:gd name="T9" fmla="*/ 0 h 21600"/>
                <a:gd name="T10" fmla="*/ 0 w 21600"/>
                <a:gd name="T11" fmla="*/ 0 h 21600"/>
                <a:gd name="T12" fmla="*/ 1 w 21600"/>
                <a:gd name="T13" fmla="*/ 1 h 21600"/>
                <a:gd name="T14" fmla="*/ 2 w 21600"/>
                <a:gd name="T15" fmla="*/ 0 h 21600"/>
                <a:gd name="T16" fmla="*/ 2 w 21600"/>
                <a:gd name="T17" fmla="*/ 0 h 21600"/>
                <a:gd name="T18" fmla="*/ 2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530" y="10051"/>
                  </a:moveTo>
                  <a:cubicBezTo>
                    <a:pt x="19558" y="13295"/>
                    <a:pt x="16414" y="15394"/>
                    <a:pt x="12873" y="15394"/>
                  </a:cubicBezTo>
                  <a:cubicBezTo>
                    <a:pt x="6901" y="15394"/>
                    <a:pt x="2060" y="9425"/>
                    <a:pt x="2060" y="2063"/>
                  </a:cubicBezTo>
                  <a:cubicBezTo>
                    <a:pt x="2060" y="1459"/>
                    <a:pt x="2093" y="864"/>
                    <a:pt x="2156" y="281"/>
                  </a:cubicBezTo>
                  <a:cubicBezTo>
                    <a:pt x="2214" y="186"/>
                    <a:pt x="2273" y="93"/>
                    <a:pt x="2332" y="0"/>
                  </a:cubicBezTo>
                  <a:cubicBezTo>
                    <a:pt x="872" y="2273"/>
                    <a:pt x="0" y="5145"/>
                    <a:pt x="0" y="8270"/>
                  </a:cubicBezTo>
                  <a:cubicBezTo>
                    <a:pt x="0" y="15632"/>
                    <a:pt x="4841" y="21600"/>
                    <a:pt x="10813" y="21600"/>
                  </a:cubicBezTo>
                  <a:cubicBezTo>
                    <a:pt x="16532" y="21600"/>
                    <a:pt x="21213" y="16127"/>
                    <a:pt x="21600" y="9198"/>
                  </a:cubicBezTo>
                  <a:cubicBezTo>
                    <a:pt x="21584" y="9485"/>
                    <a:pt x="21561" y="9770"/>
                    <a:pt x="21530" y="10051"/>
                  </a:cubicBezTo>
                  <a:close/>
                  <a:moveTo>
                    <a:pt x="21530" y="10051"/>
                  </a:moveTo>
                </a:path>
              </a:pathLst>
            </a:custGeom>
            <a:solidFill>
              <a:srgbClr val="3B4A58">
                <a:alpha val="59999"/>
              </a:srgbClr>
            </a:solidFill>
            <a:ln>
              <a:noFill/>
            </a:ln>
          </p:spPr>
          <p:txBody>
            <a:bodyPr lIns="0" tIns="0" rIns="0" bIns="0"/>
            <a:lstStyle/>
            <a:p>
              <a:endParaRPr lang="en-US"/>
            </a:p>
          </p:txBody>
        </p:sp>
        <p:sp>
          <p:nvSpPr>
            <p:cNvPr id="12346" name="AutoShape 181"/>
            <p:cNvSpPr/>
            <p:nvPr/>
          </p:nvSpPr>
          <p:spPr bwMode="auto">
            <a:xfrm>
              <a:off x="1812" y="437"/>
              <a:ext cx="221" cy="3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0816" y="21600"/>
                  </a:moveTo>
                  <a:cubicBezTo>
                    <a:pt x="21100" y="21370"/>
                    <a:pt x="21339" y="21128"/>
                    <a:pt x="21600" y="20873"/>
                  </a:cubicBezTo>
                  <a:cubicBezTo>
                    <a:pt x="18835" y="13234"/>
                    <a:pt x="13260" y="6161"/>
                    <a:pt x="5443" y="0"/>
                  </a:cubicBezTo>
                  <a:cubicBezTo>
                    <a:pt x="5421" y="95"/>
                    <a:pt x="5443" y="183"/>
                    <a:pt x="5421" y="278"/>
                  </a:cubicBezTo>
                  <a:cubicBezTo>
                    <a:pt x="4877" y="3682"/>
                    <a:pt x="2983" y="6864"/>
                    <a:pt x="0" y="9735"/>
                  </a:cubicBezTo>
                  <a:cubicBezTo>
                    <a:pt x="8905" y="13948"/>
                    <a:pt x="15743" y="18089"/>
                    <a:pt x="20816" y="21600"/>
                  </a:cubicBezTo>
                  <a:cubicBezTo>
                    <a:pt x="20816" y="21600"/>
                    <a:pt x="20816" y="21600"/>
                    <a:pt x="20816" y="21600"/>
                  </a:cubicBezTo>
                  <a:close/>
                  <a:moveTo>
                    <a:pt x="20816" y="21600"/>
                  </a:moveTo>
                </a:path>
              </a:pathLst>
            </a:custGeom>
            <a:solidFill>
              <a:srgbClr val="4E96E2">
                <a:alpha val="59999"/>
              </a:srgbClr>
            </a:solidFill>
            <a:ln>
              <a:noFill/>
            </a:ln>
          </p:spPr>
          <p:txBody>
            <a:bodyPr lIns="0" tIns="0" rIns="0" bIns="0"/>
            <a:lstStyle/>
            <a:p>
              <a:endParaRPr lang="en-US"/>
            </a:p>
          </p:txBody>
        </p:sp>
      </p:grpSp>
      <p:sp>
        <p:nvSpPr>
          <p:cNvPr id="11275" name="Line 184"/>
          <p:cNvSpPr>
            <a:spLocks noChangeShapeType="1"/>
          </p:cNvSpPr>
          <p:nvPr/>
        </p:nvSpPr>
        <p:spPr bwMode="auto">
          <a:xfrm>
            <a:off x="12192000" y="7386638"/>
            <a:ext cx="0" cy="6634162"/>
          </a:xfrm>
          <a:prstGeom prst="line">
            <a:avLst/>
          </a:prstGeom>
          <a:noFill/>
          <a:ln w="38100">
            <a:solidFill>
              <a:srgbClr val="FDA531"/>
            </a:solidFill>
            <a:prstDash val="sysDot"/>
            <a:miter lim="800000"/>
          </a:ln>
        </p:spPr>
        <p:txBody>
          <a:bodyPr lIns="0" tIns="0" rIns="0" bIns="0"/>
          <a:lstStyle/>
          <a:p>
            <a:endParaRPr lang="en-US"/>
          </a:p>
        </p:txBody>
      </p:sp>
      <p:grpSp>
        <p:nvGrpSpPr>
          <p:cNvPr id="11276" name="Group 4"/>
          <p:cNvGrpSpPr/>
          <p:nvPr/>
        </p:nvGrpSpPr>
        <p:grpSpPr bwMode="auto">
          <a:xfrm>
            <a:off x="14503400" y="9537700"/>
            <a:ext cx="8864600" cy="2914650"/>
            <a:chOff x="14503400" y="9537700"/>
            <a:chExt cx="8864600" cy="2914650"/>
          </a:xfrm>
        </p:grpSpPr>
        <p:sp>
          <p:nvSpPr>
            <p:cNvPr id="12305" name="Oval 61"/>
            <p:cNvSpPr/>
            <p:nvPr/>
          </p:nvSpPr>
          <p:spPr bwMode="auto">
            <a:xfrm>
              <a:off x="14503400" y="9537700"/>
              <a:ext cx="1981200" cy="1981200"/>
            </a:xfrm>
            <a:prstGeom prst="ellipse">
              <a:avLst/>
            </a:prstGeom>
            <a:solidFill>
              <a:srgbClr val="F6981F"/>
            </a:solidFill>
            <a:ln w="88900">
              <a:solidFill>
                <a:srgbClr val="FFFFFF"/>
              </a:solidFill>
              <a:miter lim="800000"/>
            </a:ln>
          </p:spPr>
          <p:txBody>
            <a:bodyPr lIns="0" tIns="0" rIns="0" bIns="0"/>
            <a:lstStyle/>
            <a:p>
              <a:endParaRPr lang="en-US">
                <a:latin typeface="+mn-ea"/>
                <a:ea typeface="+mn-ea"/>
              </a:endParaRPr>
            </a:p>
          </p:txBody>
        </p:sp>
        <p:sp>
          <p:nvSpPr>
            <p:cNvPr id="12307" name="Rectangle 183"/>
            <p:cNvSpPr/>
            <p:nvPr/>
          </p:nvSpPr>
          <p:spPr bwMode="auto">
            <a:xfrm>
              <a:off x="16776700" y="10007600"/>
              <a:ext cx="6591300" cy="812800"/>
            </a:xfrm>
            <a:prstGeom prst="rect">
              <a:avLst/>
            </a:prstGeom>
            <a:noFill/>
            <a:ln>
              <a:noFill/>
            </a:ln>
          </p:spPr>
          <p:txBody>
            <a:bodyPr lIns="0" tIns="0" rIns="0" bIns="0" anchor="ctr"/>
            <a:lstStyle/>
            <a:p>
              <a:pPr algn="l"/>
              <a:r>
                <a:rPr lang="zh-CN" altLang="en-US" sz="4800" dirty="0">
                  <a:solidFill>
                    <a:srgbClr val="FFFFFF"/>
                  </a:solidFill>
                  <a:latin typeface="+mn-ea"/>
                  <a:ea typeface="+mn-ea"/>
                  <a:cs typeface="MS PGothic" panose="020B0600070205080204" charset="-128"/>
                  <a:sym typeface="Diavlo Black Regular" charset="0"/>
                </a:rPr>
                <a:t>网上购物商城</a:t>
              </a:r>
              <a:endParaRPr lang="en-US" sz="4800" dirty="0">
                <a:solidFill>
                  <a:srgbClr val="FFFFFF"/>
                </a:solidFill>
                <a:latin typeface="+mn-ea"/>
                <a:ea typeface="+mn-ea"/>
                <a:cs typeface="MS PGothic" panose="020B0600070205080204" charset="-128"/>
                <a:sym typeface="Diavlo Black Regular" charset="0"/>
              </a:endParaRPr>
            </a:p>
          </p:txBody>
        </p:sp>
        <p:sp>
          <p:nvSpPr>
            <p:cNvPr id="12308" name="Rectangle 185"/>
            <p:cNvSpPr/>
            <p:nvPr/>
          </p:nvSpPr>
          <p:spPr bwMode="auto">
            <a:xfrm>
              <a:off x="16827500" y="11118850"/>
              <a:ext cx="6197600" cy="1333500"/>
            </a:xfrm>
            <a:prstGeom prst="rect">
              <a:avLst/>
            </a:prstGeom>
            <a:noFill/>
            <a:ln>
              <a:noFill/>
            </a:ln>
          </p:spPr>
          <p:txBody>
            <a:bodyPr lIns="0" tIns="0" rIns="0" bIns="0" anchor="ctr"/>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9AA7A8"/>
                </a:solidFill>
                <a:latin typeface="+mn-ea"/>
                <a:ea typeface="+mn-ea"/>
                <a:cs typeface="MS PGothic" panose="020B0600070205080204" charset="-128"/>
                <a:sym typeface="Open Sans" charset="0"/>
              </a:endParaRPr>
            </a:p>
          </p:txBody>
        </p:sp>
      </p:grpSp>
      <p:grpSp>
        <p:nvGrpSpPr>
          <p:cNvPr id="11277" name="Group 5"/>
          <p:cNvGrpSpPr/>
          <p:nvPr/>
        </p:nvGrpSpPr>
        <p:grpSpPr bwMode="auto">
          <a:xfrm>
            <a:off x="2146300" y="8938736"/>
            <a:ext cx="7104063" cy="3659664"/>
            <a:chOff x="2146300" y="8938736"/>
            <a:chExt cx="7104063" cy="3659664"/>
          </a:xfrm>
        </p:grpSpPr>
        <p:sp>
          <p:nvSpPr>
            <p:cNvPr id="12302" name="Rectangle 186"/>
            <p:cNvSpPr/>
            <p:nvPr/>
          </p:nvSpPr>
          <p:spPr bwMode="auto">
            <a:xfrm>
              <a:off x="5557043" y="10362168"/>
              <a:ext cx="3693320" cy="738664"/>
            </a:xfrm>
            <a:prstGeom prst="rect">
              <a:avLst/>
            </a:prstGeom>
            <a:noFill/>
            <a:ln>
              <a:noFill/>
            </a:ln>
          </p:spPr>
          <p:txBody>
            <a:bodyPr wrap="none" lIns="0" tIns="0" rIns="0" bIns="0" anchor="ctr">
              <a:spAutoFit/>
            </a:bodyPr>
            <a:lstStyle/>
            <a:p>
              <a:pPr algn="r"/>
              <a:r>
                <a:rPr lang="zh-CN" altLang="en-US" sz="4800" dirty="0">
                  <a:solidFill>
                    <a:srgbClr val="FFFFFF"/>
                  </a:solidFill>
                  <a:latin typeface="+mn-ea"/>
                  <a:ea typeface="+mn-ea"/>
                  <a:cs typeface="MS PGothic" panose="020B0600070205080204" charset="-128"/>
                  <a:sym typeface="Diavlo Black Regular" charset="0"/>
                </a:rPr>
                <a:t>网页搜索优化</a:t>
              </a:r>
              <a:endParaRPr lang="en-US" sz="4800" dirty="0">
                <a:solidFill>
                  <a:srgbClr val="FFFFFF"/>
                </a:solidFill>
                <a:latin typeface="+mn-ea"/>
                <a:ea typeface="+mn-ea"/>
                <a:cs typeface="MS PGothic" panose="020B0600070205080204" charset="-128"/>
                <a:sym typeface="Diavlo Black Regular" charset="0"/>
              </a:endParaRPr>
            </a:p>
          </p:txBody>
        </p:sp>
        <p:sp>
          <p:nvSpPr>
            <p:cNvPr id="12303" name="Rectangle 187"/>
            <p:cNvSpPr/>
            <p:nvPr/>
          </p:nvSpPr>
          <p:spPr bwMode="auto">
            <a:xfrm>
              <a:off x="2146300" y="11264900"/>
              <a:ext cx="7099300" cy="1333500"/>
            </a:xfrm>
            <a:prstGeom prst="rect">
              <a:avLst/>
            </a:prstGeom>
            <a:noFill/>
            <a:ln>
              <a:noFill/>
            </a:ln>
          </p:spPr>
          <p:txBody>
            <a:bodyPr lIns="0" tIns="0" rIns="0" bIns="0" anchor="ctr"/>
            <a:lstStyle/>
            <a:p>
              <a:pPr algn="l"/>
              <a:r>
                <a:rPr lang="zh-CN" altLang="en-US" sz="2400" dirty="0">
                  <a:solidFill>
                    <a:srgbClr val="AFB6BA"/>
                  </a:solidFill>
                  <a:latin typeface="+mn-ea"/>
                  <a:ea typeface="+mn-ea"/>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9AA7A8"/>
                </a:solidFill>
                <a:latin typeface="+mn-ea"/>
                <a:ea typeface="+mn-ea"/>
                <a:cs typeface="MS PGothic" panose="020B0600070205080204" charset="-128"/>
                <a:sym typeface="Open Sans" charset="0"/>
              </a:endParaRPr>
            </a:p>
          </p:txBody>
        </p:sp>
        <p:sp>
          <p:nvSpPr>
            <p:cNvPr id="12304" name="Rectangle 188"/>
            <p:cNvSpPr/>
            <p:nvPr/>
          </p:nvSpPr>
          <p:spPr bwMode="auto">
            <a:xfrm>
              <a:off x="7188200" y="89387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mn-ea"/>
                  <a:ea typeface="+mn-ea"/>
                  <a:cs typeface="MS PGothic" panose="020B0600070205080204" charset="-128"/>
                  <a:sym typeface="Diavlo Bold Regular" charset="0"/>
                </a:rPr>
                <a:t>70</a:t>
              </a:r>
              <a:r>
                <a:rPr lang="en-US" sz="4800" dirty="0">
                  <a:solidFill>
                    <a:srgbClr val="2BC2A1"/>
                  </a:solidFill>
                  <a:latin typeface="+mn-ea"/>
                  <a:ea typeface="+mn-ea"/>
                  <a:cs typeface="MS PGothic" panose="020B0600070205080204" charset="-128"/>
                  <a:sym typeface="Diavlo Book Regular" charset="0"/>
                </a:rPr>
                <a:t>%</a:t>
              </a:r>
              <a:endParaRPr lang="en-US" sz="4800" dirty="0">
                <a:solidFill>
                  <a:srgbClr val="2BC2A1"/>
                </a:solidFill>
                <a:latin typeface="+mn-ea"/>
                <a:ea typeface="+mn-ea"/>
                <a:cs typeface="MS PGothic" panose="020B0600070205080204" charset="-128"/>
                <a:sym typeface="Diavlo Book Regular" charset="0"/>
              </a:endParaRPr>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1265"/>
                                        </p:tgtEl>
                                        <p:attrNameLst>
                                          <p:attrName>style.visibility</p:attrName>
                                        </p:attrNameLst>
                                      </p:cBhvr>
                                      <p:to>
                                        <p:strVal val="visible"/>
                                      </p:to>
                                    </p:set>
                                    <p:animEffect transition="in" filter="wipe(up)">
                                      <p:cBhvr>
                                        <p:cTn id="7" dur="500"/>
                                        <p:tgtEl>
                                          <p:spTgt spid="11265"/>
                                        </p:tgtEl>
                                      </p:cBhvr>
                                    </p:animEffect>
                                  </p:childTnLst>
                                </p:cTn>
                              </p:par>
                              <p:par>
                                <p:cTn id="8" presetID="37" presetClass="entr" presetSubtype="0" fill="hold" nodeType="withEffect">
                                  <p:stCondLst>
                                    <p:cond delay="0"/>
                                  </p:stCondLst>
                                  <p:childTnLst>
                                    <p:set>
                                      <p:cBhvr>
                                        <p:cTn id="9" dur="1" fill="hold">
                                          <p:stCondLst>
                                            <p:cond delay="0"/>
                                          </p:stCondLst>
                                        </p:cTn>
                                        <p:tgtEl>
                                          <p:spTgt spid="11266"/>
                                        </p:tgtEl>
                                        <p:attrNameLst>
                                          <p:attrName>style.visibility</p:attrName>
                                        </p:attrNameLst>
                                      </p:cBhvr>
                                      <p:to>
                                        <p:strVal val="visible"/>
                                      </p:to>
                                    </p:set>
                                    <p:animEffect transition="in" filter="fade">
                                      <p:cBhvr>
                                        <p:cTn id="10" dur="1000"/>
                                        <p:tgtEl>
                                          <p:spTgt spid="11266"/>
                                        </p:tgtEl>
                                      </p:cBhvr>
                                    </p:animEffect>
                                    <p:anim calcmode="lin" valueType="num">
                                      <p:cBhvr>
                                        <p:cTn id="11" dur="1000" fill="hold"/>
                                        <p:tgtEl>
                                          <p:spTgt spid="11266"/>
                                        </p:tgtEl>
                                        <p:attrNameLst>
                                          <p:attrName>ppt_x</p:attrName>
                                        </p:attrNameLst>
                                      </p:cBhvr>
                                      <p:tavLst>
                                        <p:tav tm="0">
                                          <p:val>
                                            <p:strVal val="#ppt_x"/>
                                          </p:val>
                                        </p:tav>
                                        <p:tav tm="100000">
                                          <p:val>
                                            <p:strVal val="#ppt_x"/>
                                          </p:val>
                                        </p:tav>
                                      </p:tavLst>
                                    </p:anim>
                                    <p:anim calcmode="lin" valueType="num">
                                      <p:cBhvr>
                                        <p:cTn id="12" dur="900" decel="100000" fill="hold"/>
                                        <p:tgtEl>
                                          <p:spTgt spid="11266"/>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11266"/>
                                        </p:tgtEl>
                                        <p:attrNameLst>
                                          <p:attrName>ppt_y</p:attrName>
                                        </p:attrNameLst>
                                      </p:cBhvr>
                                      <p:tavLst>
                                        <p:tav tm="0">
                                          <p:val>
                                            <p:strVal val="#ppt_y-.03"/>
                                          </p:val>
                                        </p:tav>
                                        <p:tav tm="100000">
                                          <p:val>
                                            <p:strVal val="#ppt_y"/>
                                          </p:val>
                                        </p:tav>
                                      </p:tavLst>
                                    </p:anim>
                                  </p:childTnLst>
                                </p:cTn>
                              </p:par>
                              <p:par>
                                <p:cTn id="14" presetID="12" presetClass="entr" presetSubtype="4" fill="hold" nodeType="withEffect">
                                  <p:stCondLst>
                                    <p:cond delay="200"/>
                                  </p:stCondLst>
                                  <p:childTnLst>
                                    <p:set>
                                      <p:cBhvr>
                                        <p:cTn id="15" dur="1" fill="hold">
                                          <p:stCondLst>
                                            <p:cond delay="0"/>
                                          </p:stCondLst>
                                        </p:cTn>
                                        <p:tgtEl>
                                          <p:spTgt spid="11269"/>
                                        </p:tgtEl>
                                        <p:attrNameLst>
                                          <p:attrName>style.visibility</p:attrName>
                                        </p:attrNameLst>
                                      </p:cBhvr>
                                      <p:to>
                                        <p:strVal val="visible"/>
                                      </p:to>
                                    </p:set>
                                    <p:anim calcmode="lin" valueType="num">
                                      <p:cBhvr additive="base">
                                        <p:cTn id="16" dur="500"/>
                                        <p:tgtEl>
                                          <p:spTgt spid="11269"/>
                                        </p:tgtEl>
                                        <p:attrNameLst>
                                          <p:attrName>ppt_y</p:attrName>
                                        </p:attrNameLst>
                                      </p:cBhvr>
                                      <p:tavLst>
                                        <p:tav tm="0">
                                          <p:val>
                                            <p:strVal val="#ppt_y+#ppt_h*1.125000"/>
                                          </p:val>
                                        </p:tav>
                                        <p:tav tm="100000">
                                          <p:val>
                                            <p:strVal val="#ppt_y"/>
                                          </p:val>
                                        </p:tav>
                                      </p:tavLst>
                                    </p:anim>
                                    <p:animEffect transition="in" filter="wipe(up)">
                                      <p:cBhvr>
                                        <p:cTn id="17" dur="500"/>
                                        <p:tgtEl>
                                          <p:spTgt spid="112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100"/>
                                  </p:stCondLst>
                                  <p:childTnLst>
                                    <p:set>
                                      <p:cBhvr>
                                        <p:cTn id="21" dur="1" fill="hold">
                                          <p:stCondLst>
                                            <p:cond delay="0"/>
                                          </p:stCondLst>
                                        </p:cTn>
                                        <p:tgtEl>
                                          <p:spTgt spid="11267"/>
                                        </p:tgtEl>
                                        <p:attrNameLst>
                                          <p:attrName>style.visibility</p:attrName>
                                        </p:attrNameLst>
                                      </p:cBhvr>
                                      <p:to>
                                        <p:strVal val="visible"/>
                                      </p:to>
                                    </p:set>
                                    <p:animEffect transition="in" filter="wipe(up)">
                                      <p:cBhvr>
                                        <p:cTn id="22" dur="500"/>
                                        <p:tgtEl>
                                          <p:spTgt spid="11267"/>
                                        </p:tgtEl>
                                      </p:cBhvr>
                                    </p:animEffect>
                                  </p:childTnLst>
                                </p:cTn>
                              </p:par>
                              <p:par>
                                <p:cTn id="23" presetID="37" presetClass="entr" presetSubtype="0" fill="hold" nodeType="withEffect">
                                  <p:stCondLst>
                                    <p:cond delay="200"/>
                                  </p:stCondLst>
                                  <p:childTnLst>
                                    <p:set>
                                      <p:cBhvr>
                                        <p:cTn id="24" dur="1" fill="hold">
                                          <p:stCondLst>
                                            <p:cond delay="0"/>
                                          </p:stCondLst>
                                        </p:cTn>
                                        <p:tgtEl>
                                          <p:spTgt spid="11271"/>
                                        </p:tgtEl>
                                        <p:attrNameLst>
                                          <p:attrName>style.visibility</p:attrName>
                                        </p:attrNameLst>
                                      </p:cBhvr>
                                      <p:to>
                                        <p:strVal val="visible"/>
                                      </p:to>
                                    </p:set>
                                    <p:animEffect transition="in" filter="fade">
                                      <p:cBhvr>
                                        <p:cTn id="25" dur="1000"/>
                                        <p:tgtEl>
                                          <p:spTgt spid="11271"/>
                                        </p:tgtEl>
                                      </p:cBhvr>
                                    </p:animEffect>
                                    <p:anim calcmode="lin" valueType="num">
                                      <p:cBhvr>
                                        <p:cTn id="26" dur="1000" fill="hold"/>
                                        <p:tgtEl>
                                          <p:spTgt spid="11271"/>
                                        </p:tgtEl>
                                        <p:attrNameLst>
                                          <p:attrName>ppt_x</p:attrName>
                                        </p:attrNameLst>
                                      </p:cBhvr>
                                      <p:tavLst>
                                        <p:tav tm="0">
                                          <p:val>
                                            <p:strVal val="#ppt_x"/>
                                          </p:val>
                                        </p:tav>
                                        <p:tav tm="100000">
                                          <p:val>
                                            <p:strVal val="#ppt_x"/>
                                          </p:val>
                                        </p:tav>
                                      </p:tavLst>
                                    </p:anim>
                                    <p:anim calcmode="lin" valueType="num">
                                      <p:cBhvr>
                                        <p:cTn id="27" dur="900" decel="100000" fill="hold"/>
                                        <p:tgtEl>
                                          <p:spTgt spid="11271"/>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1271"/>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500"/>
                                  </p:stCondLst>
                                  <p:childTnLst>
                                    <p:set>
                                      <p:cBhvr>
                                        <p:cTn id="30" dur="1" fill="hold">
                                          <p:stCondLst>
                                            <p:cond delay="0"/>
                                          </p:stCondLst>
                                        </p:cTn>
                                        <p:tgtEl>
                                          <p:spTgt spid="11276"/>
                                        </p:tgtEl>
                                        <p:attrNameLst>
                                          <p:attrName>style.visibility</p:attrName>
                                        </p:attrNameLst>
                                      </p:cBhvr>
                                      <p:to>
                                        <p:strVal val="visible"/>
                                      </p:to>
                                    </p:set>
                                    <p:animEffect transition="in" filter="fade">
                                      <p:cBhvr>
                                        <p:cTn id="31" dur="1000"/>
                                        <p:tgtEl>
                                          <p:spTgt spid="11276"/>
                                        </p:tgtEl>
                                      </p:cBhvr>
                                    </p:animEffect>
                                    <p:anim calcmode="lin" valueType="num">
                                      <p:cBhvr>
                                        <p:cTn id="32" dur="1000" fill="hold"/>
                                        <p:tgtEl>
                                          <p:spTgt spid="11276"/>
                                        </p:tgtEl>
                                        <p:attrNameLst>
                                          <p:attrName>ppt_x</p:attrName>
                                        </p:attrNameLst>
                                      </p:cBhvr>
                                      <p:tavLst>
                                        <p:tav tm="0">
                                          <p:val>
                                            <p:strVal val="#ppt_x"/>
                                          </p:val>
                                        </p:tav>
                                        <p:tav tm="100000">
                                          <p:val>
                                            <p:strVal val="#ppt_x"/>
                                          </p:val>
                                        </p:tav>
                                      </p:tavLst>
                                    </p:anim>
                                    <p:anim calcmode="lin" valueType="num">
                                      <p:cBhvr>
                                        <p:cTn id="33" dur="900" decel="100000" fill="hold"/>
                                        <p:tgtEl>
                                          <p:spTgt spid="11276"/>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1276"/>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11270"/>
                                        </p:tgtEl>
                                        <p:attrNameLst>
                                          <p:attrName>style.visibility</p:attrName>
                                        </p:attrNameLst>
                                      </p:cBhvr>
                                      <p:to>
                                        <p:strVal val="visible"/>
                                      </p:to>
                                    </p:set>
                                    <p:animEffect transition="in" filter="wipe(right)">
                                      <p:cBhvr>
                                        <p:cTn id="39" dur="500"/>
                                        <p:tgtEl>
                                          <p:spTgt spid="11270"/>
                                        </p:tgtEl>
                                      </p:cBhvr>
                                    </p:animEffect>
                                  </p:childTnLst>
                                </p:cTn>
                              </p:par>
                              <p:par>
                                <p:cTn id="40" presetID="2" presetClass="entr" presetSubtype="8" fill="hold" nodeType="withEffect">
                                  <p:stCondLst>
                                    <p:cond delay="0"/>
                                  </p:stCondLst>
                                  <p:childTnLst>
                                    <p:set>
                                      <p:cBhvr>
                                        <p:cTn id="41" dur="1" fill="hold">
                                          <p:stCondLst>
                                            <p:cond delay="0"/>
                                          </p:stCondLst>
                                        </p:cTn>
                                        <p:tgtEl>
                                          <p:spTgt spid="11272"/>
                                        </p:tgtEl>
                                        <p:attrNameLst>
                                          <p:attrName>style.visibility</p:attrName>
                                        </p:attrNameLst>
                                      </p:cBhvr>
                                      <p:to>
                                        <p:strVal val="visible"/>
                                      </p:to>
                                    </p:set>
                                    <p:anim calcmode="lin" valueType="num">
                                      <p:cBhvr additive="base">
                                        <p:cTn id="42" dur="500" fill="hold"/>
                                        <p:tgtEl>
                                          <p:spTgt spid="11272"/>
                                        </p:tgtEl>
                                        <p:attrNameLst>
                                          <p:attrName>ppt_x</p:attrName>
                                        </p:attrNameLst>
                                      </p:cBhvr>
                                      <p:tavLst>
                                        <p:tav tm="0">
                                          <p:val>
                                            <p:strVal val="0-#ppt_w/2"/>
                                          </p:val>
                                        </p:tav>
                                        <p:tav tm="100000">
                                          <p:val>
                                            <p:strVal val="#ppt_x"/>
                                          </p:val>
                                        </p:tav>
                                      </p:tavLst>
                                    </p:anim>
                                    <p:anim calcmode="lin" valueType="num">
                                      <p:cBhvr additive="base">
                                        <p:cTn id="43" dur="500" fill="hold"/>
                                        <p:tgtEl>
                                          <p:spTgt spid="11272"/>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200"/>
                                  </p:stCondLst>
                                  <p:childTnLst>
                                    <p:set>
                                      <p:cBhvr>
                                        <p:cTn id="45" dur="1" fill="hold">
                                          <p:stCondLst>
                                            <p:cond delay="0"/>
                                          </p:stCondLst>
                                        </p:cTn>
                                        <p:tgtEl>
                                          <p:spTgt spid="11274"/>
                                        </p:tgtEl>
                                        <p:attrNameLst>
                                          <p:attrName>style.visibility</p:attrName>
                                        </p:attrNameLst>
                                      </p:cBhvr>
                                      <p:to>
                                        <p:strVal val="visible"/>
                                      </p:to>
                                    </p:set>
                                    <p:anim calcmode="lin" valueType="num">
                                      <p:cBhvr additive="base">
                                        <p:cTn id="46" dur="500" fill="hold"/>
                                        <p:tgtEl>
                                          <p:spTgt spid="11274"/>
                                        </p:tgtEl>
                                        <p:attrNameLst>
                                          <p:attrName>ppt_x</p:attrName>
                                        </p:attrNameLst>
                                      </p:cBhvr>
                                      <p:tavLst>
                                        <p:tav tm="0">
                                          <p:val>
                                            <p:strVal val="0-#ppt_w/2"/>
                                          </p:val>
                                        </p:tav>
                                        <p:tav tm="100000">
                                          <p:val>
                                            <p:strVal val="#ppt_x"/>
                                          </p:val>
                                        </p:tav>
                                      </p:tavLst>
                                    </p:anim>
                                    <p:anim calcmode="lin" valueType="num">
                                      <p:cBhvr additive="base">
                                        <p:cTn id="47" dur="500" fill="hold"/>
                                        <p:tgtEl>
                                          <p:spTgt spid="11274"/>
                                        </p:tgtEl>
                                        <p:attrNameLst>
                                          <p:attrName>ppt_y</p:attrName>
                                        </p:attrNameLst>
                                      </p:cBhvr>
                                      <p:tavLst>
                                        <p:tav tm="0">
                                          <p:val>
                                            <p:strVal val="#ppt_y"/>
                                          </p:val>
                                        </p:tav>
                                        <p:tav tm="100000">
                                          <p:val>
                                            <p:strVal val="#ppt_y"/>
                                          </p:val>
                                        </p:tav>
                                      </p:tavLst>
                                    </p:anim>
                                  </p:childTnLst>
                                </p:cTn>
                              </p:par>
                              <p:par>
                                <p:cTn id="48" presetID="2" presetClass="entr" presetSubtype="8" fill="hold" nodeType="withEffect">
                                  <p:stCondLst>
                                    <p:cond delay="500"/>
                                  </p:stCondLst>
                                  <p:childTnLst>
                                    <p:set>
                                      <p:cBhvr>
                                        <p:cTn id="49" dur="1" fill="hold">
                                          <p:stCondLst>
                                            <p:cond delay="0"/>
                                          </p:stCondLst>
                                        </p:cTn>
                                        <p:tgtEl>
                                          <p:spTgt spid="11273"/>
                                        </p:tgtEl>
                                        <p:attrNameLst>
                                          <p:attrName>style.visibility</p:attrName>
                                        </p:attrNameLst>
                                      </p:cBhvr>
                                      <p:to>
                                        <p:strVal val="visible"/>
                                      </p:to>
                                    </p:set>
                                    <p:anim calcmode="lin" valueType="num">
                                      <p:cBhvr additive="base">
                                        <p:cTn id="50" dur="500" fill="hold"/>
                                        <p:tgtEl>
                                          <p:spTgt spid="11273"/>
                                        </p:tgtEl>
                                        <p:attrNameLst>
                                          <p:attrName>ppt_x</p:attrName>
                                        </p:attrNameLst>
                                      </p:cBhvr>
                                      <p:tavLst>
                                        <p:tav tm="0">
                                          <p:val>
                                            <p:strVal val="0-#ppt_w/2"/>
                                          </p:val>
                                        </p:tav>
                                        <p:tav tm="100000">
                                          <p:val>
                                            <p:strVal val="#ppt_x"/>
                                          </p:val>
                                        </p:tav>
                                      </p:tavLst>
                                    </p:anim>
                                    <p:anim calcmode="lin" valueType="num">
                                      <p:cBhvr additive="base">
                                        <p:cTn id="51" dur="500" fill="hold"/>
                                        <p:tgtEl>
                                          <p:spTgt spid="11273"/>
                                        </p:tgtEl>
                                        <p:attrNameLst>
                                          <p:attrName>ppt_y</p:attrName>
                                        </p:attrNameLst>
                                      </p:cBhvr>
                                      <p:tavLst>
                                        <p:tav tm="0">
                                          <p:val>
                                            <p:strVal val="#ppt_y"/>
                                          </p:val>
                                        </p:tav>
                                        <p:tav tm="100000">
                                          <p:val>
                                            <p:strVal val="#ppt_y"/>
                                          </p:val>
                                        </p:tav>
                                      </p:tavLst>
                                    </p:anim>
                                  </p:childTnLst>
                                </p:cTn>
                              </p:par>
                              <p:par>
                                <p:cTn id="52" presetID="12" presetClass="entr" presetSubtype="4" fill="hold" nodeType="withEffect">
                                  <p:stCondLst>
                                    <p:cond delay="0"/>
                                  </p:stCondLst>
                                  <p:childTnLst>
                                    <p:set>
                                      <p:cBhvr>
                                        <p:cTn id="53" dur="1" fill="hold">
                                          <p:stCondLst>
                                            <p:cond delay="0"/>
                                          </p:stCondLst>
                                        </p:cTn>
                                        <p:tgtEl>
                                          <p:spTgt spid="11277"/>
                                        </p:tgtEl>
                                        <p:attrNameLst>
                                          <p:attrName>style.visibility</p:attrName>
                                        </p:attrNameLst>
                                      </p:cBhvr>
                                      <p:to>
                                        <p:strVal val="visible"/>
                                      </p:to>
                                    </p:set>
                                    <p:anim calcmode="lin" valueType="num">
                                      <p:cBhvr additive="base">
                                        <p:cTn id="54" dur="500"/>
                                        <p:tgtEl>
                                          <p:spTgt spid="11277"/>
                                        </p:tgtEl>
                                        <p:attrNameLst>
                                          <p:attrName>ppt_y</p:attrName>
                                        </p:attrNameLst>
                                      </p:cBhvr>
                                      <p:tavLst>
                                        <p:tav tm="0">
                                          <p:val>
                                            <p:strVal val="#ppt_y+#ppt_h*1.125000"/>
                                          </p:val>
                                        </p:tav>
                                        <p:tav tm="100000">
                                          <p:val>
                                            <p:strVal val="#ppt_y"/>
                                          </p:val>
                                        </p:tav>
                                      </p:tavLst>
                                    </p:anim>
                                    <p:animEffect transition="in" filter="wipe(up)">
                                      <p:cBhvr>
                                        <p:cTn id="55" dur="500"/>
                                        <p:tgtEl>
                                          <p:spTgt spid="1127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1275"/>
                                        </p:tgtEl>
                                        <p:attrNameLst>
                                          <p:attrName>style.visibility</p:attrName>
                                        </p:attrNameLst>
                                      </p:cBhvr>
                                      <p:to>
                                        <p:strVal val="visible"/>
                                      </p:to>
                                    </p:set>
                                    <p:animEffect transition="in" filter="wipe(up)">
                                      <p:cBhvr>
                                        <p:cTn id="60" dur="500"/>
                                        <p:tgtEl>
                                          <p:spTgt spid="11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 grpId="0" animBg="1"/>
      <p:bldP spid="11267" grpId="0" animBg="1"/>
      <p:bldP spid="11270" grpId="0" animBg="1"/>
      <p:bldP spid="1127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Line 1"/>
          <p:cNvSpPr>
            <a:spLocks noChangeShapeType="1"/>
          </p:cNvSpPr>
          <p:nvPr/>
        </p:nvSpPr>
        <p:spPr bwMode="auto">
          <a:xfrm>
            <a:off x="12255500" y="0"/>
            <a:ext cx="0" cy="2514600"/>
          </a:xfrm>
          <a:prstGeom prst="line">
            <a:avLst/>
          </a:prstGeom>
          <a:noFill/>
          <a:ln w="38100">
            <a:solidFill>
              <a:srgbClr val="FDA531"/>
            </a:solidFill>
            <a:prstDash val="sysDot"/>
            <a:miter lim="800000"/>
          </a:ln>
        </p:spPr>
        <p:txBody>
          <a:bodyPr lIns="0" tIns="0" rIns="0" bIns="0"/>
          <a:lstStyle/>
          <a:p>
            <a:endParaRPr lang="en-US"/>
          </a:p>
        </p:txBody>
      </p:sp>
      <p:sp>
        <p:nvSpPr>
          <p:cNvPr id="12290" name="Line 2"/>
          <p:cNvSpPr>
            <a:spLocks noChangeShapeType="1"/>
          </p:cNvSpPr>
          <p:nvPr/>
        </p:nvSpPr>
        <p:spPr bwMode="auto">
          <a:xfrm flipH="1">
            <a:off x="8391525" y="2503488"/>
            <a:ext cx="5857875" cy="0"/>
          </a:xfrm>
          <a:prstGeom prst="line">
            <a:avLst/>
          </a:prstGeom>
          <a:noFill/>
          <a:ln w="38100">
            <a:solidFill>
              <a:srgbClr val="FDA531"/>
            </a:solidFill>
            <a:prstDash val="sysDot"/>
            <a:miter lim="800000"/>
          </a:ln>
        </p:spPr>
        <p:txBody>
          <a:bodyPr lIns="0" tIns="0" rIns="0" bIns="0"/>
          <a:lstStyle/>
          <a:p>
            <a:endParaRPr lang="en-US"/>
          </a:p>
        </p:txBody>
      </p:sp>
      <p:grpSp>
        <p:nvGrpSpPr>
          <p:cNvPr id="12291" name="Group 52"/>
          <p:cNvGrpSpPr/>
          <p:nvPr/>
        </p:nvGrpSpPr>
        <p:grpSpPr bwMode="auto">
          <a:xfrm>
            <a:off x="13995400" y="1104900"/>
            <a:ext cx="8345488" cy="6299200"/>
            <a:chOff x="0" y="0"/>
            <a:chExt cx="5257" cy="3968"/>
          </a:xfrm>
        </p:grpSpPr>
        <p:sp>
          <p:nvSpPr>
            <p:cNvPr id="13351" name="AutoShape 3"/>
            <p:cNvSpPr/>
            <p:nvPr/>
          </p:nvSpPr>
          <p:spPr bwMode="auto">
            <a:xfrm>
              <a:off x="224" y="0"/>
              <a:ext cx="4880" cy="2944"/>
            </a:xfrm>
            <a:prstGeom prst="roundRect">
              <a:avLst>
                <a:gd name="adj" fmla="val 5787"/>
              </a:avLst>
            </a:prstGeom>
            <a:solidFill>
              <a:srgbClr val="FFFFFF"/>
            </a:solidFill>
            <a:ln w="25400">
              <a:solidFill>
                <a:schemeClr val="tx1">
                  <a:alpha val="0"/>
                </a:schemeClr>
              </a:solidFill>
              <a:miter lim="800000"/>
            </a:ln>
          </p:spPr>
          <p:txBody>
            <a:bodyPr lIns="0" tIns="0" rIns="0" bIns="0"/>
            <a:lstStyle/>
            <a:p>
              <a:endParaRPr lang="en-US"/>
            </a:p>
          </p:txBody>
        </p:sp>
        <p:sp>
          <p:nvSpPr>
            <p:cNvPr id="13352" name="AutoShape 4"/>
            <p:cNvSpPr/>
            <p:nvPr/>
          </p:nvSpPr>
          <p:spPr bwMode="auto">
            <a:xfrm>
              <a:off x="296" y="72"/>
              <a:ext cx="4728" cy="2792"/>
            </a:xfrm>
            <a:prstGeom prst="roundRect">
              <a:avLst>
                <a:gd name="adj" fmla="val 2995"/>
              </a:avLst>
            </a:prstGeom>
            <a:solidFill>
              <a:srgbClr val="29B8AB"/>
            </a:solidFill>
            <a:ln w="25400">
              <a:solidFill>
                <a:schemeClr val="tx1">
                  <a:alpha val="0"/>
                </a:schemeClr>
              </a:solidFill>
              <a:miter lim="800000"/>
            </a:ln>
          </p:spPr>
          <p:txBody>
            <a:bodyPr lIns="0" tIns="0" rIns="0" bIns="0"/>
            <a:lstStyle/>
            <a:p>
              <a:endParaRPr lang="en-US"/>
            </a:p>
          </p:txBody>
        </p:sp>
        <p:sp>
          <p:nvSpPr>
            <p:cNvPr id="13353" name="Rectangle 5"/>
            <p:cNvSpPr/>
            <p:nvPr/>
          </p:nvSpPr>
          <p:spPr bwMode="auto">
            <a:xfrm>
              <a:off x="542" y="353"/>
              <a:ext cx="4255" cy="543"/>
            </a:xfrm>
            <a:prstGeom prst="rect">
              <a:avLst/>
            </a:prstGeom>
            <a:noFill/>
            <a:ln>
              <a:noFill/>
            </a:ln>
          </p:spPr>
          <p:txBody>
            <a:bodyPr wrap="none" lIns="0" tIns="0" rIns="0" bIns="0" anchor="ctr">
              <a:spAutoFit/>
            </a:bodyPr>
            <a:lstStyle/>
            <a:p>
              <a:r>
                <a:rPr lang="en-US" sz="5600" dirty="0">
                  <a:solidFill>
                    <a:srgbClr val="238578"/>
                  </a:solidFill>
                  <a:latin typeface="微软雅黑" panose="020B0503020204020204" charset="-122"/>
                  <a:ea typeface="MS PGothic" panose="020B0600070205080204" charset="-128"/>
                  <a:cs typeface="MS PGothic" panose="020B0600070205080204" charset="-128"/>
                  <a:sym typeface="Diavlo Black Regular" charset="0"/>
                </a:rPr>
                <a:t>MARKETING VIDEO</a:t>
              </a:r>
              <a:endParaRPr lang="en-US" sz="5600" dirty="0">
                <a:solidFill>
                  <a:srgbClr val="238578"/>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13354" name="Group 47"/>
            <p:cNvGrpSpPr/>
            <p:nvPr/>
          </p:nvGrpSpPr>
          <p:grpSpPr bwMode="auto">
            <a:xfrm rot="21565110" flipH="1">
              <a:off x="1520" y="274"/>
              <a:ext cx="3737" cy="3550"/>
              <a:chOff x="0" y="0"/>
              <a:chExt cx="3736" cy="3550"/>
            </a:xfrm>
          </p:grpSpPr>
          <p:sp>
            <p:nvSpPr>
              <p:cNvPr id="13359" name="AutoShape 6"/>
              <p:cNvSpPr/>
              <p:nvPr/>
            </p:nvSpPr>
            <p:spPr bwMode="auto">
              <a:xfrm>
                <a:off x="1275" y="860"/>
                <a:ext cx="1593" cy="1971"/>
              </a:xfrm>
              <a:custGeom>
                <a:avLst/>
                <a:gdLst>
                  <a:gd name="T0" fmla="*/ 1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1 w 21600"/>
                  <a:gd name="T15" fmla="*/ 0 h 21600"/>
                  <a:gd name="T16" fmla="*/ 1 w 21600"/>
                  <a:gd name="T17" fmla="*/ 1 h 21600"/>
                  <a:gd name="T18" fmla="*/ 1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13360" name="AutoShape 7"/>
              <p:cNvSpPr/>
              <p:nvPr/>
            </p:nvSpPr>
            <p:spPr bwMode="auto">
              <a:xfrm>
                <a:off x="1456" y="951"/>
                <a:ext cx="1240" cy="2599"/>
              </a:xfrm>
              <a:custGeom>
                <a:avLst/>
                <a:gdLst>
                  <a:gd name="T0" fmla="*/ 0 w 21600"/>
                  <a:gd name="T1" fmla="*/ 0 h 21600"/>
                  <a:gd name="T2" fmla="*/ 0 w 21600"/>
                  <a:gd name="T3" fmla="*/ 1 h 21600"/>
                  <a:gd name="T4" fmla="*/ 0 w 21600"/>
                  <a:gd name="T5" fmla="*/ 1 h 21600"/>
                  <a:gd name="T6" fmla="*/ 0 w 21600"/>
                  <a:gd name="T7" fmla="*/ 1 h 21600"/>
                  <a:gd name="T8" fmla="*/ 0 w 21600"/>
                  <a:gd name="T9" fmla="*/ 2 h 21600"/>
                  <a:gd name="T10" fmla="*/ 0 w 21600"/>
                  <a:gd name="T11" fmla="*/ 2 h 21600"/>
                  <a:gd name="T12" fmla="*/ 0 w 21600"/>
                  <a:gd name="T13" fmla="*/ 3 h 21600"/>
                  <a:gd name="T14" fmla="*/ 0 w 21600"/>
                  <a:gd name="T15" fmla="*/ 4 h 21600"/>
                  <a:gd name="T16" fmla="*/ 0 w 21600"/>
                  <a:gd name="T17" fmla="*/ 5 h 21600"/>
                  <a:gd name="T18" fmla="*/ 0 w 21600"/>
                  <a:gd name="T19" fmla="*/ 4 h 21600"/>
                  <a:gd name="T20" fmla="*/ 0 w 21600"/>
                  <a:gd name="T21" fmla="*/ 3 h 21600"/>
                  <a:gd name="T22" fmla="*/ 0 w 21600"/>
                  <a:gd name="T23" fmla="*/ 3 h 21600"/>
                  <a:gd name="T24" fmla="*/ 0 w 21600"/>
                  <a:gd name="T25" fmla="*/ 4 h 21600"/>
                  <a:gd name="T26" fmla="*/ 0 w 21600"/>
                  <a:gd name="T27" fmla="*/ 5 h 21600"/>
                  <a:gd name="T28" fmla="*/ 0 w 21600"/>
                  <a:gd name="T29" fmla="*/ 4 h 21600"/>
                  <a:gd name="T30" fmla="*/ 0 w 21600"/>
                  <a:gd name="T31" fmla="*/ 3 h 21600"/>
                  <a:gd name="T32" fmla="*/ 0 w 21600"/>
                  <a:gd name="T33" fmla="*/ 2 h 21600"/>
                  <a:gd name="T34" fmla="*/ 0 w 21600"/>
                  <a:gd name="T35" fmla="*/ 2 h 21600"/>
                  <a:gd name="T36" fmla="*/ 0 w 21600"/>
                  <a:gd name="T37" fmla="*/ 1 h 21600"/>
                  <a:gd name="T38" fmla="*/ 0 w 21600"/>
                  <a:gd name="T39" fmla="*/ 1 h 21600"/>
                  <a:gd name="T40" fmla="*/ 0 w 21600"/>
                  <a:gd name="T41" fmla="*/ 1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13361" name="AutoShape 8"/>
              <p:cNvSpPr/>
              <p:nvPr/>
            </p:nvSpPr>
            <p:spPr bwMode="auto">
              <a:xfrm>
                <a:off x="2343" y="327"/>
                <a:ext cx="870" cy="1204"/>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13362" name="AutoShape 9"/>
              <p:cNvSpPr/>
              <p:nvPr/>
            </p:nvSpPr>
            <p:spPr bwMode="auto">
              <a:xfrm>
                <a:off x="2451" y="1105"/>
                <a:ext cx="1285" cy="535"/>
              </a:xfrm>
              <a:custGeom>
                <a:avLst/>
                <a:gdLst>
                  <a:gd name="T0" fmla="*/ 0 w 21114"/>
                  <a:gd name="T1" fmla="*/ 0 h 20825"/>
                  <a:gd name="T2" fmla="*/ 0 w 21114"/>
                  <a:gd name="T3" fmla="*/ 0 h 20825"/>
                  <a:gd name="T4" fmla="*/ 0 w 21114"/>
                  <a:gd name="T5" fmla="*/ 0 h 20825"/>
                  <a:gd name="T6" fmla="*/ 0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0 w 21114"/>
                  <a:gd name="T19" fmla="*/ 0 h 20825"/>
                  <a:gd name="T20" fmla="*/ 0 w 21114"/>
                  <a:gd name="T21" fmla="*/ 0 h 20825"/>
                  <a:gd name="T22" fmla="*/ 0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4"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13363" name="AutoShape 10"/>
              <p:cNvSpPr/>
              <p:nvPr/>
            </p:nvSpPr>
            <p:spPr bwMode="auto">
              <a:xfrm>
                <a:off x="2623" y="363"/>
                <a:ext cx="47" cy="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13364" name="AutoShape 11"/>
              <p:cNvSpPr/>
              <p:nvPr/>
            </p:nvSpPr>
            <p:spPr bwMode="auto">
              <a:xfrm>
                <a:off x="3076" y="734"/>
                <a:ext cx="44"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13365" name="AutoShape 12"/>
              <p:cNvSpPr/>
              <p:nvPr/>
            </p:nvSpPr>
            <p:spPr bwMode="auto">
              <a:xfrm>
                <a:off x="2931" y="472"/>
                <a:ext cx="69" cy="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13366" name="AutoShape 13"/>
              <p:cNvSpPr/>
              <p:nvPr/>
            </p:nvSpPr>
            <p:spPr bwMode="auto">
              <a:xfrm>
                <a:off x="2886" y="427"/>
                <a:ext cx="80"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13367" name="AutoShape 14"/>
              <p:cNvSpPr/>
              <p:nvPr/>
            </p:nvSpPr>
            <p:spPr bwMode="auto">
              <a:xfrm>
                <a:off x="3049" y="634"/>
                <a:ext cx="86" cy="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13368" name="AutoShape 15"/>
              <p:cNvSpPr/>
              <p:nvPr/>
            </p:nvSpPr>
            <p:spPr bwMode="auto">
              <a:xfrm>
                <a:off x="2868" y="1177"/>
                <a:ext cx="41" cy="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13369" name="AutoShape 16"/>
              <p:cNvSpPr/>
              <p:nvPr/>
            </p:nvSpPr>
            <p:spPr bwMode="auto">
              <a:xfrm>
                <a:off x="2687" y="363"/>
                <a:ext cx="38" cy="7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13370" name="AutoShape 17"/>
              <p:cNvSpPr/>
              <p:nvPr/>
            </p:nvSpPr>
            <p:spPr bwMode="auto">
              <a:xfrm>
                <a:off x="2967" y="1077"/>
                <a:ext cx="30" cy="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13371" name="AutoShape 18"/>
              <p:cNvSpPr/>
              <p:nvPr/>
            </p:nvSpPr>
            <p:spPr bwMode="auto">
              <a:xfrm>
                <a:off x="2750" y="390"/>
                <a:ext cx="49"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13372" name="AutoShape 19"/>
              <p:cNvSpPr/>
              <p:nvPr/>
            </p:nvSpPr>
            <p:spPr bwMode="auto">
              <a:xfrm>
                <a:off x="3003" y="1014"/>
                <a:ext cx="31" cy="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13373" name="AutoShape 20"/>
              <p:cNvSpPr/>
              <p:nvPr/>
            </p:nvSpPr>
            <p:spPr bwMode="auto">
              <a:xfrm>
                <a:off x="2922" y="1123"/>
                <a:ext cx="53" cy="6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13374" name="AutoShape 21"/>
              <p:cNvSpPr/>
              <p:nvPr/>
            </p:nvSpPr>
            <p:spPr bwMode="auto">
              <a:xfrm>
                <a:off x="3067" y="869"/>
                <a:ext cx="5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13375" name="AutoShape 22"/>
              <p:cNvSpPr/>
              <p:nvPr/>
            </p:nvSpPr>
            <p:spPr bwMode="auto">
              <a:xfrm>
                <a:off x="2813" y="390"/>
                <a:ext cx="99" cy="6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13376" name="AutoShape 23"/>
              <p:cNvSpPr/>
              <p:nvPr/>
            </p:nvSpPr>
            <p:spPr bwMode="auto">
              <a:xfrm>
                <a:off x="3040" y="951"/>
                <a:ext cx="32"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13377" name="AutoShape 24"/>
              <p:cNvSpPr/>
              <p:nvPr/>
            </p:nvSpPr>
            <p:spPr bwMode="auto">
              <a:xfrm>
                <a:off x="3076" y="806"/>
                <a:ext cx="64"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13378" name="AutoShape 25"/>
              <p:cNvSpPr/>
              <p:nvPr/>
            </p:nvSpPr>
            <p:spPr bwMode="auto">
              <a:xfrm>
                <a:off x="3067" y="662"/>
                <a:ext cx="94"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13379" name="AutoShape 26"/>
              <p:cNvSpPr/>
              <p:nvPr/>
            </p:nvSpPr>
            <p:spPr bwMode="auto">
              <a:xfrm>
                <a:off x="2976" y="499"/>
                <a:ext cx="116"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13380" name="AutoShape 27"/>
              <p:cNvSpPr/>
              <p:nvPr/>
            </p:nvSpPr>
            <p:spPr bwMode="auto">
              <a:xfrm>
                <a:off x="3012" y="553"/>
                <a:ext cx="96"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13381" name="AutoShape 28"/>
              <p:cNvSpPr/>
              <p:nvPr/>
            </p:nvSpPr>
            <p:spPr bwMode="auto">
              <a:xfrm>
                <a:off x="1555" y="2940"/>
                <a:ext cx="368" cy="152"/>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13382" name="AutoShape 29"/>
              <p:cNvSpPr/>
              <p:nvPr/>
            </p:nvSpPr>
            <p:spPr bwMode="auto">
              <a:xfrm>
                <a:off x="2243" y="2940"/>
                <a:ext cx="368" cy="152"/>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13383" name="AutoShape 30"/>
              <p:cNvSpPr/>
              <p:nvPr/>
            </p:nvSpPr>
            <p:spPr bwMode="auto">
              <a:xfrm>
                <a:off x="1583" y="2442"/>
                <a:ext cx="391" cy="135"/>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13384" name="AutoShape 31"/>
              <p:cNvSpPr/>
              <p:nvPr/>
            </p:nvSpPr>
            <p:spPr bwMode="auto">
              <a:xfrm>
                <a:off x="2171" y="2442"/>
                <a:ext cx="380" cy="126"/>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13385" name="AutoShape 32"/>
              <p:cNvSpPr/>
              <p:nvPr/>
            </p:nvSpPr>
            <p:spPr bwMode="auto">
              <a:xfrm>
                <a:off x="1628" y="1900"/>
                <a:ext cx="860" cy="5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13386" name="AutoShape 33"/>
              <p:cNvSpPr/>
              <p:nvPr/>
            </p:nvSpPr>
            <p:spPr bwMode="auto">
              <a:xfrm>
                <a:off x="1628" y="1972"/>
                <a:ext cx="860" cy="5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13387" name="AutoShape 34"/>
              <p:cNvSpPr/>
              <p:nvPr/>
            </p:nvSpPr>
            <p:spPr bwMode="auto">
              <a:xfrm>
                <a:off x="1791" y="2180"/>
                <a:ext cx="108" cy="1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13388" name="AutoShape 35"/>
              <p:cNvSpPr/>
              <p:nvPr/>
            </p:nvSpPr>
            <p:spPr bwMode="auto">
              <a:xfrm>
                <a:off x="1935" y="2180"/>
                <a:ext cx="104"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13389" name="AutoShape 36"/>
              <p:cNvSpPr/>
              <p:nvPr/>
            </p:nvSpPr>
            <p:spPr bwMode="auto">
              <a:xfrm>
                <a:off x="2071" y="2180"/>
                <a:ext cx="104"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13390" name="AutoShape 37"/>
              <p:cNvSpPr/>
              <p:nvPr/>
            </p:nvSpPr>
            <p:spPr bwMode="auto">
              <a:xfrm>
                <a:off x="2216" y="2180"/>
                <a:ext cx="109" cy="1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13391" name="AutoShape 38"/>
              <p:cNvSpPr/>
              <p:nvPr/>
            </p:nvSpPr>
            <p:spPr bwMode="auto">
              <a:xfrm>
                <a:off x="1791" y="2343"/>
                <a:ext cx="516"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13392" name="AutoShape 39"/>
              <p:cNvSpPr/>
              <p:nvPr/>
            </p:nvSpPr>
            <p:spPr bwMode="auto">
              <a:xfrm>
                <a:off x="1827" y="2424"/>
                <a:ext cx="443"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13393" name="Group 42"/>
              <p:cNvGrpSpPr/>
              <p:nvPr/>
            </p:nvGrpSpPr>
            <p:grpSpPr bwMode="auto">
              <a:xfrm rot="12873250" flipH="1">
                <a:off x="316" y="319"/>
                <a:ext cx="1630" cy="1622"/>
                <a:chOff x="0" y="0"/>
                <a:chExt cx="1630" cy="1622"/>
              </a:xfrm>
            </p:grpSpPr>
            <p:sp>
              <p:nvSpPr>
                <p:cNvPr id="13398" name="AutoShape 40"/>
                <p:cNvSpPr/>
                <p:nvPr/>
              </p:nvSpPr>
              <p:spPr bwMode="auto">
                <a:xfrm rot="2744935">
                  <a:off x="344" y="132"/>
                  <a:ext cx="942" cy="1358"/>
                </a:xfrm>
                <a:custGeom>
                  <a:avLst/>
                  <a:gdLst>
                    <a:gd name="T0" fmla="*/ 0 w 19330"/>
                    <a:gd name="T1" fmla="*/ 0 h 20287"/>
                    <a:gd name="T2" fmla="*/ 0 w 19330"/>
                    <a:gd name="T3" fmla="*/ 0 h 20287"/>
                    <a:gd name="T4" fmla="*/ 0 w 19330"/>
                    <a:gd name="T5" fmla="*/ 0 h 20287"/>
                    <a:gd name="T6" fmla="*/ 0 w 19330"/>
                    <a:gd name="T7" fmla="*/ 0 h 20287"/>
                    <a:gd name="T8" fmla="*/ 0 w 19330"/>
                    <a:gd name="T9" fmla="*/ 0 h 20287"/>
                    <a:gd name="T10" fmla="*/ 0 w 19330"/>
                    <a:gd name="T11" fmla="*/ 0 h 20287"/>
                    <a:gd name="T12" fmla="*/ 0 w 19330"/>
                    <a:gd name="T13" fmla="*/ 0 h 20287"/>
                    <a:gd name="T14" fmla="*/ 0 w 19330"/>
                    <a:gd name="T15" fmla="*/ 0 h 20287"/>
                    <a:gd name="T16" fmla="*/ 0 w 19330"/>
                    <a:gd name="T17" fmla="*/ 0 h 20287"/>
                    <a:gd name="T18" fmla="*/ 0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7"/>
                      </a:cubicBezTo>
                      <a:cubicBezTo>
                        <a:pt x="2635"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13399" name="AutoShape 41"/>
                <p:cNvSpPr/>
                <p:nvPr/>
              </p:nvSpPr>
              <p:spPr bwMode="auto">
                <a:xfrm rot="2744935">
                  <a:off x="756" y="464"/>
                  <a:ext cx="124" cy="126"/>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2"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sp>
            <p:nvSpPr>
              <p:cNvPr id="13394" name="AutoShape 43"/>
              <p:cNvSpPr/>
              <p:nvPr/>
            </p:nvSpPr>
            <p:spPr bwMode="auto">
              <a:xfrm>
                <a:off x="2669" y="1448"/>
                <a:ext cx="129" cy="114"/>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sp>
            <p:nvSpPr>
              <p:cNvPr id="13395" name="AutoShape 44"/>
              <p:cNvSpPr/>
              <p:nvPr/>
            </p:nvSpPr>
            <p:spPr bwMode="auto">
              <a:xfrm>
                <a:off x="1519" y="38"/>
                <a:ext cx="1095" cy="1609"/>
              </a:xfrm>
              <a:custGeom>
                <a:avLst/>
                <a:gdLst>
                  <a:gd name="T0" fmla="*/ 0 w 21600"/>
                  <a:gd name="T1" fmla="*/ 0 h 21600"/>
                  <a:gd name="T2" fmla="*/ 0 w 21600"/>
                  <a:gd name="T3" fmla="*/ 1 h 21600"/>
                  <a:gd name="T4" fmla="*/ 0 w 21600"/>
                  <a:gd name="T5" fmla="*/ 1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13396" name="AutoShape 45"/>
              <p:cNvSpPr/>
              <p:nvPr/>
            </p:nvSpPr>
            <p:spPr bwMode="auto">
              <a:xfrm>
                <a:off x="1628" y="390"/>
                <a:ext cx="887" cy="7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13397" name="AutoShape 46"/>
              <p:cNvSpPr/>
              <p:nvPr/>
            </p:nvSpPr>
            <p:spPr bwMode="auto">
              <a:xfrm>
                <a:off x="1954" y="445"/>
                <a:ext cx="521" cy="601"/>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grpSp>
        <p:sp>
          <p:nvSpPr>
            <p:cNvPr id="13355" name="Rectangle 48"/>
            <p:cNvSpPr/>
            <p:nvPr/>
          </p:nvSpPr>
          <p:spPr bwMode="auto">
            <a:xfrm>
              <a:off x="0" y="2960"/>
              <a:ext cx="5104" cy="1008"/>
            </a:xfrm>
            <a:prstGeom prst="rect">
              <a:avLst/>
            </a:prstGeom>
            <a:solidFill>
              <a:schemeClr val="accent1"/>
            </a:solidFill>
            <a:ln w="25400">
              <a:solidFill>
                <a:schemeClr val="tx1">
                  <a:alpha val="0"/>
                </a:schemeClr>
              </a:solidFill>
              <a:miter lim="800000"/>
            </a:ln>
          </p:spPr>
          <p:txBody>
            <a:bodyPr lIns="0" tIns="0" rIns="0" bIns="0"/>
            <a:lstStyle/>
            <a:p>
              <a:endParaRPr lang="en-US"/>
            </a:p>
          </p:txBody>
        </p:sp>
        <p:grpSp>
          <p:nvGrpSpPr>
            <p:cNvPr id="13356" name="Group 51"/>
            <p:cNvGrpSpPr/>
            <p:nvPr/>
          </p:nvGrpSpPr>
          <p:grpSpPr bwMode="auto">
            <a:xfrm>
              <a:off x="536" y="1832"/>
              <a:ext cx="800" cy="800"/>
              <a:chOff x="0" y="0"/>
              <a:chExt cx="800" cy="800"/>
            </a:xfrm>
          </p:grpSpPr>
          <p:sp>
            <p:nvSpPr>
              <p:cNvPr id="13357" name="AutoShape 49"/>
              <p:cNvSpPr/>
              <p:nvPr/>
            </p:nvSpPr>
            <p:spPr bwMode="auto">
              <a:xfrm rot="5400000">
                <a:off x="280" y="256"/>
                <a:ext cx="336" cy="288"/>
              </a:xfrm>
              <a:prstGeom prst="triangle">
                <a:avLst>
                  <a:gd name="adj" fmla="val 50000"/>
                </a:avLst>
              </a:prstGeom>
              <a:solidFill>
                <a:srgbClr val="FFFFFF"/>
              </a:solidFill>
              <a:ln w="25400">
                <a:solidFill>
                  <a:schemeClr val="tx1">
                    <a:alpha val="0"/>
                  </a:schemeClr>
                </a:solidFill>
                <a:miter lim="800000"/>
              </a:ln>
            </p:spPr>
            <p:txBody>
              <a:bodyPr lIns="0" tIns="0" rIns="0" bIns="0"/>
              <a:lstStyle/>
              <a:p>
                <a:endParaRPr lang="en-US"/>
              </a:p>
            </p:txBody>
          </p:sp>
          <p:sp>
            <p:nvSpPr>
              <p:cNvPr id="13358" name="Oval 50"/>
              <p:cNvSpPr/>
              <p:nvPr/>
            </p:nvSpPr>
            <p:spPr bwMode="auto">
              <a:xfrm>
                <a:off x="0" y="0"/>
                <a:ext cx="800" cy="800"/>
              </a:xfrm>
              <a:prstGeom prst="ellipse">
                <a:avLst/>
              </a:prstGeom>
              <a:noFill/>
              <a:ln w="101600">
                <a:solidFill>
                  <a:srgbClr val="FFFFFF"/>
                </a:solidFill>
                <a:miter lim="800000"/>
              </a:ln>
            </p:spPr>
            <p:txBody>
              <a:bodyPr lIns="0" tIns="0" rIns="0" bIns="0"/>
              <a:lstStyle/>
              <a:p>
                <a:endParaRPr lang="en-US"/>
              </a:p>
            </p:txBody>
          </p:sp>
        </p:grpSp>
      </p:grpSp>
      <p:grpSp>
        <p:nvGrpSpPr>
          <p:cNvPr id="12292" name="Group 1"/>
          <p:cNvGrpSpPr/>
          <p:nvPr/>
        </p:nvGrpSpPr>
        <p:grpSpPr bwMode="auto">
          <a:xfrm>
            <a:off x="14338300" y="6324600"/>
            <a:ext cx="9067800" cy="2146300"/>
            <a:chOff x="14338300" y="6324600"/>
            <a:chExt cx="9067800" cy="2146300"/>
          </a:xfrm>
        </p:grpSpPr>
        <p:sp>
          <p:nvSpPr>
            <p:cNvPr id="13347" name="Rectangle 53"/>
            <p:cNvSpPr/>
            <p:nvPr/>
          </p:nvSpPr>
          <p:spPr bwMode="auto">
            <a:xfrm>
              <a:off x="16814800" y="7137400"/>
              <a:ext cx="6108700" cy="1333500"/>
            </a:xfrm>
            <a:prstGeom prst="rect">
              <a:avLst/>
            </a:prstGeom>
            <a:noFill/>
            <a:ln>
              <a:noFill/>
            </a:ln>
          </p:spPr>
          <p:txBody>
            <a:bodyPr lIns="0" tIns="0" rIns="0" bIns="0"/>
            <a:lstStyle/>
            <a:p>
              <a:pPr algn="l"/>
              <a:r>
                <a:rPr lang="zh-CN" altLang="en-US" sz="2400" dirty="0">
                  <a:solidFill>
                    <a:srgbClr val="AFB6BA"/>
                  </a:solidFill>
                  <a:latin typeface="+mj-lt"/>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400" dirty="0">
                <a:solidFill>
                  <a:srgbClr val="9AA7A8"/>
                </a:solidFill>
                <a:latin typeface="+mj-lt"/>
                <a:ea typeface="MS PGothic" panose="020B0600070205080204" charset="-128"/>
                <a:cs typeface="MS PGothic" panose="020B0600070205080204" charset="-128"/>
                <a:sym typeface="Open Sans" charset="0"/>
              </a:endParaRPr>
            </a:p>
          </p:txBody>
        </p:sp>
        <p:sp>
          <p:nvSpPr>
            <p:cNvPr id="13348" name="Rectangle 54"/>
            <p:cNvSpPr/>
            <p:nvPr/>
          </p:nvSpPr>
          <p:spPr bwMode="auto">
            <a:xfrm>
              <a:off x="14338300" y="63860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mj-lt"/>
                  <a:ea typeface="MS PGothic" panose="020B0600070205080204" charset="-128"/>
                  <a:cs typeface="MS PGothic" panose="020B0600070205080204" charset="-128"/>
                  <a:sym typeface="Diavlo Bold Regular" charset="0"/>
                </a:rPr>
                <a:t>12</a:t>
              </a:r>
              <a:r>
                <a:rPr lang="en-US" sz="4800" dirty="0">
                  <a:solidFill>
                    <a:srgbClr val="2BC2A1"/>
                  </a:solidFill>
                  <a:latin typeface="+mj-lt"/>
                  <a:ea typeface="MS PGothic" panose="020B0600070205080204" charset="-128"/>
                  <a:cs typeface="MS PGothic" panose="020B0600070205080204" charset="-128"/>
                  <a:sym typeface="Diavlo Book Regular" charset="0"/>
                </a:rPr>
                <a:t>%</a:t>
              </a:r>
              <a:endParaRPr lang="en-US" sz="4800" dirty="0">
                <a:solidFill>
                  <a:srgbClr val="2BC2A1"/>
                </a:solidFill>
                <a:latin typeface="+mj-lt"/>
                <a:ea typeface="MS PGothic" panose="020B0600070205080204" charset="-128"/>
                <a:cs typeface="MS PGothic" panose="020B0600070205080204" charset="-128"/>
                <a:sym typeface="Diavlo Book Regular" charset="0"/>
              </a:endParaRPr>
            </a:p>
          </p:txBody>
        </p:sp>
        <p:sp>
          <p:nvSpPr>
            <p:cNvPr id="13349" name="Rectangle 55"/>
            <p:cNvSpPr/>
            <p:nvPr/>
          </p:nvSpPr>
          <p:spPr bwMode="auto">
            <a:xfrm>
              <a:off x="14465300" y="7759184"/>
              <a:ext cx="843180" cy="369332"/>
            </a:xfrm>
            <a:prstGeom prst="rect">
              <a:avLst/>
            </a:prstGeom>
            <a:noFill/>
            <a:ln>
              <a:noFill/>
            </a:ln>
          </p:spPr>
          <p:txBody>
            <a:bodyPr wrap="none" lIns="0" tIns="0" rIns="0" bIns="0" anchor="ctr">
              <a:spAutoFit/>
            </a:bodyPr>
            <a:lstStyle/>
            <a:p>
              <a:pPr algn="l"/>
              <a:r>
                <a:rPr lang="en-US" sz="2400">
                  <a:solidFill>
                    <a:srgbClr val="FFFFFF"/>
                  </a:solidFill>
                  <a:latin typeface="+mj-lt"/>
                  <a:ea typeface="MS PGothic" panose="020B0600070205080204" charset="-128"/>
                  <a:cs typeface="MS PGothic" panose="020B0600070205080204" charset="-128"/>
                  <a:sym typeface="Open Sans Bold" charset="0"/>
                </a:rPr>
                <a:t>Sales!</a:t>
              </a:r>
              <a:endParaRPr lang="en-US" sz="2400">
                <a:solidFill>
                  <a:srgbClr val="FFFFFF"/>
                </a:solidFill>
                <a:latin typeface="+mj-lt"/>
                <a:ea typeface="MS PGothic" panose="020B0600070205080204" charset="-128"/>
                <a:cs typeface="MS PGothic" panose="020B0600070205080204" charset="-128"/>
                <a:sym typeface="Open Sans Bold" charset="0"/>
              </a:endParaRPr>
            </a:p>
          </p:txBody>
        </p:sp>
        <p:sp>
          <p:nvSpPr>
            <p:cNvPr id="13350" name="Rectangle 56"/>
            <p:cNvSpPr/>
            <p:nvPr/>
          </p:nvSpPr>
          <p:spPr bwMode="auto">
            <a:xfrm>
              <a:off x="16814800" y="6324600"/>
              <a:ext cx="6591300" cy="812800"/>
            </a:xfrm>
            <a:prstGeom prst="rect">
              <a:avLst/>
            </a:prstGeom>
            <a:noFill/>
            <a:ln>
              <a:noFill/>
            </a:ln>
          </p:spPr>
          <p:txBody>
            <a:bodyPr lIns="0" tIns="0" rIns="0" bIns="0" anchor="ctr"/>
            <a:lstStyle/>
            <a:p>
              <a:pPr algn="l"/>
              <a:r>
                <a:rPr lang="zh-CN" altLang="en-US" sz="4800" dirty="0">
                  <a:solidFill>
                    <a:srgbClr val="FFFFFF"/>
                  </a:solidFill>
                  <a:latin typeface="+mj-lt"/>
                  <a:ea typeface="MS PGothic" panose="020B0600070205080204" charset="-128"/>
                  <a:cs typeface="MS PGothic" panose="020B0600070205080204" charset="-128"/>
                  <a:sym typeface="Diavlo Black Regular" charset="0"/>
                </a:rPr>
                <a:t>直播</a:t>
              </a:r>
              <a:endParaRPr lang="en-US" sz="4800" dirty="0">
                <a:solidFill>
                  <a:srgbClr val="FFFFFF"/>
                </a:solidFill>
                <a:latin typeface="+mj-lt"/>
                <a:ea typeface="MS PGothic" panose="020B0600070205080204" charset="-128"/>
                <a:cs typeface="MS PGothic" panose="020B0600070205080204" charset="-128"/>
                <a:sym typeface="Diavlo Black Regular" charset="0"/>
              </a:endParaRPr>
            </a:p>
          </p:txBody>
        </p:sp>
      </p:grpSp>
      <p:sp>
        <p:nvSpPr>
          <p:cNvPr id="12293" name="Rectangle 57"/>
          <p:cNvSpPr/>
          <p:nvPr/>
        </p:nvSpPr>
        <p:spPr bwMode="auto">
          <a:xfrm>
            <a:off x="1600200" y="1371600"/>
            <a:ext cx="6591300" cy="2527300"/>
          </a:xfrm>
          <a:prstGeom prst="rect">
            <a:avLst/>
          </a:prstGeom>
          <a:noFill/>
          <a:ln>
            <a:noFill/>
          </a:ln>
        </p:spPr>
        <p:txBody>
          <a:bodyPr lIns="0" tIns="0" rIns="0" bIns="0" anchor="ctr"/>
          <a:lstStyle/>
          <a:p>
            <a:r>
              <a:rPr lang="zh-CN" altLang="en-US" sz="9600" dirty="0">
                <a:solidFill>
                  <a:srgbClr val="FCBD00"/>
                </a:solidFill>
                <a:latin typeface="+mn-lt"/>
                <a:ea typeface="MS PGothic" panose="020B0600070205080204" charset="-128"/>
                <a:cs typeface="MS PGothic" panose="020B0600070205080204" charset="-128"/>
                <a:sym typeface="Diavlo Black Regular" charset="0"/>
              </a:rPr>
              <a:t>视频业务</a:t>
            </a:r>
            <a:endParaRPr lang="en-US" sz="9600" dirty="0">
              <a:solidFill>
                <a:srgbClr val="FCBD00"/>
              </a:solidFill>
              <a:latin typeface="+mn-lt"/>
              <a:ea typeface="MS PGothic" panose="020B0600070205080204" charset="-128"/>
              <a:cs typeface="MS PGothic" panose="020B0600070205080204" charset="-128"/>
              <a:sym typeface="Diavlo Black Regular" charset="0"/>
            </a:endParaRPr>
          </a:p>
        </p:txBody>
      </p:sp>
      <p:sp>
        <p:nvSpPr>
          <p:cNvPr id="12294" name="Line 58"/>
          <p:cNvSpPr>
            <a:spLocks noChangeShapeType="1"/>
          </p:cNvSpPr>
          <p:nvPr/>
        </p:nvSpPr>
        <p:spPr bwMode="auto">
          <a:xfrm>
            <a:off x="5105400" y="4432300"/>
            <a:ext cx="0" cy="9455150"/>
          </a:xfrm>
          <a:prstGeom prst="line">
            <a:avLst/>
          </a:prstGeom>
          <a:noFill/>
          <a:ln w="38100">
            <a:solidFill>
              <a:srgbClr val="FDA531"/>
            </a:solidFill>
            <a:prstDash val="sysDot"/>
            <a:miter lim="800000"/>
          </a:ln>
        </p:spPr>
        <p:txBody>
          <a:bodyPr lIns="0" tIns="0" rIns="0" bIns="0"/>
          <a:lstStyle/>
          <a:p>
            <a:endParaRPr lang="en-US"/>
          </a:p>
        </p:txBody>
      </p:sp>
      <p:grpSp>
        <p:nvGrpSpPr>
          <p:cNvPr id="12295" name="Group 4"/>
          <p:cNvGrpSpPr/>
          <p:nvPr/>
        </p:nvGrpSpPr>
        <p:grpSpPr bwMode="auto">
          <a:xfrm>
            <a:off x="1968500" y="6540500"/>
            <a:ext cx="5638800" cy="4724400"/>
            <a:chOff x="1968500" y="6540500"/>
            <a:chExt cx="5638800" cy="4724400"/>
          </a:xfrm>
        </p:grpSpPr>
        <p:grpSp>
          <p:nvGrpSpPr>
            <p:cNvPr id="13331" name="Group 61"/>
            <p:cNvGrpSpPr/>
            <p:nvPr/>
          </p:nvGrpSpPr>
          <p:grpSpPr bwMode="auto">
            <a:xfrm>
              <a:off x="3492500" y="7018338"/>
              <a:ext cx="3200400" cy="3200400"/>
              <a:chOff x="0" y="0"/>
              <a:chExt cx="2015" cy="2015"/>
            </a:xfrm>
          </p:grpSpPr>
          <p:sp>
            <p:nvSpPr>
              <p:cNvPr id="13345" name="AutoShape 59"/>
              <p:cNvSpPr/>
              <p:nvPr/>
            </p:nvSpPr>
            <p:spPr bwMode="auto">
              <a:xfrm>
                <a:off x="0" y="0"/>
                <a:ext cx="2015" cy="2015"/>
              </a:xfrm>
              <a:custGeom>
                <a:avLst/>
                <a:gdLst>
                  <a:gd name="T0" fmla="*/ 2 w 21600"/>
                  <a:gd name="T1" fmla="*/ 1 h 21600"/>
                  <a:gd name="T2" fmla="*/ 1 w 21600"/>
                  <a:gd name="T3" fmla="*/ 2 h 21600"/>
                  <a:gd name="T4" fmla="*/ 0 w 21600"/>
                  <a:gd name="T5" fmla="*/ 1 h 21600"/>
                  <a:gd name="T6" fmla="*/ 1 w 21600"/>
                  <a:gd name="T7" fmla="*/ 0 h 21600"/>
                  <a:gd name="T8" fmla="*/ 2 w 21600"/>
                  <a:gd name="T9" fmla="*/ 1 h 21600"/>
                  <a:gd name="T10" fmla="*/ 2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D9A00"/>
              </a:solidFill>
              <a:ln>
                <a:noFill/>
              </a:ln>
            </p:spPr>
            <p:txBody>
              <a:bodyPr lIns="0" tIns="0" rIns="0" bIns="0"/>
              <a:lstStyle/>
              <a:p>
                <a:endParaRPr lang="en-US"/>
              </a:p>
            </p:txBody>
          </p:sp>
          <p:sp>
            <p:nvSpPr>
              <p:cNvPr id="13346" name="AutoShape 60"/>
              <p:cNvSpPr/>
              <p:nvPr/>
            </p:nvSpPr>
            <p:spPr bwMode="auto">
              <a:xfrm>
                <a:off x="410" y="19"/>
                <a:ext cx="1593" cy="1279"/>
              </a:xfrm>
              <a:custGeom>
                <a:avLst/>
                <a:gdLst>
                  <a:gd name="T0" fmla="*/ 1 w 21600"/>
                  <a:gd name="T1" fmla="*/ 0 h 21600"/>
                  <a:gd name="T2" fmla="*/ 1 w 21600"/>
                  <a:gd name="T3" fmla="*/ 0 h 21600"/>
                  <a:gd name="T4" fmla="*/ 0 w 21600"/>
                  <a:gd name="T5" fmla="*/ 0 h 21600"/>
                  <a:gd name="T6" fmla="*/ 0 w 21600"/>
                  <a:gd name="T7" fmla="*/ 0 h 21600"/>
                  <a:gd name="T8" fmla="*/ 0 w 21600"/>
                  <a:gd name="T9" fmla="*/ 0 h 21600"/>
                  <a:gd name="T10" fmla="*/ 0 w 21600"/>
                  <a:gd name="T11" fmla="*/ 0 h 21600"/>
                  <a:gd name="T12" fmla="*/ 1 w 21600"/>
                  <a:gd name="T13" fmla="*/ 0 h 21600"/>
                  <a:gd name="T14" fmla="*/ 1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13333" name="Group 65"/>
            <p:cNvGrpSpPr/>
            <p:nvPr/>
          </p:nvGrpSpPr>
          <p:grpSpPr bwMode="auto">
            <a:xfrm>
              <a:off x="1968500" y="6540500"/>
              <a:ext cx="1524000" cy="1524000"/>
              <a:chOff x="0" y="0"/>
              <a:chExt cx="960" cy="960"/>
            </a:xfrm>
          </p:grpSpPr>
          <p:sp>
            <p:nvSpPr>
              <p:cNvPr id="13343" name="AutoShape 63"/>
              <p:cNvSpPr/>
              <p:nvPr/>
            </p:nvSpPr>
            <p:spPr bwMode="auto">
              <a:xfrm>
                <a:off x="0" y="0"/>
                <a:ext cx="960" cy="9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13344" name="AutoShape 64"/>
              <p:cNvSpPr/>
              <p:nvPr/>
            </p:nvSpPr>
            <p:spPr bwMode="auto">
              <a:xfrm>
                <a:off x="195" y="9"/>
                <a:ext cx="758" cy="6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13334" name="Group 68"/>
            <p:cNvGrpSpPr/>
            <p:nvPr/>
          </p:nvGrpSpPr>
          <p:grpSpPr bwMode="auto">
            <a:xfrm>
              <a:off x="2425700" y="9740900"/>
              <a:ext cx="1524000" cy="1524000"/>
              <a:chOff x="0" y="0"/>
              <a:chExt cx="960" cy="960"/>
            </a:xfrm>
          </p:grpSpPr>
          <p:sp>
            <p:nvSpPr>
              <p:cNvPr id="13341" name="AutoShape 66"/>
              <p:cNvSpPr/>
              <p:nvPr/>
            </p:nvSpPr>
            <p:spPr bwMode="auto">
              <a:xfrm>
                <a:off x="0" y="0"/>
                <a:ext cx="960" cy="9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13342" name="AutoShape 67"/>
              <p:cNvSpPr/>
              <p:nvPr/>
            </p:nvSpPr>
            <p:spPr bwMode="auto">
              <a:xfrm>
                <a:off x="195" y="9"/>
                <a:ext cx="758" cy="6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13335" name="Group 71"/>
            <p:cNvGrpSpPr/>
            <p:nvPr/>
          </p:nvGrpSpPr>
          <p:grpSpPr bwMode="auto">
            <a:xfrm>
              <a:off x="6832600" y="7670800"/>
              <a:ext cx="774700" cy="774700"/>
              <a:chOff x="0" y="0"/>
              <a:chExt cx="488" cy="488"/>
            </a:xfrm>
          </p:grpSpPr>
          <p:sp>
            <p:nvSpPr>
              <p:cNvPr id="13339" name="AutoShape 69"/>
              <p:cNvSpPr/>
              <p:nvPr/>
            </p:nvSpPr>
            <p:spPr bwMode="auto">
              <a:xfrm>
                <a:off x="0" y="0"/>
                <a:ext cx="488" cy="4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13340" name="AutoShape 70"/>
              <p:cNvSpPr/>
              <p:nvPr/>
            </p:nvSpPr>
            <p:spPr bwMode="auto">
              <a:xfrm>
                <a:off x="99" y="4"/>
                <a:ext cx="385" cy="3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grpSp>
        <p:nvGrpSpPr>
          <p:cNvPr id="12296" name="Group 5"/>
          <p:cNvGrpSpPr/>
          <p:nvPr/>
        </p:nvGrpSpPr>
        <p:grpSpPr bwMode="auto">
          <a:xfrm>
            <a:off x="6223000" y="5194300"/>
            <a:ext cx="6756400" cy="1727200"/>
            <a:chOff x="6223000" y="5194300"/>
            <a:chExt cx="6756400" cy="1727200"/>
          </a:xfrm>
        </p:grpSpPr>
        <p:sp>
          <p:nvSpPr>
            <p:cNvPr id="13329" name="Rectangle 75"/>
            <p:cNvSpPr/>
            <p:nvPr/>
          </p:nvSpPr>
          <p:spPr bwMode="auto">
            <a:xfrm>
              <a:off x="6223000" y="6007100"/>
              <a:ext cx="6756400" cy="914400"/>
            </a:xfrm>
            <a:prstGeom prst="rect">
              <a:avLst/>
            </a:prstGeom>
            <a:noFill/>
            <a:ln>
              <a:noFill/>
            </a:ln>
          </p:spPr>
          <p:txBody>
            <a:bodyPr lIns="0" tIns="0" rIns="0" bIns="0"/>
            <a:lstStyle/>
            <a:p>
              <a:pPr algn="l"/>
              <a:r>
                <a:rPr lang="zh-CN" altLang="en-US" sz="2400" dirty="0">
                  <a:solidFill>
                    <a:srgbClr val="AFB6BA"/>
                  </a:solidFill>
                  <a:latin typeface="+mj-lt"/>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400" dirty="0">
                <a:solidFill>
                  <a:srgbClr val="9AA7A8"/>
                </a:solidFill>
                <a:latin typeface="+mj-lt"/>
                <a:ea typeface="MS PGothic" panose="020B0600070205080204" charset="-128"/>
                <a:cs typeface="MS PGothic" panose="020B0600070205080204" charset="-128"/>
                <a:sym typeface="Open Sans" charset="0"/>
              </a:endParaRPr>
            </a:p>
          </p:txBody>
        </p:sp>
        <p:sp>
          <p:nvSpPr>
            <p:cNvPr id="13330" name="Rectangle 76"/>
            <p:cNvSpPr/>
            <p:nvPr/>
          </p:nvSpPr>
          <p:spPr bwMode="auto">
            <a:xfrm>
              <a:off x="6223000" y="5194300"/>
              <a:ext cx="6591300" cy="812800"/>
            </a:xfrm>
            <a:prstGeom prst="rect">
              <a:avLst/>
            </a:prstGeom>
            <a:noFill/>
            <a:ln>
              <a:noFill/>
            </a:ln>
          </p:spPr>
          <p:txBody>
            <a:bodyPr lIns="0" tIns="0" rIns="0" bIns="0" anchor="ctr"/>
            <a:lstStyle/>
            <a:p>
              <a:pPr algn="l"/>
              <a:r>
                <a:rPr lang="zh-CN" altLang="en-US" sz="4800" dirty="0">
                  <a:solidFill>
                    <a:srgbClr val="FFFFFF"/>
                  </a:solidFill>
                  <a:latin typeface="+mj-lt"/>
                  <a:ea typeface="MS PGothic" panose="020B0600070205080204" charset="-128"/>
                  <a:cs typeface="MS PGothic" panose="020B0600070205080204" charset="-128"/>
                  <a:sym typeface="Diavlo Black Regular" charset="0"/>
                </a:rPr>
                <a:t>微视频</a:t>
              </a:r>
              <a:endParaRPr lang="en-US" sz="4800" dirty="0">
                <a:solidFill>
                  <a:srgbClr val="FFFFFF"/>
                </a:solidFill>
                <a:latin typeface="+mj-lt"/>
                <a:ea typeface="MS PGothic" panose="020B0600070205080204" charset="-128"/>
                <a:cs typeface="MS PGothic" panose="020B0600070205080204" charset="-128"/>
                <a:sym typeface="Diavlo Black Regular" charset="0"/>
              </a:endParaRPr>
            </a:p>
          </p:txBody>
        </p:sp>
      </p:grpSp>
      <p:grpSp>
        <p:nvGrpSpPr>
          <p:cNvPr id="12297" name="Group 3"/>
          <p:cNvGrpSpPr/>
          <p:nvPr/>
        </p:nvGrpSpPr>
        <p:grpSpPr bwMode="auto">
          <a:xfrm>
            <a:off x="6223000" y="9893300"/>
            <a:ext cx="6756400" cy="1930400"/>
            <a:chOff x="6223000" y="9893300"/>
            <a:chExt cx="6756400" cy="1930400"/>
          </a:xfrm>
        </p:grpSpPr>
        <p:sp>
          <p:nvSpPr>
            <p:cNvPr id="13327" name="Rectangle 77"/>
            <p:cNvSpPr/>
            <p:nvPr/>
          </p:nvSpPr>
          <p:spPr bwMode="auto">
            <a:xfrm>
              <a:off x="6223000" y="10706100"/>
              <a:ext cx="6756400" cy="1117600"/>
            </a:xfrm>
            <a:prstGeom prst="rect">
              <a:avLst/>
            </a:prstGeom>
            <a:noFill/>
            <a:ln>
              <a:noFill/>
            </a:ln>
          </p:spPr>
          <p:txBody>
            <a:bodyPr lIns="0" tIns="0" rIns="0" bIns="0"/>
            <a:lstStyle/>
            <a:p>
              <a:pPr algn="l"/>
              <a:r>
                <a:rPr lang="en-US" sz="3600" dirty="0">
                  <a:solidFill>
                    <a:srgbClr val="24A088"/>
                  </a:solidFill>
                  <a:latin typeface="+mn-lt"/>
                  <a:ea typeface="MS PGothic" panose="020B0600070205080204" charset="-128"/>
                  <a:cs typeface="MS PGothic" panose="020B0600070205080204" charset="-128"/>
                  <a:sym typeface="Open Sans Bold" charset="0"/>
                </a:rPr>
                <a:t>12%</a:t>
              </a:r>
              <a:r>
                <a:rPr lang="zh-CN" altLang="en-US" sz="2400" dirty="0">
                  <a:solidFill>
                    <a:srgbClr val="AFB6BA"/>
                  </a:solidFill>
                  <a:latin typeface="+mn-lt"/>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400" dirty="0">
                <a:solidFill>
                  <a:srgbClr val="9AA7A8"/>
                </a:solidFill>
                <a:latin typeface="+mn-lt"/>
                <a:ea typeface="MS PGothic" panose="020B0600070205080204" charset="-128"/>
                <a:cs typeface="MS PGothic" panose="020B0600070205080204" charset="-128"/>
                <a:sym typeface="Open Sans" charset="0"/>
              </a:endParaRPr>
            </a:p>
            <a:p>
              <a:pPr algn="l"/>
              <a:r>
                <a:rPr lang="en-US" sz="2400" dirty="0">
                  <a:solidFill>
                    <a:srgbClr val="9AA7A8"/>
                  </a:solidFill>
                  <a:latin typeface="+mn-lt"/>
                  <a:ea typeface="MS PGothic" panose="020B0600070205080204" charset="-128"/>
                  <a:cs typeface="MS PGothic" panose="020B0600070205080204" charset="-128"/>
                  <a:sym typeface="Open Sans" charset="0"/>
                </a:rPr>
                <a:t>.</a:t>
              </a:r>
              <a:endParaRPr lang="en-US" sz="2400" dirty="0">
                <a:solidFill>
                  <a:srgbClr val="9AA7A8"/>
                </a:solidFill>
                <a:latin typeface="+mn-lt"/>
                <a:ea typeface="MS PGothic" panose="020B0600070205080204" charset="-128"/>
                <a:cs typeface="MS PGothic" panose="020B0600070205080204" charset="-128"/>
                <a:sym typeface="Open Sans" charset="0"/>
              </a:endParaRPr>
            </a:p>
          </p:txBody>
        </p:sp>
        <p:sp>
          <p:nvSpPr>
            <p:cNvPr id="13328" name="Rectangle 78"/>
            <p:cNvSpPr/>
            <p:nvPr/>
          </p:nvSpPr>
          <p:spPr bwMode="auto">
            <a:xfrm>
              <a:off x="6223000" y="9893300"/>
              <a:ext cx="6591300" cy="812800"/>
            </a:xfrm>
            <a:prstGeom prst="rect">
              <a:avLst/>
            </a:prstGeom>
            <a:noFill/>
            <a:ln>
              <a:noFill/>
            </a:ln>
          </p:spPr>
          <p:txBody>
            <a:bodyPr lIns="0" tIns="0" rIns="0" bIns="0" anchor="ctr"/>
            <a:lstStyle/>
            <a:p>
              <a:pPr algn="l"/>
              <a:r>
                <a:rPr lang="zh-CN" altLang="en-US" sz="4800" dirty="0">
                  <a:solidFill>
                    <a:srgbClr val="FFFFFF"/>
                  </a:solidFill>
                  <a:latin typeface="+mn-lt"/>
                  <a:ea typeface="MS PGothic" panose="020B0600070205080204" charset="-128"/>
                  <a:cs typeface="MS PGothic" panose="020B0600070205080204" charset="-128"/>
                  <a:sym typeface="Diavlo Black Regular" charset="0"/>
                </a:rPr>
                <a:t>流媒体</a:t>
              </a:r>
              <a:endParaRPr lang="en-US" sz="4800" dirty="0">
                <a:solidFill>
                  <a:srgbClr val="FFFFFF"/>
                </a:solidFill>
                <a:latin typeface="+mn-lt"/>
                <a:ea typeface="MS PGothic" panose="020B0600070205080204" charset="-128"/>
                <a:cs typeface="MS PGothic" panose="020B0600070205080204" charset="-128"/>
                <a:sym typeface="Diavlo Black Regular" charset="0"/>
              </a:endParaRPr>
            </a:p>
          </p:txBody>
        </p:sp>
      </p:grpSp>
      <p:grpSp>
        <p:nvGrpSpPr>
          <p:cNvPr id="12298" name="Group 2"/>
          <p:cNvGrpSpPr/>
          <p:nvPr/>
        </p:nvGrpSpPr>
        <p:grpSpPr bwMode="auto">
          <a:xfrm>
            <a:off x="14338300" y="8807450"/>
            <a:ext cx="9067800" cy="2051050"/>
            <a:chOff x="14338300" y="8807450"/>
            <a:chExt cx="9067800" cy="2051050"/>
          </a:xfrm>
        </p:grpSpPr>
        <p:sp>
          <p:nvSpPr>
            <p:cNvPr id="13323" name="Rectangle 79"/>
            <p:cNvSpPr/>
            <p:nvPr/>
          </p:nvSpPr>
          <p:spPr bwMode="auto">
            <a:xfrm>
              <a:off x="16814800" y="9525000"/>
              <a:ext cx="6108700" cy="1333500"/>
            </a:xfrm>
            <a:prstGeom prst="rect">
              <a:avLst/>
            </a:prstGeom>
            <a:noFill/>
            <a:ln>
              <a:noFill/>
            </a:ln>
          </p:spPr>
          <p:txBody>
            <a:bodyPr lIns="0" tIns="0" rIns="0" bIns="0"/>
            <a:lstStyle/>
            <a:p>
              <a:pPr algn="l"/>
              <a:r>
                <a:rPr lang="zh-CN" altLang="en-US" sz="2400" dirty="0">
                  <a:solidFill>
                    <a:srgbClr val="AFB6BA"/>
                  </a:solidFill>
                  <a:latin typeface="+mn-lt"/>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400" dirty="0">
                <a:solidFill>
                  <a:srgbClr val="9AA7A8"/>
                </a:solidFill>
                <a:latin typeface="+mn-lt"/>
                <a:ea typeface="MS PGothic" panose="020B0600070205080204" charset="-128"/>
                <a:cs typeface="MS PGothic" panose="020B0600070205080204" charset="-128"/>
                <a:sym typeface="Open Sans" charset="0"/>
              </a:endParaRPr>
            </a:p>
          </p:txBody>
        </p:sp>
        <p:sp>
          <p:nvSpPr>
            <p:cNvPr id="13324" name="Rectangle 80"/>
            <p:cNvSpPr/>
            <p:nvPr/>
          </p:nvSpPr>
          <p:spPr bwMode="auto">
            <a:xfrm>
              <a:off x="16814800" y="8807450"/>
              <a:ext cx="6591300" cy="622300"/>
            </a:xfrm>
            <a:prstGeom prst="rect">
              <a:avLst/>
            </a:prstGeom>
            <a:noFill/>
            <a:ln>
              <a:noFill/>
            </a:ln>
          </p:spPr>
          <p:txBody>
            <a:bodyPr lIns="0" tIns="0" rIns="0" bIns="0" anchor="ctr"/>
            <a:lstStyle/>
            <a:p>
              <a:pPr algn="l"/>
              <a:r>
                <a:rPr lang="zh-CN" altLang="en-US" sz="3600" dirty="0">
                  <a:solidFill>
                    <a:srgbClr val="FFFFFF"/>
                  </a:solidFill>
                  <a:latin typeface="+mn-lt"/>
                  <a:ea typeface="MS PGothic" panose="020B0600070205080204" charset="-128"/>
                  <a:cs typeface="MS PGothic" panose="020B0600070205080204" charset="-128"/>
                  <a:sym typeface="Diavlo Black Regular" charset="0"/>
                </a:rPr>
                <a:t>拍客</a:t>
              </a:r>
              <a:endParaRPr lang="en-US" sz="3600" dirty="0">
                <a:solidFill>
                  <a:srgbClr val="FFFFFF"/>
                </a:solidFill>
                <a:latin typeface="+mn-lt"/>
                <a:ea typeface="MS PGothic" panose="020B0600070205080204" charset="-128"/>
                <a:cs typeface="MS PGothic" panose="020B0600070205080204" charset="-128"/>
                <a:sym typeface="Diavlo Black Regular" charset="0"/>
              </a:endParaRPr>
            </a:p>
          </p:txBody>
        </p:sp>
        <p:sp>
          <p:nvSpPr>
            <p:cNvPr id="13325" name="Rectangle 81"/>
            <p:cNvSpPr/>
            <p:nvPr/>
          </p:nvSpPr>
          <p:spPr bwMode="auto">
            <a:xfrm>
              <a:off x="14338300" y="8862536"/>
              <a:ext cx="1989327" cy="1477328"/>
            </a:xfrm>
            <a:prstGeom prst="rect">
              <a:avLst/>
            </a:prstGeom>
            <a:noFill/>
            <a:ln>
              <a:noFill/>
            </a:ln>
          </p:spPr>
          <p:txBody>
            <a:bodyPr wrap="none" lIns="0" tIns="0" rIns="0" bIns="0" anchor="ctr">
              <a:spAutoFit/>
            </a:bodyPr>
            <a:lstStyle/>
            <a:p>
              <a:pPr algn="l"/>
              <a:r>
                <a:rPr lang="en-US" sz="9600" dirty="0">
                  <a:solidFill>
                    <a:srgbClr val="2BC2A1"/>
                  </a:solidFill>
                  <a:latin typeface="+mn-lt"/>
                  <a:ea typeface="MS PGothic" panose="020B0600070205080204" charset="-128"/>
                  <a:cs typeface="MS PGothic" panose="020B0600070205080204" charset="-128"/>
                  <a:sym typeface="Diavlo Bold Regular" charset="0"/>
                </a:rPr>
                <a:t>61</a:t>
              </a:r>
              <a:r>
                <a:rPr lang="en-US" sz="4800" dirty="0">
                  <a:solidFill>
                    <a:srgbClr val="2BC2A1"/>
                  </a:solidFill>
                  <a:latin typeface="+mn-lt"/>
                  <a:ea typeface="MS PGothic" panose="020B0600070205080204" charset="-128"/>
                  <a:cs typeface="MS PGothic" panose="020B0600070205080204" charset="-128"/>
                  <a:sym typeface="Diavlo Book Regular" charset="0"/>
                </a:rPr>
                <a:t>%</a:t>
              </a:r>
              <a:endParaRPr lang="en-US" sz="4800" dirty="0">
                <a:solidFill>
                  <a:srgbClr val="2BC2A1"/>
                </a:solidFill>
                <a:latin typeface="+mn-lt"/>
                <a:ea typeface="MS PGothic" panose="020B0600070205080204" charset="-128"/>
                <a:cs typeface="MS PGothic" panose="020B0600070205080204" charset="-128"/>
                <a:sym typeface="Diavlo Book Regular" charset="0"/>
              </a:endParaRPr>
            </a:p>
          </p:txBody>
        </p:sp>
        <p:sp>
          <p:nvSpPr>
            <p:cNvPr id="13326" name="Rectangle 82"/>
            <p:cNvSpPr/>
            <p:nvPr/>
          </p:nvSpPr>
          <p:spPr bwMode="auto">
            <a:xfrm>
              <a:off x="14465300" y="10235684"/>
              <a:ext cx="1341393" cy="369332"/>
            </a:xfrm>
            <a:prstGeom prst="rect">
              <a:avLst/>
            </a:prstGeom>
            <a:noFill/>
            <a:ln>
              <a:noFill/>
            </a:ln>
          </p:spPr>
          <p:txBody>
            <a:bodyPr wrap="none" lIns="0" tIns="0" rIns="0" bIns="0" anchor="ctr">
              <a:spAutoFit/>
            </a:bodyPr>
            <a:lstStyle/>
            <a:p>
              <a:pPr algn="l"/>
              <a:r>
                <a:rPr lang="en-US" sz="2400">
                  <a:solidFill>
                    <a:srgbClr val="FFFFFF"/>
                  </a:solidFill>
                  <a:latin typeface="+mn-lt"/>
                  <a:ea typeface="MS PGothic" panose="020B0600070205080204" charset="-128"/>
                  <a:cs typeface="MS PGothic" panose="020B0600070205080204" charset="-128"/>
                  <a:sym typeface="Open Sans Bold" charset="0"/>
                </a:rPr>
                <a:t>Effective!</a:t>
              </a:r>
              <a:endParaRPr lang="en-US" sz="2400">
                <a:solidFill>
                  <a:srgbClr val="FFFFFF"/>
                </a:solidFill>
                <a:latin typeface="+mn-lt"/>
                <a:ea typeface="MS PGothic" panose="020B0600070205080204" charset="-128"/>
                <a:cs typeface="MS PGothic" panose="020B0600070205080204" charset="-128"/>
                <a:sym typeface="Open Sans Bold" charset="0"/>
              </a:endParaRPr>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2289"/>
                                        </p:tgtEl>
                                        <p:attrNameLst>
                                          <p:attrName>style.visibility</p:attrName>
                                        </p:attrNameLst>
                                      </p:cBhvr>
                                      <p:to>
                                        <p:strVal val="visible"/>
                                      </p:to>
                                    </p:set>
                                    <p:animEffect transition="in" filter="wipe(up)">
                                      <p:cBhvr>
                                        <p:cTn id="7" dur="500"/>
                                        <p:tgtEl>
                                          <p:spTgt spid="12289"/>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12293"/>
                                        </p:tgtEl>
                                        <p:attrNameLst>
                                          <p:attrName>style.visibility</p:attrName>
                                        </p:attrNameLst>
                                      </p:cBhvr>
                                      <p:to>
                                        <p:strVal val="visible"/>
                                      </p:to>
                                    </p:set>
                                    <p:anim calcmode="lin" valueType="num">
                                      <p:cBhvr>
                                        <p:cTn id="12" dur="500" fill="hold"/>
                                        <p:tgtEl>
                                          <p:spTgt spid="12293"/>
                                        </p:tgtEl>
                                        <p:attrNameLst>
                                          <p:attrName>ppt_w</p:attrName>
                                        </p:attrNameLst>
                                      </p:cBhvr>
                                      <p:tavLst>
                                        <p:tav tm="0">
                                          <p:val>
                                            <p:fltVal val="0"/>
                                          </p:val>
                                        </p:tav>
                                        <p:tav tm="100000">
                                          <p:val>
                                            <p:strVal val="#ppt_w"/>
                                          </p:val>
                                        </p:tav>
                                      </p:tavLst>
                                    </p:anim>
                                    <p:anim calcmode="lin" valueType="num">
                                      <p:cBhvr>
                                        <p:cTn id="13" dur="500" fill="hold"/>
                                        <p:tgtEl>
                                          <p:spTgt spid="12293"/>
                                        </p:tgtEl>
                                        <p:attrNameLst>
                                          <p:attrName>ppt_h</p:attrName>
                                        </p:attrNameLst>
                                      </p:cBhvr>
                                      <p:tavLst>
                                        <p:tav tm="0">
                                          <p:val>
                                            <p:fltVal val="0"/>
                                          </p:val>
                                        </p:tav>
                                        <p:tav tm="100000">
                                          <p:val>
                                            <p:strVal val="#ppt_h"/>
                                          </p:val>
                                        </p:tav>
                                      </p:tavLst>
                                    </p:anim>
                                    <p:anim calcmode="lin" valueType="num">
                                      <p:cBhvr>
                                        <p:cTn id="14" dur="500" fill="hold"/>
                                        <p:tgtEl>
                                          <p:spTgt spid="12293"/>
                                        </p:tgtEl>
                                        <p:attrNameLst>
                                          <p:attrName>style.rotation</p:attrName>
                                        </p:attrNameLst>
                                      </p:cBhvr>
                                      <p:tavLst>
                                        <p:tav tm="0">
                                          <p:val>
                                            <p:fltVal val="360"/>
                                          </p:val>
                                        </p:tav>
                                        <p:tav tm="100000">
                                          <p:val>
                                            <p:fltVal val="0"/>
                                          </p:val>
                                        </p:tav>
                                      </p:tavLst>
                                    </p:anim>
                                    <p:animEffect transition="in" filter="fade">
                                      <p:cBhvr>
                                        <p:cTn id="15" dur="500"/>
                                        <p:tgtEl>
                                          <p:spTgt spid="1229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290"/>
                                        </p:tgtEl>
                                        <p:attrNameLst>
                                          <p:attrName>style.visibility</p:attrName>
                                        </p:attrNameLst>
                                      </p:cBhvr>
                                      <p:to>
                                        <p:strVal val="visible"/>
                                      </p:to>
                                    </p:set>
                                    <p:animEffect transition="in" filter="wipe(left)">
                                      <p:cBhvr>
                                        <p:cTn id="20" dur="500"/>
                                        <p:tgtEl>
                                          <p:spTgt spid="12290"/>
                                        </p:tgtEl>
                                      </p:cBhvr>
                                    </p:animEffect>
                                  </p:childTnLst>
                                </p:cTn>
                              </p:par>
                              <p:par>
                                <p:cTn id="21" presetID="37" presetClass="entr" presetSubtype="0" fill="hold" nodeType="withEffect">
                                  <p:stCondLst>
                                    <p:cond delay="300"/>
                                  </p:stCondLst>
                                  <p:childTnLst>
                                    <p:set>
                                      <p:cBhvr>
                                        <p:cTn id="22" dur="1" fill="hold">
                                          <p:stCondLst>
                                            <p:cond delay="0"/>
                                          </p:stCondLst>
                                        </p:cTn>
                                        <p:tgtEl>
                                          <p:spTgt spid="12292"/>
                                        </p:tgtEl>
                                        <p:attrNameLst>
                                          <p:attrName>style.visibility</p:attrName>
                                        </p:attrNameLst>
                                      </p:cBhvr>
                                      <p:to>
                                        <p:strVal val="visible"/>
                                      </p:to>
                                    </p:set>
                                    <p:animEffect transition="in" filter="fade">
                                      <p:cBhvr>
                                        <p:cTn id="23" dur="1000"/>
                                        <p:tgtEl>
                                          <p:spTgt spid="12292"/>
                                        </p:tgtEl>
                                      </p:cBhvr>
                                    </p:animEffect>
                                    <p:anim calcmode="lin" valueType="num">
                                      <p:cBhvr>
                                        <p:cTn id="24" dur="1000" fill="hold"/>
                                        <p:tgtEl>
                                          <p:spTgt spid="12292"/>
                                        </p:tgtEl>
                                        <p:attrNameLst>
                                          <p:attrName>ppt_x</p:attrName>
                                        </p:attrNameLst>
                                      </p:cBhvr>
                                      <p:tavLst>
                                        <p:tav tm="0">
                                          <p:val>
                                            <p:strVal val="#ppt_x"/>
                                          </p:val>
                                        </p:tav>
                                        <p:tav tm="100000">
                                          <p:val>
                                            <p:strVal val="#ppt_x"/>
                                          </p:val>
                                        </p:tav>
                                      </p:tavLst>
                                    </p:anim>
                                    <p:anim calcmode="lin" valueType="num">
                                      <p:cBhvr>
                                        <p:cTn id="25" dur="900" decel="100000" fill="hold"/>
                                        <p:tgtEl>
                                          <p:spTgt spid="12292"/>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12292"/>
                                        </p:tgtEl>
                                        <p:attrNameLst>
                                          <p:attrName>ppt_y</p:attrName>
                                        </p:attrNameLst>
                                      </p:cBhvr>
                                      <p:tavLst>
                                        <p:tav tm="0">
                                          <p:val>
                                            <p:strVal val="#ppt_y-.03"/>
                                          </p:val>
                                        </p:tav>
                                        <p:tav tm="100000">
                                          <p:val>
                                            <p:strVal val="#ppt_y"/>
                                          </p:val>
                                        </p:tav>
                                      </p:tavLst>
                                    </p:anim>
                                  </p:childTnLst>
                                </p:cTn>
                              </p:par>
                              <p:par>
                                <p:cTn id="27" presetID="37" presetClass="entr" presetSubtype="0" fill="hold" nodeType="withEffect">
                                  <p:stCondLst>
                                    <p:cond delay="600"/>
                                  </p:stCondLst>
                                  <p:childTnLst>
                                    <p:set>
                                      <p:cBhvr>
                                        <p:cTn id="28" dur="1" fill="hold">
                                          <p:stCondLst>
                                            <p:cond delay="0"/>
                                          </p:stCondLst>
                                        </p:cTn>
                                        <p:tgtEl>
                                          <p:spTgt spid="12298"/>
                                        </p:tgtEl>
                                        <p:attrNameLst>
                                          <p:attrName>style.visibility</p:attrName>
                                        </p:attrNameLst>
                                      </p:cBhvr>
                                      <p:to>
                                        <p:strVal val="visible"/>
                                      </p:to>
                                    </p:set>
                                    <p:animEffect transition="in" filter="fade">
                                      <p:cBhvr>
                                        <p:cTn id="29" dur="1000"/>
                                        <p:tgtEl>
                                          <p:spTgt spid="12298"/>
                                        </p:tgtEl>
                                      </p:cBhvr>
                                    </p:animEffect>
                                    <p:anim calcmode="lin" valueType="num">
                                      <p:cBhvr>
                                        <p:cTn id="30" dur="1000" fill="hold"/>
                                        <p:tgtEl>
                                          <p:spTgt spid="12298"/>
                                        </p:tgtEl>
                                        <p:attrNameLst>
                                          <p:attrName>ppt_x</p:attrName>
                                        </p:attrNameLst>
                                      </p:cBhvr>
                                      <p:tavLst>
                                        <p:tav tm="0">
                                          <p:val>
                                            <p:strVal val="#ppt_x"/>
                                          </p:val>
                                        </p:tav>
                                        <p:tav tm="100000">
                                          <p:val>
                                            <p:strVal val="#ppt_x"/>
                                          </p:val>
                                        </p:tav>
                                      </p:tavLst>
                                    </p:anim>
                                    <p:anim calcmode="lin" valueType="num">
                                      <p:cBhvr>
                                        <p:cTn id="31" dur="900" decel="100000" fill="hold"/>
                                        <p:tgtEl>
                                          <p:spTgt spid="12298"/>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12298"/>
                                        </p:tgtEl>
                                        <p:attrNameLst>
                                          <p:attrName>ppt_y</p:attrName>
                                        </p:attrNameLst>
                                      </p:cBhvr>
                                      <p:tavLst>
                                        <p:tav tm="0">
                                          <p:val>
                                            <p:strVal val="#ppt_y-.03"/>
                                          </p:val>
                                        </p:tav>
                                        <p:tav tm="100000">
                                          <p:val>
                                            <p:strVal val="#ppt_y"/>
                                          </p:val>
                                        </p:tav>
                                      </p:tavLst>
                                    </p:anim>
                                  </p:childTnLst>
                                </p:cTn>
                              </p:par>
                              <p:par>
                                <p:cTn id="33" presetID="37" presetClass="entr" presetSubtype="0" fill="hold" nodeType="withEffect">
                                  <p:stCondLst>
                                    <p:cond delay="0"/>
                                  </p:stCondLst>
                                  <p:childTnLst>
                                    <p:set>
                                      <p:cBhvr>
                                        <p:cTn id="34" dur="1" fill="hold">
                                          <p:stCondLst>
                                            <p:cond delay="0"/>
                                          </p:stCondLst>
                                        </p:cTn>
                                        <p:tgtEl>
                                          <p:spTgt spid="12291"/>
                                        </p:tgtEl>
                                        <p:attrNameLst>
                                          <p:attrName>style.visibility</p:attrName>
                                        </p:attrNameLst>
                                      </p:cBhvr>
                                      <p:to>
                                        <p:strVal val="visible"/>
                                      </p:to>
                                    </p:set>
                                    <p:animEffect transition="in" filter="fade">
                                      <p:cBhvr>
                                        <p:cTn id="35" dur="1000"/>
                                        <p:tgtEl>
                                          <p:spTgt spid="12291"/>
                                        </p:tgtEl>
                                      </p:cBhvr>
                                    </p:animEffect>
                                    <p:anim calcmode="lin" valueType="num">
                                      <p:cBhvr>
                                        <p:cTn id="36" dur="1000" fill="hold"/>
                                        <p:tgtEl>
                                          <p:spTgt spid="12291"/>
                                        </p:tgtEl>
                                        <p:attrNameLst>
                                          <p:attrName>ppt_x</p:attrName>
                                        </p:attrNameLst>
                                      </p:cBhvr>
                                      <p:tavLst>
                                        <p:tav tm="0">
                                          <p:val>
                                            <p:strVal val="#ppt_x"/>
                                          </p:val>
                                        </p:tav>
                                        <p:tav tm="100000">
                                          <p:val>
                                            <p:strVal val="#ppt_x"/>
                                          </p:val>
                                        </p:tav>
                                      </p:tavLst>
                                    </p:anim>
                                    <p:anim calcmode="lin" valueType="num">
                                      <p:cBhvr>
                                        <p:cTn id="37" dur="900" decel="100000" fill="hold"/>
                                        <p:tgtEl>
                                          <p:spTgt spid="12291"/>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12291"/>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2294"/>
                                        </p:tgtEl>
                                        <p:attrNameLst>
                                          <p:attrName>style.visibility</p:attrName>
                                        </p:attrNameLst>
                                      </p:cBhvr>
                                      <p:to>
                                        <p:strVal val="visible"/>
                                      </p:to>
                                    </p:set>
                                    <p:animEffect transition="in" filter="wipe(up)">
                                      <p:cBhvr>
                                        <p:cTn id="43" dur="500"/>
                                        <p:tgtEl>
                                          <p:spTgt spid="12294"/>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12295"/>
                                        </p:tgtEl>
                                        <p:attrNameLst>
                                          <p:attrName>style.visibility</p:attrName>
                                        </p:attrNameLst>
                                      </p:cBhvr>
                                      <p:to>
                                        <p:strVal val="visible"/>
                                      </p:to>
                                    </p:set>
                                    <p:anim calcmode="lin" valueType="num">
                                      <p:cBhvr>
                                        <p:cTn id="48" dur="500" fill="hold"/>
                                        <p:tgtEl>
                                          <p:spTgt spid="12295"/>
                                        </p:tgtEl>
                                        <p:attrNameLst>
                                          <p:attrName>ppt_w</p:attrName>
                                        </p:attrNameLst>
                                      </p:cBhvr>
                                      <p:tavLst>
                                        <p:tav tm="0">
                                          <p:val>
                                            <p:fltVal val="0"/>
                                          </p:val>
                                        </p:tav>
                                        <p:tav tm="100000">
                                          <p:val>
                                            <p:strVal val="#ppt_w"/>
                                          </p:val>
                                        </p:tav>
                                      </p:tavLst>
                                    </p:anim>
                                    <p:anim calcmode="lin" valueType="num">
                                      <p:cBhvr>
                                        <p:cTn id="49" dur="500" fill="hold"/>
                                        <p:tgtEl>
                                          <p:spTgt spid="12295"/>
                                        </p:tgtEl>
                                        <p:attrNameLst>
                                          <p:attrName>ppt_h</p:attrName>
                                        </p:attrNameLst>
                                      </p:cBhvr>
                                      <p:tavLst>
                                        <p:tav tm="0">
                                          <p:val>
                                            <p:fltVal val="0"/>
                                          </p:val>
                                        </p:tav>
                                        <p:tav tm="100000">
                                          <p:val>
                                            <p:strVal val="#ppt_h"/>
                                          </p:val>
                                        </p:tav>
                                      </p:tavLst>
                                    </p:anim>
                                    <p:anim calcmode="lin" valueType="num">
                                      <p:cBhvr>
                                        <p:cTn id="50" dur="500" fill="hold"/>
                                        <p:tgtEl>
                                          <p:spTgt spid="12295"/>
                                        </p:tgtEl>
                                        <p:attrNameLst>
                                          <p:attrName>style.rotation</p:attrName>
                                        </p:attrNameLst>
                                      </p:cBhvr>
                                      <p:tavLst>
                                        <p:tav tm="0">
                                          <p:val>
                                            <p:fltVal val="90"/>
                                          </p:val>
                                        </p:tav>
                                        <p:tav tm="100000">
                                          <p:val>
                                            <p:fltVal val="0"/>
                                          </p:val>
                                        </p:tav>
                                      </p:tavLst>
                                    </p:anim>
                                    <p:animEffect transition="in" filter="fade">
                                      <p:cBhvr>
                                        <p:cTn id="51" dur="500"/>
                                        <p:tgtEl>
                                          <p:spTgt spid="12295"/>
                                        </p:tgtEl>
                                      </p:cBhvr>
                                    </p:animEffect>
                                  </p:childTnLst>
                                </p:cTn>
                              </p:par>
                              <p:par>
                                <p:cTn id="52" presetID="37" presetClass="entr" presetSubtype="0" fill="hold" nodeType="withEffect">
                                  <p:stCondLst>
                                    <p:cond delay="200"/>
                                  </p:stCondLst>
                                  <p:childTnLst>
                                    <p:set>
                                      <p:cBhvr>
                                        <p:cTn id="53" dur="1" fill="hold">
                                          <p:stCondLst>
                                            <p:cond delay="0"/>
                                          </p:stCondLst>
                                        </p:cTn>
                                        <p:tgtEl>
                                          <p:spTgt spid="12296"/>
                                        </p:tgtEl>
                                        <p:attrNameLst>
                                          <p:attrName>style.visibility</p:attrName>
                                        </p:attrNameLst>
                                      </p:cBhvr>
                                      <p:to>
                                        <p:strVal val="visible"/>
                                      </p:to>
                                    </p:set>
                                    <p:animEffect transition="in" filter="fade">
                                      <p:cBhvr>
                                        <p:cTn id="54" dur="1000"/>
                                        <p:tgtEl>
                                          <p:spTgt spid="12296"/>
                                        </p:tgtEl>
                                      </p:cBhvr>
                                    </p:animEffect>
                                    <p:anim calcmode="lin" valueType="num">
                                      <p:cBhvr>
                                        <p:cTn id="55" dur="1000" fill="hold"/>
                                        <p:tgtEl>
                                          <p:spTgt spid="12296"/>
                                        </p:tgtEl>
                                        <p:attrNameLst>
                                          <p:attrName>ppt_x</p:attrName>
                                        </p:attrNameLst>
                                      </p:cBhvr>
                                      <p:tavLst>
                                        <p:tav tm="0">
                                          <p:val>
                                            <p:strVal val="#ppt_x"/>
                                          </p:val>
                                        </p:tav>
                                        <p:tav tm="100000">
                                          <p:val>
                                            <p:strVal val="#ppt_x"/>
                                          </p:val>
                                        </p:tav>
                                      </p:tavLst>
                                    </p:anim>
                                    <p:anim calcmode="lin" valueType="num">
                                      <p:cBhvr>
                                        <p:cTn id="56" dur="900" decel="100000" fill="hold"/>
                                        <p:tgtEl>
                                          <p:spTgt spid="12296"/>
                                        </p:tgtEl>
                                        <p:attrNameLst>
                                          <p:attrName>ppt_y</p:attrName>
                                        </p:attrNameLst>
                                      </p:cBhvr>
                                      <p:tavLst>
                                        <p:tav tm="0">
                                          <p:val>
                                            <p:strVal val="#ppt_y+1"/>
                                          </p:val>
                                        </p:tav>
                                        <p:tav tm="100000">
                                          <p:val>
                                            <p:strVal val="#ppt_y-.03"/>
                                          </p:val>
                                        </p:tav>
                                      </p:tavLst>
                                    </p:anim>
                                    <p:anim calcmode="lin" valueType="num">
                                      <p:cBhvr>
                                        <p:cTn id="57" dur="100" accel="100000" fill="hold">
                                          <p:stCondLst>
                                            <p:cond delay="900"/>
                                          </p:stCondLst>
                                        </p:cTn>
                                        <p:tgtEl>
                                          <p:spTgt spid="12296"/>
                                        </p:tgtEl>
                                        <p:attrNameLst>
                                          <p:attrName>ppt_y</p:attrName>
                                        </p:attrNameLst>
                                      </p:cBhvr>
                                      <p:tavLst>
                                        <p:tav tm="0">
                                          <p:val>
                                            <p:strVal val="#ppt_y-.03"/>
                                          </p:val>
                                        </p:tav>
                                        <p:tav tm="100000">
                                          <p:val>
                                            <p:strVal val="#ppt_y"/>
                                          </p:val>
                                        </p:tav>
                                      </p:tavLst>
                                    </p:anim>
                                  </p:childTnLst>
                                </p:cTn>
                              </p:par>
                              <p:par>
                                <p:cTn id="58" presetID="37" presetClass="entr" presetSubtype="0" fill="hold" nodeType="withEffect">
                                  <p:stCondLst>
                                    <p:cond delay="500"/>
                                  </p:stCondLst>
                                  <p:childTnLst>
                                    <p:set>
                                      <p:cBhvr>
                                        <p:cTn id="59" dur="1" fill="hold">
                                          <p:stCondLst>
                                            <p:cond delay="0"/>
                                          </p:stCondLst>
                                        </p:cTn>
                                        <p:tgtEl>
                                          <p:spTgt spid="12297"/>
                                        </p:tgtEl>
                                        <p:attrNameLst>
                                          <p:attrName>style.visibility</p:attrName>
                                        </p:attrNameLst>
                                      </p:cBhvr>
                                      <p:to>
                                        <p:strVal val="visible"/>
                                      </p:to>
                                    </p:set>
                                    <p:animEffect transition="in" filter="fade">
                                      <p:cBhvr>
                                        <p:cTn id="60" dur="1000"/>
                                        <p:tgtEl>
                                          <p:spTgt spid="12297"/>
                                        </p:tgtEl>
                                      </p:cBhvr>
                                    </p:animEffect>
                                    <p:anim calcmode="lin" valueType="num">
                                      <p:cBhvr>
                                        <p:cTn id="61" dur="1000" fill="hold"/>
                                        <p:tgtEl>
                                          <p:spTgt spid="12297"/>
                                        </p:tgtEl>
                                        <p:attrNameLst>
                                          <p:attrName>ppt_x</p:attrName>
                                        </p:attrNameLst>
                                      </p:cBhvr>
                                      <p:tavLst>
                                        <p:tav tm="0">
                                          <p:val>
                                            <p:strVal val="#ppt_x"/>
                                          </p:val>
                                        </p:tav>
                                        <p:tav tm="100000">
                                          <p:val>
                                            <p:strVal val="#ppt_x"/>
                                          </p:val>
                                        </p:tav>
                                      </p:tavLst>
                                    </p:anim>
                                    <p:anim calcmode="lin" valueType="num">
                                      <p:cBhvr>
                                        <p:cTn id="62" dur="900" decel="100000" fill="hold"/>
                                        <p:tgtEl>
                                          <p:spTgt spid="12297"/>
                                        </p:tgtEl>
                                        <p:attrNameLst>
                                          <p:attrName>ppt_y</p:attrName>
                                        </p:attrNameLst>
                                      </p:cBhvr>
                                      <p:tavLst>
                                        <p:tav tm="0">
                                          <p:val>
                                            <p:strVal val="#ppt_y+1"/>
                                          </p:val>
                                        </p:tav>
                                        <p:tav tm="100000">
                                          <p:val>
                                            <p:strVal val="#ppt_y-.03"/>
                                          </p:val>
                                        </p:tav>
                                      </p:tavLst>
                                    </p:anim>
                                    <p:anim calcmode="lin" valueType="num">
                                      <p:cBhvr>
                                        <p:cTn id="63" dur="100" accel="100000" fill="hold">
                                          <p:stCondLst>
                                            <p:cond delay="900"/>
                                          </p:stCondLst>
                                        </p:cTn>
                                        <p:tgtEl>
                                          <p:spTgt spid="1229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 grpId="0" animBg="1"/>
      <p:bldP spid="12290" grpId="0" animBg="1"/>
      <p:bldP spid="12293" grpId="0"/>
      <p:bldP spid="1229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AutoShape 1"/>
          <p:cNvSpPr/>
          <p:nvPr/>
        </p:nvSpPr>
        <p:spPr bwMode="auto">
          <a:xfrm>
            <a:off x="-12700" y="-114300"/>
            <a:ext cx="24384000" cy="13843000"/>
          </a:xfrm>
          <a:custGeom>
            <a:avLst/>
            <a:gdLst>
              <a:gd name="T0" fmla="*/ 2147483647 w 21600"/>
              <a:gd name="T1" fmla="*/ 2147483647 h 21600"/>
              <a:gd name="T2" fmla="*/ 0 w 21600"/>
              <a:gd name="T3" fmla="*/ 2147483647 h 21600"/>
              <a:gd name="T4" fmla="*/ 0 w 21600"/>
              <a:gd name="T5" fmla="*/ 0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gradFill rotWithShape="0">
            <a:gsLst>
              <a:gs pos="0">
                <a:srgbClr val="1D2835"/>
              </a:gs>
              <a:gs pos="100000">
                <a:srgbClr val="122B4E"/>
              </a:gs>
            </a:gsLst>
            <a:lin ang="5400000" scaled="1"/>
          </a:gradFill>
          <a:ln>
            <a:noFill/>
          </a:ln>
        </p:spPr>
        <p:txBody>
          <a:bodyPr lIns="0" tIns="0" rIns="0" bIns="0"/>
          <a:lstStyle/>
          <a:p>
            <a:endParaRPr lang="en-US"/>
          </a:p>
        </p:txBody>
      </p:sp>
      <p:sp>
        <p:nvSpPr>
          <p:cNvPr id="13314" name="Freeform 2"/>
          <p:cNvSpPr/>
          <p:nvPr/>
        </p:nvSpPr>
        <p:spPr bwMode="auto">
          <a:xfrm flipH="1">
            <a:off x="5113338" y="-2552700"/>
            <a:ext cx="6553200" cy="5778500"/>
          </a:xfrm>
          <a:custGeom>
            <a:avLst/>
            <a:gdLst>
              <a:gd name="T0" fmla="*/ 2147483647 w 21067"/>
              <a:gd name="T1" fmla="*/ 0 h 21564"/>
              <a:gd name="T2" fmla="*/ 2147483647 w 21067"/>
              <a:gd name="T3" fmla="*/ 2147483647 h 21564"/>
              <a:gd name="T4" fmla="*/ 2147483647 w 21067"/>
              <a:gd name="T5" fmla="*/ 2147483647 h 21564"/>
              <a:gd name="T6" fmla="*/ 0 w 21067"/>
              <a:gd name="T7" fmla="*/ 2147483647 h 215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067" h="21564">
                <a:moveTo>
                  <a:pt x="21054" y="0"/>
                </a:moveTo>
                <a:lnTo>
                  <a:pt x="21054" y="14977"/>
                </a:lnTo>
                <a:cubicBezTo>
                  <a:pt x="21054" y="14977"/>
                  <a:pt x="21600" y="21600"/>
                  <a:pt x="15690" y="21563"/>
                </a:cubicBezTo>
                <a:cubicBezTo>
                  <a:pt x="9822" y="21527"/>
                  <a:pt x="0" y="21345"/>
                  <a:pt x="0" y="21345"/>
                </a:cubicBezTo>
              </a:path>
            </a:pathLst>
          </a:custGeom>
          <a:noFill/>
          <a:ln w="38100" cap="flat">
            <a:solidFill>
              <a:srgbClr val="FDA531"/>
            </a:solidFill>
            <a:prstDash val="sysDot"/>
            <a:miter lim="800000"/>
            <a:headEnd type="none" w="med" len="med"/>
            <a:tailEnd type="none" w="med" len="med"/>
          </a:ln>
        </p:spPr>
        <p:txBody>
          <a:bodyPr lIns="0" tIns="0" rIns="0" bIns="0"/>
          <a:lstStyle/>
          <a:p>
            <a:endParaRPr lang="en-US"/>
          </a:p>
        </p:txBody>
      </p:sp>
      <p:grpSp>
        <p:nvGrpSpPr>
          <p:cNvPr id="13315" name="Group 3"/>
          <p:cNvGrpSpPr/>
          <p:nvPr/>
        </p:nvGrpSpPr>
        <p:grpSpPr bwMode="auto">
          <a:xfrm>
            <a:off x="11544300" y="1250950"/>
            <a:ext cx="5168900" cy="3987800"/>
            <a:chOff x="11544300" y="1250950"/>
            <a:chExt cx="5168900" cy="3987800"/>
          </a:xfrm>
        </p:grpSpPr>
        <p:grpSp>
          <p:nvGrpSpPr>
            <p:cNvPr id="14441" name="Group 8"/>
            <p:cNvGrpSpPr/>
            <p:nvPr/>
          </p:nvGrpSpPr>
          <p:grpSpPr bwMode="auto">
            <a:xfrm>
              <a:off x="11544300" y="2085975"/>
              <a:ext cx="5168900" cy="3152775"/>
              <a:chOff x="0" y="0"/>
              <a:chExt cx="3256" cy="1986"/>
            </a:xfrm>
          </p:grpSpPr>
          <p:sp>
            <p:nvSpPr>
              <p:cNvPr id="14455" name="AutoShape 3"/>
              <p:cNvSpPr/>
              <p:nvPr/>
            </p:nvSpPr>
            <p:spPr bwMode="auto">
              <a:xfrm>
                <a:off x="424" y="521"/>
                <a:ext cx="366" cy="11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7DBD94"/>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56" name="AutoShape 4"/>
              <p:cNvSpPr/>
              <p:nvPr/>
            </p:nvSpPr>
            <p:spPr bwMode="auto">
              <a:xfrm>
                <a:off x="1445" y="830"/>
                <a:ext cx="365" cy="11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7DBD94"/>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57" name="AutoShape 5"/>
              <p:cNvSpPr/>
              <p:nvPr/>
            </p:nvSpPr>
            <p:spPr bwMode="auto">
              <a:xfrm>
                <a:off x="2443" y="521"/>
                <a:ext cx="365" cy="11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7DBD94"/>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58" name="AutoShape 6"/>
              <p:cNvSpPr/>
              <p:nvPr/>
            </p:nvSpPr>
            <p:spPr bwMode="auto">
              <a:xfrm>
                <a:off x="0" y="133"/>
                <a:ext cx="3256" cy="1458"/>
              </a:xfrm>
              <a:custGeom>
                <a:avLst/>
                <a:gdLst>
                  <a:gd name="T0" fmla="*/ 11 w 21600"/>
                  <a:gd name="T1" fmla="*/ 0 h 21600"/>
                  <a:gd name="T2" fmla="*/ 6 w 21600"/>
                  <a:gd name="T3" fmla="*/ 0 h 21600"/>
                  <a:gd name="T4" fmla="*/ 0 w 21600"/>
                  <a:gd name="T5" fmla="*/ 0 h 21600"/>
                  <a:gd name="T6" fmla="*/ 6 w 21600"/>
                  <a:gd name="T7" fmla="*/ 0 h 21600"/>
                  <a:gd name="T8" fmla="*/ 11 w 21600"/>
                  <a:gd name="T9" fmla="*/ 0 h 21600"/>
                  <a:gd name="T10" fmla="*/ 1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368FE2"/>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59" name="AutoShape 7"/>
              <p:cNvSpPr/>
              <p:nvPr/>
            </p:nvSpPr>
            <p:spPr bwMode="auto">
              <a:xfrm>
                <a:off x="175" y="0"/>
                <a:ext cx="2900" cy="1251"/>
              </a:xfrm>
              <a:custGeom>
                <a:avLst/>
                <a:gdLst>
                  <a:gd name="T0" fmla="*/ 7 w 21600"/>
                  <a:gd name="T1" fmla="*/ 0 h 21600"/>
                  <a:gd name="T2" fmla="*/ 3 w 21600"/>
                  <a:gd name="T3" fmla="*/ 0 h 21600"/>
                  <a:gd name="T4" fmla="*/ 0 w 21600"/>
                  <a:gd name="T5" fmla="*/ 0 h 21600"/>
                  <a:gd name="T6" fmla="*/ 3 w 21600"/>
                  <a:gd name="T7" fmla="*/ 0 h 21600"/>
                  <a:gd name="T8" fmla="*/ 7 w 21600"/>
                  <a:gd name="T9" fmla="*/ 0 h 21600"/>
                  <a:gd name="T10" fmla="*/ 7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176283"/>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14442" name="Oval 9"/>
            <p:cNvSpPr/>
            <p:nvPr/>
          </p:nvSpPr>
          <p:spPr bwMode="auto">
            <a:xfrm>
              <a:off x="12634913" y="2135188"/>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3" name="Oval 10"/>
            <p:cNvSpPr/>
            <p:nvPr/>
          </p:nvSpPr>
          <p:spPr bwMode="auto">
            <a:xfrm>
              <a:off x="12085638" y="2854325"/>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4" name="Oval 11"/>
            <p:cNvSpPr/>
            <p:nvPr/>
          </p:nvSpPr>
          <p:spPr bwMode="auto">
            <a:xfrm>
              <a:off x="12565063" y="3224213"/>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5" name="Oval 12"/>
            <p:cNvSpPr/>
            <p:nvPr/>
          </p:nvSpPr>
          <p:spPr bwMode="auto">
            <a:xfrm>
              <a:off x="13142913" y="3433763"/>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6" name="Oval 13"/>
            <p:cNvSpPr/>
            <p:nvPr/>
          </p:nvSpPr>
          <p:spPr bwMode="auto">
            <a:xfrm>
              <a:off x="13812838" y="3554413"/>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7" name="Oval 14"/>
            <p:cNvSpPr/>
            <p:nvPr/>
          </p:nvSpPr>
          <p:spPr bwMode="auto">
            <a:xfrm>
              <a:off x="14451013" y="3524250"/>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8" name="Oval 15"/>
            <p:cNvSpPr/>
            <p:nvPr/>
          </p:nvSpPr>
          <p:spPr bwMode="auto">
            <a:xfrm>
              <a:off x="15070138" y="3373438"/>
              <a:ext cx="266700" cy="268287"/>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49" name="Oval 16"/>
            <p:cNvSpPr/>
            <p:nvPr/>
          </p:nvSpPr>
          <p:spPr bwMode="auto">
            <a:xfrm>
              <a:off x="15687675" y="3063875"/>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50" name="Oval 17"/>
            <p:cNvSpPr/>
            <p:nvPr/>
          </p:nvSpPr>
          <p:spPr bwMode="auto">
            <a:xfrm>
              <a:off x="15768638" y="2484438"/>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51" name="Oval 18"/>
            <p:cNvSpPr/>
            <p:nvPr/>
          </p:nvSpPr>
          <p:spPr bwMode="auto">
            <a:xfrm>
              <a:off x="15319375" y="2135188"/>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52" name="Oval 19"/>
            <p:cNvSpPr/>
            <p:nvPr/>
          </p:nvSpPr>
          <p:spPr bwMode="auto">
            <a:xfrm>
              <a:off x="12276138" y="2414588"/>
              <a:ext cx="266700" cy="266700"/>
            </a:xfrm>
            <a:prstGeom prst="ellipse">
              <a:avLst/>
            </a:prstGeom>
            <a:solidFill>
              <a:srgbClr val="FDC131"/>
            </a:solidFill>
            <a:ln w="25400">
              <a:solidFill>
                <a:schemeClr val="tx1">
                  <a:alpha val="0"/>
                </a:schemeClr>
              </a:solidFill>
              <a:miter lim="800000"/>
            </a:ln>
          </p:spPr>
          <p:txBody>
            <a:bodyPr lIns="0" tIns="0" rIns="0" bIns="0"/>
            <a:lstStyle/>
            <a:p>
              <a:endParaRPr lang="en-US"/>
            </a:p>
          </p:txBody>
        </p:sp>
        <p:sp>
          <p:nvSpPr>
            <p:cNvPr id="14453" name="AutoShape 20"/>
            <p:cNvSpPr/>
            <p:nvPr/>
          </p:nvSpPr>
          <p:spPr bwMode="auto">
            <a:xfrm>
              <a:off x="12774613" y="1250950"/>
              <a:ext cx="2698750" cy="20955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0 h 21600"/>
                <a:gd name="T14" fmla="*/ 2147483647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0800" y="0"/>
                  </a:moveTo>
                  <a:cubicBezTo>
                    <a:pt x="4835" y="0"/>
                    <a:pt x="0" y="6166"/>
                    <a:pt x="0" y="13771"/>
                  </a:cubicBezTo>
                  <a:cubicBezTo>
                    <a:pt x="0" y="15116"/>
                    <a:pt x="152" y="16415"/>
                    <a:pt x="434" y="17644"/>
                  </a:cubicBezTo>
                  <a:cubicBezTo>
                    <a:pt x="2987" y="20073"/>
                    <a:pt x="6686" y="21600"/>
                    <a:pt x="10800" y="21600"/>
                  </a:cubicBezTo>
                  <a:cubicBezTo>
                    <a:pt x="14914" y="21600"/>
                    <a:pt x="18613" y="20073"/>
                    <a:pt x="21166" y="17644"/>
                  </a:cubicBezTo>
                  <a:cubicBezTo>
                    <a:pt x="21448" y="16415"/>
                    <a:pt x="21600" y="15116"/>
                    <a:pt x="21600" y="13771"/>
                  </a:cubicBezTo>
                  <a:cubicBezTo>
                    <a:pt x="21600" y="6166"/>
                    <a:pt x="16765" y="0"/>
                    <a:pt x="10800" y="0"/>
                  </a:cubicBezTo>
                  <a:close/>
                  <a:moveTo>
                    <a:pt x="10800" y="0"/>
                  </a:moveTo>
                </a:path>
              </a:pathLst>
            </a:custGeom>
            <a:solidFill>
              <a:srgbClr val="CFD6DC"/>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54" name="Freeform 21"/>
            <p:cNvSpPr/>
            <p:nvPr/>
          </p:nvSpPr>
          <p:spPr bwMode="auto">
            <a:xfrm>
              <a:off x="13885863" y="1500188"/>
              <a:ext cx="1265237" cy="1328737"/>
            </a:xfrm>
            <a:custGeom>
              <a:avLst/>
              <a:gdLst>
                <a:gd name="T0" fmla="*/ 2147483647 w 19020"/>
                <a:gd name="T1" fmla="*/ 0 h 21199"/>
                <a:gd name="T2" fmla="*/ 2147483647 w 19020"/>
                <a:gd name="T3" fmla="*/ 2147483647 h 21199"/>
                <a:gd name="T4" fmla="*/ 2147483647 w 19020"/>
                <a:gd name="T5" fmla="*/ 2147483647 h 21199"/>
                <a:gd name="T6" fmla="*/ 2147483647 w 19020"/>
                <a:gd name="T7" fmla="*/ 2147483647 h 21199"/>
                <a:gd name="T8" fmla="*/ 2147483647 w 19020"/>
                <a:gd name="T9" fmla="*/ 2147483647 h 21199"/>
                <a:gd name="T10" fmla="*/ 2147483647 w 19020"/>
                <a:gd name="T11" fmla="*/ 0 h 21199"/>
                <a:gd name="T12" fmla="*/ 2147483647 w 19020"/>
                <a:gd name="T13" fmla="*/ 0 h 211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020" h="21199">
                  <a:moveTo>
                    <a:pt x="6255" y="0"/>
                  </a:moveTo>
                  <a:cubicBezTo>
                    <a:pt x="6255" y="0"/>
                    <a:pt x="14890" y="1430"/>
                    <a:pt x="17548" y="8008"/>
                  </a:cubicBezTo>
                  <a:cubicBezTo>
                    <a:pt x="20207" y="14585"/>
                    <a:pt x="18964" y="20766"/>
                    <a:pt x="16204" y="21183"/>
                  </a:cubicBezTo>
                  <a:cubicBezTo>
                    <a:pt x="13445" y="21600"/>
                    <a:pt x="14114" y="13720"/>
                    <a:pt x="12032" y="11004"/>
                  </a:cubicBezTo>
                  <a:cubicBezTo>
                    <a:pt x="9950" y="8288"/>
                    <a:pt x="2337" y="11923"/>
                    <a:pt x="472" y="7787"/>
                  </a:cubicBezTo>
                  <a:cubicBezTo>
                    <a:pt x="-1393" y="3651"/>
                    <a:pt x="2634" y="67"/>
                    <a:pt x="6255" y="0"/>
                  </a:cubicBezTo>
                  <a:close/>
                  <a:moveTo>
                    <a:pt x="6255" y="0"/>
                  </a:moveTo>
                </a:path>
              </a:pathLst>
            </a:custGeom>
            <a:solidFill>
              <a:srgbClr val="FFFFFF"/>
            </a:solidFill>
            <a:ln w="38100" cap="flat">
              <a:solidFill>
                <a:srgbClr val="FFFFFF"/>
              </a:solidFill>
              <a:prstDash val="solid"/>
              <a:miter lim="800000"/>
              <a:headEnd type="none" w="med" len="med"/>
              <a:tailEnd type="none" w="med" len="med"/>
            </a:ln>
          </p:spPr>
          <p:txBody>
            <a:bodyPr lIns="0" tIns="0" rIns="0" bIns="0"/>
            <a:lstStyle/>
            <a:p>
              <a:endParaRPr lang="en-US"/>
            </a:p>
          </p:txBody>
        </p:sp>
      </p:grpSp>
      <p:grpSp>
        <p:nvGrpSpPr>
          <p:cNvPr id="13316" name="Group 2"/>
          <p:cNvGrpSpPr/>
          <p:nvPr/>
        </p:nvGrpSpPr>
        <p:grpSpPr bwMode="auto">
          <a:xfrm>
            <a:off x="16683038" y="571500"/>
            <a:ext cx="5110162" cy="2139950"/>
            <a:chOff x="16683038" y="571500"/>
            <a:chExt cx="5110162" cy="2139950"/>
          </a:xfrm>
        </p:grpSpPr>
        <p:sp>
          <p:nvSpPr>
            <p:cNvPr id="14439" name="Freeform 22"/>
            <p:cNvSpPr/>
            <p:nvPr/>
          </p:nvSpPr>
          <p:spPr bwMode="auto">
            <a:xfrm>
              <a:off x="16683038" y="2103438"/>
              <a:ext cx="1035050" cy="608012"/>
            </a:xfrm>
            <a:custGeom>
              <a:avLst/>
              <a:gdLst>
                <a:gd name="T0" fmla="*/ 0 w 20290"/>
                <a:gd name="T1" fmla="*/ 2147483647 h 20351"/>
                <a:gd name="T2" fmla="*/ 2147483647 w 20290"/>
                <a:gd name="T3" fmla="*/ 2147483647 h 20351"/>
                <a:gd name="T4" fmla="*/ 2147483647 w 20290"/>
                <a:gd name="T5" fmla="*/ 0 h 20351"/>
                <a:gd name="T6" fmla="*/ 0 60000 65536"/>
                <a:gd name="T7" fmla="*/ 0 60000 65536"/>
                <a:gd name="T8" fmla="*/ 0 60000 65536"/>
              </a:gdLst>
              <a:ahLst/>
              <a:cxnLst>
                <a:cxn ang="T6">
                  <a:pos x="T0" y="T1"/>
                </a:cxn>
                <a:cxn ang="T7">
                  <a:pos x="T2" y="T3"/>
                </a:cxn>
                <a:cxn ang="T8">
                  <a:pos x="T4" y="T5"/>
                </a:cxn>
              </a:cxnLst>
              <a:rect l="0" t="0" r="r" b="b"/>
              <a:pathLst>
                <a:path w="20290" h="20351">
                  <a:moveTo>
                    <a:pt x="0" y="20290"/>
                  </a:moveTo>
                  <a:cubicBezTo>
                    <a:pt x="0" y="20290"/>
                    <a:pt x="12012" y="21600"/>
                    <a:pt x="16806" y="12120"/>
                  </a:cubicBezTo>
                  <a:cubicBezTo>
                    <a:pt x="21600" y="2641"/>
                    <a:pt x="20051" y="0"/>
                    <a:pt x="20051" y="0"/>
                  </a:cubicBezTo>
                </a:path>
              </a:pathLst>
            </a:custGeom>
            <a:noFill/>
            <a:ln w="38100" cap="flat">
              <a:solidFill>
                <a:srgbClr val="FFFFFF"/>
              </a:solidFill>
              <a:prstDash val="solid"/>
              <a:miter lim="800000"/>
              <a:headEnd type="none" w="med" len="med"/>
              <a:tailEnd type="none" w="med" len="med"/>
            </a:ln>
          </p:spPr>
          <p:txBody>
            <a:bodyPr lIns="0" tIns="0" rIns="0" bIns="0"/>
            <a:lstStyle/>
            <a:p>
              <a:endParaRPr lang="en-US"/>
            </a:p>
          </p:txBody>
        </p:sp>
        <p:sp>
          <p:nvSpPr>
            <p:cNvPr id="14440" name="Rectangle 23"/>
            <p:cNvSpPr/>
            <p:nvPr/>
          </p:nvSpPr>
          <p:spPr bwMode="auto">
            <a:xfrm>
              <a:off x="17272000" y="571500"/>
              <a:ext cx="4521200" cy="1549400"/>
            </a:xfrm>
            <a:prstGeom prst="rect">
              <a:avLst/>
            </a:prstGeom>
            <a:noFill/>
            <a:ln>
              <a:noFill/>
            </a:ln>
          </p:spPr>
          <p:txBody>
            <a:bodyPr lIns="0" tIns="0" rIns="0" bIns="0" anchor="ctr"/>
            <a:lstStyle/>
            <a:p>
              <a:pPr algn="l"/>
              <a:r>
                <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Let's Go Social!</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13317" name="Group 47"/>
          <p:cNvGrpSpPr/>
          <p:nvPr/>
        </p:nvGrpSpPr>
        <p:grpSpPr bwMode="auto">
          <a:xfrm>
            <a:off x="-2133600" y="9067800"/>
            <a:ext cx="8331200" cy="8407400"/>
            <a:chOff x="0" y="0"/>
            <a:chExt cx="5248" cy="5296"/>
          </a:xfrm>
        </p:grpSpPr>
        <p:grpSp>
          <p:nvGrpSpPr>
            <p:cNvPr id="14429" name="Group 42"/>
            <p:cNvGrpSpPr/>
            <p:nvPr/>
          </p:nvGrpSpPr>
          <p:grpSpPr bwMode="auto">
            <a:xfrm>
              <a:off x="0" y="51"/>
              <a:ext cx="5248" cy="5245"/>
              <a:chOff x="0" y="0"/>
              <a:chExt cx="5248" cy="5244"/>
            </a:xfrm>
          </p:grpSpPr>
          <p:sp>
            <p:nvSpPr>
              <p:cNvPr id="14434" name="AutoShape 37"/>
              <p:cNvSpPr/>
              <p:nvPr/>
            </p:nvSpPr>
            <p:spPr bwMode="auto">
              <a:xfrm>
                <a:off x="0" y="0"/>
                <a:ext cx="5248" cy="5244"/>
              </a:xfrm>
              <a:custGeom>
                <a:avLst/>
                <a:gdLst>
                  <a:gd name="T0" fmla="*/ 75 w 21600"/>
                  <a:gd name="T1" fmla="*/ 38 h 21600"/>
                  <a:gd name="T2" fmla="*/ 38 w 21600"/>
                  <a:gd name="T3" fmla="*/ 75 h 21600"/>
                  <a:gd name="T4" fmla="*/ 0 w 21600"/>
                  <a:gd name="T5" fmla="*/ 38 h 21600"/>
                  <a:gd name="T6" fmla="*/ 38 w 21600"/>
                  <a:gd name="T7" fmla="*/ 0 h 21600"/>
                  <a:gd name="T8" fmla="*/ 75 w 21600"/>
                  <a:gd name="T9" fmla="*/ 38 h 21600"/>
                  <a:gd name="T10" fmla="*/ 75 w 21600"/>
                  <a:gd name="T11" fmla="*/ 3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368FE2"/>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35" name="AutoShape 38"/>
              <p:cNvSpPr/>
              <p:nvPr/>
            </p:nvSpPr>
            <p:spPr bwMode="auto">
              <a:xfrm>
                <a:off x="2246" y="1930"/>
                <a:ext cx="810" cy="725"/>
              </a:xfrm>
              <a:custGeom>
                <a:avLst/>
                <a:gdLst>
                  <a:gd name="T0" fmla="*/ 0 w 20046"/>
                  <a:gd name="T1" fmla="*/ 0 h 20332"/>
                  <a:gd name="T2" fmla="*/ 0 w 20046"/>
                  <a:gd name="T3" fmla="*/ 0 h 20332"/>
                  <a:gd name="T4" fmla="*/ 0 w 20046"/>
                  <a:gd name="T5" fmla="*/ 0 h 20332"/>
                  <a:gd name="T6" fmla="*/ 0 w 20046"/>
                  <a:gd name="T7" fmla="*/ 0 h 20332"/>
                  <a:gd name="T8" fmla="*/ 0 w 20046"/>
                  <a:gd name="T9" fmla="*/ 0 h 20332"/>
                  <a:gd name="T10" fmla="*/ 0 w 20046"/>
                  <a:gd name="T11" fmla="*/ 0 h 20332"/>
                  <a:gd name="T12" fmla="*/ 0 w 20046"/>
                  <a:gd name="T13" fmla="*/ 0 h 20332"/>
                  <a:gd name="T14" fmla="*/ 0 w 20046"/>
                  <a:gd name="T15" fmla="*/ 0 h 20332"/>
                  <a:gd name="T16" fmla="*/ 0 w 20046"/>
                  <a:gd name="T17" fmla="*/ 0 h 20332"/>
                  <a:gd name="T18" fmla="*/ 0 w 20046"/>
                  <a:gd name="T19" fmla="*/ 0 h 20332"/>
                  <a:gd name="T20" fmla="*/ 0 w 20046"/>
                  <a:gd name="T21" fmla="*/ 0 h 20332"/>
                  <a:gd name="T22" fmla="*/ 0 w 20046"/>
                  <a:gd name="T23" fmla="*/ 0 h 203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046" h="20332">
                    <a:moveTo>
                      <a:pt x="337" y="0"/>
                    </a:moveTo>
                    <a:cubicBezTo>
                      <a:pt x="337" y="0"/>
                      <a:pt x="-422" y="9543"/>
                      <a:pt x="337" y="11361"/>
                    </a:cubicBezTo>
                    <a:cubicBezTo>
                      <a:pt x="1096" y="13179"/>
                      <a:pt x="3412" y="15104"/>
                      <a:pt x="6317" y="17270"/>
                    </a:cubicBezTo>
                    <a:cubicBezTo>
                      <a:pt x="9223" y="19435"/>
                      <a:pt x="14752" y="21600"/>
                      <a:pt x="16760" y="19435"/>
                    </a:cubicBezTo>
                    <a:cubicBezTo>
                      <a:pt x="18768" y="17270"/>
                      <a:pt x="18236" y="14542"/>
                      <a:pt x="18703" y="13179"/>
                    </a:cubicBezTo>
                    <a:cubicBezTo>
                      <a:pt x="19170" y="11816"/>
                      <a:pt x="21178" y="12725"/>
                      <a:pt x="19170" y="11816"/>
                    </a:cubicBezTo>
                    <a:cubicBezTo>
                      <a:pt x="17162" y="10907"/>
                      <a:pt x="17563" y="12606"/>
                      <a:pt x="14752" y="10166"/>
                    </a:cubicBezTo>
                    <a:cubicBezTo>
                      <a:pt x="11940" y="7726"/>
                      <a:pt x="10023" y="4999"/>
                      <a:pt x="10023" y="4999"/>
                    </a:cubicBezTo>
                    <a:cubicBezTo>
                      <a:pt x="10023" y="4999"/>
                      <a:pt x="11326" y="4544"/>
                      <a:pt x="9223" y="3636"/>
                    </a:cubicBezTo>
                    <a:cubicBezTo>
                      <a:pt x="7121" y="2727"/>
                      <a:pt x="5810" y="1818"/>
                      <a:pt x="4457" y="1818"/>
                    </a:cubicBezTo>
                    <a:cubicBezTo>
                      <a:pt x="3104" y="1818"/>
                      <a:pt x="337" y="0"/>
                      <a:pt x="337" y="0"/>
                    </a:cubicBezTo>
                    <a:close/>
                    <a:moveTo>
                      <a:pt x="337" y="0"/>
                    </a:moveTo>
                  </a:path>
                </a:pathLst>
              </a:custGeom>
              <a:solidFill>
                <a:srgbClr val="E4DBBD"/>
              </a:solidFill>
              <a:ln>
                <a:noFill/>
              </a:ln>
            </p:spPr>
            <p:txBody>
              <a:bodyPr lIns="0" tIns="0" rIns="0" bIns="0"/>
              <a:lstStyle/>
              <a:p>
                <a:endParaRPr lang="en-US"/>
              </a:p>
            </p:txBody>
          </p:sp>
          <p:sp>
            <p:nvSpPr>
              <p:cNvPr id="14436" name="AutoShape 39"/>
              <p:cNvSpPr/>
              <p:nvPr/>
            </p:nvSpPr>
            <p:spPr bwMode="auto">
              <a:xfrm>
                <a:off x="3442" y="2691"/>
                <a:ext cx="504" cy="283"/>
              </a:xfrm>
              <a:custGeom>
                <a:avLst/>
                <a:gdLst>
                  <a:gd name="T0" fmla="*/ 0 w 18617"/>
                  <a:gd name="T1" fmla="*/ 0 h 16230"/>
                  <a:gd name="T2" fmla="*/ 0 w 18617"/>
                  <a:gd name="T3" fmla="*/ 0 h 16230"/>
                  <a:gd name="T4" fmla="*/ 0 w 18617"/>
                  <a:gd name="T5" fmla="*/ 0 h 16230"/>
                  <a:gd name="T6" fmla="*/ 0 w 18617"/>
                  <a:gd name="T7" fmla="*/ 0 h 16230"/>
                  <a:gd name="T8" fmla="*/ 0 w 18617"/>
                  <a:gd name="T9" fmla="*/ 0 h 16230"/>
                  <a:gd name="T10" fmla="*/ 0 w 18617"/>
                  <a:gd name="T11" fmla="*/ 0 h 16230"/>
                  <a:gd name="T12" fmla="*/ 0 w 18617"/>
                  <a:gd name="T13" fmla="*/ 0 h 16230"/>
                  <a:gd name="T14" fmla="*/ 0 w 18617"/>
                  <a:gd name="T15" fmla="*/ 0 h 16230"/>
                  <a:gd name="T16" fmla="*/ 0 w 18617"/>
                  <a:gd name="T17" fmla="*/ 0 h 162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17" h="16230">
                    <a:moveTo>
                      <a:pt x="7838" y="15777"/>
                    </a:moveTo>
                    <a:cubicBezTo>
                      <a:pt x="7838" y="15777"/>
                      <a:pt x="7815" y="13725"/>
                      <a:pt x="11406" y="15588"/>
                    </a:cubicBezTo>
                    <a:cubicBezTo>
                      <a:pt x="14997" y="17452"/>
                      <a:pt x="18617" y="14665"/>
                      <a:pt x="18617" y="14665"/>
                    </a:cubicBezTo>
                    <a:lnTo>
                      <a:pt x="4822" y="3331"/>
                    </a:lnTo>
                    <a:cubicBezTo>
                      <a:pt x="4822" y="3331"/>
                      <a:pt x="3026" y="-4148"/>
                      <a:pt x="2428" y="3308"/>
                    </a:cubicBezTo>
                    <a:cubicBezTo>
                      <a:pt x="1829" y="10764"/>
                      <a:pt x="1231" y="6281"/>
                      <a:pt x="1829" y="10941"/>
                    </a:cubicBezTo>
                    <a:cubicBezTo>
                      <a:pt x="2428" y="15600"/>
                      <a:pt x="-2983" y="15777"/>
                      <a:pt x="2428" y="15777"/>
                    </a:cubicBezTo>
                    <a:cubicBezTo>
                      <a:pt x="7838" y="15777"/>
                      <a:pt x="7838" y="15777"/>
                      <a:pt x="7838" y="15777"/>
                    </a:cubicBezTo>
                    <a:close/>
                    <a:moveTo>
                      <a:pt x="7838" y="15777"/>
                    </a:moveTo>
                  </a:path>
                </a:pathLst>
              </a:custGeom>
              <a:solidFill>
                <a:srgbClr val="E4DBBD"/>
              </a:solidFill>
              <a:ln>
                <a:noFill/>
              </a:ln>
            </p:spPr>
            <p:txBody>
              <a:bodyPr lIns="0" tIns="0" rIns="0" bIns="0"/>
              <a:lstStyle/>
              <a:p>
                <a:endParaRPr lang="en-US"/>
              </a:p>
            </p:txBody>
          </p:sp>
          <p:sp>
            <p:nvSpPr>
              <p:cNvPr id="14437" name="AutoShape 40"/>
              <p:cNvSpPr/>
              <p:nvPr/>
            </p:nvSpPr>
            <p:spPr bwMode="auto">
              <a:xfrm>
                <a:off x="3941" y="2297"/>
                <a:ext cx="382" cy="245"/>
              </a:xfrm>
              <a:custGeom>
                <a:avLst/>
                <a:gdLst>
                  <a:gd name="T0" fmla="*/ 0 w 18838"/>
                  <a:gd name="T1" fmla="*/ 0 h 20832"/>
                  <a:gd name="T2" fmla="*/ 0 w 18838"/>
                  <a:gd name="T3" fmla="*/ 0 h 20832"/>
                  <a:gd name="T4" fmla="*/ 0 w 18838"/>
                  <a:gd name="T5" fmla="*/ 0 h 20832"/>
                  <a:gd name="T6" fmla="*/ 0 w 18838"/>
                  <a:gd name="T7" fmla="*/ 0 h 20832"/>
                  <a:gd name="T8" fmla="*/ 0 w 18838"/>
                  <a:gd name="T9" fmla="*/ 0 h 20832"/>
                  <a:gd name="T10" fmla="*/ 0 w 18838"/>
                  <a:gd name="T11" fmla="*/ 0 h 20832"/>
                  <a:gd name="T12" fmla="*/ 0 w 18838"/>
                  <a:gd name="T13" fmla="*/ 0 h 20832"/>
                  <a:gd name="T14" fmla="*/ 0 w 18838"/>
                  <a:gd name="T15" fmla="*/ 0 h 208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838" h="20832">
                    <a:moveTo>
                      <a:pt x="0" y="10545"/>
                    </a:moveTo>
                    <a:cubicBezTo>
                      <a:pt x="0" y="10545"/>
                      <a:pt x="5883" y="18837"/>
                      <a:pt x="5727" y="20218"/>
                    </a:cubicBezTo>
                    <a:cubicBezTo>
                      <a:pt x="5571" y="21600"/>
                      <a:pt x="14036" y="20218"/>
                      <a:pt x="14036" y="20218"/>
                    </a:cubicBezTo>
                    <a:cubicBezTo>
                      <a:pt x="14036" y="20218"/>
                      <a:pt x="11281" y="20833"/>
                      <a:pt x="14036" y="15689"/>
                    </a:cubicBezTo>
                    <a:cubicBezTo>
                      <a:pt x="16791" y="10545"/>
                      <a:pt x="21600" y="11926"/>
                      <a:pt x="16791" y="10545"/>
                    </a:cubicBezTo>
                    <a:cubicBezTo>
                      <a:pt x="11982" y="9163"/>
                      <a:pt x="5727" y="0"/>
                      <a:pt x="5727" y="0"/>
                    </a:cubicBezTo>
                    <a:cubicBezTo>
                      <a:pt x="5727" y="0"/>
                      <a:pt x="0" y="10545"/>
                      <a:pt x="0" y="10545"/>
                    </a:cubicBezTo>
                    <a:close/>
                    <a:moveTo>
                      <a:pt x="0" y="10545"/>
                    </a:moveTo>
                  </a:path>
                </a:pathLst>
              </a:custGeom>
              <a:solidFill>
                <a:srgbClr val="E4DBBD"/>
              </a:solidFill>
              <a:ln>
                <a:noFill/>
              </a:ln>
            </p:spPr>
            <p:txBody>
              <a:bodyPr lIns="0" tIns="0" rIns="0" bIns="0"/>
              <a:lstStyle/>
              <a:p>
                <a:endParaRPr lang="en-US"/>
              </a:p>
            </p:txBody>
          </p:sp>
          <p:sp>
            <p:nvSpPr>
              <p:cNvPr id="14438" name="AutoShape 41"/>
              <p:cNvSpPr/>
              <p:nvPr/>
            </p:nvSpPr>
            <p:spPr bwMode="auto">
              <a:xfrm>
                <a:off x="762" y="0"/>
                <a:ext cx="4369" cy="1914"/>
              </a:xfrm>
              <a:custGeom>
                <a:avLst/>
                <a:gdLst>
                  <a:gd name="T0" fmla="*/ 15 w 21600"/>
                  <a:gd name="T1" fmla="*/ 0 h 20193"/>
                  <a:gd name="T2" fmla="*/ 1 w 21600"/>
                  <a:gd name="T3" fmla="*/ 1 h 20193"/>
                  <a:gd name="T4" fmla="*/ 0 w 21600"/>
                  <a:gd name="T5" fmla="*/ 1 h 20193"/>
                  <a:gd name="T6" fmla="*/ 0 w 21600"/>
                  <a:gd name="T7" fmla="*/ 1 h 20193"/>
                  <a:gd name="T8" fmla="*/ 1 w 21600"/>
                  <a:gd name="T9" fmla="*/ 1 h 20193"/>
                  <a:gd name="T10" fmla="*/ 3 w 21600"/>
                  <a:gd name="T11" fmla="*/ 1 h 20193"/>
                  <a:gd name="T12" fmla="*/ 4 w 21600"/>
                  <a:gd name="T13" fmla="*/ 1 h 20193"/>
                  <a:gd name="T14" fmla="*/ 5 w 21600"/>
                  <a:gd name="T15" fmla="*/ 1 h 20193"/>
                  <a:gd name="T16" fmla="*/ 5 w 21600"/>
                  <a:gd name="T17" fmla="*/ 1 h 20193"/>
                  <a:gd name="T18" fmla="*/ 8 w 21600"/>
                  <a:gd name="T19" fmla="*/ 1 h 20193"/>
                  <a:gd name="T20" fmla="*/ 8 w 21600"/>
                  <a:gd name="T21" fmla="*/ 1 h 20193"/>
                  <a:gd name="T22" fmla="*/ 12 w 21600"/>
                  <a:gd name="T23" fmla="*/ 1 h 20193"/>
                  <a:gd name="T24" fmla="*/ 12 w 21600"/>
                  <a:gd name="T25" fmla="*/ 1 h 20193"/>
                  <a:gd name="T26" fmla="*/ 13 w 21600"/>
                  <a:gd name="T27" fmla="*/ 1 h 20193"/>
                  <a:gd name="T28" fmla="*/ 17 w 21600"/>
                  <a:gd name="T29" fmla="*/ 1 h 20193"/>
                  <a:gd name="T30" fmla="*/ 18 w 21600"/>
                  <a:gd name="T31" fmla="*/ 1 h 20193"/>
                  <a:gd name="T32" fmla="*/ 19 w 21600"/>
                  <a:gd name="T33" fmla="*/ 1 h 20193"/>
                  <a:gd name="T34" fmla="*/ 21 w 21600"/>
                  <a:gd name="T35" fmla="*/ 1 h 20193"/>
                  <a:gd name="T36" fmla="*/ 24 w 21600"/>
                  <a:gd name="T37" fmla="*/ 2 h 20193"/>
                  <a:gd name="T38" fmla="*/ 28 w 21600"/>
                  <a:gd name="T39" fmla="*/ 1 h 20193"/>
                  <a:gd name="T40" fmla="*/ 29 w 21600"/>
                  <a:gd name="T41" fmla="*/ 1 h 20193"/>
                  <a:gd name="T42" fmla="*/ 31 w 21600"/>
                  <a:gd name="T43" fmla="*/ 1 h 20193"/>
                  <a:gd name="T44" fmla="*/ 34 w 21600"/>
                  <a:gd name="T45" fmla="*/ 1 h 20193"/>
                  <a:gd name="T46" fmla="*/ 35 w 21600"/>
                  <a:gd name="T47" fmla="*/ 2 h 20193"/>
                  <a:gd name="T48" fmla="*/ 36 w 21600"/>
                  <a:gd name="T49" fmla="*/ 2 h 20193"/>
                  <a:gd name="T50" fmla="*/ 15 w 21600"/>
                  <a:gd name="T51" fmla="*/ 0 h 20193"/>
                  <a:gd name="T52" fmla="*/ 15 w 21600"/>
                  <a:gd name="T53" fmla="*/ 0 h 201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1600" h="20193">
                    <a:moveTo>
                      <a:pt x="9210" y="0"/>
                    </a:moveTo>
                    <a:cubicBezTo>
                      <a:pt x="5813" y="0"/>
                      <a:pt x="2722" y="2786"/>
                      <a:pt x="409" y="7344"/>
                    </a:cubicBezTo>
                    <a:lnTo>
                      <a:pt x="0" y="11170"/>
                    </a:lnTo>
                    <a:lnTo>
                      <a:pt x="0" y="13184"/>
                    </a:lnTo>
                    <a:lnTo>
                      <a:pt x="812" y="13184"/>
                    </a:lnTo>
                    <a:lnTo>
                      <a:pt x="2111" y="13184"/>
                    </a:lnTo>
                    <a:cubicBezTo>
                      <a:pt x="2111" y="13184"/>
                      <a:pt x="2431" y="12632"/>
                      <a:pt x="2592" y="13184"/>
                    </a:cubicBezTo>
                    <a:cubicBezTo>
                      <a:pt x="2752" y="13735"/>
                      <a:pt x="2672" y="12880"/>
                      <a:pt x="2752" y="13735"/>
                    </a:cubicBezTo>
                    <a:cubicBezTo>
                      <a:pt x="2832" y="14590"/>
                      <a:pt x="1630" y="14077"/>
                      <a:pt x="2832" y="14590"/>
                    </a:cubicBezTo>
                    <a:cubicBezTo>
                      <a:pt x="3832" y="15016"/>
                      <a:pt x="4443" y="14734"/>
                      <a:pt x="4621" y="14627"/>
                    </a:cubicBezTo>
                    <a:cubicBezTo>
                      <a:pt x="4719" y="14670"/>
                      <a:pt x="4865" y="14732"/>
                      <a:pt x="5077" y="14818"/>
                    </a:cubicBezTo>
                    <a:cubicBezTo>
                      <a:pt x="6200" y="15274"/>
                      <a:pt x="7095" y="15114"/>
                      <a:pt x="6961" y="15802"/>
                    </a:cubicBezTo>
                    <a:cubicBezTo>
                      <a:pt x="6828" y="16490"/>
                      <a:pt x="6386" y="16300"/>
                      <a:pt x="6974" y="16984"/>
                    </a:cubicBezTo>
                    <a:cubicBezTo>
                      <a:pt x="7563" y="17668"/>
                      <a:pt x="5639" y="17497"/>
                      <a:pt x="7563" y="17668"/>
                    </a:cubicBezTo>
                    <a:cubicBezTo>
                      <a:pt x="9487" y="17839"/>
                      <a:pt x="9968" y="18010"/>
                      <a:pt x="10209" y="17668"/>
                    </a:cubicBezTo>
                    <a:cubicBezTo>
                      <a:pt x="10449" y="17326"/>
                      <a:pt x="10610" y="16471"/>
                      <a:pt x="11011" y="16471"/>
                    </a:cubicBezTo>
                    <a:cubicBezTo>
                      <a:pt x="11412" y="16471"/>
                      <a:pt x="10289" y="15958"/>
                      <a:pt x="11412" y="16471"/>
                    </a:cubicBezTo>
                    <a:cubicBezTo>
                      <a:pt x="12534" y="16984"/>
                      <a:pt x="11813" y="16695"/>
                      <a:pt x="12775" y="17865"/>
                    </a:cubicBezTo>
                    <a:cubicBezTo>
                      <a:pt x="13737" y="19035"/>
                      <a:pt x="12133" y="21600"/>
                      <a:pt x="14298" y="19206"/>
                    </a:cubicBezTo>
                    <a:cubicBezTo>
                      <a:pt x="16463" y="16813"/>
                      <a:pt x="15902" y="17497"/>
                      <a:pt x="16463" y="16813"/>
                    </a:cubicBezTo>
                    <a:cubicBezTo>
                      <a:pt x="17024" y="16129"/>
                      <a:pt x="16320" y="15445"/>
                      <a:pt x="17113" y="15616"/>
                    </a:cubicBezTo>
                    <a:cubicBezTo>
                      <a:pt x="17906" y="15787"/>
                      <a:pt x="16463" y="13906"/>
                      <a:pt x="18387" y="15787"/>
                    </a:cubicBezTo>
                    <a:cubicBezTo>
                      <a:pt x="20312" y="17668"/>
                      <a:pt x="19590" y="15958"/>
                      <a:pt x="20312" y="17668"/>
                    </a:cubicBezTo>
                    <a:cubicBezTo>
                      <a:pt x="21033" y="19377"/>
                      <a:pt x="19750" y="19207"/>
                      <a:pt x="21033" y="19377"/>
                    </a:cubicBezTo>
                    <a:cubicBezTo>
                      <a:pt x="21262" y="19408"/>
                      <a:pt x="21447" y="19433"/>
                      <a:pt x="21600" y="19451"/>
                    </a:cubicBezTo>
                    <a:cubicBezTo>
                      <a:pt x="19960" y="8183"/>
                      <a:pt x="15033" y="0"/>
                      <a:pt x="9210" y="0"/>
                    </a:cubicBezTo>
                    <a:close/>
                    <a:moveTo>
                      <a:pt x="9210" y="0"/>
                    </a:moveTo>
                  </a:path>
                </a:pathLst>
              </a:custGeom>
              <a:solidFill>
                <a:srgbClr val="E4DBBD"/>
              </a:solidFill>
              <a:ln>
                <a:noFill/>
              </a:ln>
            </p:spPr>
            <p:txBody>
              <a:bodyPr lIns="0" tIns="0" rIns="0" bIns="0"/>
              <a:lstStyle/>
              <a:p>
                <a:endParaRPr lang="en-US"/>
              </a:p>
            </p:txBody>
          </p:sp>
        </p:grpSp>
        <p:sp>
          <p:nvSpPr>
            <p:cNvPr id="14430" name="AutoShape 43"/>
            <p:cNvSpPr/>
            <p:nvPr/>
          </p:nvSpPr>
          <p:spPr bwMode="auto">
            <a:xfrm>
              <a:off x="2265" y="1936"/>
              <a:ext cx="809" cy="726"/>
            </a:xfrm>
            <a:custGeom>
              <a:avLst/>
              <a:gdLst>
                <a:gd name="T0" fmla="*/ 0 w 20046"/>
                <a:gd name="T1" fmla="*/ 0 h 20332"/>
                <a:gd name="T2" fmla="*/ 0 w 20046"/>
                <a:gd name="T3" fmla="*/ 0 h 20332"/>
                <a:gd name="T4" fmla="*/ 0 w 20046"/>
                <a:gd name="T5" fmla="*/ 0 h 20332"/>
                <a:gd name="T6" fmla="*/ 0 w 20046"/>
                <a:gd name="T7" fmla="*/ 0 h 20332"/>
                <a:gd name="T8" fmla="*/ 0 w 20046"/>
                <a:gd name="T9" fmla="*/ 0 h 20332"/>
                <a:gd name="T10" fmla="*/ 0 w 20046"/>
                <a:gd name="T11" fmla="*/ 0 h 20332"/>
                <a:gd name="T12" fmla="*/ 0 w 20046"/>
                <a:gd name="T13" fmla="*/ 0 h 20332"/>
                <a:gd name="T14" fmla="*/ 0 w 20046"/>
                <a:gd name="T15" fmla="*/ 0 h 20332"/>
                <a:gd name="T16" fmla="*/ 0 w 20046"/>
                <a:gd name="T17" fmla="*/ 0 h 20332"/>
                <a:gd name="T18" fmla="*/ 0 w 20046"/>
                <a:gd name="T19" fmla="*/ 0 h 20332"/>
                <a:gd name="T20" fmla="*/ 0 w 20046"/>
                <a:gd name="T21" fmla="*/ 0 h 20332"/>
                <a:gd name="T22" fmla="*/ 0 w 20046"/>
                <a:gd name="T23" fmla="*/ 0 h 203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046" h="20332">
                  <a:moveTo>
                    <a:pt x="337" y="0"/>
                  </a:moveTo>
                  <a:cubicBezTo>
                    <a:pt x="337" y="0"/>
                    <a:pt x="-422" y="9543"/>
                    <a:pt x="337" y="11361"/>
                  </a:cubicBezTo>
                  <a:cubicBezTo>
                    <a:pt x="1096" y="13179"/>
                    <a:pt x="3412" y="15104"/>
                    <a:pt x="6317" y="17270"/>
                  </a:cubicBezTo>
                  <a:cubicBezTo>
                    <a:pt x="9223" y="19435"/>
                    <a:pt x="14752" y="21600"/>
                    <a:pt x="16760" y="19435"/>
                  </a:cubicBezTo>
                  <a:cubicBezTo>
                    <a:pt x="18768" y="17270"/>
                    <a:pt x="18236" y="14542"/>
                    <a:pt x="18703" y="13179"/>
                  </a:cubicBezTo>
                  <a:cubicBezTo>
                    <a:pt x="19170" y="11816"/>
                    <a:pt x="21178" y="12725"/>
                    <a:pt x="19170" y="11816"/>
                  </a:cubicBezTo>
                  <a:cubicBezTo>
                    <a:pt x="17162" y="10907"/>
                    <a:pt x="17563" y="12606"/>
                    <a:pt x="14752" y="10166"/>
                  </a:cubicBezTo>
                  <a:cubicBezTo>
                    <a:pt x="11940" y="7726"/>
                    <a:pt x="10023" y="4999"/>
                    <a:pt x="10023" y="4999"/>
                  </a:cubicBezTo>
                  <a:cubicBezTo>
                    <a:pt x="10023" y="4999"/>
                    <a:pt x="11326" y="4544"/>
                    <a:pt x="9223" y="3636"/>
                  </a:cubicBezTo>
                  <a:cubicBezTo>
                    <a:pt x="7121" y="2727"/>
                    <a:pt x="5810" y="1818"/>
                    <a:pt x="4457" y="1818"/>
                  </a:cubicBezTo>
                  <a:cubicBezTo>
                    <a:pt x="3104" y="1818"/>
                    <a:pt x="337" y="0"/>
                    <a:pt x="337" y="0"/>
                  </a:cubicBezTo>
                  <a:close/>
                  <a:moveTo>
                    <a:pt x="337" y="0"/>
                  </a:moveTo>
                </a:path>
              </a:pathLst>
            </a:custGeom>
            <a:solidFill>
              <a:srgbClr val="7CB349"/>
            </a:solidFill>
            <a:ln>
              <a:noFill/>
            </a:ln>
          </p:spPr>
          <p:txBody>
            <a:bodyPr lIns="0" tIns="0" rIns="0" bIns="0"/>
            <a:lstStyle/>
            <a:p>
              <a:endParaRPr lang="en-US"/>
            </a:p>
          </p:txBody>
        </p:sp>
        <p:sp>
          <p:nvSpPr>
            <p:cNvPr id="14431" name="AutoShape 44"/>
            <p:cNvSpPr/>
            <p:nvPr/>
          </p:nvSpPr>
          <p:spPr bwMode="auto">
            <a:xfrm>
              <a:off x="3461" y="2694"/>
              <a:ext cx="504" cy="282"/>
            </a:xfrm>
            <a:custGeom>
              <a:avLst/>
              <a:gdLst>
                <a:gd name="T0" fmla="*/ 0 w 18617"/>
                <a:gd name="T1" fmla="*/ 0 h 16230"/>
                <a:gd name="T2" fmla="*/ 0 w 18617"/>
                <a:gd name="T3" fmla="*/ 0 h 16230"/>
                <a:gd name="T4" fmla="*/ 0 w 18617"/>
                <a:gd name="T5" fmla="*/ 0 h 16230"/>
                <a:gd name="T6" fmla="*/ 0 w 18617"/>
                <a:gd name="T7" fmla="*/ 0 h 16230"/>
                <a:gd name="T8" fmla="*/ 0 w 18617"/>
                <a:gd name="T9" fmla="*/ 0 h 16230"/>
                <a:gd name="T10" fmla="*/ 0 w 18617"/>
                <a:gd name="T11" fmla="*/ 0 h 16230"/>
                <a:gd name="T12" fmla="*/ 0 w 18617"/>
                <a:gd name="T13" fmla="*/ 0 h 16230"/>
                <a:gd name="T14" fmla="*/ 0 w 18617"/>
                <a:gd name="T15" fmla="*/ 0 h 16230"/>
                <a:gd name="T16" fmla="*/ 0 w 18617"/>
                <a:gd name="T17" fmla="*/ 0 h 162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17" h="16230">
                  <a:moveTo>
                    <a:pt x="7838" y="15777"/>
                  </a:moveTo>
                  <a:cubicBezTo>
                    <a:pt x="7838" y="15777"/>
                    <a:pt x="7815" y="13725"/>
                    <a:pt x="11406" y="15588"/>
                  </a:cubicBezTo>
                  <a:cubicBezTo>
                    <a:pt x="14997" y="17452"/>
                    <a:pt x="18617" y="14665"/>
                    <a:pt x="18617" y="14665"/>
                  </a:cubicBezTo>
                  <a:lnTo>
                    <a:pt x="4822" y="3331"/>
                  </a:lnTo>
                  <a:cubicBezTo>
                    <a:pt x="4822" y="3331"/>
                    <a:pt x="3026" y="-4148"/>
                    <a:pt x="2428" y="3308"/>
                  </a:cubicBezTo>
                  <a:cubicBezTo>
                    <a:pt x="1829" y="10764"/>
                    <a:pt x="1231" y="6281"/>
                    <a:pt x="1829" y="10941"/>
                  </a:cubicBezTo>
                  <a:cubicBezTo>
                    <a:pt x="2428" y="15600"/>
                    <a:pt x="-2983" y="15777"/>
                    <a:pt x="2428" y="15777"/>
                  </a:cubicBezTo>
                  <a:cubicBezTo>
                    <a:pt x="7838" y="15777"/>
                    <a:pt x="7838" y="15777"/>
                    <a:pt x="7838" y="15777"/>
                  </a:cubicBezTo>
                  <a:close/>
                  <a:moveTo>
                    <a:pt x="7838" y="15777"/>
                  </a:moveTo>
                </a:path>
              </a:pathLst>
            </a:custGeom>
            <a:solidFill>
              <a:srgbClr val="7CB349"/>
            </a:solidFill>
            <a:ln>
              <a:noFill/>
            </a:ln>
          </p:spPr>
          <p:txBody>
            <a:bodyPr lIns="0" tIns="0" rIns="0" bIns="0"/>
            <a:lstStyle/>
            <a:p>
              <a:endParaRPr lang="en-US"/>
            </a:p>
          </p:txBody>
        </p:sp>
        <p:sp>
          <p:nvSpPr>
            <p:cNvPr id="14432" name="AutoShape 45"/>
            <p:cNvSpPr/>
            <p:nvPr/>
          </p:nvSpPr>
          <p:spPr bwMode="auto">
            <a:xfrm>
              <a:off x="781" y="0"/>
              <a:ext cx="4370" cy="1914"/>
            </a:xfrm>
            <a:custGeom>
              <a:avLst/>
              <a:gdLst>
                <a:gd name="T0" fmla="*/ 15 w 21600"/>
                <a:gd name="T1" fmla="*/ 0 h 20193"/>
                <a:gd name="T2" fmla="*/ 1 w 21600"/>
                <a:gd name="T3" fmla="*/ 1 h 20193"/>
                <a:gd name="T4" fmla="*/ 0 w 21600"/>
                <a:gd name="T5" fmla="*/ 1 h 20193"/>
                <a:gd name="T6" fmla="*/ 0 w 21600"/>
                <a:gd name="T7" fmla="*/ 1 h 20193"/>
                <a:gd name="T8" fmla="*/ 1 w 21600"/>
                <a:gd name="T9" fmla="*/ 1 h 20193"/>
                <a:gd name="T10" fmla="*/ 3 w 21600"/>
                <a:gd name="T11" fmla="*/ 1 h 20193"/>
                <a:gd name="T12" fmla="*/ 4 w 21600"/>
                <a:gd name="T13" fmla="*/ 1 h 20193"/>
                <a:gd name="T14" fmla="*/ 5 w 21600"/>
                <a:gd name="T15" fmla="*/ 1 h 20193"/>
                <a:gd name="T16" fmla="*/ 5 w 21600"/>
                <a:gd name="T17" fmla="*/ 1 h 20193"/>
                <a:gd name="T18" fmla="*/ 8 w 21600"/>
                <a:gd name="T19" fmla="*/ 1 h 20193"/>
                <a:gd name="T20" fmla="*/ 8 w 21600"/>
                <a:gd name="T21" fmla="*/ 1 h 20193"/>
                <a:gd name="T22" fmla="*/ 12 w 21600"/>
                <a:gd name="T23" fmla="*/ 1 h 20193"/>
                <a:gd name="T24" fmla="*/ 12 w 21600"/>
                <a:gd name="T25" fmla="*/ 1 h 20193"/>
                <a:gd name="T26" fmla="*/ 13 w 21600"/>
                <a:gd name="T27" fmla="*/ 1 h 20193"/>
                <a:gd name="T28" fmla="*/ 17 w 21600"/>
                <a:gd name="T29" fmla="*/ 1 h 20193"/>
                <a:gd name="T30" fmla="*/ 18 w 21600"/>
                <a:gd name="T31" fmla="*/ 1 h 20193"/>
                <a:gd name="T32" fmla="*/ 19 w 21600"/>
                <a:gd name="T33" fmla="*/ 1 h 20193"/>
                <a:gd name="T34" fmla="*/ 21 w 21600"/>
                <a:gd name="T35" fmla="*/ 1 h 20193"/>
                <a:gd name="T36" fmla="*/ 24 w 21600"/>
                <a:gd name="T37" fmla="*/ 2 h 20193"/>
                <a:gd name="T38" fmla="*/ 28 w 21600"/>
                <a:gd name="T39" fmla="*/ 1 h 20193"/>
                <a:gd name="T40" fmla="*/ 29 w 21600"/>
                <a:gd name="T41" fmla="*/ 1 h 20193"/>
                <a:gd name="T42" fmla="*/ 31 w 21600"/>
                <a:gd name="T43" fmla="*/ 1 h 20193"/>
                <a:gd name="T44" fmla="*/ 34 w 21600"/>
                <a:gd name="T45" fmla="*/ 1 h 20193"/>
                <a:gd name="T46" fmla="*/ 35 w 21600"/>
                <a:gd name="T47" fmla="*/ 2 h 20193"/>
                <a:gd name="T48" fmla="*/ 36 w 21600"/>
                <a:gd name="T49" fmla="*/ 2 h 20193"/>
                <a:gd name="T50" fmla="*/ 15 w 21600"/>
                <a:gd name="T51" fmla="*/ 0 h 20193"/>
                <a:gd name="T52" fmla="*/ 15 w 21600"/>
                <a:gd name="T53" fmla="*/ 0 h 201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1600" h="20193">
                  <a:moveTo>
                    <a:pt x="9210" y="0"/>
                  </a:moveTo>
                  <a:cubicBezTo>
                    <a:pt x="5813" y="0"/>
                    <a:pt x="2722" y="2786"/>
                    <a:pt x="409" y="7344"/>
                  </a:cubicBezTo>
                  <a:lnTo>
                    <a:pt x="0" y="11170"/>
                  </a:lnTo>
                  <a:lnTo>
                    <a:pt x="0" y="13184"/>
                  </a:lnTo>
                  <a:lnTo>
                    <a:pt x="812" y="13184"/>
                  </a:lnTo>
                  <a:lnTo>
                    <a:pt x="2111" y="13184"/>
                  </a:lnTo>
                  <a:cubicBezTo>
                    <a:pt x="2111" y="13184"/>
                    <a:pt x="2431" y="12632"/>
                    <a:pt x="2592" y="13184"/>
                  </a:cubicBezTo>
                  <a:cubicBezTo>
                    <a:pt x="2752" y="13735"/>
                    <a:pt x="2672" y="12880"/>
                    <a:pt x="2752" y="13735"/>
                  </a:cubicBezTo>
                  <a:cubicBezTo>
                    <a:pt x="2832" y="14590"/>
                    <a:pt x="1630" y="14077"/>
                    <a:pt x="2832" y="14590"/>
                  </a:cubicBezTo>
                  <a:cubicBezTo>
                    <a:pt x="3832" y="15016"/>
                    <a:pt x="4443" y="14734"/>
                    <a:pt x="4621" y="14627"/>
                  </a:cubicBezTo>
                  <a:cubicBezTo>
                    <a:pt x="4719" y="14670"/>
                    <a:pt x="4865" y="14732"/>
                    <a:pt x="5077" y="14818"/>
                  </a:cubicBezTo>
                  <a:cubicBezTo>
                    <a:pt x="6200" y="15274"/>
                    <a:pt x="7095" y="15114"/>
                    <a:pt x="6961" y="15802"/>
                  </a:cubicBezTo>
                  <a:cubicBezTo>
                    <a:pt x="6828" y="16490"/>
                    <a:pt x="6386" y="16300"/>
                    <a:pt x="6974" y="16984"/>
                  </a:cubicBezTo>
                  <a:cubicBezTo>
                    <a:pt x="7563" y="17668"/>
                    <a:pt x="5639" y="17497"/>
                    <a:pt x="7563" y="17668"/>
                  </a:cubicBezTo>
                  <a:cubicBezTo>
                    <a:pt x="9487" y="17839"/>
                    <a:pt x="9968" y="18010"/>
                    <a:pt x="10209" y="17668"/>
                  </a:cubicBezTo>
                  <a:cubicBezTo>
                    <a:pt x="10449" y="17326"/>
                    <a:pt x="10610" y="16471"/>
                    <a:pt x="11011" y="16471"/>
                  </a:cubicBezTo>
                  <a:cubicBezTo>
                    <a:pt x="11412" y="16471"/>
                    <a:pt x="10289" y="15958"/>
                    <a:pt x="11412" y="16471"/>
                  </a:cubicBezTo>
                  <a:cubicBezTo>
                    <a:pt x="12534" y="16984"/>
                    <a:pt x="11813" y="16695"/>
                    <a:pt x="12775" y="17865"/>
                  </a:cubicBezTo>
                  <a:cubicBezTo>
                    <a:pt x="13737" y="19035"/>
                    <a:pt x="12133" y="21600"/>
                    <a:pt x="14298" y="19206"/>
                  </a:cubicBezTo>
                  <a:cubicBezTo>
                    <a:pt x="16463" y="16813"/>
                    <a:pt x="15902" y="17497"/>
                    <a:pt x="16463" y="16813"/>
                  </a:cubicBezTo>
                  <a:cubicBezTo>
                    <a:pt x="17024" y="16129"/>
                    <a:pt x="16320" y="15445"/>
                    <a:pt x="17113" y="15616"/>
                  </a:cubicBezTo>
                  <a:cubicBezTo>
                    <a:pt x="17906" y="15787"/>
                    <a:pt x="16463" y="13906"/>
                    <a:pt x="18387" y="15787"/>
                  </a:cubicBezTo>
                  <a:cubicBezTo>
                    <a:pt x="20312" y="17668"/>
                    <a:pt x="19590" y="15958"/>
                    <a:pt x="20312" y="17668"/>
                  </a:cubicBezTo>
                  <a:cubicBezTo>
                    <a:pt x="21033" y="19377"/>
                    <a:pt x="19750" y="19207"/>
                    <a:pt x="21033" y="19377"/>
                  </a:cubicBezTo>
                  <a:cubicBezTo>
                    <a:pt x="21262" y="19408"/>
                    <a:pt x="21447" y="19433"/>
                    <a:pt x="21600" y="19451"/>
                  </a:cubicBezTo>
                  <a:cubicBezTo>
                    <a:pt x="19960" y="8183"/>
                    <a:pt x="15033" y="0"/>
                    <a:pt x="9210" y="0"/>
                  </a:cubicBezTo>
                  <a:close/>
                  <a:moveTo>
                    <a:pt x="9210" y="0"/>
                  </a:moveTo>
                </a:path>
              </a:pathLst>
            </a:custGeom>
            <a:solidFill>
              <a:srgbClr val="7CB349"/>
            </a:solidFill>
            <a:ln>
              <a:noFill/>
            </a:ln>
          </p:spPr>
          <p:txBody>
            <a:bodyPr lIns="0" tIns="0" rIns="0" bIns="0"/>
            <a:lstStyle/>
            <a:p>
              <a:endParaRPr lang="en-US"/>
            </a:p>
          </p:txBody>
        </p:sp>
        <p:sp>
          <p:nvSpPr>
            <p:cNvPr id="14433" name="AutoShape 46"/>
            <p:cNvSpPr/>
            <p:nvPr/>
          </p:nvSpPr>
          <p:spPr bwMode="auto">
            <a:xfrm>
              <a:off x="3955" y="2303"/>
              <a:ext cx="382" cy="244"/>
            </a:xfrm>
            <a:custGeom>
              <a:avLst/>
              <a:gdLst>
                <a:gd name="T0" fmla="*/ 0 w 18838"/>
                <a:gd name="T1" fmla="*/ 0 h 20832"/>
                <a:gd name="T2" fmla="*/ 0 w 18838"/>
                <a:gd name="T3" fmla="*/ 0 h 20832"/>
                <a:gd name="T4" fmla="*/ 0 w 18838"/>
                <a:gd name="T5" fmla="*/ 0 h 20832"/>
                <a:gd name="T6" fmla="*/ 0 w 18838"/>
                <a:gd name="T7" fmla="*/ 0 h 20832"/>
                <a:gd name="T8" fmla="*/ 0 w 18838"/>
                <a:gd name="T9" fmla="*/ 0 h 20832"/>
                <a:gd name="T10" fmla="*/ 0 w 18838"/>
                <a:gd name="T11" fmla="*/ 0 h 20832"/>
                <a:gd name="T12" fmla="*/ 0 w 18838"/>
                <a:gd name="T13" fmla="*/ 0 h 20832"/>
                <a:gd name="T14" fmla="*/ 0 w 18838"/>
                <a:gd name="T15" fmla="*/ 0 h 208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838" h="20832">
                  <a:moveTo>
                    <a:pt x="0" y="10545"/>
                  </a:moveTo>
                  <a:cubicBezTo>
                    <a:pt x="0" y="10545"/>
                    <a:pt x="5883" y="18837"/>
                    <a:pt x="5727" y="20218"/>
                  </a:cubicBezTo>
                  <a:cubicBezTo>
                    <a:pt x="5571" y="21600"/>
                    <a:pt x="14036" y="20218"/>
                    <a:pt x="14036" y="20218"/>
                  </a:cubicBezTo>
                  <a:cubicBezTo>
                    <a:pt x="14036" y="20218"/>
                    <a:pt x="11281" y="20833"/>
                    <a:pt x="14036" y="15689"/>
                  </a:cubicBezTo>
                  <a:cubicBezTo>
                    <a:pt x="16791" y="10545"/>
                    <a:pt x="21600" y="11926"/>
                    <a:pt x="16791" y="10545"/>
                  </a:cubicBezTo>
                  <a:cubicBezTo>
                    <a:pt x="11982" y="9163"/>
                    <a:pt x="5727" y="0"/>
                    <a:pt x="5727" y="0"/>
                  </a:cubicBezTo>
                  <a:cubicBezTo>
                    <a:pt x="5727" y="0"/>
                    <a:pt x="0" y="10545"/>
                    <a:pt x="0" y="10545"/>
                  </a:cubicBezTo>
                  <a:close/>
                  <a:moveTo>
                    <a:pt x="0" y="10545"/>
                  </a:moveTo>
                </a:path>
              </a:pathLst>
            </a:custGeom>
            <a:solidFill>
              <a:srgbClr val="7CB349"/>
            </a:solidFill>
            <a:ln>
              <a:noFill/>
            </a:ln>
          </p:spPr>
          <p:txBody>
            <a:bodyPr lIns="0" tIns="0" rIns="0" bIns="0"/>
            <a:lstStyle/>
            <a:p>
              <a:endParaRPr lang="en-US"/>
            </a:p>
          </p:txBody>
        </p:sp>
      </p:grpSp>
      <p:grpSp>
        <p:nvGrpSpPr>
          <p:cNvPr id="13318" name="Group 7"/>
          <p:cNvGrpSpPr/>
          <p:nvPr/>
        </p:nvGrpSpPr>
        <p:grpSpPr bwMode="auto">
          <a:xfrm>
            <a:off x="2463800" y="4229100"/>
            <a:ext cx="7264400" cy="6413500"/>
            <a:chOff x="2463800" y="4229100"/>
            <a:chExt cx="7264400" cy="6413500"/>
          </a:xfrm>
        </p:grpSpPr>
        <p:sp>
          <p:nvSpPr>
            <p:cNvPr id="14413" name="Rectangle 90"/>
            <p:cNvSpPr/>
            <p:nvPr/>
          </p:nvSpPr>
          <p:spPr bwMode="auto">
            <a:xfrm>
              <a:off x="5626100" y="8524558"/>
              <a:ext cx="1692771" cy="984885"/>
            </a:xfrm>
            <a:prstGeom prst="rect">
              <a:avLst/>
            </a:prstGeom>
            <a:noFill/>
            <a:ln>
              <a:noFill/>
            </a:ln>
          </p:spPr>
          <p:txBody>
            <a:bodyPr wrap="none" lIns="0" tIns="0" rIns="0" bIns="0" anchor="ctr">
              <a:spAutoFit/>
            </a:bodyPr>
            <a:lstStyle/>
            <a:p>
              <a:pPr algn="l"/>
              <a:r>
                <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82%</a:t>
              </a:r>
              <a:endPar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14414" name="Group 103"/>
            <p:cNvGrpSpPr/>
            <p:nvPr/>
          </p:nvGrpSpPr>
          <p:grpSpPr bwMode="auto">
            <a:xfrm>
              <a:off x="2463800" y="4229100"/>
              <a:ext cx="3987800" cy="6096000"/>
              <a:chOff x="0" y="0"/>
              <a:chExt cx="2512" cy="3840"/>
            </a:xfrm>
          </p:grpSpPr>
          <p:sp>
            <p:nvSpPr>
              <p:cNvPr id="14417" name="AutoShape 91"/>
              <p:cNvSpPr/>
              <p:nvPr/>
            </p:nvSpPr>
            <p:spPr bwMode="auto">
              <a:xfrm>
                <a:off x="0" y="0"/>
                <a:ext cx="2509" cy="2991"/>
              </a:xfrm>
              <a:custGeom>
                <a:avLst/>
                <a:gdLst>
                  <a:gd name="T0" fmla="*/ 4 w 21383"/>
                  <a:gd name="T1" fmla="*/ 2 h 21600"/>
                  <a:gd name="T2" fmla="*/ 2 w 21383"/>
                  <a:gd name="T3" fmla="*/ 0 h 21600"/>
                  <a:gd name="T4" fmla="*/ 0 w 21383"/>
                  <a:gd name="T5" fmla="*/ 2 h 21600"/>
                  <a:gd name="T6" fmla="*/ 0 w 21383"/>
                  <a:gd name="T7" fmla="*/ 2 h 21600"/>
                  <a:gd name="T8" fmla="*/ 0 w 21383"/>
                  <a:gd name="T9" fmla="*/ 2 h 21600"/>
                  <a:gd name="T10" fmla="*/ 0 w 21383"/>
                  <a:gd name="T11" fmla="*/ 5 h 21600"/>
                  <a:gd name="T12" fmla="*/ 2 w 21383"/>
                  <a:gd name="T13" fmla="*/ 8 h 21600"/>
                  <a:gd name="T14" fmla="*/ 2 w 21383"/>
                  <a:gd name="T15" fmla="*/ 8 h 21600"/>
                  <a:gd name="T16" fmla="*/ 2 w 21383"/>
                  <a:gd name="T17" fmla="*/ 8 h 21600"/>
                  <a:gd name="T18" fmla="*/ 2 w 21383"/>
                  <a:gd name="T19" fmla="*/ 8 h 21600"/>
                  <a:gd name="T20" fmla="*/ 4 w 21383"/>
                  <a:gd name="T21" fmla="*/ 5 h 21600"/>
                  <a:gd name="T22" fmla="*/ 4 w 21383"/>
                  <a:gd name="T23" fmla="*/ 3 h 21600"/>
                  <a:gd name="T24" fmla="*/ 4 w 21383"/>
                  <a:gd name="T25" fmla="*/ 2 h 21600"/>
                  <a:gd name="T26" fmla="*/ 4 w 21383"/>
                  <a:gd name="T27" fmla="*/ 2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2D68B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18" name="AutoShape 92"/>
              <p:cNvSpPr/>
              <p:nvPr/>
            </p:nvSpPr>
            <p:spPr bwMode="auto">
              <a:xfrm>
                <a:off x="1480" y="302"/>
                <a:ext cx="1032" cy="2690"/>
              </a:xfrm>
              <a:custGeom>
                <a:avLst/>
                <a:gdLst>
                  <a:gd name="T0" fmla="*/ 0 w 21600"/>
                  <a:gd name="T1" fmla="*/ 0 h 21600"/>
                  <a:gd name="T2" fmla="*/ 0 w 21600"/>
                  <a:gd name="T3" fmla="*/ 0 h 21600"/>
                  <a:gd name="T4" fmla="*/ 0 w 21600"/>
                  <a:gd name="T5" fmla="*/ 0 h 21600"/>
                  <a:gd name="T6" fmla="*/ 0 w 21600"/>
                  <a:gd name="T7" fmla="*/ 3 h 21600"/>
                  <a:gd name="T8" fmla="*/ 0 w 21600"/>
                  <a:gd name="T9" fmla="*/ 5 h 21600"/>
                  <a:gd name="T10" fmla="*/ 0 w 21600"/>
                  <a:gd name="T11" fmla="*/ 5 h 21600"/>
                  <a:gd name="T12" fmla="*/ 0 w 21600"/>
                  <a:gd name="T13" fmla="*/ 3 h 21600"/>
                  <a:gd name="T14" fmla="*/ 0 w 21600"/>
                  <a:gd name="T15" fmla="*/ 1 h 21600"/>
                  <a:gd name="T16" fmla="*/ 0 w 21600"/>
                  <a:gd name="T17" fmla="*/ 1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19" name="AutoShape 93"/>
              <p:cNvSpPr/>
              <p:nvPr/>
            </p:nvSpPr>
            <p:spPr bwMode="auto">
              <a:xfrm>
                <a:off x="852" y="0"/>
                <a:ext cx="801" cy="2991"/>
              </a:xfrm>
              <a:custGeom>
                <a:avLst/>
                <a:gdLst>
                  <a:gd name="T0" fmla="*/ 0 w 21383"/>
                  <a:gd name="T1" fmla="*/ 1 h 21600"/>
                  <a:gd name="T2" fmla="*/ 0 w 21383"/>
                  <a:gd name="T3" fmla="*/ 0 h 21600"/>
                  <a:gd name="T4" fmla="*/ 0 w 21383"/>
                  <a:gd name="T5" fmla="*/ 0 h 21600"/>
                  <a:gd name="T6" fmla="*/ 0 w 21383"/>
                  <a:gd name="T7" fmla="*/ 0 h 21600"/>
                  <a:gd name="T8" fmla="*/ 0 w 21383"/>
                  <a:gd name="T9" fmla="*/ 1 h 21600"/>
                  <a:gd name="T10" fmla="*/ 0 w 21383"/>
                  <a:gd name="T11" fmla="*/ 2 h 21600"/>
                  <a:gd name="T12" fmla="*/ 0 w 21383"/>
                  <a:gd name="T13" fmla="*/ 5 h 21600"/>
                  <a:gd name="T14" fmla="*/ 0 w 21383"/>
                  <a:gd name="T15" fmla="*/ 8 h 21600"/>
                  <a:gd name="T16" fmla="*/ 0 w 21383"/>
                  <a:gd name="T17" fmla="*/ 8 h 21600"/>
                  <a:gd name="T18" fmla="*/ 0 w 21383"/>
                  <a:gd name="T19" fmla="*/ 8 h 21600"/>
                  <a:gd name="T20" fmla="*/ 0 w 21383"/>
                  <a:gd name="T21" fmla="*/ 8 h 21600"/>
                  <a:gd name="T22" fmla="*/ 0 w 21383"/>
                  <a:gd name="T23" fmla="*/ 5 h 21600"/>
                  <a:gd name="T24" fmla="*/ 0 w 21383"/>
                  <a:gd name="T25" fmla="*/ 1 h 21600"/>
                  <a:gd name="T26" fmla="*/ 0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20" name="AutoShape 94"/>
              <p:cNvSpPr/>
              <p:nvPr/>
            </p:nvSpPr>
            <p:spPr bwMode="auto">
              <a:xfrm>
                <a:off x="0" y="302"/>
                <a:ext cx="1031" cy="2690"/>
              </a:xfrm>
              <a:custGeom>
                <a:avLst/>
                <a:gdLst>
                  <a:gd name="T0" fmla="*/ 0 w 21600"/>
                  <a:gd name="T1" fmla="*/ 0 h 21600"/>
                  <a:gd name="T2" fmla="*/ 0 w 21600"/>
                  <a:gd name="T3" fmla="*/ 0 h 21600"/>
                  <a:gd name="T4" fmla="*/ 0 w 21600"/>
                  <a:gd name="T5" fmla="*/ 0 h 21600"/>
                  <a:gd name="T6" fmla="*/ 0 w 21600"/>
                  <a:gd name="T7" fmla="*/ 3 h 21600"/>
                  <a:gd name="T8" fmla="*/ 0 w 21600"/>
                  <a:gd name="T9" fmla="*/ 5 h 21600"/>
                  <a:gd name="T10" fmla="*/ 0 w 21600"/>
                  <a:gd name="T11" fmla="*/ 5 h 21600"/>
                  <a:gd name="T12" fmla="*/ 0 w 21600"/>
                  <a:gd name="T13" fmla="*/ 3 h 21600"/>
                  <a:gd name="T14" fmla="*/ 0 w 21600"/>
                  <a:gd name="T15" fmla="*/ 1 h 21600"/>
                  <a:gd name="T16" fmla="*/ 0 w 21600"/>
                  <a:gd name="T17" fmla="*/ 1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21" name="AutoShape 95"/>
              <p:cNvSpPr/>
              <p:nvPr/>
            </p:nvSpPr>
            <p:spPr bwMode="auto">
              <a:xfrm>
                <a:off x="914" y="2970"/>
                <a:ext cx="646" cy="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22" name="AutoShape 96"/>
              <p:cNvSpPr/>
              <p:nvPr/>
            </p:nvSpPr>
            <p:spPr bwMode="auto">
              <a:xfrm>
                <a:off x="937" y="3316"/>
                <a:ext cx="636" cy="5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23" name="Line 97"/>
              <p:cNvSpPr>
                <a:spLocks noChangeShapeType="1"/>
              </p:cNvSpPr>
              <p:nvPr/>
            </p:nvSpPr>
            <p:spPr bwMode="auto">
              <a:xfrm rot="10800000" flipH="1">
                <a:off x="941" y="2992"/>
                <a:ext cx="0" cy="332"/>
              </a:xfrm>
              <a:prstGeom prst="line">
                <a:avLst/>
              </a:prstGeom>
              <a:noFill/>
              <a:ln w="38100">
                <a:solidFill>
                  <a:srgbClr val="AC8F76"/>
                </a:solidFill>
                <a:miter lim="800000"/>
              </a:ln>
            </p:spPr>
            <p:txBody>
              <a:bodyPr lIns="0" tIns="0" rIns="0" bIns="0"/>
              <a:lstStyle/>
              <a:p>
                <a:endParaRPr lang="en-US"/>
              </a:p>
            </p:txBody>
          </p:sp>
          <p:sp>
            <p:nvSpPr>
              <p:cNvPr id="14424" name="Line 98"/>
              <p:cNvSpPr>
                <a:spLocks noChangeShapeType="1"/>
              </p:cNvSpPr>
              <p:nvPr/>
            </p:nvSpPr>
            <p:spPr bwMode="auto">
              <a:xfrm flipH="1">
                <a:off x="1244" y="2992"/>
                <a:ext cx="0" cy="332"/>
              </a:xfrm>
              <a:prstGeom prst="line">
                <a:avLst/>
              </a:prstGeom>
              <a:noFill/>
              <a:ln w="38100">
                <a:solidFill>
                  <a:srgbClr val="AC8F76"/>
                </a:solidFill>
                <a:miter lim="800000"/>
              </a:ln>
            </p:spPr>
            <p:txBody>
              <a:bodyPr lIns="0" tIns="0" rIns="0" bIns="0"/>
              <a:lstStyle/>
              <a:p>
                <a:endParaRPr lang="en-US"/>
              </a:p>
            </p:txBody>
          </p:sp>
          <p:sp>
            <p:nvSpPr>
              <p:cNvPr id="14425" name="Line 99"/>
              <p:cNvSpPr>
                <a:spLocks noChangeShapeType="1"/>
              </p:cNvSpPr>
              <p:nvPr/>
            </p:nvSpPr>
            <p:spPr bwMode="auto">
              <a:xfrm rot="10800000" flipH="1">
                <a:off x="1562" y="2992"/>
                <a:ext cx="0" cy="332"/>
              </a:xfrm>
              <a:prstGeom prst="line">
                <a:avLst/>
              </a:prstGeom>
              <a:noFill/>
              <a:ln w="38100">
                <a:solidFill>
                  <a:srgbClr val="AC8F76"/>
                </a:solidFill>
                <a:miter lim="800000"/>
              </a:ln>
            </p:spPr>
            <p:txBody>
              <a:bodyPr lIns="0" tIns="0" rIns="0" bIns="0"/>
              <a:lstStyle/>
              <a:p>
                <a:endParaRPr lang="en-US"/>
              </a:p>
            </p:txBody>
          </p:sp>
          <p:sp>
            <p:nvSpPr>
              <p:cNvPr id="14426" name="AutoShape 100"/>
              <p:cNvSpPr/>
              <p:nvPr/>
            </p:nvSpPr>
            <p:spPr bwMode="auto">
              <a:xfrm>
                <a:off x="1248" y="3309"/>
                <a:ext cx="335" cy="291"/>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427" name="AutoShape 101"/>
              <p:cNvSpPr/>
              <p:nvPr/>
            </p:nvSpPr>
            <p:spPr bwMode="auto">
              <a:xfrm>
                <a:off x="922" y="3309"/>
                <a:ext cx="335" cy="291"/>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428" name="AutoShape 102"/>
              <p:cNvSpPr/>
              <p:nvPr/>
            </p:nvSpPr>
            <p:spPr bwMode="auto">
              <a:xfrm>
                <a:off x="937" y="3729"/>
                <a:ext cx="636" cy="1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14416" name="Rectangle 106"/>
            <p:cNvSpPr/>
            <p:nvPr/>
          </p:nvSpPr>
          <p:spPr bwMode="auto">
            <a:xfrm>
              <a:off x="5626100" y="9499600"/>
              <a:ext cx="4102100" cy="1143000"/>
            </a:xfrm>
            <a:prstGeom prst="rect">
              <a:avLst/>
            </a:prstGeom>
            <a:noFill/>
            <a:ln>
              <a:noFill/>
            </a:ln>
          </p:spPr>
          <p:txBody>
            <a:bodyPr lIns="0" tIns="0" rIns="0" bIns="0"/>
            <a:lstStyle/>
            <a:p>
              <a:pPr algn="l"/>
              <a:r>
                <a:rPr lang="zh-CN" altLang="en-US" sz="20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0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3319" name="Group 9"/>
          <p:cNvGrpSpPr/>
          <p:nvPr/>
        </p:nvGrpSpPr>
        <p:grpSpPr bwMode="auto">
          <a:xfrm>
            <a:off x="6565900" y="1738868"/>
            <a:ext cx="4051300" cy="6863795"/>
            <a:chOff x="6565900" y="1738868"/>
            <a:chExt cx="4051300" cy="6863795"/>
          </a:xfrm>
        </p:grpSpPr>
        <p:grpSp>
          <p:nvGrpSpPr>
            <p:cNvPr id="14399" name="Group 36"/>
            <p:cNvGrpSpPr/>
            <p:nvPr/>
          </p:nvGrpSpPr>
          <p:grpSpPr bwMode="auto">
            <a:xfrm>
              <a:off x="7810500" y="4068763"/>
              <a:ext cx="2806700" cy="4533900"/>
              <a:chOff x="0" y="0"/>
              <a:chExt cx="1767" cy="2856"/>
            </a:xfrm>
          </p:grpSpPr>
          <p:sp>
            <p:nvSpPr>
              <p:cNvPr id="14401" name="AutoShape 24"/>
              <p:cNvSpPr/>
              <p:nvPr/>
            </p:nvSpPr>
            <p:spPr bwMode="auto">
              <a:xfrm>
                <a:off x="0" y="0"/>
                <a:ext cx="1766" cy="2224"/>
              </a:xfrm>
              <a:custGeom>
                <a:avLst/>
                <a:gdLst>
                  <a:gd name="T0" fmla="*/ 1 w 21383"/>
                  <a:gd name="T1" fmla="*/ 1 h 21600"/>
                  <a:gd name="T2" fmla="*/ 0 w 21383"/>
                  <a:gd name="T3" fmla="*/ 0 h 21600"/>
                  <a:gd name="T4" fmla="*/ 0 w 21383"/>
                  <a:gd name="T5" fmla="*/ 1 h 21600"/>
                  <a:gd name="T6" fmla="*/ 0 w 21383"/>
                  <a:gd name="T7" fmla="*/ 1 h 21600"/>
                  <a:gd name="T8" fmla="*/ 0 w 21383"/>
                  <a:gd name="T9" fmla="*/ 1 h 21600"/>
                  <a:gd name="T10" fmla="*/ 0 w 21383"/>
                  <a:gd name="T11" fmla="*/ 2 h 21600"/>
                  <a:gd name="T12" fmla="*/ 0 w 21383"/>
                  <a:gd name="T13" fmla="*/ 2 h 21600"/>
                  <a:gd name="T14" fmla="*/ 0 w 21383"/>
                  <a:gd name="T15" fmla="*/ 2 h 21600"/>
                  <a:gd name="T16" fmla="*/ 1 w 21383"/>
                  <a:gd name="T17" fmla="*/ 2 h 21600"/>
                  <a:gd name="T18" fmla="*/ 1 w 21383"/>
                  <a:gd name="T19" fmla="*/ 2 h 21600"/>
                  <a:gd name="T20" fmla="*/ 1 w 21383"/>
                  <a:gd name="T21" fmla="*/ 2 h 21600"/>
                  <a:gd name="T22" fmla="*/ 1 w 21383"/>
                  <a:gd name="T23" fmla="*/ 1 h 21600"/>
                  <a:gd name="T24" fmla="*/ 1 w 21383"/>
                  <a:gd name="T25" fmla="*/ 1 h 21600"/>
                  <a:gd name="T26" fmla="*/ 1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204A87"/>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02" name="AutoShape 25"/>
              <p:cNvSpPr/>
              <p:nvPr/>
            </p:nvSpPr>
            <p:spPr bwMode="auto">
              <a:xfrm>
                <a:off x="1042" y="224"/>
                <a:ext cx="725" cy="2001"/>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03" name="AutoShape 26"/>
              <p:cNvSpPr/>
              <p:nvPr/>
            </p:nvSpPr>
            <p:spPr bwMode="auto">
              <a:xfrm>
                <a:off x="600" y="0"/>
                <a:ext cx="563" cy="2224"/>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1 h 21600"/>
                  <a:gd name="T12" fmla="*/ 0 w 21383"/>
                  <a:gd name="T13" fmla="*/ 1 h 21600"/>
                  <a:gd name="T14" fmla="*/ 0 w 21383"/>
                  <a:gd name="T15" fmla="*/ 2 h 21600"/>
                  <a:gd name="T16" fmla="*/ 0 w 21383"/>
                  <a:gd name="T17" fmla="*/ 2 h 21600"/>
                  <a:gd name="T18" fmla="*/ 0 w 21383"/>
                  <a:gd name="T19" fmla="*/ 2 h 21600"/>
                  <a:gd name="T20" fmla="*/ 0 w 21383"/>
                  <a:gd name="T21" fmla="*/ 2 h 21600"/>
                  <a:gd name="T22" fmla="*/ 0 w 21383"/>
                  <a:gd name="T23" fmla="*/ 1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04" name="AutoShape 27"/>
              <p:cNvSpPr/>
              <p:nvPr/>
            </p:nvSpPr>
            <p:spPr bwMode="auto">
              <a:xfrm>
                <a:off x="0" y="224"/>
                <a:ext cx="725" cy="2001"/>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1"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05" name="AutoShape 28"/>
              <p:cNvSpPr/>
              <p:nvPr/>
            </p:nvSpPr>
            <p:spPr bwMode="auto">
              <a:xfrm>
                <a:off x="643" y="2209"/>
                <a:ext cx="455"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06" name="AutoShape 29"/>
              <p:cNvSpPr/>
              <p:nvPr/>
            </p:nvSpPr>
            <p:spPr bwMode="auto">
              <a:xfrm>
                <a:off x="660" y="2466"/>
                <a:ext cx="447" cy="39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407" name="Line 30"/>
              <p:cNvSpPr>
                <a:spLocks noChangeShapeType="1"/>
              </p:cNvSpPr>
              <p:nvPr/>
            </p:nvSpPr>
            <p:spPr bwMode="auto">
              <a:xfrm rot="10800000" flipH="1">
                <a:off x="662" y="2225"/>
                <a:ext cx="0" cy="247"/>
              </a:xfrm>
              <a:prstGeom prst="line">
                <a:avLst/>
              </a:prstGeom>
              <a:noFill/>
              <a:ln w="38100">
                <a:solidFill>
                  <a:srgbClr val="AC8F76"/>
                </a:solidFill>
                <a:miter lim="800000"/>
              </a:ln>
            </p:spPr>
            <p:txBody>
              <a:bodyPr lIns="0" tIns="0" rIns="0" bIns="0"/>
              <a:lstStyle/>
              <a:p>
                <a:endParaRPr lang="en-US"/>
              </a:p>
            </p:txBody>
          </p:sp>
          <p:sp>
            <p:nvSpPr>
              <p:cNvPr id="14408" name="Line 31"/>
              <p:cNvSpPr>
                <a:spLocks noChangeShapeType="1"/>
              </p:cNvSpPr>
              <p:nvPr/>
            </p:nvSpPr>
            <p:spPr bwMode="auto">
              <a:xfrm flipH="1">
                <a:off x="875" y="2225"/>
                <a:ext cx="0" cy="247"/>
              </a:xfrm>
              <a:prstGeom prst="line">
                <a:avLst/>
              </a:prstGeom>
              <a:noFill/>
              <a:ln w="38100">
                <a:solidFill>
                  <a:srgbClr val="AC8F76"/>
                </a:solidFill>
                <a:miter lim="800000"/>
              </a:ln>
            </p:spPr>
            <p:txBody>
              <a:bodyPr lIns="0" tIns="0" rIns="0" bIns="0"/>
              <a:lstStyle/>
              <a:p>
                <a:endParaRPr lang="en-US"/>
              </a:p>
            </p:txBody>
          </p:sp>
          <p:sp>
            <p:nvSpPr>
              <p:cNvPr id="14409" name="Line 32"/>
              <p:cNvSpPr>
                <a:spLocks noChangeShapeType="1"/>
              </p:cNvSpPr>
              <p:nvPr/>
            </p:nvSpPr>
            <p:spPr bwMode="auto">
              <a:xfrm rot="10800000" flipH="1">
                <a:off x="1099" y="2225"/>
                <a:ext cx="0" cy="247"/>
              </a:xfrm>
              <a:prstGeom prst="line">
                <a:avLst/>
              </a:prstGeom>
              <a:noFill/>
              <a:ln w="38100">
                <a:solidFill>
                  <a:srgbClr val="AC8F76"/>
                </a:solidFill>
                <a:miter lim="800000"/>
              </a:ln>
            </p:spPr>
            <p:txBody>
              <a:bodyPr lIns="0" tIns="0" rIns="0" bIns="0"/>
              <a:lstStyle/>
              <a:p>
                <a:endParaRPr lang="en-US"/>
              </a:p>
            </p:txBody>
          </p:sp>
          <p:sp>
            <p:nvSpPr>
              <p:cNvPr id="14410" name="AutoShape 33"/>
              <p:cNvSpPr/>
              <p:nvPr/>
            </p:nvSpPr>
            <p:spPr bwMode="auto">
              <a:xfrm>
                <a:off x="878" y="2461"/>
                <a:ext cx="236" cy="217"/>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411" name="AutoShape 34"/>
              <p:cNvSpPr/>
              <p:nvPr/>
            </p:nvSpPr>
            <p:spPr bwMode="auto">
              <a:xfrm>
                <a:off x="649" y="2461"/>
                <a:ext cx="236" cy="217"/>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412" name="AutoShape 35"/>
              <p:cNvSpPr/>
              <p:nvPr/>
            </p:nvSpPr>
            <p:spPr bwMode="auto">
              <a:xfrm>
                <a:off x="660" y="2773"/>
                <a:ext cx="447" cy="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nvGrpSpPr>
            <p:cNvPr id="14396" name="Group 1"/>
            <p:cNvGrpSpPr/>
            <p:nvPr/>
          </p:nvGrpSpPr>
          <p:grpSpPr bwMode="auto">
            <a:xfrm>
              <a:off x="6565900" y="1738868"/>
              <a:ext cx="3860800" cy="1982232"/>
              <a:chOff x="6565900" y="1738868"/>
              <a:chExt cx="3860800" cy="1982232"/>
            </a:xfrm>
          </p:grpSpPr>
          <p:sp>
            <p:nvSpPr>
              <p:cNvPr id="14397" name="Rectangle 107"/>
              <p:cNvSpPr/>
              <p:nvPr/>
            </p:nvSpPr>
            <p:spPr bwMode="auto">
              <a:xfrm>
                <a:off x="9029700" y="1738868"/>
                <a:ext cx="1269578" cy="738664"/>
              </a:xfrm>
              <a:prstGeom prst="rect">
                <a:avLst/>
              </a:prstGeom>
              <a:solidFill>
                <a:schemeClr val="accent1"/>
              </a:solidFill>
              <a:ln>
                <a:noFill/>
              </a:ln>
            </p:spPr>
            <p:txBody>
              <a:bodyPr wrap="none" lIns="0" tIns="0" rIns="0" bIns="0" anchor="ctr">
                <a:spAutoFit/>
              </a:bodyPr>
              <a:lstStyle/>
              <a:p>
                <a:pPr algn="l"/>
                <a:r>
                  <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64%</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4398" name="Rectangle 108"/>
              <p:cNvSpPr/>
              <p:nvPr/>
            </p:nvSpPr>
            <p:spPr bwMode="auto">
              <a:xfrm>
                <a:off x="6565900" y="2578100"/>
                <a:ext cx="3860800" cy="1143000"/>
              </a:xfrm>
              <a:prstGeom prst="rect">
                <a:avLst/>
              </a:prstGeom>
              <a:solidFill>
                <a:schemeClr val="accent1"/>
              </a:solidFill>
              <a:ln>
                <a:noFill/>
              </a:ln>
            </p:spPr>
            <p:txBody>
              <a:bodyPr lIns="0" tIns="0" rIns="0" bIns="0"/>
              <a:lstStyle/>
              <a:p>
                <a:pPr algn="l"/>
                <a:r>
                  <a:rPr lang="zh-CN" altLang="en-US" sz="20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0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grpSp>
      </p:grpSp>
      <p:grpSp>
        <p:nvGrpSpPr>
          <p:cNvPr id="13320" name="Group 6"/>
          <p:cNvGrpSpPr/>
          <p:nvPr/>
        </p:nvGrpSpPr>
        <p:grpSpPr bwMode="auto">
          <a:xfrm>
            <a:off x="10426700" y="6159500"/>
            <a:ext cx="4127500" cy="6159500"/>
            <a:chOff x="10426700" y="6159500"/>
            <a:chExt cx="4127500" cy="6159500"/>
          </a:xfrm>
        </p:grpSpPr>
        <p:grpSp>
          <p:nvGrpSpPr>
            <p:cNvPr id="14379" name="Group 60"/>
            <p:cNvGrpSpPr/>
            <p:nvPr/>
          </p:nvGrpSpPr>
          <p:grpSpPr bwMode="auto">
            <a:xfrm>
              <a:off x="11303000" y="6159500"/>
              <a:ext cx="3200400" cy="4889500"/>
              <a:chOff x="0" y="0"/>
              <a:chExt cx="2016" cy="3080"/>
            </a:xfrm>
          </p:grpSpPr>
          <p:sp>
            <p:nvSpPr>
              <p:cNvPr id="14383" name="AutoShape 48"/>
              <p:cNvSpPr/>
              <p:nvPr/>
            </p:nvSpPr>
            <p:spPr bwMode="auto">
              <a:xfrm>
                <a:off x="0" y="0"/>
                <a:ext cx="2014" cy="2399"/>
              </a:xfrm>
              <a:custGeom>
                <a:avLst/>
                <a:gdLst>
                  <a:gd name="T0" fmla="*/ 2 w 21383"/>
                  <a:gd name="T1" fmla="*/ 1 h 21600"/>
                  <a:gd name="T2" fmla="*/ 1 w 21383"/>
                  <a:gd name="T3" fmla="*/ 0 h 21600"/>
                  <a:gd name="T4" fmla="*/ 0 w 21383"/>
                  <a:gd name="T5" fmla="*/ 1 h 21600"/>
                  <a:gd name="T6" fmla="*/ 0 w 21383"/>
                  <a:gd name="T7" fmla="*/ 1 h 21600"/>
                  <a:gd name="T8" fmla="*/ 0 w 21383"/>
                  <a:gd name="T9" fmla="*/ 1 h 21600"/>
                  <a:gd name="T10" fmla="*/ 0 w 21383"/>
                  <a:gd name="T11" fmla="*/ 2 h 21600"/>
                  <a:gd name="T12" fmla="*/ 1 w 21383"/>
                  <a:gd name="T13" fmla="*/ 3 h 21600"/>
                  <a:gd name="T14" fmla="*/ 1 w 21383"/>
                  <a:gd name="T15" fmla="*/ 3 h 21600"/>
                  <a:gd name="T16" fmla="*/ 1 w 21383"/>
                  <a:gd name="T17" fmla="*/ 3 h 21600"/>
                  <a:gd name="T18" fmla="*/ 1 w 21383"/>
                  <a:gd name="T19" fmla="*/ 3 h 21600"/>
                  <a:gd name="T20" fmla="*/ 2 w 21383"/>
                  <a:gd name="T21" fmla="*/ 2 h 21600"/>
                  <a:gd name="T22" fmla="*/ 2 w 21383"/>
                  <a:gd name="T23" fmla="*/ 1 h 21600"/>
                  <a:gd name="T24" fmla="*/ 2 w 21383"/>
                  <a:gd name="T25" fmla="*/ 1 h 21600"/>
                  <a:gd name="T26" fmla="*/ 2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33BBD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84" name="AutoShape 49"/>
              <p:cNvSpPr/>
              <p:nvPr/>
            </p:nvSpPr>
            <p:spPr bwMode="auto">
              <a:xfrm>
                <a:off x="1188" y="242"/>
                <a:ext cx="828" cy="2157"/>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85" name="AutoShape 50"/>
              <p:cNvSpPr/>
              <p:nvPr/>
            </p:nvSpPr>
            <p:spPr bwMode="auto">
              <a:xfrm>
                <a:off x="684" y="0"/>
                <a:ext cx="642" cy="2399"/>
              </a:xfrm>
              <a:custGeom>
                <a:avLst/>
                <a:gdLst>
                  <a:gd name="T0" fmla="*/ 0 w 21383"/>
                  <a:gd name="T1" fmla="*/ 1 h 21600"/>
                  <a:gd name="T2" fmla="*/ 0 w 21383"/>
                  <a:gd name="T3" fmla="*/ 0 h 21600"/>
                  <a:gd name="T4" fmla="*/ 0 w 21383"/>
                  <a:gd name="T5" fmla="*/ 0 h 21600"/>
                  <a:gd name="T6" fmla="*/ 0 w 21383"/>
                  <a:gd name="T7" fmla="*/ 0 h 21600"/>
                  <a:gd name="T8" fmla="*/ 0 w 21383"/>
                  <a:gd name="T9" fmla="*/ 1 h 21600"/>
                  <a:gd name="T10" fmla="*/ 0 w 21383"/>
                  <a:gd name="T11" fmla="*/ 1 h 21600"/>
                  <a:gd name="T12" fmla="*/ 0 w 21383"/>
                  <a:gd name="T13" fmla="*/ 2 h 21600"/>
                  <a:gd name="T14" fmla="*/ 0 w 21383"/>
                  <a:gd name="T15" fmla="*/ 3 h 21600"/>
                  <a:gd name="T16" fmla="*/ 0 w 21383"/>
                  <a:gd name="T17" fmla="*/ 3 h 21600"/>
                  <a:gd name="T18" fmla="*/ 0 w 21383"/>
                  <a:gd name="T19" fmla="*/ 3 h 21600"/>
                  <a:gd name="T20" fmla="*/ 0 w 21383"/>
                  <a:gd name="T21" fmla="*/ 3 h 21600"/>
                  <a:gd name="T22" fmla="*/ 0 w 21383"/>
                  <a:gd name="T23" fmla="*/ 2 h 21600"/>
                  <a:gd name="T24" fmla="*/ 0 w 21383"/>
                  <a:gd name="T25" fmla="*/ 1 h 21600"/>
                  <a:gd name="T26" fmla="*/ 0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86" name="AutoShape 51"/>
              <p:cNvSpPr/>
              <p:nvPr/>
            </p:nvSpPr>
            <p:spPr bwMode="auto">
              <a:xfrm>
                <a:off x="0" y="242"/>
                <a:ext cx="827" cy="2157"/>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1"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87" name="AutoShape 52"/>
              <p:cNvSpPr/>
              <p:nvPr/>
            </p:nvSpPr>
            <p:spPr bwMode="auto">
              <a:xfrm>
                <a:off x="734" y="2382"/>
                <a:ext cx="518"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88" name="AutoShape 53"/>
              <p:cNvSpPr/>
              <p:nvPr/>
            </p:nvSpPr>
            <p:spPr bwMode="auto">
              <a:xfrm>
                <a:off x="752" y="2660"/>
                <a:ext cx="510" cy="4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89" name="Line 54"/>
              <p:cNvSpPr>
                <a:spLocks noChangeShapeType="1"/>
              </p:cNvSpPr>
              <p:nvPr/>
            </p:nvSpPr>
            <p:spPr bwMode="auto">
              <a:xfrm rot="10800000" flipH="1">
                <a:off x="755" y="2400"/>
                <a:ext cx="0" cy="266"/>
              </a:xfrm>
              <a:prstGeom prst="line">
                <a:avLst/>
              </a:prstGeom>
              <a:noFill/>
              <a:ln w="38100">
                <a:solidFill>
                  <a:srgbClr val="AC8F76"/>
                </a:solidFill>
                <a:miter lim="800000"/>
              </a:ln>
            </p:spPr>
            <p:txBody>
              <a:bodyPr lIns="0" tIns="0" rIns="0" bIns="0"/>
              <a:lstStyle/>
              <a:p>
                <a:endParaRPr lang="en-US"/>
              </a:p>
            </p:txBody>
          </p:sp>
          <p:sp>
            <p:nvSpPr>
              <p:cNvPr id="14390" name="Line 55"/>
              <p:cNvSpPr>
                <a:spLocks noChangeShapeType="1"/>
              </p:cNvSpPr>
              <p:nvPr/>
            </p:nvSpPr>
            <p:spPr bwMode="auto">
              <a:xfrm flipH="1">
                <a:off x="998" y="2400"/>
                <a:ext cx="0" cy="266"/>
              </a:xfrm>
              <a:prstGeom prst="line">
                <a:avLst/>
              </a:prstGeom>
              <a:noFill/>
              <a:ln w="38100">
                <a:solidFill>
                  <a:srgbClr val="AC8F76"/>
                </a:solidFill>
                <a:miter lim="800000"/>
              </a:ln>
            </p:spPr>
            <p:txBody>
              <a:bodyPr lIns="0" tIns="0" rIns="0" bIns="0"/>
              <a:lstStyle/>
              <a:p>
                <a:endParaRPr lang="en-US"/>
              </a:p>
            </p:txBody>
          </p:sp>
          <p:sp>
            <p:nvSpPr>
              <p:cNvPr id="14391" name="Line 56"/>
              <p:cNvSpPr>
                <a:spLocks noChangeShapeType="1"/>
              </p:cNvSpPr>
              <p:nvPr/>
            </p:nvSpPr>
            <p:spPr bwMode="auto">
              <a:xfrm rot="10800000" flipH="1">
                <a:off x="1253" y="2400"/>
                <a:ext cx="0" cy="266"/>
              </a:xfrm>
              <a:prstGeom prst="line">
                <a:avLst/>
              </a:prstGeom>
              <a:noFill/>
              <a:ln w="38100">
                <a:solidFill>
                  <a:srgbClr val="AC8F76"/>
                </a:solidFill>
                <a:miter lim="800000"/>
              </a:ln>
            </p:spPr>
            <p:txBody>
              <a:bodyPr lIns="0" tIns="0" rIns="0" bIns="0"/>
              <a:lstStyle/>
              <a:p>
                <a:endParaRPr lang="en-US"/>
              </a:p>
            </p:txBody>
          </p:sp>
          <p:sp>
            <p:nvSpPr>
              <p:cNvPr id="14392" name="AutoShape 57"/>
              <p:cNvSpPr/>
              <p:nvPr/>
            </p:nvSpPr>
            <p:spPr bwMode="auto">
              <a:xfrm>
                <a:off x="1001" y="2654"/>
                <a:ext cx="269" cy="23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393" name="AutoShape 58"/>
              <p:cNvSpPr/>
              <p:nvPr/>
            </p:nvSpPr>
            <p:spPr bwMode="auto">
              <a:xfrm>
                <a:off x="740" y="2654"/>
                <a:ext cx="269" cy="23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394" name="AutoShape 59"/>
              <p:cNvSpPr/>
              <p:nvPr/>
            </p:nvSpPr>
            <p:spPr bwMode="auto">
              <a:xfrm>
                <a:off x="752" y="2991"/>
                <a:ext cx="510" cy="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14381" name="Rectangle 109"/>
            <p:cNvSpPr/>
            <p:nvPr/>
          </p:nvSpPr>
          <p:spPr bwMode="auto">
            <a:xfrm>
              <a:off x="10426700" y="10239058"/>
              <a:ext cx="1692771" cy="984885"/>
            </a:xfrm>
            <a:prstGeom prst="rect">
              <a:avLst/>
            </a:prstGeom>
            <a:noFill/>
            <a:ln>
              <a:noFill/>
            </a:ln>
          </p:spPr>
          <p:txBody>
            <a:bodyPr wrap="none" lIns="0" tIns="0" rIns="0" bIns="0" anchor="ctr">
              <a:spAutoFit/>
            </a:bodyPr>
            <a:lstStyle/>
            <a:p>
              <a:pPr algn="l"/>
              <a:r>
                <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44%</a:t>
              </a:r>
              <a:endPar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4382" name="Rectangle 110"/>
            <p:cNvSpPr/>
            <p:nvPr/>
          </p:nvSpPr>
          <p:spPr bwMode="auto">
            <a:xfrm>
              <a:off x="10452100" y="11176000"/>
              <a:ext cx="4102100" cy="1143000"/>
            </a:xfrm>
            <a:prstGeom prst="rect">
              <a:avLst/>
            </a:prstGeom>
            <a:noFill/>
            <a:ln>
              <a:noFill/>
            </a:ln>
          </p:spPr>
          <p:txBody>
            <a:bodyPr lIns="0" tIns="0" rIns="0" bIns="0"/>
            <a:lstStyle/>
            <a:p>
              <a:pPr algn="l"/>
              <a:r>
                <a:rPr lang="zh-CN" altLang="en-US" sz="20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0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3321" name="Group 5"/>
          <p:cNvGrpSpPr/>
          <p:nvPr/>
        </p:nvGrpSpPr>
        <p:grpSpPr bwMode="auto">
          <a:xfrm>
            <a:off x="15163800" y="6591300"/>
            <a:ext cx="4965700" cy="4991100"/>
            <a:chOff x="15163800" y="6591300"/>
            <a:chExt cx="4965700" cy="4991100"/>
          </a:xfrm>
        </p:grpSpPr>
        <p:grpSp>
          <p:nvGrpSpPr>
            <p:cNvPr id="14363" name="Group 86"/>
            <p:cNvGrpSpPr/>
            <p:nvPr/>
          </p:nvGrpSpPr>
          <p:grpSpPr bwMode="auto">
            <a:xfrm>
              <a:off x="15163800" y="6591300"/>
              <a:ext cx="2374900" cy="3644900"/>
              <a:chOff x="0" y="0"/>
              <a:chExt cx="1496" cy="2295"/>
            </a:xfrm>
          </p:grpSpPr>
          <p:sp>
            <p:nvSpPr>
              <p:cNvPr id="14367" name="AutoShape 74"/>
              <p:cNvSpPr/>
              <p:nvPr/>
            </p:nvSpPr>
            <p:spPr bwMode="auto">
              <a:xfrm>
                <a:off x="0" y="0"/>
                <a:ext cx="1494" cy="1788"/>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1 h 21600"/>
                  <a:gd name="T12" fmla="*/ 0 w 21383"/>
                  <a:gd name="T13" fmla="*/ 1 h 21600"/>
                  <a:gd name="T14" fmla="*/ 0 w 21383"/>
                  <a:gd name="T15" fmla="*/ 1 h 21600"/>
                  <a:gd name="T16" fmla="*/ 0 w 21383"/>
                  <a:gd name="T17" fmla="*/ 1 h 21600"/>
                  <a:gd name="T18" fmla="*/ 0 w 21383"/>
                  <a:gd name="T19" fmla="*/ 1 h 21600"/>
                  <a:gd name="T20" fmla="*/ 0 w 21383"/>
                  <a:gd name="T21" fmla="*/ 1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B125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68" name="AutoShape 75"/>
              <p:cNvSpPr/>
              <p:nvPr/>
            </p:nvSpPr>
            <p:spPr bwMode="auto">
              <a:xfrm>
                <a:off x="881" y="180"/>
                <a:ext cx="615" cy="16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1 h 21600"/>
                  <a:gd name="T10" fmla="*/ 0 w 21600"/>
                  <a:gd name="T11" fmla="*/ 1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69" name="AutoShape 76"/>
              <p:cNvSpPr/>
              <p:nvPr/>
            </p:nvSpPr>
            <p:spPr bwMode="auto">
              <a:xfrm>
                <a:off x="507" y="0"/>
                <a:ext cx="477" cy="1788"/>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1 h 21600"/>
                  <a:gd name="T14" fmla="*/ 0 w 21383"/>
                  <a:gd name="T15" fmla="*/ 1 h 21600"/>
                  <a:gd name="T16" fmla="*/ 0 w 21383"/>
                  <a:gd name="T17" fmla="*/ 1 h 21600"/>
                  <a:gd name="T18" fmla="*/ 0 w 21383"/>
                  <a:gd name="T19" fmla="*/ 1 h 21600"/>
                  <a:gd name="T20" fmla="*/ 0 w 21383"/>
                  <a:gd name="T21" fmla="*/ 1 h 21600"/>
                  <a:gd name="T22" fmla="*/ 0 w 21383"/>
                  <a:gd name="T23" fmla="*/ 1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70" name="AutoShape 77"/>
              <p:cNvSpPr/>
              <p:nvPr/>
            </p:nvSpPr>
            <p:spPr bwMode="auto">
              <a:xfrm>
                <a:off x="0" y="180"/>
                <a:ext cx="614" cy="16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1 h 21600"/>
                  <a:gd name="T10" fmla="*/ 0 w 21600"/>
                  <a:gd name="T11" fmla="*/ 1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71" name="AutoShape 78"/>
              <p:cNvSpPr/>
              <p:nvPr/>
            </p:nvSpPr>
            <p:spPr bwMode="auto">
              <a:xfrm>
                <a:off x="544" y="1775"/>
                <a:ext cx="38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72" name="AutoShape 79"/>
              <p:cNvSpPr/>
              <p:nvPr/>
            </p:nvSpPr>
            <p:spPr bwMode="auto">
              <a:xfrm>
                <a:off x="558" y="1983"/>
                <a:ext cx="379" cy="31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73" name="Line 80"/>
              <p:cNvSpPr>
                <a:spLocks noChangeShapeType="1"/>
              </p:cNvSpPr>
              <p:nvPr/>
            </p:nvSpPr>
            <p:spPr bwMode="auto">
              <a:xfrm rot="10800000" flipH="1">
                <a:off x="560" y="1789"/>
                <a:ext cx="0" cy="198"/>
              </a:xfrm>
              <a:prstGeom prst="line">
                <a:avLst/>
              </a:prstGeom>
              <a:noFill/>
              <a:ln w="38100">
                <a:solidFill>
                  <a:srgbClr val="AC8F76"/>
                </a:solidFill>
                <a:miter lim="800000"/>
              </a:ln>
            </p:spPr>
            <p:txBody>
              <a:bodyPr lIns="0" tIns="0" rIns="0" bIns="0"/>
              <a:lstStyle/>
              <a:p>
                <a:endParaRPr lang="en-US"/>
              </a:p>
            </p:txBody>
          </p:sp>
          <p:sp>
            <p:nvSpPr>
              <p:cNvPr id="14374" name="Line 81"/>
              <p:cNvSpPr>
                <a:spLocks noChangeShapeType="1"/>
              </p:cNvSpPr>
              <p:nvPr/>
            </p:nvSpPr>
            <p:spPr bwMode="auto">
              <a:xfrm flipH="1">
                <a:off x="740" y="1789"/>
                <a:ext cx="1" cy="198"/>
              </a:xfrm>
              <a:prstGeom prst="line">
                <a:avLst/>
              </a:prstGeom>
              <a:noFill/>
              <a:ln w="38100">
                <a:solidFill>
                  <a:srgbClr val="AC8F76"/>
                </a:solidFill>
                <a:miter lim="800000"/>
              </a:ln>
            </p:spPr>
            <p:txBody>
              <a:bodyPr lIns="0" tIns="0" rIns="0" bIns="0"/>
              <a:lstStyle/>
              <a:p>
                <a:endParaRPr lang="en-US"/>
              </a:p>
            </p:txBody>
          </p:sp>
          <p:sp>
            <p:nvSpPr>
              <p:cNvPr id="14375" name="Line 82"/>
              <p:cNvSpPr>
                <a:spLocks noChangeShapeType="1"/>
              </p:cNvSpPr>
              <p:nvPr/>
            </p:nvSpPr>
            <p:spPr bwMode="auto">
              <a:xfrm rot="10800000" flipH="1">
                <a:off x="930" y="1789"/>
                <a:ext cx="0" cy="198"/>
              </a:xfrm>
              <a:prstGeom prst="line">
                <a:avLst/>
              </a:prstGeom>
              <a:noFill/>
              <a:ln w="38100">
                <a:solidFill>
                  <a:srgbClr val="AC8F76"/>
                </a:solidFill>
                <a:miter lim="800000"/>
              </a:ln>
            </p:spPr>
            <p:txBody>
              <a:bodyPr lIns="0" tIns="0" rIns="0" bIns="0"/>
              <a:lstStyle/>
              <a:p>
                <a:endParaRPr lang="en-US"/>
              </a:p>
            </p:txBody>
          </p:sp>
          <p:sp>
            <p:nvSpPr>
              <p:cNvPr id="14376" name="AutoShape 83"/>
              <p:cNvSpPr/>
              <p:nvPr/>
            </p:nvSpPr>
            <p:spPr bwMode="auto">
              <a:xfrm>
                <a:off x="743" y="1978"/>
                <a:ext cx="199" cy="17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377" name="AutoShape 84"/>
              <p:cNvSpPr/>
              <p:nvPr/>
            </p:nvSpPr>
            <p:spPr bwMode="auto">
              <a:xfrm>
                <a:off x="549" y="1978"/>
                <a:ext cx="200" cy="17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378" name="AutoShape 85"/>
              <p:cNvSpPr/>
              <p:nvPr/>
            </p:nvSpPr>
            <p:spPr bwMode="auto">
              <a:xfrm>
                <a:off x="558" y="2229"/>
                <a:ext cx="379" cy="6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14365" name="Rectangle 111"/>
            <p:cNvSpPr/>
            <p:nvPr/>
          </p:nvSpPr>
          <p:spPr bwMode="auto">
            <a:xfrm>
              <a:off x="17056100" y="9625568"/>
              <a:ext cx="1269578" cy="738664"/>
            </a:xfrm>
            <a:prstGeom prst="rect">
              <a:avLst/>
            </a:prstGeom>
            <a:noFill/>
            <a:ln>
              <a:noFill/>
            </a:ln>
          </p:spPr>
          <p:txBody>
            <a:bodyPr wrap="none" lIns="0" tIns="0" rIns="0" bIns="0" anchor="ctr">
              <a:spAutoFit/>
            </a:bodyPr>
            <a:lstStyle/>
            <a:p>
              <a:pPr algn="l"/>
              <a:r>
                <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21%</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4366" name="Rectangle 112"/>
            <p:cNvSpPr/>
            <p:nvPr/>
          </p:nvSpPr>
          <p:spPr bwMode="auto">
            <a:xfrm>
              <a:off x="16027400" y="10439400"/>
              <a:ext cx="4102100" cy="1143000"/>
            </a:xfrm>
            <a:prstGeom prst="rect">
              <a:avLst/>
            </a:prstGeom>
            <a:noFill/>
            <a:ln>
              <a:noFill/>
            </a:ln>
          </p:spPr>
          <p:txBody>
            <a:bodyPr lIns="0" tIns="0" rIns="0" bIns="0"/>
            <a:lstStyle/>
            <a:p>
              <a:pPr algn="l"/>
              <a:r>
                <a:rPr lang="zh-CN" altLang="en-US" sz="20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0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3322" name="Group 4"/>
          <p:cNvGrpSpPr/>
          <p:nvPr/>
        </p:nvGrpSpPr>
        <p:grpSpPr bwMode="auto">
          <a:xfrm>
            <a:off x="18199100" y="3124200"/>
            <a:ext cx="4292600" cy="6210300"/>
            <a:chOff x="18199100" y="3124200"/>
            <a:chExt cx="4292600" cy="6210300"/>
          </a:xfrm>
        </p:grpSpPr>
        <p:grpSp>
          <p:nvGrpSpPr>
            <p:cNvPr id="14347" name="Group 73"/>
            <p:cNvGrpSpPr/>
            <p:nvPr/>
          </p:nvGrpSpPr>
          <p:grpSpPr bwMode="auto">
            <a:xfrm>
              <a:off x="18199100" y="3124200"/>
              <a:ext cx="3200400" cy="4889500"/>
              <a:chOff x="0" y="0"/>
              <a:chExt cx="2015" cy="3079"/>
            </a:xfrm>
          </p:grpSpPr>
          <p:sp>
            <p:nvSpPr>
              <p:cNvPr id="14351" name="AutoShape 61"/>
              <p:cNvSpPr/>
              <p:nvPr/>
            </p:nvSpPr>
            <p:spPr bwMode="auto">
              <a:xfrm>
                <a:off x="0" y="0"/>
                <a:ext cx="2014" cy="2399"/>
              </a:xfrm>
              <a:custGeom>
                <a:avLst/>
                <a:gdLst>
                  <a:gd name="T0" fmla="*/ 2 w 21383"/>
                  <a:gd name="T1" fmla="*/ 1 h 21600"/>
                  <a:gd name="T2" fmla="*/ 1 w 21383"/>
                  <a:gd name="T3" fmla="*/ 0 h 21600"/>
                  <a:gd name="T4" fmla="*/ 0 w 21383"/>
                  <a:gd name="T5" fmla="*/ 1 h 21600"/>
                  <a:gd name="T6" fmla="*/ 0 w 21383"/>
                  <a:gd name="T7" fmla="*/ 1 h 21600"/>
                  <a:gd name="T8" fmla="*/ 0 w 21383"/>
                  <a:gd name="T9" fmla="*/ 1 h 21600"/>
                  <a:gd name="T10" fmla="*/ 0 w 21383"/>
                  <a:gd name="T11" fmla="*/ 2 h 21600"/>
                  <a:gd name="T12" fmla="*/ 1 w 21383"/>
                  <a:gd name="T13" fmla="*/ 3 h 21600"/>
                  <a:gd name="T14" fmla="*/ 1 w 21383"/>
                  <a:gd name="T15" fmla="*/ 3 h 21600"/>
                  <a:gd name="T16" fmla="*/ 1 w 21383"/>
                  <a:gd name="T17" fmla="*/ 3 h 21600"/>
                  <a:gd name="T18" fmla="*/ 1 w 21383"/>
                  <a:gd name="T19" fmla="*/ 3 h 21600"/>
                  <a:gd name="T20" fmla="*/ 2 w 21383"/>
                  <a:gd name="T21" fmla="*/ 2 h 21600"/>
                  <a:gd name="T22" fmla="*/ 2 w 21383"/>
                  <a:gd name="T23" fmla="*/ 1 h 21600"/>
                  <a:gd name="T24" fmla="*/ 2 w 21383"/>
                  <a:gd name="T25" fmla="*/ 1 h 21600"/>
                  <a:gd name="T26" fmla="*/ 2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E342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52" name="AutoShape 62"/>
              <p:cNvSpPr/>
              <p:nvPr/>
            </p:nvSpPr>
            <p:spPr bwMode="auto">
              <a:xfrm>
                <a:off x="1188" y="242"/>
                <a:ext cx="827" cy="2157"/>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53" name="AutoShape 63"/>
              <p:cNvSpPr/>
              <p:nvPr/>
            </p:nvSpPr>
            <p:spPr bwMode="auto">
              <a:xfrm>
                <a:off x="684" y="0"/>
                <a:ext cx="642" cy="2399"/>
              </a:xfrm>
              <a:custGeom>
                <a:avLst/>
                <a:gdLst>
                  <a:gd name="T0" fmla="*/ 0 w 21383"/>
                  <a:gd name="T1" fmla="*/ 1 h 21600"/>
                  <a:gd name="T2" fmla="*/ 0 w 21383"/>
                  <a:gd name="T3" fmla="*/ 0 h 21600"/>
                  <a:gd name="T4" fmla="*/ 0 w 21383"/>
                  <a:gd name="T5" fmla="*/ 0 h 21600"/>
                  <a:gd name="T6" fmla="*/ 0 w 21383"/>
                  <a:gd name="T7" fmla="*/ 0 h 21600"/>
                  <a:gd name="T8" fmla="*/ 0 w 21383"/>
                  <a:gd name="T9" fmla="*/ 1 h 21600"/>
                  <a:gd name="T10" fmla="*/ 0 w 21383"/>
                  <a:gd name="T11" fmla="*/ 1 h 21600"/>
                  <a:gd name="T12" fmla="*/ 0 w 21383"/>
                  <a:gd name="T13" fmla="*/ 2 h 21600"/>
                  <a:gd name="T14" fmla="*/ 0 w 21383"/>
                  <a:gd name="T15" fmla="*/ 3 h 21600"/>
                  <a:gd name="T16" fmla="*/ 0 w 21383"/>
                  <a:gd name="T17" fmla="*/ 3 h 21600"/>
                  <a:gd name="T18" fmla="*/ 0 w 21383"/>
                  <a:gd name="T19" fmla="*/ 3 h 21600"/>
                  <a:gd name="T20" fmla="*/ 0 w 21383"/>
                  <a:gd name="T21" fmla="*/ 3 h 21600"/>
                  <a:gd name="T22" fmla="*/ 0 w 21383"/>
                  <a:gd name="T23" fmla="*/ 2 h 21600"/>
                  <a:gd name="T24" fmla="*/ 0 w 21383"/>
                  <a:gd name="T25" fmla="*/ 1 h 21600"/>
                  <a:gd name="T26" fmla="*/ 0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54" name="AutoShape 64"/>
              <p:cNvSpPr/>
              <p:nvPr/>
            </p:nvSpPr>
            <p:spPr bwMode="auto">
              <a:xfrm>
                <a:off x="0" y="242"/>
                <a:ext cx="827" cy="2157"/>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1"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55" name="AutoShape 65"/>
              <p:cNvSpPr/>
              <p:nvPr/>
            </p:nvSpPr>
            <p:spPr bwMode="auto">
              <a:xfrm>
                <a:off x="734" y="2382"/>
                <a:ext cx="518"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56" name="AutoShape 66"/>
              <p:cNvSpPr/>
              <p:nvPr/>
            </p:nvSpPr>
            <p:spPr bwMode="auto">
              <a:xfrm>
                <a:off x="752" y="2660"/>
                <a:ext cx="510" cy="4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4357" name="Line 67"/>
              <p:cNvSpPr>
                <a:spLocks noChangeShapeType="1"/>
              </p:cNvSpPr>
              <p:nvPr/>
            </p:nvSpPr>
            <p:spPr bwMode="auto">
              <a:xfrm rot="10800000" flipH="1">
                <a:off x="755" y="2400"/>
                <a:ext cx="0" cy="266"/>
              </a:xfrm>
              <a:prstGeom prst="line">
                <a:avLst/>
              </a:prstGeom>
              <a:noFill/>
              <a:ln w="38100">
                <a:solidFill>
                  <a:srgbClr val="AC8F76"/>
                </a:solidFill>
                <a:miter lim="800000"/>
              </a:ln>
            </p:spPr>
            <p:txBody>
              <a:bodyPr lIns="0" tIns="0" rIns="0" bIns="0"/>
              <a:lstStyle/>
              <a:p>
                <a:endParaRPr lang="en-US"/>
              </a:p>
            </p:txBody>
          </p:sp>
          <p:sp>
            <p:nvSpPr>
              <p:cNvPr id="14358" name="Line 68"/>
              <p:cNvSpPr>
                <a:spLocks noChangeShapeType="1"/>
              </p:cNvSpPr>
              <p:nvPr/>
            </p:nvSpPr>
            <p:spPr bwMode="auto">
              <a:xfrm flipH="1">
                <a:off x="998" y="2400"/>
                <a:ext cx="0" cy="266"/>
              </a:xfrm>
              <a:prstGeom prst="line">
                <a:avLst/>
              </a:prstGeom>
              <a:noFill/>
              <a:ln w="38100">
                <a:solidFill>
                  <a:srgbClr val="AC8F76"/>
                </a:solidFill>
                <a:miter lim="800000"/>
              </a:ln>
            </p:spPr>
            <p:txBody>
              <a:bodyPr lIns="0" tIns="0" rIns="0" bIns="0"/>
              <a:lstStyle/>
              <a:p>
                <a:endParaRPr lang="en-US"/>
              </a:p>
            </p:txBody>
          </p:sp>
          <p:sp>
            <p:nvSpPr>
              <p:cNvPr id="14359" name="Line 69"/>
              <p:cNvSpPr>
                <a:spLocks noChangeShapeType="1"/>
              </p:cNvSpPr>
              <p:nvPr/>
            </p:nvSpPr>
            <p:spPr bwMode="auto">
              <a:xfrm rot="10800000" flipH="1">
                <a:off x="1253" y="2400"/>
                <a:ext cx="0" cy="266"/>
              </a:xfrm>
              <a:prstGeom prst="line">
                <a:avLst/>
              </a:prstGeom>
              <a:noFill/>
              <a:ln w="38100">
                <a:solidFill>
                  <a:srgbClr val="AC8F76"/>
                </a:solidFill>
                <a:miter lim="800000"/>
              </a:ln>
            </p:spPr>
            <p:txBody>
              <a:bodyPr lIns="0" tIns="0" rIns="0" bIns="0"/>
              <a:lstStyle/>
              <a:p>
                <a:endParaRPr lang="en-US"/>
              </a:p>
            </p:txBody>
          </p:sp>
          <p:sp>
            <p:nvSpPr>
              <p:cNvPr id="14360" name="AutoShape 70"/>
              <p:cNvSpPr/>
              <p:nvPr/>
            </p:nvSpPr>
            <p:spPr bwMode="auto">
              <a:xfrm>
                <a:off x="1001" y="2654"/>
                <a:ext cx="269" cy="23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361" name="AutoShape 71"/>
              <p:cNvSpPr/>
              <p:nvPr/>
            </p:nvSpPr>
            <p:spPr bwMode="auto">
              <a:xfrm>
                <a:off x="740" y="2654"/>
                <a:ext cx="269" cy="23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14362" name="AutoShape 72"/>
              <p:cNvSpPr/>
              <p:nvPr/>
            </p:nvSpPr>
            <p:spPr bwMode="auto">
              <a:xfrm>
                <a:off x="752" y="2991"/>
                <a:ext cx="510" cy="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14349" name="Rectangle 113"/>
            <p:cNvSpPr/>
            <p:nvPr/>
          </p:nvSpPr>
          <p:spPr bwMode="auto">
            <a:xfrm>
              <a:off x="20650200" y="7254558"/>
              <a:ext cx="1692771" cy="984885"/>
            </a:xfrm>
            <a:prstGeom prst="rect">
              <a:avLst/>
            </a:prstGeom>
            <a:noFill/>
            <a:ln>
              <a:noFill/>
            </a:ln>
          </p:spPr>
          <p:txBody>
            <a:bodyPr wrap="none" lIns="0" tIns="0" rIns="0" bIns="0" anchor="ctr">
              <a:spAutoFit/>
            </a:bodyPr>
            <a:lstStyle/>
            <a:p>
              <a:pPr algn="l"/>
              <a:r>
                <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50%</a:t>
              </a:r>
              <a:endPar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4350" name="Rectangle 114"/>
            <p:cNvSpPr/>
            <p:nvPr/>
          </p:nvSpPr>
          <p:spPr bwMode="auto">
            <a:xfrm>
              <a:off x="18389600" y="8191500"/>
              <a:ext cx="4102100" cy="1143000"/>
            </a:xfrm>
            <a:prstGeom prst="rect">
              <a:avLst/>
            </a:prstGeom>
            <a:noFill/>
            <a:ln>
              <a:noFill/>
            </a:ln>
          </p:spPr>
          <p:txBody>
            <a:bodyPr lIns="0" tIns="0" rIns="0" bIns="0"/>
            <a:lstStyle/>
            <a:p>
              <a:pPr algn="l"/>
              <a:r>
                <a:rPr lang="zh-CN" altLang="en-US" sz="20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0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up)">
                                      <p:cBhvr>
                                        <p:cTn id="7" dur="500"/>
                                        <p:tgtEl>
                                          <p:spTgt spid="13314"/>
                                        </p:tgtEl>
                                      </p:cBhvr>
                                    </p:animEffect>
                                  </p:childTnLst>
                                </p:cTn>
                              </p:par>
                              <p:par>
                                <p:cTn id="8" presetID="37" presetClass="entr" presetSubtype="0" fill="hold" nodeType="withEffect">
                                  <p:stCondLst>
                                    <p:cond delay="500"/>
                                  </p:stCondLst>
                                  <p:childTnLst>
                                    <p:set>
                                      <p:cBhvr>
                                        <p:cTn id="9" dur="1" fill="hold">
                                          <p:stCondLst>
                                            <p:cond delay="0"/>
                                          </p:stCondLst>
                                        </p:cTn>
                                        <p:tgtEl>
                                          <p:spTgt spid="13317"/>
                                        </p:tgtEl>
                                        <p:attrNameLst>
                                          <p:attrName>style.visibility</p:attrName>
                                        </p:attrNameLst>
                                      </p:cBhvr>
                                      <p:to>
                                        <p:strVal val="visible"/>
                                      </p:to>
                                    </p:set>
                                    <p:animEffect transition="in" filter="fade">
                                      <p:cBhvr>
                                        <p:cTn id="10" dur="2000"/>
                                        <p:tgtEl>
                                          <p:spTgt spid="13317"/>
                                        </p:tgtEl>
                                      </p:cBhvr>
                                    </p:animEffect>
                                    <p:anim calcmode="lin" valueType="num">
                                      <p:cBhvr>
                                        <p:cTn id="11" dur="2000" fill="hold"/>
                                        <p:tgtEl>
                                          <p:spTgt spid="13317"/>
                                        </p:tgtEl>
                                        <p:attrNameLst>
                                          <p:attrName>ppt_x</p:attrName>
                                        </p:attrNameLst>
                                      </p:cBhvr>
                                      <p:tavLst>
                                        <p:tav tm="0">
                                          <p:val>
                                            <p:strVal val="#ppt_x"/>
                                          </p:val>
                                        </p:tav>
                                        <p:tav tm="100000">
                                          <p:val>
                                            <p:strVal val="#ppt_x"/>
                                          </p:val>
                                        </p:tav>
                                      </p:tavLst>
                                    </p:anim>
                                    <p:anim calcmode="lin" valueType="num">
                                      <p:cBhvr>
                                        <p:cTn id="12" dur="1800" decel="100000" fill="hold"/>
                                        <p:tgtEl>
                                          <p:spTgt spid="13317"/>
                                        </p:tgtEl>
                                        <p:attrNameLst>
                                          <p:attrName>ppt_y</p:attrName>
                                        </p:attrNameLst>
                                      </p:cBhvr>
                                      <p:tavLst>
                                        <p:tav tm="0">
                                          <p:val>
                                            <p:strVal val="#ppt_y+1"/>
                                          </p:val>
                                        </p:tav>
                                        <p:tav tm="100000">
                                          <p:val>
                                            <p:strVal val="#ppt_y-.03"/>
                                          </p:val>
                                        </p:tav>
                                      </p:tavLst>
                                    </p:anim>
                                    <p:anim calcmode="lin" valueType="num">
                                      <p:cBhvr>
                                        <p:cTn id="13" dur="200" accel="100000" fill="hold">
                                          <p:stCondLst>
                                            <p:cond delay="1800"/>
                                          </p:stCondLst>
                                        </p:cTn>
                                        <p:tgtEl>
                                          <p:spTgt spid="13317"/>
                                        </p:tgtEl>
                                        <p:attrNameLst>
                                          <p:attrName>ppt_y</p:attrName>
                                        </p:attrNameLst>
                                      </p:cBhvr>
                                      <p:tavLst>
                                        <p:tav tm="0">
                                          <p:val>
                                            <p:strVal val="#ppt_y-.03"/>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3315"/>
                                        </p:tgtEl>
                                        <p:attrNameLst>
                                          <p:attrName>style.visibility</p:attrName>
                                        </p:attrNameLst>
                                      </p:cBhvr>
                                      <p:to>
                                        <p:strVal val="visible"/>
                                      </p:to>
                                    </p:set>
                                    <p:animEffect transition="in" filter="fade">
                                      <p:cBhvr>
                                        <p:cTn id="16" dur="1000"/>
                                        <p:tgtEl>
                                          <p:spTgt spid="13315"/>
                                        </p:tgtEl>
                                      </p:cBhvr>
                                    </p:animEffect>
                                    <p:anim calcmode="lin" valueType="num">
                                      <p:cBhvr>
                                        <p:cTn id="17" dur="1000" fill="hold"/>
                                        <p:tgtEl>
                                          <p:spTgt spid="13315"/>
                                        </p:tgtEl>
                                        <p:attrNameLst>
                                          <p:attrName>ppt_x</p:attrName>
                                        </p:attrNameLst>
                                      </p:cBhvr>
                                      <p:tavLst>
                                        <p:tav tm="0">
                                          <p:val>
                                            <p:strVal val="#ppt_x"/>
                                          </p:val>
                                        </p:tav>
                                        <p:tav tm="100000">
                                          <p:val>
                                            <p:strVal val="#ppt_x"/>
                                          </p:val>
                                        </p:tav>
                                      </p:tavLst>
                                    </p:anim>
                                    <p:anim calcmode="lin" valueType="num">
                                      <p:cBhvr>
                                        <p:cTn id="18" dur="1000" fill="hold"/>
                                        <p:tgtEl>
                                          <p:spTgt spid="13315"/>
                                        </p:tgtEl>
                                        <p:attrNameLst>
                                          <p:attrName>ppt_y</p:attrName>
                                        </p:attrNameLst>
                                      </p:cBhvr>
                                      <p:tavLst>
                                        <p:tav tm="0">
                                          <p:val>
                                            <p:strVal val="#ppt_y+.1"/>
                                          </p:val>
                                        </p:tav>
                                        <p:tav tm="100000">
                                          <p:val>
                                            <p:strVal val="#ppt_y"/>
                                          </p:val>
                                        </p:tav>
                                      </p:tavLst>
                                    </p:anim>
                                  </p:childTnLst>
                                </p:cTn>
                              </p:par>
                              <p:par>
                                <p:cTn id="19" presetID="49" presetClass="entr" presetSubtype="0" decel="100000" fill="hold" nodeType="withEffect">
                                  <p:stCondLst>
                                    <p:cond delay="600"/>
                                  </p:stCondLst>
                                  <p:childTnLst>
                                    <p:set>
                                      <p:cBhvr>
                                        <p:cTn id="20" dur="1" fill="hold">
                                          <p:stCondLst>
                                            <p:cond delay="0"/>
                                          </p:stCondLst>
                                        </p:cTn>
                                        <p:tgtEl>
                                          <p:spTgt spid="13316"/>
                                        </p:tgtEl>
                                        <p:attrNameLst>
                                          <p:attrName>style.visibility</p:attrName>
                                        </p:attrNameLst>
                                      </p:cBhvr>
                                      <p:to>
                                        <p:strVal val="visible"/>
                                      </p:to>
                                    </p:set>
                                    <p:anim calcmode="lin" valueType="num">
                                      <p:cBhvr>
                                        <p:cTn id="21" dur="500" fill="hold"/>
                                        <p:tgtEl>
                                          <p:spTgt spid="13316"/>
                                        </p:tgtEl>
                                        <p:attrNameLst>
                                          <p:attrName>ppt_w</p:attrName>
                                        </p:attrNameLst>
                                      </p:cBhvr>
                                      <p:tavLst>
                                        <p:tav tm="0">
                                          <p:val>
                                            <p:fltVal val="0"/>
                                          </p:val>
                                        </p:tav>
                                        <p:tav tm="100000">
                                          <p:val>
                                            <p:strVal val="#ppt_w"/>
                                          </p:val>
                                        </p:tav>
                                      </p:tavLst>
                                    </p:anim>
                                    <p:anim calcmode="lin" valueType="num">
                                      <p:cBhvr>
                                        <p:cTn id="22" dur="500" fill="hold"/>
                                        <p:tgtEl>
                                          <p:spTgt spid="13316"/>
                                        </p:tgtEl>
                                        <p:attrNameLst>
                                          <p:attrName>ppt_h</p:attrName>
                                        </p:attrNameLst>
                                      </p:cBhvr>
                                      <p:tavLst>
                                        <p:tav tm="0">
                                          <p:val>
                                            <p:fltVal val="0"/>
                                          </p:val>
                                        </p:tav>
                                        <p:tav tm="100000">
                                          <p:val>
                                            <p:strVal val="#ppt_h"/>
                                          </p:val>
                                        </p:tav>
                                      </p:tavLst>
                                    </p:anim>
                                    <p:anim calcmode="lin" valueType="num">
                                      <p:cBhvr>
                                        <p:cTn id="23" dur="500" fill="hold"/>
                                        <p:tgtEl>
                                          <p:spTgt spid="13316"/>
                                        </p:tgtEl>
                                        <p:attrNameLst>
                                          <p:attrName>style.rotation</p:attrName>
                                        </p:attrNameLst>
                                      </p:cBhvr>
                                      <p:tavLst>
                                        <p:tav tm="0">
                                          <p:val>
                                            <p:fltVal val="360"/>
                                          </p:val>
                                        </p:tav>
                                        <p:tav tm="100000">
                                          <p:val>
                                            <p:fltVal val="0"/>
                                          </p:val>
                                        </p:tav>
                                      </p:tavLst>
                                    </p:anim>
                                    <p:animEffect transition="in" filter="fade">
                                      <p:cBhvr>
                                        <p:cTn id="24" dur="500"/>
                                        <p:tgtEl>
                                          <p:spTgt spid="13316"/>
                                        </p:tgtEl>
                                      </p:cBhvr>
                                    </p:animEffect>
                                  </p:childTnLst>
                                </p:cTn>
                              </p:par>
                            </p:childTnLst>
                          </p:cTn>
                        </p:par>
                      </p:childTnLst>
                    </p:cTn>
                  </p:par>
                  <p:par>
                    <p:cTn id="25" fill="hold">
                      <p:stCondLst>
                        <p:cond delay="indefinite"/>
                      </p:stCondLst>
                      <p:childTnLst>
                        <p:par>
                          <p:cTn id="26" fill="hold">
                            <p:stCondLst>
                              <p:cond delay="0"/>
                            </p:stCondLst>
                            <p:childTnLst>
                              <p:par>
                                <p:cTn id="27" presetID="37" presetClass="entr" presetSubtype="0" fill="hold" nodeType="clickEffect">
                                  <p:stCondLst>
                                    <p:cond delay="0"/>
                                  </p:stCondLst>
                                  <p:childTnLst>
                                    <p:set>
                                      <p:cBhvr>
                                        <p:cTn id="28" dur="1" fill="hold">
                                          <p:stCondLst>
                                            <p:cond delay="0"/>
                                          </p:stCondLst>
                                        </p:cTn>
                                        <p:tgtEl>
                                          <p:spTgt spid="13318"/>
                                        </p:tgtEl>
                                        <p:attrNameLst>
                                          <p:attrName>style.visibility</p:attrName>
                                        </p:attrNameLst>
                                      </p:cBhvr>
                                      <p:to>
                                        <p:strVal val="visible"/>
                                      </p:to>
                                    </p:set>
                                    <p:animEffect transition="in" filter="fade">
                                      <p:cBhvr>
                                        <p:cTn id="29" dur="1000"/>
                                        <p:tgtEl>
                                          <p:spTgt spid="13318"/>
                                        </p:tgtEl>
                                      </p:cBhvr>
                                    </p:animEffect>
                                    <p:anim calcmode="lin" valueType="num">
                                      <p:cBhvr>
                                        <p:cTn id="30" dur="1000" fill="hold"/>
                                        <p:tgtEl>
                                          <p:spTgt spid="13318"/>
                                        </p:tgtEl>
                                        <p:attrNameLst>
                                          <p:attrName>ppt_x</p:attrName>
                                        </p:attrNameLst>
                                      </p:cBhvr>
                                      <p:tavLst>
                                        <p:tav tm="0">
                                          <p:val>
                                            <p:strVal val="#ppt_x"/>
                                          </p:val>
                                        </p:tav>
                                        <p:tav tm="100000">
                                          <p:val>
                                            <p:strVal val="#ppt_x"/>
                                          </p:val>
                                        </p:tav>
                                      </p:tavLst>
                                    </p:anim>
                                    <p:anim calcmode="lin" valueType="num">
                                      <p:cBhvr>
                                        <p:cTn id="31" dur="900" decel="100000" fill="hold"/>
                                        <p:tgtEl>
                                          <p:spTgt spid="13318"/>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13318"/>
                                        </p:tgtEl>
                                        <p:attrNameLst>
                                          <p:attrName>ppt_y</p:attrName>
                                        </p:attrNameLst>
                                      </p:cBhvr>
                                      <p:tavLst>
                                        <p:tav tm="0">
                                          <p:val>
                                            <p:strVal val="#ppt_y-.03"/>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7" presetClass="entr" presetSubtype="0" fill="hold" nodeType="clickEffect">
                                  <p:stCondLst>
                                    <p:cond delay="0"/>
                                  </p:stCondLst>
                                  <p:childTnLst>
                                    <p:set>
                                      <p:cBhvr>
                                        <p:cTn id="36" dur="1" fill="hold">
                                          <p:stCondLst>
                                            <p:cond delay="0"/>
                                          </p:stCondLst>
                                        </p:cTn>
                                        <p:tgtEl>
                                          <p:spTgt spid="13319"/>
                                        </p:tgtEl>
                                        <p:attrNameLst>
                                          <p:attrName>style.visibility</p:attrName>
                                        </p:attrNameLst>
                                      </p:cBhvr>
                                      <p:to>
                                        <p:strVal val="visible"/>
                                      </p:to>
                                    </p:set>
                                    <p:animEffect transition="in" filter="fade">
                                      <p:cBhvr>
                                        <p:cTn id="37" dur="1000"/>
                                        <p:tgtEl>
                                          <p:spTgt spid="13319"/>
                                        </p:tgtEl>
                                      </p:cBhvr>
                                    </p:animEffect>
                                    <p:anim calcmode="lin" valueType="num">
                                      <p:cBhvr>
                                        <p:cTn id="38" dur="1000" fill="hold"/>
                                        <p:tgtEl>
                                          <p:spTgt spid="13319"/>
                                        </p:tgtEl>
                                        <p:attrNameLst>
                                          <p:attrName>ppt_x</p:attrName>
                                        </p:attrNameLst>
                                      </p:cBhvr>
                                      <p:tavLst>
                                        <p:tav tm="0">
                                          <p:val>
                                            <p:strVal val="#ppt_x"/>
                                          </p:val>
                                        </p:tav>
                                        <p:tav tm="100000">
                                          <p:val>
                                            <p:strVal val="#ppt_x"/>
                                          </p:val>
                                        </p:tav>
                                      </p:tavLst>
                                    </p:anim>
                                    <p:anim calcmode="lin" valueType="num">
                                      <p:cBhvr>
                                        <p:cTn id="39" dur="900" decel="100000" fill="hold"/>
                                        <p:tgtEl>
                                          <p:spTgt spid="13319"/>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3319"/>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13320"/>
                                        </p:tgtEl>
                                        <p:attrNameLst>
                                          <p:attrName>style.visibility</p:attrName>
                                        </p:attrNameLst>
                                      </p:cBhvr>
                                      <p:to>
                                        <p:strVal val="visible"/>
                                      </p:to>
                                    </p:set>
                                    <p:animEffect transition="in" filter="fade">
                                      <p:cBhvr>
                                        <p:cTn id="45" dur="1000"/>
                                        <p:tgtEl>
                                          <p:spTgt spid="13320"/>
                                        </p:tgtEl>
                                      </p:cBhvr>
                                    </p:animEffect>
                                    <p:anim calcmode="lin" valueType="num">
                                      <p:cBhvr>
                                        <p:cTn id="46" dur="1000" fill="hold"/>
                                        <p:tgtEl>
                                          <p:spTgt spid="13320"/>
                                        </p:tgtEl>
                                        <p:attrNameLst>
                                          <p:attrName>ppt_x</p:attrName>
                                        </p:attrNameLst>
                                      </p:cBhvr>
                                      <p:tavLst>
                                        <p:tav tm="0">
                                          <p:val>
                                            <p:strVal val="#ppt_x"/>
                                          </p:val>
                                        </p:tav>
                                        <p:tav tm="100000">
                                          <p:val>
                                            <p:strVal val="#ppt_x"/>
                                          </p:val>
                                        </p:tav>
                                      </p:tavLst>
                                    </p:anim>
                                    <p:anim calcmode="lin" valueType="num">
                                      <p:cBhvr>
                                        <p:cTn id="47" dur="900" decel="100000" fill="hold"/>
                                        <p:tgtEl>
                                          <p:spTgt spid="13320"/>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13320"/>
                                        </p:tgtEl>
                                        <p:attrNameLst>
                                          <p:attrName>ppt_y</p:attrName>
                                        </p:attrNameLst>
                                      </p:cBhvr>
                                      <p:tavLst>
                                        <p:tav tm="0">
                                          <p:val>
                                            <p:strVal val="#ppt_y-.03"/>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7" presetClass="entr" presetSubtype="0" fill="hold" nodeType="clickEffect">
                                  <p:stCondLst>
                                    <p:cond delay="0"/>
                                  </p:stCondLst>
                                  <p:childTnLst>
                                    <p:set>
                                      <p:cBhvr>
                                        <p:cTn id="52" dur="1" fill="hold">
                                          <p:stCondLst>
                                            <p:cond delay="0"/>
                                          </p:stCondLst>
                                        </p:cTn>
                                        <p:tgtEl>
                                          <p:spTgt spid="13321"/>
                                        </p:tgtEl>
                                        <p:attrNameLst>
                                          <p:attrName>style.visibility</p:attrName>
                                        </p:attrNameLst>
                                      </p:cBhvr>
                                      <p:to>
                                        <p:strVal val="visible"/>
                                      </p:to>
                                    </p:set>
                                    <p:animEffect transition="in" filter="fade">
                                      <p:cBhvr>
                                        <p:cTn id="53" dur="1000"/>
                                        <p:tgtEl>
                                          <p:spTgt spid="13321"/>
                                        </p:tgtEl>
                                      </p:cBhvr>
                                    </p:animEffect>
                                    <p:anim calcmode="lin" valueType="num">
                                      <p:cBhvr>
                                        <p:cTn id="54" dur="1000" fill="hold"/>
                                        <p:tgtEl>
                                          <p:spTgt spid="13321"/>
                                        </p:tgtEl>
                                        <p:attrNameLst>
                                          <p:attrName>ppt_x</p:attrName>
                                        </p:attrNameLst>
                                      </p:cBhvr>
                                      <p:tavLst>
                                        <p:tav tm="0">
                                          <p:val>
                                            <p:strVal val="#ppt_x"/>
                                          </p:val>
                                        </p:tav>
                                        <p:tav tm="100000">
                                          <p:val>
                                            <p:strVal val="#ppt_x"/>
                                          </p:val>
                                        </p:tav>
                                      </p:tavLst>
                                    </p:anim>
                                    <p:anim calcmode="lin" valueType="num">
                                      <p:cBhvr>
                                        <p:cTn id="55" dur="900" decel="100000" fill="hold"/>
                                        <p:tgtEl>
                                          <p:spTgt spid="13321"/>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13321"/>
                                        </p:tgtEl>
                                        <p:attrNameLst>
                                          <p:attrName>ppt_y</p:attrName>
                                        </p:attrNameLst>
                                      </p:cBhvr>
                                      <p:tavLst>
                                        <p:tav tm="0">
                                          <p:val>
                                            <p:strVal val="#ppt_y-.03"/>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37" presetClass="entr" presetSubtype="0" fill="hold" nodeType="clickEffect">
                                  <p:stCondLst>
                                    <p:cond delay="0"/>
                                  </p:stCondLst>
                                  <p:childTnLst>
                                    <p:set>
                                      <p:cBhvr>
                                        <p:cTn id="60" dur="1" fill="hold">
                                          <p:stCondLst>
                                            <p:cond delay="0"/>
                                          </p:stCondLst>
                                        </p:cTn>
                                        <p:tgtEl>
                                          <p:spTgt spid="13322"/>
                                        </p:tgtEl>
                                        <p:attrNameLst>
                                          <p:attrName>style.visibility</p:attrName>
                                        </p:attrNameLst>
                                      </p:cBhvr>
                                      <p:to>
                                        <p:strVal val="visible"/>
                                      </p:to>
                                    </p:set>
                                    <p:animEffect transition="in" filter="fade">
                                      <p:cBhvr>
                                        <p:cTn id="61" dur="1000"/>
                                        <p:tgtEl>
                                          <p:spTgt spid="13322"/>
                                        </p:tgtEl>
                                      </p:cBhvr>
                                    </p:animEffect>
                                    <p:anim calcmode="lin" valueType="num">
                                      <p:cBhvr>
                                        <p:cTn id="62" dur="1000" fill="hold"/>
                                        <p:tgtEl>
                                          <p:spTgt spid="13322"/>
                                        </p:tgtEl>
                                        <p:attrNameLst>
                                          <p:attrName>ppt_x</p:attrName>
                                        </p:attrNameLst>
                                      </p:cBhvr>
                                      <p:tavLst>
                                        <p:tav tm="0">
                                          <p:val>
                                            <p:strVal val="#ppt_x"/>
                                          </p:val>
                                        </p:tav>
                                        <p:tav tm="100000">
                                          <p:val>
                                            <p:strVal val="#ppt_x"/>
                                          </p:val>
                                        </p:tav>
                                      </p:tavLst>
                                    </p:anim>
                                    <p:anim calcmode="lin" valueType="num">
                                      <p:cBhvr>
                                        <p:cTn id="63" dur="900" decel="100000" fill="hold"/>
                                        <p:tgtEl>
                                          <p:spTgt spid="13322"/>
                                        </p:tgtEl>
                                        <p:attrNameLst>
                                          <p:attrName>ppt_y</p:attrName>
                                        </p:attrNameLst>
                                      </p:cBhvr>
                                      <p:tavLst>
                                        <p:tav tm="0">
                                          <p:val>
                                            <p:strVal val="#ppt_y+1"/>
                                          </p:val>
                                        </p:tav>
                                        <p:tav tm="100000">
                                          <p:val>
                                            <p:strVal val="#ppt_y-.03"/>
                                          </p:val>
                                        </p:tav>
                                      </p:tavLst>
                                    </p:anim>
                                    <p:anim calcmode="lin" valueType="num">
                                      <p:cBhvr>
                                        <p:cTn id="64" dur="100" accel="100000" fill="hold">
                                          <p:stCondLst>
                                            <p:cond delay="900"/>
                                          </p:stCondLst>
                                        </p:cTn>
                                        <p:tgtEl>
                                          <p:spTgt spid="1332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AutoShape 1"/>
          <p:cNvSpPr/>
          <p:nvPr/>
        </p:nvSpPr>
        <p:spPr bwMode="auto">
          <a:xfrm>
            <a:off x="3429000" y="1346200"/>
            <a:ext cx="85725" cy="26988"/>
          </a:xfrm>
          <a:custGeom>
            <a:avLst/>
            <a:gdLst>
              <a:gd name="T0" fmla="*/ 0 w 21600"/>
              <a:gd name="T1" fmla="*/ 52640 h 21600"/>
              <a:gd name="T2" fmla="*/ 5358813 w 21600"/>
              <a:gd name="T3" fmla="*/ 0 h 21600"/>
              <a:gd name="T4" fmla="*/ 0 w 21600"/>
              <a:gd name="T5" fmla="*/ 52640 h 21600"/>
              <a:gd name="T6" fmla="*/ 0 w 21600"/>
              <a:gd name="T7" fmla="*/ 5264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6" y="14092"/>
                  <a:pt x="14361" y="6914"/>
                  <a:pt x="21600" y="0"/>
                </a:cubicBezTo>
                <a:cubicBezTo>
                  <a:pt x="14361" y="6914"/>
                  <a:pt x="7156" y="14096"/>
                  <a:pt x="0" y="21600"/>
                </a:cubicBezTo>
                <a:close/>
                <a:moveTo>
                  <a:pt x="0" y="21600"/>
                </a:moveTo>
              </a:path>
            </a:pathLst>
          </a:custGeom>
          <a:solidFill>
            <a:srgbClr val="4E96E2"/>
          </a:solidFill>
          <a:ln>
            <a:noFill/>
          </a:ln>
        </p:spPr>
        <p:txBody>
          <a:bodyPr lIns="0" tIns="0" rIns="0" bIns="0"/>
          <a:lstStyle/>
          <a:p>
            <a:endParaRPr lang="en-US"/>
          </a:p>
        </p:txBody>
      </p:sp>
      <p:sp>
        <p:nvSpPr>
          <p:cNvPr id="15362" name="AutoShape 2"/>
          <p:cNvSpPr/>
          <p:nvPr/>
        </p:nvSpPr>
        <p:spPr bwMode="auto">
          <a:xfrm>
            <a:off x="3721100" y="1282700"/>
            <a:ext cx="57150" cy="12700"/>
          </a:xfrm>
          <a:custGeom>
            <a:avLst/>
            <a:gdLst>
              <a:gd name="T0" fmla="*/ 0 w 21600"/>
              <a:gd name="T1" fmla="*/ 2581 h 21600"/>
              <a:gd name="T2" fmla="*/ 1058529 w 21600"/>
              <a:gd name="T3" fmla="*/ 0 h 21600"/>
              <a:gd name="T4" fmla="*/ 0 w 21600"/>
              <a:gd name="T5" fmla="*/ 2581 h 21600"/>
              <a:gd name="T6" fmla="*/ 0 w 21600"/>
              <a:gd name="T7" fmla="*/ 25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2" y="14108"/>
                  <a:pt x="14377" y="6938"/>
                  <a:pt x="21600" y="0"/>
                </a:cubicBezTo>
                <a:cubicBezTo>
                  <a:pt x="14377" y="6938"/>
                  <a:pt x="7172" y="14108"/>
                  <a:pt x="0" y="21600"/>
                </a:cubicBezTo>
                <a:close/>
                <a:moveTo>
                  <a:pt x="0" y="21600"/>
                </a:moveTo>
              </a:path>
            </a:pathLst>
          </a:custGeom>
          <a:solidFill>
            <a:srgbClr val="4E96E2"/>
          </a:solidFill>
          <a:ln>
            <a:noFill/>
          </a:ln>
        </p:spPr>
        <p:txBody>
          <a:bodyPr lIns="0" tIns="0" rIns="0" bIns="0"/>
          <a:lstStyle/>
          <a:p>
            <a:endParaRPr lang="en-US"/>
          </a:p>
        </p:txBody>
      </p:sp>
      <p:sp>
        <p:nvSpPr>
          <p:cNvPr id="15363" name="AutoShape 3"/>
          <p:cNvSpPr/>
          <p:nvPr/>
        </p:nvSpPr>
        <p:spPr bwMode="auto">
          <a:xfrm>
            <a:off x="3632200" y="1295400"/>
            <a:ext cx="57150" cy="14288"/>
          </a:xfrm>
          <a:custGeom>
            <a:avLst/>
            <a:gdLst>
              <a:gd name="T0" fmla="*/ 0 w 21600"/>
              <a:gd name="T1" fmla="*/ 4136 h 21600"/>
              <a:gd name="T2" fmla="*/ 1058529 w 21600"/>
              <a:gd name="T3" fmla="*/ 0 h 21600"/>
              <a:gd name="T4" fmla="*/ 0 w 21600"/>
              <a:gd name="T5" fmla="*/ 4136 h 21600"/>
              <a:gd name="T6" fmla="*/ 0 w 21600"/>
              <a:gd name="T7" fmla="*/ 413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8" y="14172"/>
                  <a:pt x="14370" y="6943"/>
                  <a:pt x="21600" y="0"/>
                </a:cubicBezTo>
                <a:cubicBezTo>
                  <a:pt x="14370" y="6943"/>
                  <a:pt x="7178" y="14172"/>
                  <a:pt x="0" y="21600"/>
                </a:cubicBezTo>
                <a:close/>
                <a:moveTo>
                  <a:pt x="0" y="21600"/>
                </a:moveTo>
              </a:path>
            </a:pathLst>
          </a:custGeom>
          <a:solidFill>
            <a:srgbClr val="4E96E2"/>
          </a:solidFill>
          <a:ln>
            <a:noFill/>
          </a:ln>
        </p:spPr>
        <p:txBody>
          <a:bodyPr lIns="0" tIns="0" rIns="0" bIns="0"/>
          <a:lstStyle/>
          <a:p>
            <a:endParaRPr lang="en-US"/>
          </a:p>
        </p:txBody>
      </p:sp>
      <p:sp>
        <p:nvSpPr>
          <p:cNvPr id="15364" name="AutoShape 4"/>
          <p:cNvSpPr/>
          <p:nvPr/>
        </p:nvSpPr>
        <p:spPr bwMode="auto">
          <a:xfrm>
            <a:off x="3543300" y="1320800"/>
            <a:ext cx="63500" cy="17463"/>
          </a:xfrm>
          <a:custGeom>
            <a:avLst/>
            <a:gdLst>
              <a:gd name="T0" fmla="*/ 0 w 21600"/>
              <a:gd name="T1" fmla="*/ 9228 h 21600"/>
              <a:gd name="T2" fmla="*/ 1613367 w 21600"/>
              <a:gd name="T3" fmla="*/ 0 h 21600"/>
              <a:gd name="T4" fmla="*/ 0 w 21600"/>
              <a:gd name="T5" fmla="*/ 9228 h 21600"/>
              <a:gd name="T6" fmla="*/ 0 w 21600"/>
              <a:gd name="T7" fmla="*/ 922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9" y="14193"/>
                  <a:pt x="14375" y="6930"/>
                  <a:pt x="21600" y="0"/>
                </a:cubicBezTo>
                <a:cubicBezTo>
                  <a:pt x="14371" y="6930"/>
                  <a:pt x="7179" y="14200"/>
                  <a:pt x="0" y="21600"/>
                </a:cubicBezTo>
                <a:close/>
                <a:moveTo>
                  <a:pt x="0" y="21600"/>
                </a:moveTo>
              </a:path>
            </a:pathLst>
          </a:custGeom>
          <a:solidFill>
            <a:srgbClr val="4E96E2"/>
          </a:solidFill>
          <a:ln>
            <a:noFill/>
          </a:ln>
        </p:spPr>
        <p:txBody>
          <a:bodyPr lIns="0" tIns="0" rIns="0" bIns="0"/>
          <a:lstStyle/>
          <a:p>
            <a:endParaRPr lang="en-US"/>
          </a:p>
        </p:txBody>
      </p:sp>
      <p:sp>
        <p:nvSpPr>
          <p:cNvPr id="15365" name="AutoShape 5"/>
          <p:cNvSpPr/>
          <p:nvPr/>
        </p:nvSpPr>
        <p:spPr bwMode="auto">
          <a:xfrm>
            <a:off x="3911600" y="1231900"/>
            <a:ext cx="90488" cy="14288"/>
          </a:xfrm>
          <a:custGeom>
            <a:avLst/>
            <a:gdLst>
              <a:gd name="T0" fmla="*/ 0 w 21600"/>
              <a:gd name="T1" fmla="*/ 4136 h 21600"/>
              <a:gd name="T2" fmla="*/ 6652778 w 21600"/>
              <a:gd name="T3" fmla="*/ 0 h 21600"/>
              <a:gd name="T4" fmla="*/ 0 w 21600"/>
              <a:gd name="T5" fmla="*/ 4136 h 21600"/>
              <a:gd name="T6" fmla="*/ 0 w 21600"/>
              <a:gd name="T7" fmla="*/ 413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8" y="13838"/>
                  <a:pt x="14368" y="6608"/>
                  <a:pt x="21600" y="0"/>
                </a:cubicBezTo>
                <a:cubicBezTo>
                  <a:pt x="14368" y="6608"/>
                  <a:pt x="7168" y="13838"/>
                  <a:pt x="0" y="21600"/>
                </a:cubicBezTo>
                <a:close/>
                <a:moveTo>
                  <a:pt x="0" y="21600"/>
                </a:moveTo>
              </a:path>
            </a:pathLst>
          </a:custGeom>
          <a:solidFill>
            <a:srgbClr val="4E96E2"/>
          </a:solidFill>
          <a:ln>
            <a:noFill/>
          </a:ln>
        </p:spPr>
        <p:txBody>
          <a:bodyPr lIns="0" tIns="0" rIns="0" bIns="0"/>
          <a:lstStyle/>
          <a:p>
            <a:endParaRPr lang="en-US"/>
          </a:p>
        </p:txBody>
      </p:sp>
      <p:sp>
        <p:nvSpPr>
          <p:cNvPr id="15366" name="AutoShape 6"/>
          <p:cNvSpPr/>
          <p:nvPr/>
        </p:nvSpPr>
        <p:spPr bwMode="auto">
          <a:xfrm>
            <a:off x="4305300" y="1206500"/>
            <a:ext cx="63500" cy="1588"/>
          </a:xfrm>
          <a:custGeom>
            <a:avLst/>
            <a:gdLst>
              <a:gd name="T0" fmla="*/ 0 w 21600"/>
              <a:gd name="T1" fmla="*/ 1 h 21600"/>
              <a:gd name="T2" fmla="*/ 1613367 w 21600"/>
              <a:gd name="T3" fmla="*/ 0 h 21600"/>
              <a:gd name="T4" fmla="*/ 0 w 21600"/>
              <a:gd name="T5" fmla="*/ 1 h 21600"/>
              <a:gd name="T6" fmla="*/ 0 w 21600"/>
              <a:gd name="T7" fmla="*/ 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5" y="12681"/>
                  <a:pt x="14383" y="5899"/>
                  <a:pt x="21600" y="0"/>
                </a:cubicBezTo>
                <a:cubicBezTo>
                  <a:pt x="14383" y="5899"/>
                  <a:pt x="7175" y="12681"/>
                  <a:pt x="0" y="21600"/>
                </a:cubicBezTo>
                <a:close/>
                <a:moveTo>
                  <a:pt x="0" y="21600"/>
                </a:moveTo>
              </a:path>
            </a:pathLst>
          </a:custGeom>
          <a:solidFill>
            <a:srgbClr val="4E96E2"/>
          </a:solidFill>
          <a:ln>
            <a:noFill/>
          </a:ln>
        </p:spPr>
        <p:txBody>
          <a:bodyPr lIns="0" tIns="0" rIns="0" bIns="0"/>
          <a:lstStyle/>
          <a:p>
            <a:endParaRPr lang="en-US"/>
          </a:p>
        </p:txBody>
      </p:sp>
      <p:sp>
        <p:nvSpPr>
          <p:cNvPr id="15367" name="AutoShape 7"/>
          <p:cNvSpPr/>
          <p:nvPr/>
        </p:nvSpPr>
        <p:spPr bwMode="auto">
          <a:xfrm>
            <a:off x="4406900" y="1206500"/>
            <a:ext cx="93663" cy="0"/>
          </a:xfrm>
          <a:custGeom>
            <a:avLst/>
            <a:gdLst>
              <a:gd name="T0" fmla="*/ 0 w 21600"/>
              <a:gd name="T1" fmla="*/ 0 h 21600"/>
              <a:gd name="T2" fmla="*/ 7636791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7" y="8206"/>
                  <a:pt x="14375" y="0"/>
                  <a:pt x="21600" y="0"/>
                </a:cubicBezTo>
                <a:cubicBezTo>
                  <a:pt x="14375" y="0"/>
                  <a:pt x="7177" y="8206"/>
                  <a:pt x="0" y="21600"/>
                </a:cubicBezTo>
                <a:close/>
                <a:moveTo>
                  <a:pt x="0" y="21600"/>
                </a:moveTo>
              </a:path>
            </a:pathLst>
          </a:custGeom>
          <a:solidFill>
            <a:srgbClr val="4E96E2"/>
          </a:solidFill>
          <a:ln>
            <a:noFill/>
          </a:ln>
        </p:spPr>
        <p:txBody>
          <a:bodyPr lIns="0" tIns="0" rIns="0" bIns="0"/>
          <a:lstStyle/>
          <a:p>
            <a:endParaRPr lang="en-US"/>
          </a:p>
        </p:txBody>
      </p:sp>
      <p:sp>
        <p:nvSpPr>
          <p:cNvPr id="15368" name="AutoShape 8"/>
          <p:cNvSpPr/>
          <p:nvPr/>
        </p:nvSpPr>
        <p:spPr bwMode="auto">
          <a:xfrm>
            <a:off x="4114800" y="1219200"/>
            <a:ext cx="60325" cy="6350"/>
          </a:xfrm>
          <a:custGeom>
            <a:avLst/>
            <a:gdLst>
              <a:gd name="T0" fmla="*/ 0 w 21600"/>
              <a:gd name="T1" fmla="*/ 161 h 21600"/>
              <a:gd name="T2" fmla="*/ 1314099 w 21600"/>
              <a:gd name="T3" fmla="*/ 0 h 21600"/>
              <a:gd name="T4" fmla="*/ 0 w 21600"/>
              <a:gd name="T5" fmla="*/ 161 h 21600"/>
              <a:gd name="T6" fmla="*/ 0 w 21600"/>
              <a:gd name="T7" fmla="*/ 16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87" y="13850"/>
                  <a:pt x="14378" y="6538"/>
                  <a:pt x="21600" y="0"/>
                </a:cubicBezTo>
                <a:cubicBezTo>
                  <a:pt x="14378" y="6538"/>
                  <a:pt x="7187" y="13850"/>
                  <a:pt x="0" y="21600"/>
                </a:cubicBezTo>
                <a:close/>
                <a:moveTo>
                  <a:pt x="0" y="21600"/>
                </a:moveTo>
              </a:path>
            </a:pathLst>
          </a:custGeom>
          <a:solidFill>
            <a:srgbClr val="4E96E2"/>
          </a:solidFill>
          <a:ln>
            <a:noFill/>
          </a:ln>
        </p:spPr>
        <p:txBody>
          <a:bodyPr lIns="0" tIns="0" rIns="0" bIns="0"/>
          <a:lstStyle/>
          <a:p>
            <a:endParaRPr lang="en-US"/>
          </a:p>
        </p:txBody>
      </p:sp>
      <p:sp>
        <p:nvSpPr>
          <p:cNvPr id="15369" name="AutoShape 9"/>
          <p:cNvSpPr/>
          <p:nvPr/>
        </p:nvSpPr>
        <p:spPr bwMode="auto">
          <a:xfrm>
            <a:off x="4013200" y="1231900"/>
            <a:ext cx="73025" cy="9525"/>
          </a:xfrm>
          <a:custGeom>
            <a:avLst/>
            <a:gdLst>
              <a:gd name="T0" fmla="*/ 0 w 21600"/>
              <a:gd name="T1" fmla="*/ 817 h 21600"/>
              <a:gd name="T2" fmla="*/ 2821791 w 21600"/>
              <a:gd name="T3" fmla="*/ 0 h 21600"/>
              <a:gd name="T4" fmla="*/ 0 w 21600"/>
              <a:gd name="T5" fmla="*/ 817 h 21600"/>
              <a:gd name="T6" fmla="*/ 0 w 21600"/>
              <a:gd name="T7" fmla="*/ 81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7" y="13887"/>
                  <a:pt x="14372" y="6565"/>
                  <a:pt x="21600" y="0"/>
                </a:cubicBezTo>
                <a:cubicBezTo>
                  <a:pt x="14372" y="6565"/>
                  <a:pt x="7177" y="13887"/>
                  <a:pt x="0" y="21600"/>
                </a:cubicBezTo>
                <a:close/>
                <a:moveTo>
                  <a:pt x="0" y="21600"/>
                </a:moveTo>
              </a:path>
            </a:pathLst>
          </a:custGeom>
          <a:solidFill>
            <a:srgbClr val="4E96E2"/>
          </a:solidFill>
          <a:ln>
            <a:noFill/>
          </a:ln>
        </p:spPr>
        <p:txBody>
          <a:bodyPr lIns="0" tIns="0" rIns="0" bIns="0"/>
          <a:lstStyle/>
          <a:p>
            <a:endParaRPr lang="en-US"/>
          </a:p>
        </p:txBody>
      </p:sp>
      <p:sp>
        <p:nvSpPr>
          <p:cNvPr id="15370" name="AutoShape 10"/>
          <p:cNvSpPr/>
          <p:nvPr/>
        </p:nvSpPr>
        <p:spPr bwMode="auto">
          <a:xfrm>
            <a:off x="3810000" y="1257300"/>
            <a:ext cx="65088" cy="12700"/>
          </a:xfrm>
          <a:custGeom>
            <a:avLst/>
            <a:gdLst>
              <a:gd name="T0" fmla="*/ 0 w 21600"/>
              <a:gd name="T1" fmla="*/ 2581 h 21600"/>
              <a:gd name="T2" fmla="*/ 1780913 w 21600"/>
              <a:gd name="T3" fmla="*/ 0 h 21600"/>
              <a:gd name="T4" fmla="*/ 0 w 21600"/>
              <a:gd name="T5" fmla="*/ 2581 h 21600"/>
              <a:gd name="T6" fmla="*/ 0 w 21600"/>
              <a:gd name="T7" fmla="*/ 25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3" y="13988"/>
                  <a:pt x="14379" y="6887"/>
                  <a:pt x="21600" y="0"/>
                </a:cubicBezTo>
                <a:cubicBezTo>
                  <a:pt x="14379" y="6887"/>
                  <a:pt x="7173" y="13988"/>
                  <a:pt x="0" y="21600"/>
                </a:cubicBezTo>
                <a:close/>
                <a:moveTo>
                  <a:pt x="0" y="21600"/>
                </a:moveTo>
              </a:path>
            </a:pathLst>
          </a:custGeom>
          <a:solidFill>
            <a:srgbClr val="4E96E2"/>
          </a:solidFill>
          <a:ln>
            <a:noFill/>
          </a:ln>
        </p:spPr>
        <p:txBody>
          <a:bodyPr lIns="0" tIns="0" rIns="0" bIns="0"/>
          <a:lstStyle/>
          <a:p>
            <a:endParaRPr lang="en-US"/>
          </a:p>
        </p:txBody>
      </p:sp>
      <p:sp>
        <p:nvSpPr>
          <p:cNvPr id="15371" name="AutoShape 11"/>
          <p:cNvSpPr/>
          <p:nvPr/>
        </p:nvSpPr>
        <p:spPr bwMode="auto">
          <a:xfrm>
            <a:off x="4216400" y="1206500"/>
            <a:ext cx="58738" cy="3175"/>
          </a:xfrm>
          <a:custGeom>
            <a:avLst/>
            <a:gdLst>
              <a:gd name="T0" fmla="*/ 0 w 21600"/>
              <a:gd name="T1" fmla="*/ 10 h 21600"/>
              <a:gd name="T2" fmla="*/ 1181175 w 21600"/>
              <a:gd name="T3" fmla="*/ 0 h 21600"/>
              <a:gd name="T4" fmla="*/ 0 w 21600"/>
              <a:gd name="T5" fmla="*/ 10 h 21600"/>
              <a:gd name="T6" fmla="*/ 0 w 21600"/>
              <a:gd name="T7" fmla="*/ 1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80" y="13522"/>
                  <a:pt x="14379" y="6372"/>
                  <a:pt x="21600" y="0"/>
                </a:cubicBezTo>
                <a:cubicBezTo>
                  <a:pt x="14379" y="6372"/>
                  <a:pt x="7180" y="13522"/>
                  <a:pt x="0" y="21600"/>
                </a:cubicBezTo>
                <a:close/>
                <a:moveTo>
                  <a:pt x="0" y="21600"/>
                </a:moveTo>
              </a:path>
            </a:pathLst>
          </a:custGeom>
          <a:solidFill>
            <a:srgbClr val="4E96E2"/>
          </a:solidFill>
          <a:ln>
            <a:noFill/>
          </a:ln>
        </p:spPr>
        <p:txBody>
          <a:bodyPr lIns="0" tIns="0" rIns="0" bIns="0"/>
          <a:lstStyle/>
          <a:p>
            <a:endParaRPr lang="en-US"/>
          </a:p>
        </p:txBody>
      </p:sp>
      <p:sp>
        <p:nvSpPr>
          <p:cNvPr id="14348" name="Rectangle 12"/>
          <p:cNvSpPr/>
          <p:nvPr/>
        </p:nvSpPr>
        <p:spPr bwMode="auto">
          <a:xfrm>
            <a:off x="8033048" y="9892353"/>
            <a:ext cx="8309968" cy="1246495"/>
          </a:xfrm>
          <a:prstGeom prst="rect">
            <a:avLst/>
          </a:prstGeom>
          <a:noFill/>
          <a:ln>
            <a:noFill/>
          </a:ln>
        </p:spPr>
        <p:txBody>
          <a:bodyPr wrap="none" lIns="0" tIns="0" rIns="0" bIns="0" anchor="ctr">
            <a:spAutoFit/>
          </a:bodyPr>
          <a:lstStyle/>
          <a:p>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电子商城网页设计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14349" name="Group 70"/>
          <p:cNvGrpSpPr/>
          <p:nvPr/>
        </p:nvGrpSpPr>
        <p:grpSpPr bwMode="auto">
          <a:xfrm>
            <a:off x="8780463" y="2633663"/>
            <a:ext cx="7664450" cy="6426200"/>
            <a:chOff x="0" y="0"/>
            <a:chExt cx="4828" cy="4048"/>
          </a:xfrm>
        </p:grpSpPr>
        <p:grpSp>
          <p:nvGrpSpPr>
            <p:cNvPr id="15375" name="Group 56"/>
            <p:cNvGrpSpPr/>
            <p:nvPr/>
          </p:nvGrpSpPr>
          <p:grpSpPr bwMode="auto">
            <a:xfrm>
              <a:off x="0" y="0"/>
              <a:ext cx="4190" cy="4048"/>
              <a:chOff x="0" y="0"/>
              <a:chExt cx="4190" cy="4048"/>
            </a:xfrm>
          </p:grpSpPr>
          <p:sp>
            <p:nvSpPr>
              <p:cNvPr id="15389" name="AutoShape 13"/>
              <p:cNvSpPr/>
              <p:nvPr/>
            </p:nvSpPr>
            <p:spPr bwMode="auto">
              <a:xfrm>
                <a:off x="0" y="0"/>
                <a:ext cx="4048" cy="4048"/>
              </a:xfrm>
              <a:custGeom>
                <a:avLst/>
                <a:gdLst>
                  <a:gd name="T0" fmla="*/ 27 w 21600"/>
                  <a:gd name="T1" fmla="*/ 13 h 21600"/>
                  <a:gd name="T2" fmla="*/ 13 w 21600"/>
                  <a:gd name="T3" fmla="*/ 27 h 21600"/>
                  <a:gd name="T4" fmla="*/ 0 w 21600"/>
                  <a:gd name="T5" fmla="*/ 13 h 21600"/>
                  <a:gd name="T6" fmla="*/ 13 w 21600"/>
                  <a:gd name="T7" fmla="*/ 0 h 21600"/>
                  <a:gd name="T8" fmla="*/ 27 w 21600"/>
                  <a:gd name="T9" fmla="*/ 13 h 21600"/>
                  <a:gd name="T10" fmla="*/ 27 w 21600"/>
                  <a:gd name="T11" fmla="*/ 1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solidFill>
              <a:ln>
                <a:noFill/>
              </a:ln>
            </p:spPr>
            <p:txBody>
              <a:bodyPr lIns="0" tIns="0" rIns="0" bIns="0"/>
              <a:lstStyle/>
              <a:p>
                <a:endParaRPr lang="en-US"/>
              </a:p>
            </p:txBody>
          </p:sp>
          <p:sp>
            <p:nvSpPr>
              <p:cNvPr id="15390" name="AutoShape 14"/>
              <p:cNvSpPr/>
              <p:nvPr/>
            </p:nvSpPr>
            <p:spPr bwMode="auto">
              <a:xfrm>
                <a:off x="1637" y="668"/>
                <a:ext cx="782" cy="522"/>
              </a:xfrm>
              <a:custGeom>
                <a:avLst/>
                <a:gdLst>
                  <a:gd name="T0" fmla="*/ 0 w 21238"/>
                  <a:gd name="T1" fmla="*/ 0 h 21485"/>
                  <a:gd name="T2" fmla="*/ 0 w 21238"/>
                  <a:gd name="T3" fmla="*/ 0 h 21485"/>
                  <a:gd name="T4" fmla="*/ 0 w 21238"/>
                  <a:gd name="T5" fmla="*/ 0 h 21485"/>
                  <a:gd name="T6" fmla="*/ 0 w 21238"/>
                  <a:gd name="T7" fmla="*/ 0 h 21485"/>
                  <a:gd name="T8" fmla="*/ 0 w 21238"/>
                  <a:gd name="T9" fmla="*/ 0 h 21485"/>
                  <a:gd name="T10" fmla="*/ 0 w 21238"/>
                  <a:gd name="T11" fmla="*/ 0 h 21485"/>
                  <a:gd name="T12" fmla="*/ 0 w 21238"/>
                  <a:gd name="T13" fmla="*/ 0 h 214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38" h="21485">
                    <a:moveTo>
                      <a:pt x="68" y="735"/>
                    </a:moveTo>
                    <a:cubicBezTo>
                      <a:pt x="-362" y="8099"/>
                      <a:pt x="1263" y="15356"/>
                      <a:pt x="4647" y="21485"/>
                    </a:cubicBezTo>
                    <a:cubicBezTo>
                      <a:pt x="10253" y="14160"/>
                      <a:pt x="15907" y="8446"/>
                      <a:pt x="21238" y="4036"/>
                    </a:cubicBezTo>
                    <a:cubicBezTo>
                      <a:pt x="14293" y="935"/>
                      <a:pt x="7049" y="-115"/>
                      <a:pt x="128" y="10"/>
                    </a:cubicBezTo>
                    <a:cubicBezTo>
                      <a:pt x="116" y="266"/>
                      <a:pt x="81" y="502"/>
                      <a:pt x="68" y="735"/>
                    </a:cubicBezTo>
                    <a:cubicBezTo>
                      <a:pt x="68" y="735"/>
                      <a:pt x="68" y="735"/>
                      <a:pt x="68" y="735"/>
                    </a:cubicBezTo>
                    <a:close/>
                    <a:moveTo>
                      <a:pt x="68" y="735"/>
                    </a:moveTo>
                  </a:path>
                </a:pathLst>
              </a:custGeom>
              <a:solidFill>
                <a:srgbClr val="4E96E2"/>
              </a:solidFill>
              <a:ln>
                <a:noFill/>
              </a:ln>
            </p:spPr>
            <p:txBody>
              <a:bodyPr lIns="0" tIns="0" rIns="0" bIns="0"/>
              <a:lstStyle/>
              <a:p>
                <a:endParaRPr lang="en-US"/>
              </a:p>
            </p:txBody>
          </p:sp>
          <p:sp>
            <p:nvSpPr>
              <p:cNvPr id="15391" name="AutoShape 15"/>
              <p:cNvSpPr/>
              <p:nvPr/>
            </p:nvSpPr>
            <p:spPr bwMode="auto">
              <a:xfrm>
                <a:off x="557" y="484"/>
                <a:ext cx="179" cy="1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8680" y="2394"/>
                      <a:pt x="15814" y="4904"/>
                      <a:pt x="13002" y="7415"/>
                    </a:cubicBezTo>
                    <a:cubicBezTo>
                      <a:pt x="8546" y="11953"/>
                      <a:pt x="4141" y="16637"/>
                      <a:pt x="0" y="21600"/>
                    </a:cubicBezTo>
                    <a:cubicBezTo>
                      <a:pt x="5361" y="19965"/>
                      <a:pt x="11304" y="18323"/>
                      <a:pt x="17513" y="16637"/>
                    </a:cubicBezTo>
                    <a:cubicBezTo>
                      <a:pt x="18680" y="11034"/>
                      <a:pt x="20007" y="5488"/>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15392" name="AutoShape 16"/>
              <p:cNvSpPr/>
              <p:nvPr/>
            </p:nvSpPr>
            <p:spPr bwMode="auto">
              <a:xfrm>
                <a:off x="1941" y="884"/>
                <a:ext cx="807" cy="662"/>
              </a:xfrm>
              <a:custGeom>
                <a:avLst/>
                <a:gdLst>
                  <a:gd name="T0" fmla="*/ 0 w 21600"/>
                  <a:gd name="T1" fmla="*/ 0 h 21500"/>
                  <a:gd name="T2" fmla="*/ 0 w 21600"/>
                  <a:gd name="T3" fmla="*/ 0 h 21500"/>
                  <a:gd name="T4" fmla="*/ 0 w 21600"/>
                  <a:gd name="T5" fmla="*/ 0 h 21500"/>
                  <a:gd name="T6" fmla="*/ 0 w 21600"/>
                  <a:gd name="T7" fmla="*/ 0 h 21500"/>
                  <a:gd name="T8" fmla="*/ 0 w 21600"/>
                  <a:gd name="T9" fmla="*/ 0 h 21500"/>
                  <a:gd name="T10" fmla="*/ 0 w 21600"/>
                  <a:gd name="T11" fmla="*/ 0 h 21500"/>
                  <a:gd name="T12" fmla="*/ 0 w 21600"/>
                  <a:gd name="T13" fmla="*/ 0 h 215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500">
                    <a:moveTo>
                      <a:pt x="21600" y="21199"/>
                    </a:moveTo>
                    <a:cubicBezTo>
                      <a:pt x="20657" y="12911"/>
                      <a:pt x="19290" y="5853"/>
                      <a:pt x="17688" y="0"/>
                    </a:cubicBezTo>
                    <a:cubicBezTo>
                      <a:pt x="12079" y="3419"/>
                      <a:pt x="5998" y="8029"/>
                      <a:pt x="0" y="14229"/>
                    </a:cubicBezTo>
                    <a:cubicBezTo>
                      <a:pt x="4148" y="18236"/>
                      <a:pt x="9427" y="20756"/>
                      <a:pt x="15154" y="21371"/>
                    </a:cubicBezTo>
                    <a:cubicBezTo>
                      <a:pt x="17370" y="21600"/>
                      <a:pt x="19526" y="21514"/>
                      <a:pt x="21600" y="21199"/>
                    </a:cubicBezTo>
                    <a:cubicBezTo>
                      <a:pt x="21600" y="21199"/>
                      <a:pt x="21600" y="21199"/>
                      <a:pt x="21600" y="21199"/>
                    </a:cubicBezTo>
                    <a:close/>
                    <a:moveTo>
                      <a:pt x="21600" y="21199"/>
                    </a:moveTo>
                  </a:path>
                </a:pathLst>
              </a:custGeom>
              <a:solidFill>
                <a:srgbClr val="4E96E2"/>
              </a:solidFill>
              <a:ln>
                <a:noFill/>
              </a:ln>
            </p:spPr>
            <p:txBody>
              <a:bodyPr lIns="0" tIns="0" rIns="0" bIns="0"/>
              <a:lstStyle/>
              <a:p>
                <a:endParaRPr lang="en-US"/>
              </a:p>
            </p:txBody>
          </p:sp>
          <p:sp>
            <p:nvSpPr>
              <p:cNvPr id="15393" name="AutoShape 17"/>
              <p:cNvSpPr/>
              <p:nvPr/>
            </p:nvSpPr>
            <p:spPr bwMode="auto">
              <a:xfrm>
                <a:off x="1693" y="84"/>
                <a:ext cx="796" cy="5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672" y="0"/>
                    </a:moveTo>
                    <a:cubicBezTo>
                      <a:pt x="6277" y="3508"/>
                      <a:pt x="2077" y="9498"/>
                      <a:pt x="0" y="16919"/>
                    </a:cubicBezTo>
                    <a:cubicBezTo>
                      <a:pt x="7065" y="16955"/>
                      <a:pt x="14452" y="18239"/>
                      <a:pt x="21600" y="21600"/>
                    </a:cubicBezTo>
                    <a:cubicBezTo>
                      <a:pt x="18139" y="10231"/>
                      <a:pt x="14332" y="3620"/>
                      <a:pt x="11672" y="0"/>
                    </a:cubicBezTo>
                    <a:cubicBezTo>
                      <a:pt x="11672" y="0"/>
                      <a:pt x="11672" y="0"/>
                      <a:pt x="11672" y="0"/>
                    </a:cubicBezTo>
                    <a:close/>
                    <a:moveTo>
                      <a:pt x="11672" y="0"/>
                    </a:moveTo>
                  </a:path>
                </a:pathLst>
              </a:custGeom>
              <a:solidFill>
                <a:srgbClr val="4E96E2"/>
              </a:solidFill>
              <a:ln>
                <a:noFill/>
              </a:ln>
            </p:spPr>
            <p:txBody>
              <a:bodyPr lIns="0" tIns="0" rIns="0" bIns="0"/>
              <a:lstStyle/>
              <a:p>
                <a:endParaRPr lang="en-US"/>
              </a:p>
            </p:txBody>
          </p:sp>
          <p:sp>
            <p:nvSpPr>
              <p:cNvPr id="15394" name="AutoShape 18"/>
              <p:cNvSpPr/>
              <p:nvPr/>
            </p:nvSpPr>
            <p:spPr bwMode="auto">
              <a:xfrm>
                <a:off x="901" y="60"/>
                <a:ext cx="910" cy="50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21600"/>
                    </a:moveTo>
                    <a:cubicBezTo>
                      <a:pt x="4251" y="20120"/>
                      <a:pt x="9087" y="18900"/>
                      <a:pt x="14226" y="18431"/>
                    </a:cubicBezTo>
                    <a:cubicBezTo>
                      <a:pt x="15532" y="11185"/>
                      <a:pt x="18112" y="4863"/>
                      <a:pt x="21600" y="0"/>
                    </a:cubicBezTo>
                    <a:cubicBezTo>
                      <a:pt x="14717" y="1673"/>
                      <a:pt x="8304" y="5313"/>
                      <a:pt x="2663" y="10643"/>
                    </a:cubicBezTo>
                    <a:cubicBezTo>
                      <a:pt x="1545" y="14096"/>
                      <a:pt x="647" y="17771"/>
                      <a:pt x="0" y="21600"/>
                    </a:cubicBezTo>
                    <a:cubicBezTo>
                      <a:pt x="0" y="21600"/>
                      <a:pt x="0" y="21600"/>
                      <a:pt x="0" y="21600"/>
                    </a:cubicBezTo>
                    <a:close/>
                    <a:moveTo>
                      <a:pt x="0" y="21600"/>
                    </a:moveTo>
                  </a:path>
                </a:pathLst>
              </a:custGeom>
              <a:solidFill>
                <a:srgbClr val="4E96E2"/>
              </a:solidFill>
              <a:ln>
                <a:noFill/>
              </a:ln>
            </p:spPr>
            <p:txBody>
              <a:bodyPr lIns="0" tIns="0" rIns="0" bIns="0"/>
              <a:lstStyle/>
              <a:p>
                <a:endParaRPr lang="en-US"/>
              </a:p>
            </p:txBody>
          </p:sp>
          <p:sp>
            <p:nvSpPr>
              <p:cNvPr id="15395" name="AutoShape 19"/>
              <p:cNvSpPr/>
              <p:nvPr/>
            </p:nvSpPr>
            <p:spPr bwMode="auto">
              <a:xfrm>
                <a:off x="2757" y="3884"/>
                <a:ext cx="36"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cubicBezTo>
                      <a:pt x="15093" y="2274"/>
                      <a:pt x="8331" y="4837"/>
                      <a:pt x="1824" y="7250"/>
                    </a:cubicBezTo>
                    <a:cubicBezTo>
                      <a:pt x="1298" y="12087"/>
                      <a:pt x="522" y="17546"/>
                      <a:pt x="0" y="21600"/>
                    </a:cubicBezTo>
                    <a:cubicBezTo>
                      <a:pt x="7274" y="14951"/>
                      <a:pt x="14312" y="7250"/>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15396" name="AutoShape 20"/>
              <p:cNvSpPr/>
              <p:nvPr/>
            </p:nvSpPr>
            <p:spPr bwMode="auto">
              <a:xfrm>
                <a:off x="916" y="2060"/>
                <a:ext cx="1878" cy="996"/>
              </a:xfrm>
              <a:custGeom>
                <a:avLst/>
                <a:gdLst>
                  <a:gd name="T0" fmla="*/ 1 w 21600"/>
                  <a:gd name="T1" fmla="*/ 0 h 21600"/>
                  <a:gd name="T2" fmla="*/ 1 w 21600"/>
                  <a:gd name="T3" fmla="*/ 0 h 21600"/>
                  <a:gd name="T4" fmla="*/ 0 w 21600"/>
                  <a:gd name="T5" fmla="*/ 0 h 21600"/>
                  <a:gd name="T6" fmla="*/ 0 w 21600"/>
                  <a:gd name="T7" fmla="*/ 0 h 21600"/>
                  <a:gd name="T8" fmla="*/ 1 w 21600"/>
                  <a:gd name="T9" fmla="*/ 0 h 21600"/>
                  <a:gd name="T10" fmla="*/ 1 w 21600"/>
                  <a:gd name="T11" fmla="*/ 0 h 21600"/>
                  <a:gd name="T12" fmla="*/ 1 w 21600"/>
                  <a:gd name="T13" fmla="*/ 0 h 21600"/>
                  <a:gd name="T14" fmla="*/ 1 w 21600"/>
                  <a:gd name="T15" fmla="*/ 0 h 21600"/>
                  <a:gd name="T16" fmla="*/ 1 w 21600"/>
                  <a:gd name="T17" fmla="*/ 0 h 21600"/>
                  <a:gd name="T18" fmla="*/ 1 w 21600"/>
                  <a:gd name="T19" fmla="*/ 0 h 21600"/>
                  <a:gd name="T20" fmla="*/ 1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9092" y="9960"/>
                    </a:moveTo>
                    <a:cubicBezTo>
                      <a:pt x="18347" y="9960"/>
                      <a:pt x="17597" y="9893"/>
                      <a:pt x="16852" y="9769"/>
                    </a:cubicBezTo>
                    <a:cubicBezTo>
                      <a:pt x="11922" y="8947"/>
                      <a:pt x="7367" y="5510"/>
                      <a:pt x="3825" y="0"/>
                    </a:cubicBezTo>
                    <a:cubicBezTo>
                      <a:pt x="2427" y="3390"/>
                      <a:pt x="1145" y="6799"/>
                      <a:pt x="0" y="10007"/>
                    </a:cubicBezTo>
                    <a:cubicBezTo>
                      <a:pt x="4241" y="16396"/>
                      <a:pt x="9632" y="20397"/>
                      <a:pt x="15485" y="21371"/>
                    </a:cubicBezTo>
                    <a:cubicBezTo>
                      <a:pt x="16391" y="21524"/>
                      <a:pt x="17314" y="21600"/>
                      <a:pt x="18215" y="21600"/>
                    </a:cubicBezTo>
                    <a:cubicBezTo>
                      <a:pt x="19193" y="21600"/>
                      <a:pt x="20156" y="21495"/>
                      <a:pt x="21104" y="21321"/>
                    </a:cubicBezTo>
                    <a:cubicBezTo>
                      <a:pt x="21347" y="17800"/>
                      <a:pt x="21524" y="13913"/>
                      <a:pt x="21600" y="9702"/>
                    </a:cubicBezTo>
                    <a:cubicBezTo>
                      <a:pt x="20779" y="9864"/>
                      <a:pt x="19943" y="9960"/>
                      <a:pt x="19092" y="9960"/>
                    </a:cubicBezTo>
                    <a:cubicBezTo>
                      <a:pt x="19092" y="9960"/>
                      <a:pt x="19092" y="9960"/>
                      <a:pt x="19092" y="9960"/>
                    </a:cubicBezTo>
                    <a:close/>
                    <a:moveTo>
                      <a:pt x="19092" y="9960"/>
                    </a:moveTo>
                  </a:path>
                </a:pathLst>
              </a:custGeom>
              <a:solidFill>
                <a:srgbClr val="4E96E2"/>
              </a:solidFill>
              <a:ln>
                <a:noFill/>
              </a:ln>
            </p:spPr>
            <p:txBody>
              <a:bodyPr lIns="0" tIns="0" rIns="0" bIns="0"/>
              <a:lstStyle/>
              <a:p>
                <a:endParaRPr lang="en-US"/>
              </a:p>
            </p:txBody>
          </p:sp>
          <p:sp>
            <p:nvSpPr>
              <p:cNvPr id="15397" name="AutoShape 21"/>
              <p:cNvSpPr/>
              <p:nvPr/>
            </p:nvSpPr>
            <p:spPr bwMode="auto">
              <a:xfrm>
                <a:off x="293" y="3036"/>
                <a:ext cx="53" cy="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7582"/>
                    </a:moveTo>
                    <a:cubicBezTo>
                      <a:pt x="14097" y="11836"/>
                      <a:pt x="7139" y="5932"/>
                      <a:pt x="0" y="0"/>
                    </a:cubicBezTo>
                    <a:cubicBezTo>
                      <a:pt x="6065" y="7188"/>
                      <a:pt x="11962" y="14598"/>
                      <a:pt x="18385" y="21600"/>
                    </a:cubicBezTo>
                    <a:cubicBezTo>
                      <a:pt x="19275" y="20374"/>
                      <a:pt x="20526" y="18836"/>
                      <a:pt x="21600" y="17582"/>
                    </a:cubicBezTo>
                    <a:cubicBezTo>
                      <a:pt x="21600" y="17582"/>
                      <a:pt x="21600" y="17582"/>
                      <a:pt x="21600" y="17582"/>
                    </a:cubicBezTo>
                    <a:close/>
                    <a:moveTo>
                      <a:pt x="21600" y="17582"/>
                    </a:moveTo>
                  </a:path>
                </a:pathLst>
              </a:custGeom>
              <a:solidFill>
                <a:srgbClr val="4E96E2"/>
              </a:solidFill>
              <a:ln>
                <a:noFill/>
              </a:ln>
            </p:spPr>
            <p:txBody>
              <a:bodyPr lIns="0" tIns="0" rIns="0" bIns="0"/>
              <a:lstStyle/>
              <a:p>
                <a:endParaRPr lang="en-US"/>
              </a:p>
            </p:txBody>
          </p:sp>
          <p:sp>
            <p:nvSpPr>
              <p:cNvPr id="15398" name="AutoShape 22"/>
              <p:cNvSpPr/>
              <p:nvPr/>
            </p:nvSpPr>
            <p:spPr bwMode="auto">
              <a:xfrm>
                <a:off x="853" y="676"/>
                <a:ext cx="826" cy="1115"/>
              </a:xfrm>
              <a:custGeom>
                <a:avLst/>
                <a:gdLst>
                  <a:gd name="T0" fmla="*/ 0 w 20913"/>
                  <a:gd name="T1" fmla="*/ 0 h 21600"/>
                  <a:gd name="T2" fmla="*/ 0 w 20913"/>
                  <a:gd name="T3" fmla="*/ 0 h 21600"/>
                  <a:gd name="T4" fmla="*/ 0 w 20913"/>
                  <a:gd name="T5" fmla="*/ 0 h 21600"/>
                  <a:gd name="T6" fmla="*/ 0 w 20913"/>
                  <a:gd name="T7" fmla="*/ 0 h 21600"/>
                  <a:gd name="T8" fmla="*/ 0 w 20913"/>
                  <a:gd name="T9" fmla="*/ 0 h 21600"/>
                  <a:gd name="T10" fmla="*/ 0 w 20913"/>
                  <a:gd name="T11" fmla="*/ 0 h 21600"/>
                  <a:gd name="T12" fmla="*/ 0 w 20913"/>
                  <a:gd name="T13" fmla="*/ 0 h 21600"/>
                  <a:gd name="T14" fmla="*/ 0 w 20913"/>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913" h="21600">
                    <a:moveTo>
                      <a:pt x="115" y="2337"/>
                    </a:moveTo>
                    <a:cubicBezTo>
                      <a:pt x="-687" y="9273"/>
                      <a:pt x="2721" y="16081"/>
                      <a:pt x="9673" y="21600"/>
                    </a:cubicBezTo>
                    <a:cubicBezTo>
                      <a:pt x="13182" y="18341"/>
                      <a:pt x="16958" y="15168"/>
                      <a:pt x="20913" y="12293"/>
                    </a:cubicBezTo>
                    <a:cubicBezTo>
                      <a:pt x="16936" y="8710"/>
                      <a:pt x="15020" y="4401"/>
                      <a:pt x="15488" y="0"/>
                    </a:cubicBezTo>
                    <a:cubicBezTo>
                      <a:pt x="9918" y="273"/>
                      <a:pt x="4715" y="913"/>
                      <a:pt x="248" y="1638"/>
                    </a:cubicBezTo>
                    <a:cubicBezTo>
                      <a:pt x="215" y="1877"/>
                      <a:pt x="136" y="2099"/>
                      <a:pt x="115" y="2337"/>
                    </a:cubicBezTo>
                    <a:cubicBezTo>
                      <a:pt x="115" y="2337"/>
                      <a:pt x="115" y="2337"/>
                      <a:pt x="115" y="2337"/>
                    </a:cubicBezTo>
                    <a:close/>
                    <a:moveTo>
                      <a:pt x="115" y="2337"/>
                    </a:moveTo>
                  </a:path>
                </a:pathLst>
              </a:custGeom>
              <a:solidFill>
                <a:srgbClr val="4E96E2"/>
              </a:solidFill>
              <a:ln>
                <a:noFill/>
              </a:ln>
            </p:spPr>
            <p:txBody>
              <a:bodyPr lIns="0" tIns="0" rIns="0" bIns="0"/>
              <a:lstStyle/>
              <a:p>
                <a:endParaRPr lang="en-US"/>
              </a:p>
            </p:txBody>
          </p:sp>
          <p:sp>
            <p:nvSpPr>
              <p:cNvPr id="15399" name="AutoShape 23"/>
              <p:cNvSpPr/>
              <p:nvPr/>
            </p:nvSpPr>
            <p:spPr bwMode="auto">
              <a:xfrm>
                <a:off x="21" y="1556"/>
                <a:ext cx="659" cy="137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5611"/>
                    </a:moveTo>
                    <a:cubicBezTo>
                      <a:pt x="20835" y="15273"/>
                      <a:pt x="20027" y="14955"/>
                      <a:pt x="19291" y="14596"/>
                    </a:cubicBezTo>
                    <a:cubicBezTo>
                      <a:pt x="10331" y="10313"/>
                      <a:pt x="4358" y="5305"/>
                      <a:pt x="1659" y="0"/>
                    </a:cubicBezTo>
                    <a:cubicBezTo>
                      <a:pt x="736" y="1879"/>
                      <a:pt x="188" y="3834"/>
                      <a:pt x="0" y="5823"/>
                    </a:cubicBezTo>
                    <a:cubicBezTo>
                      <a:pt x="707" y="11467"/>
                      <a:pt x="5482" y="16908"/>
                      <a:pt x="13880" y="21600"/>
                    </a:cubicBezTo>
                    <a:cubicBezTo>
                      <a:pt x="15959" y="19901"/>
                      <a:pt x="18555" y="17854"/>
                      <a:pt x="21600" y="15611"/>
                    </a:cubicBezTo>
                    <a:cubicBezTo>
                      <a:pt x="21600" y="15611"/>
                      <a:pt x="21600" y="15611"/>
                      <a:pt x="21600" y="15611"/>
                    </a:cubicBezTo>
                    <a:close/>
                    <a:moveTo>
                      <a:pt x="21600" y="15611"/>
                    </a:moveTo>
                  </a:path>
                </a:pathLst>
              </a:custGeom>
              <a:solidFill>
                <a:srgbClr val="4E96E2"/>
              </a:solidFill>
              <a:ln>
                <a:noFill/>
              </a:ln>
            </p:spPr>
            <p:txBody>
              <a:bodyPr lIns="0" tIns="0" rIns="0" bIns="0"/>
              <a:lstStyle/>
              <a:p>
                <a:endParaRPr lang="en-US"/>
              </a:p>
            </p:txBody>
          </p:sp>
          <p:sp>
            <p:nvSpPr>
              <p:cNvPr id="15400" name="AutoShape 24"/>
              <p:cNvSpPr/>
              <p:nvPr/>
            </p:nvSpPr>
            <p:spPr bwMode="auto">
              <a:xfrm>
                <a:off x="205" y="804"/>
                <a:ext cx="912" cy="1593"/>
              </a:xfrm>
              <a:custGeom>
                <a:avLst/>
                <a:gdLst>
                  <a:gd name="T0" fmla="*/ 0 w 21600"/>
                  <a:gd name="T1" fmla="*/ 0 h 21600"/>
                  <a:gd name="T2" fmla="*/ 0 w 21600"/>
                  <a:gd name="T3" fmla="*/ 1 h 21600"/>
                  <a:gd name="T4" fmla="*/ 0 w 21600"/>
                  <a:gd name="T5" fmla="*/ 1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4969"/>
                    </a:moveTo>
                    <a:cubicBezTo>
                      <a:pt x="208" y="10804"/>
                      <a:pt x="4553" y="16448"/>
                      <a:pt x="12607" y="21064"/>
                    </a:cubicBezTo>
                    <a:cubicBezTo>
                      <a:pt x="12931" y="21255"/>
                      <a:pt x="13296" y="21422"/>
                      <a:pt x="13639" y="21600"/>
                    </a:cubicBezTo>
                    <a:cubicBezTo>
                      <a:pt x="16015" y="19589"/>
                      <a:pt x="18693" y="17451"/>
                      <a:pt x="21600" y="15325"/>
                    </a:cubicBezTo>
                    <a:cubicBezTo>
                      <a:pt x="14087" y="10984"/>
                      <a:pt x="10388" y="5561"/>
                      <a:pt x="11076" y="0"/>
                    </a:cubicBezTo>
                    <a:cubicBezTo>
                      <a:pt x="7752" y="485"/>
                      <a:pt x="5168" y="955"/>
                      <a:pt x="3626" y="1256"/>
                    </a:cubicBezTo>
                    <a:cubicBezTo>
                      <a:pt x="2251" y="2431"/>
                      <a:pt x="1052" y="3674"/>
                      <a:pt x="0" y="4969"/>
                    </a:cubicBezTo>
                    <a:cubicBezTo>
                      <a:pt x="0" y="4969"/>
                      <a:pt x="0" y="4969"/>
                      <a:pt x="0" y="4969"/>
                    </a:cubicBezTo>
                    <a:close/>
                    <a:moveTo>
                      <a:pt x="0" y="4969"/>
                    </a:moveTo>
                  </a:path>
                </a:pathLst>
              </a:custGeom>
              <a:solidFill>
                <a:srgbClr val="4E96E2"/>
              </a:solidFill>
              <a:ln>
                <a:noFill/>
              </a:ln>
            </p:spPr>
            <p:txBody>
              <a:bodyPr lIns="0" tIns="0" rIns="0" bIns="0"/>
              <a:lstStyle/>
              <a:p>
                <a:endParaRPr lang="en-US"/>
              </a:p>
            </p:txBody>
          </p:sp>
          <p:sp>
            <p:nvSpPr>
              <p:cNvPr id="15401" name="AutoShape 25"/>
              <p:cNvSpPr/>
              <p:nvPr/>
            </p:nvSpPr>
            <p:spPr bwMode="auto">
              <a:xfrm>
                <a:off x="461" y="3228"/>
                <a:ext cx="2104" cy="806"/>
              </a:xfrm>
              <a:custGeom>
                <a:avLst/>
                <a:gdLst>
                  <a:gd name="T0" fmla="*/ 1 w 21600"/>
                  <a:gd name="T1" fmla="*/ 0 h 21600"/>
                  <a:gd name="T2" fmla="*/ 2 w 21600"/>
                  <a:gd name="T3" fmla="*/ 0 h 21600"/>
                  <a:gd name="T4" fmla="*/ 2 w 21600"/>
                  <a:gd name="T5" fmla="*/ 0 h 21600"/>
                  <a:gd name="T6" fmla="*/ 2 w 21600"/>
                  <a:gd name="T7" fmla="*/ 0 h 21600"/>
                  <a:gd name="T8" fmla="*/ 1 w 21600"/>
                  <a:gd name="T9" fmla="*/ 0 h 21600"/>
                  <a:gd name="T10" fmla="*/ 0 w 21600"/>
                  <a:gd name="T11" fmla="*/ 0 h 21600"/>
                  <a:gd name="T12" fmla="*/ 0 w 21600"/>
                  <a:gd name="T13" fmla="*/ 0 h 21600"/>
                  <a:gd name="T14" fmla="*/ 1 w 21600"/>
                  <a:gd name="T15" fmla="*/ 0 h 21600"/>
                  <a:gd name="T16" fmla="*/ 1 w 21600"/>
                  <a:gd name="T17" fmla="*/ 0 h 21600"/>
                  <a:gd name="T18" fmla="*/ 1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6185" y="21600"/>
                    </a:moveTo>
                    <a:cubicBezTo>
                      <a:pt x="17988" y="21600"/>
                      <a:pt x="19738" y="20985"/>
                      <a:pt x="21406" y="19852"/>
                    </a:cubicBezTo>
                    <a:cubicBezTo>
                      <a:pt x="21460" y="19462"/>
                      <a:pt x="21523" y="18954"/>
                      <a:pt x="21600" y="18373"/>
                    </a:cubicBezTo>
                    <a:cubicBezTo>
                      <a:pt x="20773" y="18565"/>
                      <a:pt x="19937" y="18671"/>
                      <a:pt x="19087" y="18671"/>
                    </a:cubicBezTo>
                    <a:cubicBezTo>
                      <a:pt x="18228" y="18671"/>
                      <a:pt x="17351" y="18565"/>
                      <a:pt x="16488" y="18361"/>
                    </a:cubicBezTo>
                    <a:cubicBezTo>
                      <a:pt x="10224" y="16923"/>
                      <a:pt x="4502" y="10393"/>
                      <a:pt x="253" y="0"/>
                    </a:cubicBezTo>
                    <a:cubicBezTo>
                      <a:pt x="158" y="437"/>
                      <a:pt x="72" y="847"/>
                      <a:pt x="0" y="1181"/>
                    </a:cubicBezTo>
                    <a:cubicBezTo>
                      <a:pt x="3801" y="13617"/>
                      <a:pt x="9641" y="21600"/>
                      <a:pt x="16185" y="21600"/>
                    </a:cubicBezTo>
                    <a:cubicBezTo>
                      <a:pt x="16185" y="21600"/>
                      <a:pt x="16185" y="21600"/>
                      <a:pt x="16185" y="21600"/>
                    </a:cubicBezTo>
                    <a:close/>
                    <a:moveTo>
                      <a:pt x="16185" y="21600"/>
                    </a:moveTo>
                  </a:path>
                </a:pathLst>
              </a:custGeom>
              <a:solidFill>
                <a:srgbClr val="4E96E2"/>
              </a:solidFill>
              <a:ln>
                <a:noFill/>
              </a:ln>
            </p:spPr>
            <p:txBody>
              <a:bodyPr lIns="0" tIns="0" rIns="0" bIns="0"/>
              <a:lstStyle/>
              <a:p>
                <a:endParaRPr lang="en-US"/>
              </a:p>
            </p:txBody>
          </p:sp>
          <p:sp>
            <p:nvSpPr>
              <p:cNvPr id="15402" name="AutoShape 26"/>
              <p:cNvSpPr/>
              <p:nvPr/>
            </p:nvSpPr>
            <p:spPr bwMode="auto">
              <a:xfrm>
                <a:off x="3573" y="860"/>
                <a:ext cx="436" cy="78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0816" y="21600"/>
                    </a:moveTo>
                    <a:cubicBezTo>
                      <a:pt x="21100" y="21370"/>
                      <a:pt x="21339" y="21128"/>
                      <a:pt x="21600" y="20873"/>
                    </a:cubicBezTo>
                    <a:cubicBezTo>
                      <a:pt x="18835" y="13234"/>
                      <a:pt x="13260" y="6161"/>
                      <a:pt x="5443" y="0"/>
                    </a:cubicBezTo>
                    <a:cubicBezTo>
                      <a:pt x="5421" y="95"/>
                      <a:pt x="5443" y="183"/>
                      <a:pt x="5421" y="278"/>
                    </a:cubicBezTo>
                    <a:cubicBezTo>
                      <a:pt x="4877" y="3682"/>
                      <a:pt x="2983" y="6864"/>
                      <a:pt x="0" y="9735"/>
                    </a:cubicBezTo>
                    <a:cubicBezTo>
                      <a:pt x="8905" y="13948"/>
                      <a:pt x="15743" y="18089"/>
                      <a:pt x="20816" y="21600"/>
                    </a:cubicBezTo>
                    <a:cubicBezTo>
                      <a:pt x="20816" y="21600"/>
                      <a:pt x="20816" y="21600"/>
                      <a:pt x="20816" y="21600"/>
                    </a:cubicBezTo>
                    <a:close/>
                    <a:moveTo>
                      <a:pt x="20816" y="21600"/>
                    </a:moveTo>
                  </a:path>
                </a:pathLst>
              </a:custGeom>
              <a:solidFill>
                <a:srgbClr val="4E96E2"/>
              </a:solidFill>
              <a:ln>
                <a:noFill/>
              </a:ln>
            </p:spPr>
            <p:txBody>
              <a:bodyPr lIns="0" tIns="0" rIns="0" bIns="0"/>
              <a:lstStyle/>
              <a:p>
                <a:endParaRPr lang="en-US"/>
              </a:p>
            </p:txBody>
          </p:sp>
          <p:sp>
            <p:nvSpPr>
              <p:cNvPr id="15403" name="AutoShape 27"/>
              <p:cNvSpPr/>
              <p:nvPr/>
            </p:nvSpPr>
            <p:spPr bwMode="auto">
              <a:xfrm>
                <a:off x="2805" y="924"/>
                <a:ext cx="524" cy="57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2260"/>
                    </a:moveTo>
                    <a:cubicBezTo>
                      <a:pt x="15439" y="7928"/>
                      <a:pt x="8245" y="3716"/>
                      <a:pt x="0" y="0"/>
                    </a:cubicBezTo>
                    <a:cubicBezTo>
                      <a:pt x="2029" y="6254"/>
                      <a:pt x="3733" y="13455"/>
                      <a:pt x="5001" y="21600"/>
                    </a:cubicBezTo>
                    <a:cubicBezTo>
                      <a:pt x="11670" y="19738"/>
                      <a:pt x="17395" y="16491"/>
                      <a:pt x="21600" y="12260"/>
                    </a:cubicBezTo>
                    <a:cubicBezTo>
                      <a:pt x="21600" y="12260"/>
                      <a:pt x="21600" y="12260"/>
                      <a:pt x="21600" y="12260"/>
                    </a:cubicBezTo>
                    <a:close/>
                    <a:moveTo>
                      <a:pt x="21600" y="12260"/>
                    </a:moveTo>
                  </a:path>
                </a:pathLst>
              </a:custGeom>
              <a:solidFill>
                <a:srgbClr val="4E96E2"/>
              </a:solidFill>
              <a:ln>
                <a:noFill/>
              </a:ln>
            </p:spPr>
            <p:txBody>
              <a:bodyPr lIns="0" tIns="0" rIns="0" bIns="0"/>
              <a:lstStyle/>
              <a:p>
                <a:endParaRPr lang="en-US"/>
              </a:p>
            </p:txBody>
          </p:sp>
          <p:sp>
            <p:nvSpPr>
              <p:cNvPr id="15404" name="AutoShape 28"/>
              <p:cNvSpPr/>
              <p:nvPr/>
            </p:nvSpPr>
            <p:spPr bwMode="auto">
              <a:xfrm>
                <a:off x="2941" y="1940"/>
                <a:ext cx="1112" cy="10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035"/>
                    </a:moveTo>
                    <a:cubicBezTo>
                      <a:pt x="21386" y="1649"/>
                      <a:pt x="20968" y="935"/>
                      <a:pt x="20352" y="0"/>
                    </a:cubicBezTo>
                    <a:cubicBezTo>
                      <a:pt x="15523" y="5398"/>
                      <a:pt x="8676" y="9270"/>
                      <a:pt x="753" y="10822"/>
                    </a:cubicBezTo>
                    <a:cubicBezTo>
                      <a:pt x="650" y="14703"/>
                      <a:pt x="376" y="18317"/>
                      <a:pt x="0" y="21600"/>
                    </a:cubicBezTo>
                    <a:cubicBezTo>
                      <a:pt x="7710" y="20259"/>
                      <a:pt x="14583" y="17100"/>
                      <a:pt x="20079" y="12672"/>
                    </a:cubicBezTo>
                    <a:cubicBezTo>
                      <a:pt x="21019" y="9279"/>
                      <a:pt x="21557" y="5722"/>
                      <a:pt x="21600" y="2035"/>
                    </a:cubicBezTo>
                    <a:cubicBezTo>
                      <a:pt x="21600" y="2035"/>
                      <a:pt x="21600" y="2035"/>
                      <a:pt x="21600" y="2035"/>
                    </a:cubicBezTo>
                    <a:close/>
                    <a:moveTo>
                      <a:pt x="21600" y="2035"/>
                    </a:moveTo>
                  </a:path>
                </a:pathLst>
              </a:custGeom>
              <a:solidFill>
                <a:srgbClr val="4E96E2"/>
              </a:solidFill>
              <a:ln>
                <a:noFill/>
              </a:ln>
            </p:spPr>
            <p:txBody>
              <a:bodyPr lIns="0" tIns="0" rIns="0" bIns="0"/>
              <a:lstStyle/>
              <a:p>
                <a:endParaRPr lang="en-US"/>
              </a:p>
            </p:txBody>
          </p:sp>
          <p:sp>
            <p:nvSpPr>
              <p:cNvPr id="15405" name="AutoShape 29"/>
              <p:cNvSpPr/>
              <p:nvPr/>
            </p:nvSpPr>
            <p:spPr bwMode="auto">
              <a:xfrm>
                <a:off x="2813" y="2868"/>
                <a:ext cx="1049" cy="8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cubicBezTo>
                      <a:pt x="15901" y="4345"/>
                      <a:pt x="9278" y="7421"/>
                      <a:pt x="2057" y="8759"/>
                    </a:cubicBezTo>
                    <a:cubicBezTo>
                      <a:pt x="1440" y="13810"/>
                      <a:pt x="706" y="18124"/>
                      <a:pt x="0" y="21600"/>
                    </a:cubicBezTo>
                    <a:cubicBezTo>
                      <a:pt x="4240" y="20571"/>
                      <a:pt x="8236" y="18879"/>
                      <a:pt x="11896" y="16672"/>
                    </a:cubicBezTo>
                    <a:cubicBezTo>
                      <a:pt x="15955" y="12018"/>
                      <a:pt x="19253" y="6346"/>
                      <a:pt x="21600" y="0"/>
                    </a:cubicBezTo>
                    <a:cubicBezTo>
                      <a:pt x="21600" y="0"/>
                      <a:pt x="21600" y="0"/>
                      <a:pt x="21600" y="0"/>
                    </a:cubicBezTo>
                    <a:close/>
                    <a:moveTo>
                      <a:pt x="21600" y="0"/>
                    </a:moveTo>
                  </a:path>
                </a:pathLst>
              </a:custGeom>
              <a:solidFill>
                <a:srgbClr val="4E96E2"/>
              </a:solidFill>
              <a:ln>
                <a:noFill/>
              </a:ln>
            </p:spPr>
            <p:txBody>
              <a:bodyPr lIns="0" tIns="0" rIns="0" bIns="0"/>
              <a:lstStyle/>
              <a:p>
                <a:endParaRPr lang="en-US"/>
              </a:p>
            </p:txBody>
          </p:sp>
          <p:sp>
            <p:nvSpPr>
              <p:cNvPr id="15406" name="AutoShape 30"/>
              <p:cNvSpPr/>
              <p:nvPr/>
            </p:nvSpPr>
            <p:spPr bwMode="auto">
              <a:xfrm>
                <a:off x="2877" y="588"/>
                <a:ext cx="629" cy="506"/>
              </a:xfrm>
              <a:custGeom>
                <a:avLst/>
                <a:gdLst>
                  <a:gd name="T0" fmla="*/ 0 w 21430"/>
                  <a:gd name="T1" fmla="*/ 0 h 21600"/>
                  <a:gd name="T2" fmla="*/ 0 w 21430"/>
                  <a:gd name="T3" fmla="*/ 0 h 21600"/>
                  <a:gd name="T4" fmla="*/ 0 w 21430"/>
                  <a:gd name="T5" fmla="*/ 0 h 21600"/>
                  <a:gd name="T6" fmla="*/ 0 w 21430"/>
                  <a:gd name="T7" fmla="*/ 0 h 21600"/>
                  <a:gd name="T8" fmla="*/ 0 w 21430"/>
                  <a:gd name="T9" fmla="*/ 0 h 21600"/>
                  <a:gd name="T10" fmla="*/ 0 w 21430"/>
                  <a:gd name="T11" fmla="*/ 0 h 21600"/>
                  <a:gd name="T12" fmla="*/ 0 w 21430"/>
                  <a:gd name="T13" fmla="*/ 0 h 21600"/>
                  <a:gd name="T14" fmla="*/ 0 w 2143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30" h="21600">
                    <a:moveTo>
                      <a:pt x="19878" y="0"/>
                    </a:moveTo>
                    <a:cubicBezTo>
                      <a:pt x="16911" y="583"/>
                      <a:pt x="9482" y="2369"/>
                      <a:pt x="0" y="7052"/>
                    </a:cubicBezTo>
                    <a:cubicBezTo>
                      <a:pt x="7220" y="11470"/>
                      <a:pt x="13481" y="16470"/>
                      <a:pt x="18859" y="21600"/>
                    </a:cubicBezTo>
                    <a:cubicBezTo>
                      <a:pt x="20207" y="18383"/>
                      <a:pt x="21090" y="14891"/>
                      <a:pt x="21345" y="11164"/>
                    </a:cubicBezTo>
                    <a:cubicBezTo>
                      <a:pt x="21600" y="7613"/>
                      <a:pt x="21270" y="4133"/>
                      <a:pt x="20462" y="808"/>
                    </a:cubicBezTo>
                    <a:cubicBezTo>
                      <a:pt x="20267" y="545"/>
                      <a:pt x="20072" y="266"/>
                      <a:pt x="19878" y="0"/>
                    </a:cubicBezTo>
                    <a:cubicBezTo>
                      <a:pt x="19878" y="0"/>
                      <a:pt x="19878" y="0"/>
                      <a:pt x="19878" y="0"/>
                    </a:cubicBezTo>
                    <a:close/>
                    <a:moveTo>
                      <a:pt x="19878" y="0"/>
                    </a:moveTo>
                  </a:path>
                </a:pathLst>
              </a:custGeom>
              <a:solidFill>
                <a:srgbClr val="4E96E2"/>
              </a:solidFill>
              <a:ln>
                <a:noFill/>
              </a:ln>
            </p:spPr>
            <p:txBody>
              <a:bodyPr lIns="0" tIns="0" rIns="0" bIns="0"/>
              <a:lstStyle/>
              <a:p>
                <a:endParaRPr lang="en-US"/>
              </a:p>
            </p:txBody>
          </p:sp>
          <p:sp>
            <p:nvSpPr>
              <p:cNvPr id="15407" name="AutoShape 31"/>
              <p:cNvSpPr/>
              <p:nvPr/>
            </p:nvSpPr>
            <p:spPr bwMode="auto">
              <a:xfrm>
                <a:off x="1365" y="1444"/>
                <a:ext cx="1435" cy="897"/>
              </a:xfrm>
              <a:custGeom>
                <a:avLst/>
                <a:gdLst>
                  <a:gd name="T0" fmla="*/ 0 w 21587"/>
                  <a:gd name="T1" fmla="*/ 0 h 21600"/>
                  <a:gd name="T2" fmla="*/ 0 w 21587"/>
                  <a:gd name="T3" fmla="*/ 0 h 21600"/>
                  <a:gd name="T4" fmla="*/ 0 w 21587"/>
                  <a:gd name="T5" fmla="*/ 0 h 21600"/>
                  <a:gd name="T6" fmla="*/ 0 w 21587"/>
                  <a:gd name="T7" fmla="*/ 0 h 21600"/>
                  <a:gd name="T8" fmla="*/ 0 w 21587"/>
                  <a:gd name="T9" fmla="*/ 0 h 21600"/>
                  <a:gd name="T10" fmla="*/ 0 w 21587"/>
                  <a:gd name="T11" fmla="*/ 0 h 21600"/>
                  <a:gd name="T12" fmla="*/ 0 w 21587"/>
                  <a:gd name="T13" fmla="*/ 0 h 21600"/>
                  <a:gd name="T14" fmla="*/ 0 w 21587"/>
                  <a:gd name="T15" fmla="*/ 0 h 21600"/>
                  <a:gd name="T16" fmla="*/ 0 w 21587"/>
                  <a:gd name="T17" fmla="*/ 0 h 21600"/>
                  <a:gd name="T18" fmla="*/ 0 w 21587"/>
                  <a:gd name="T19" fmla="*/ 0 h 21600"/>
                  <a:gd name="T20" fmla="*/ 0 w 21587"/>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587" h="21600">
                    <a:moveTo>
                      <a:pt x="21117" y="6515"/>
                    </a:moveTo>
                    <a:cubicBezTo>
                      <a:pt x="20322" y="6674"/>
                      <a:pt x="19508" y="6777"/>
                      <a:pt x="18680" y="6777"/>
                    </a:cubicBezTo>
                    <a:cubicBezTo>
                      <a:pt x="18098" y="6777"/>
                      <a:pt x="17515" y="6738"/>
                      <a:pt x="16926" y="6653"/>
                    </a:cubicBezTo>
                    <a:cubicBezTo>
                      <a:pt x="13021" y="6098"/>
                      <a:pt x="9413" y="3756"/>
                      <a:pt x="6620" y="0"/>
                    </a:cubicBezTo>
                    <a:cubicBezTo>
                      <a:pt x="4296" y="3512"/>
                      <a:pt x="2072" y="7427"/>
                      <a:pt x="0" y="11480"/>
                    </a:cubicBezTo>
                    <a:cubicBezTo>
                      <a:pt x="4217" y="17080"/>
                      <a:pt x="9658" y="20573"/>
                      <a:pt x="15569" y="21411"/>
                    </a:cubicBezTo>
                    <a:cubicBezTo>
                      <a:pt x="16463" y="21539"/>
                      <a:pt x="17370" y="21600"/>
                      <a:pt x="18264" y="21600"/>
                    </a:cubicBezTo>
                    <a:cubicBezTo>
                      <a:pt x="19389" y="21600"/>
                      <a:pt x="20501" y="21486"/>
                      <a:pt x="21586" y="21281"/>
                    </a:cubicBezTo>
                    <a:cubicBezTo>
                      <a:pt x="21600" y="16648"/>
                      <a:pt x="21454" y="11703"/>
                      <a:pt x="21117" y="6515"/>
                    </a:cubicBezTo>
                    <a:cubicBezTo>
                      <a:pt x="21117" y="6515"/>
                      <a:pt x="21117" y="6515"/>
                      <a:pt x="21117" y="6515"/>
                    </a:cubicBezTo>
                    <a:close/>
                    <a:moveTo>
                      <a:pt x="21117" y="6515"/>
                    </a:moveTo>
                  </a:path>
                </a:pathLst>
              </a:custGeom>
              <a:solidFill>
                <a:srgbClr val="4E96E2"/>
              </a:solidFill>
              <a:ln>
                <a:noFill/>
              </a:ln>
            </p:spPr>
            <p:txBody>
              <a:bodyPr lIns="0" tIns="0" rIns="0" bIns="0"/>
              <a:lstStyle/>
              <a:p>
                <a:endParaRPr lang="en-US"/>
              </a:p>
            </p:txBody>
          </p:sp>
          <p:sp>
            <p:nvSpPr>
              <p:cNvPr id="15408" name="AutoShape 32"/>
              <p:cNvSpPr/>
              <p:nvPr/>
            </p:nvSpPr>
            <p:spPr bwMode="auto">
              <a:xfrm>
                <a:off x="2949" y="1364"/>
                <a:ext cx="935" cy="93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7275"/>
                    </a:moveTo>
                    <a:cubicBezTo>
                      <a:pt x="539" y="12312"/>
                      <a:pt x="773" y="17095"/>
                      <a:pt x="793" y="21600"/>
                    </a:cubicBezTo>
                    <a:cubicBezTo>
                      <a:pt x="9295" y="19832"/>
                      <a:pt x="16586" y="15680"/>
                      <a:pt x="21600" y="9982"/>
                    </a:cubicBezTo>
                    <a:cubicBezTo>
                      <a:pt x="19372" y="7143"/>
                      <a:pt x="16210" y="3602"/>
                      <a:pt x="12030" y="0"/>
                    </a:cubicBezTo>
                    <a:cubicBezTo>
                      <a:pt x="9020" y="3388"/>
                      <a:pt x="4840" y="5933"/>
                      <a:pt x="0" y="7275"/>
                    </a:cubicBezTo>
                    <a:cubicBezTo>
                      <a:pt x="0" y="7275"/>
                      <a:pt x="0" y="7275"/>
                      <a:pt x="0" y="7275"/>
                    </a:cubicBezTo>
                    <a:close/>
                    <a:moveTo>
                      <a:pt x="0" y="7275"/>
                    </a:moveTo>
                  </a:path>
                </a:pathLst>
              </a:custGeom>
              <a:solidFill>
                <a:srgbClr val="4E96E2"/>
              </a:solidFill>
              <a:ln>
                <a:noFill/>
              </a:ln>
            </p:spPr>
            <p:txBody>
              <a:bodyPr lIns="0" tIns="0" rIns="0" bIns="0"/>
              <a:lstStyle/>
              <a:p>
                <a:endParaRPr lang="en-US"/>
              </a:p>
            </p:txBody>
          </p:sp>
          <p:sp>
            <p:nvSpPr>
              <p:cNvPr id="15409" name="AutoShape 33"/>
              <p:cNvSpPr/>
              <p:nvPr/>
            </p:nvSpPr>
            <p:spPr bwMode="auto">
              <a:xfrm>
                <a:off x="573" y="2668"/>
                <a:ext cx="2151" cy="1077"/>
              </a:xfrm>
              <a:custGeom>
                <a:avLst/>
                <a:gdLst>
                  <a:gd name="T0" fmla="*/ 2 w 21600"/>
                  <a:gd name="T1" fmla="*/ 0 h 21600"/>
                  <a:gd name="T2" fmla="*/ 2 w 21600"/>
                  <a:gd name="T3" fmla="*/ 0 h 21600"/>
                  <a:gd name="T4" fmla="*/ 2 w 21600"/>
                  <a:gd name="T5" fmla="*/ 0 h 21600"/>
                  <a:gd name="T6" fmla="*/ 0 w 21600"/>
                  <a:gd name="T7" fmla="*/ 0 h 21600"/>
                  <a:gd name="T8" fmla="*/ 0 w 21600"/>
                  <a:gd name="T9" fmla="*/ 0 h 21600"/>
                  <a:gd name="T10" fmla="*/ 1 w 21600"/>
                  <a:gd name="T11" fmla="*/ 0 h 21600"/>
                  <a:gd name="T12" fmla="*/ 2 w 21600"/>
                  <a:gd name="T13" fmla="*/ 0 h 21600"/>
                  <a:gd name="T14" fmla="*/ 2 w 21600"/>
                  <a:gd name="T15" fmla="*/ 0 h 21600"/>
                  <a:gd name="T16" fmla="*/ 2 w 21600"/>
                  <a:gd name="T17" fmla="*/ 0 h 21600"/>
                  <a:gd name="T18" fmla="*/ 2 w 21600"/>
                  <a:gd name="T19" fmla="*/ 0 h 21600"/>
                  <a:gd name="T20" fmla="*/ 2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21600" y="11135"/>
                    </a:moveTo>
                    <a:cubicBezTo>
                      <a:pt x="20862" y="11261"/>
                      <a:pt x="20110" y="11329"/>
                      <a:pt x="19350" y="11329"/>
                    </a:cubicBezTo>
                    <a:cubicBezTo>
                      <a:pt x="18510" y="11329"/>
                      <a:pt x="17653" y="11252"/>
                      <a:pt x="16809" y="11102"/>
                    </a:cubicBezTo>
                    <a:cubicBezTo>
                      <a:pt x="11408" y="10156"/>
                      <a:pt x="6422" y="6238"/>
                      <a:pt x="2466" y="0"/>
                    </a:cubicBezTo>
                    <a:cubicBezTo>
                      <a:pt x="1476" y="3067"/>
                      <a:pt x="637" y="5834"/>
                      <a:pt x="0" y="8024"/>
                    </a:cubicBezTo>
                    <a:cubicBezTo>
                      <a:pt x="3890" y="15601"/>
                      <a:pt x="9242" y="20356"/>
                      <a:pt x="15121" y="21390"/>
                    </a:cubicBezTo>
                    <a:cubicBezTo>
                      <a:pt x="15912" y="21532"/>
                      <a:pt x="16716" y="21600"/>
                      <a:pt x="17503" y="21600"/>
                    </a:cubicBezTo>
                    <a:cubicBezTo>
                      <a:pt x="18528" y="21600"/>
                      <a:pt x="19532" y="21470"/>
                      <a:pt x="20517" y="21240"/>
                    </a:cubicBezTo>
                    <a:cubicBezTo>
                      <a:pt x="20871" y="18650"/>
                      <a:pt x="21264" y="15247"/>
                      <a:pt x="21600" y="11135"/>
                    </a:cubicBezTo>
                    <a:cubicBezTo>
                      <a:pt x="21600" y="11135"/>
                      <a:pt x="21600" y="11135"/>
                      <a:pt x="21600" y="11135"/>
                    </a:cubicBezTo>
                    <a:close/>
                    <a:moveTo>
                      <a:pt x="21600" y="11135"/>
                    </a:moveTo>
                  </a:path>
                </a:pathLst>
              </a:custGeom>
              <a:solidFill>
                <a:srgbClr val="4E96E2"/>
              </a:solidFill>
              <a:ln>
                <a:noFill/>
              </a:ln>
            </p:spPr>
            <p:txBody>
              <a:bodyPr lIns="0" tIns="0" rIns="0" bIns="0"/>
              <a:lstStyle/>
              <a:p>
                <a:endParaRPr lang="en-US"/>
              </a:p>
            </p:txBody>
          </p:sp>
          <p:sp>
            <p:nvSpPr>
              <p:cNvPr id="15410" name="AutoShape 34"/>
              <p:cNvSpPr/>
              <p:nvPr/>
            </p:nvSpPr>
            <p:spPr bwMode="auto">
              <a:xfrm>
                <a:off x="2341" y="36"/>
                <a:ext cx="952" cy="59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07" y="0"/>
                    </a:moveTo>
                    <a:cubicBezTo>
                      <a:pt x="1747" y="175"/>
                      <a:pt x="2086" y="380"/>
                      <a:pt x="2425" y="555"/>
                    </a:cubicBezTo>
                    <a:cubicBezTo>
                      <a:pt x="2136" y="509"/>
                      <a:pt x="1867" y="428"/>
                      <a:pt x="1577" y="380"/>
                    </a:cubicBezTo>
                    <a:cubicBezTo>
                      <a:pt x="1048" y="318"/>
                      <a:pt x="519" y="271"/>
                      <a:pt x="0" y="221"/>
                    </a:cubicBezTo>
                    <a:cubicBezTo>
                      <a:pt x="2585" y="4696"/>
                      <a:pt x="5610" y="11478"/>
                      <a:pt x="8235" y="21600"/>
                    </a:cubicBezTo>
                    <a:cubicBezTo>
                      <a:pt x="13705" y="17829"/>
                      <a:pt x="18406" y="15744"/>
                      <a:pt x="21600" y="14625"/>
                    </a:cubicBezTo>
                    <a:cubicBezTo>
                      <a:pt x="15840" y="7307"/>
                      <a:pt x="8933" y="2197"/>
                      <a:pt x="1407" y="0"/>
                    </a:cubicBezTo>
                    <a:cubicBezTo>
                      <a:pt x="1407" y="0"/>
                      <a:pt x="1407" y="0"/>
                      <a:pt x="1407" y="0"/>
                    </a:cubicBezTo>
                    <a:close/>
                    <a:moveTo>
                      <a:pt x="1407" y="0"/>
                    </a:moveTo>
                  </a:path>
                </a:pathLst>
              </a:custGeom>
              <a:solidFill>
                <a:srgbClr val="4E96E2"/>
              </a:solidFill>
              <a:ln>
                <a:noFill/>
              </a:ln>
            </p:spPr>
            <p:txBody>
              <a:bodyPr lIns="0" tIns="0" rIns="0" bIns="0"/>
              <a:lstStyle/>
              <a:p>
                <a:endParaRPr lang="en-US"/>
              </a:p>
            </p:txBody>
          </p:sp>
          <p:sp>
            <p:nvSpPr>
              <p:cNvPr id="15411" name="AutoShape 35"/>
              <p:cNvSpPr/>
              <p:nvPr/>
            </p:nvSpPr>
            <p:spPr bwMode="auto">
              <a:xfrm>
                <a:off x="1373" y="60"/>
                <a:ext cx="47"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0" y="14161"/>
                      <a:pt x="14362" y="6968"/>
                      <a:pt x="21600" y="0"/>
                    </a:cubicBezTo>
                    <a:cubicBezTo>
                      <a:pt x="14362" y="6968"/>
                      <a:pt x="7163" y="14161"/>
                      <a:pt x="0" y="21600"/>
                    </a:cubicBezTo>
                    <a:close/>
                    <a:moveTo>
                      <a:pt x="0" y="21600"/>
                    </a:moveTo>
                  </a:path>
                </a:pathLst>
              </a:custGeom>
              <a:solidFill>
                <a:srgbClr val="4E96E2"/>
              </a:solidFill>
              <a:ln>
                <a:noFill/>
              </a:ln>
            </p:spPr>
            <p:txBody>
              <a:bodyPr lIns="0" tIns="0" rIns="0" bIns="0"/>
              <a:lstStyle/>
              <a:p>
                <a:endParaRPr lang="en-US"/>
              </a:p>
            </p:txBody>
          </p:sp>
          <p:sp>
            <p:nvSpPr>
              <p:cNvPr id="15412" name="AutoShape 36"/>
              <p:cNvSpPr/>
              <p:nvPr/>
            </p:nvSpPr>
            <p:spPr bwMode="auto">
              <a:xfrm>
                <a:off x="1205" y="124"/>
                <a:ext cx="36" cy="1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9" y="14273"/>
                      <a:pt x="14361" y="7043"/>
                      <a:pt x="21600" y="0"/>
                    </a:cubicBezTo>
                    <a:cubicBezTo>
                      <a:pt x="14361" y="7043"/>
                      <a:pt x="7169" y="14273"/>
                      <a:pt x="0" y="21600"/>
                    </a:cubicBezTo>
                    <a:close/>
                    <a:moveTo>
                      <a:pt x="0" y="21600"/>
                    </a:moveTo>
                  </a:path>
                </a:pathLst>
              </a:custGeom>
              <a:solidFill>
                <a:srgbClr val="4E96E2"/>
              </a:solidFill>
              <a:ln>
                <a:noFill/>
              </a:ln>
            </p:spPr>
            <p:txBody>
              <a:bodyPr lIns="0" tIns="0" rIns="0" bIns="0"/>
              <a:lstStyle/>
              <a:p>
                <a:endParaRPr lang="en-US"/>
              </a:p>
            </p:txBody>
          </p:sp>
          <p:sp>
            <p:nvSpPr>
              <p:cNvPr id="15413" name="AutoShape 37"/>
              <p:cNvSpPr/>
              <p:nvPr/>
            </p:nvSpPr>
            <p:spPr bwMode="auto">
              <a:xfrm>
                <a:off x="1317" y="76"/>
                <a:ext cx="36" cy="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68" y="14218"/>
                      <a:pt x="14372" y="7061"/>
                      <a:pt x="21600" y="0"/>
                    </a:cubicBezTo>
                    <a:cubicBezTo>
                      <a:pt x="14372" y="7061"/>
                      <a:pt x="7168" y="14218"/>
                      <a:pt x="0" y="21600"/>
                    </a:cubicBezTo>
                    <a:close/>
                    <a:moveTo>
                      <a:pt x="0" y="21600"/>
                    </a:moveTo>
                  </a:path>
                </a:pathLst>
              </a:custGeom>
              <a:solidFill>
                <a:srgbClr val="4E96E2"/>
              </a:solidFill>
              <a:ln>
                <a:noFill/>
              </a:ln>
            </p:spPr>
            <p:txBody>
              <a:bodyPr lIns="0" tIns="0" rIns="0" bIns="0"/>
              <a:lstStyle/>
              <a:p>
                <a:endParaRPr lang="en-US"/>
              </a:p>
            </p:txBody>
          </p:sp>
          <p:sp>
            <p:nvSpPr>
              <p:cNvPr id="15414" name="AutoShape 38"/>
              <p:cNvSpPr/>
              <p:nvPr/>
            </p:nvSpPr>
            <p:spPr bwMode="auto">
              <a:xfrm>
                <a:off x="1261" y="100"/>
                <a:ext cx="34" cy="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74" y="14256"/>
                      <a:pt x="14372" y="7045"/>
                      <a:pt x="21600" y="0"/>
                    </a:cubicBezTo>
                    <a:cubicBezTo>
                      <a:pt x="14372" y="7045"/>
                      <a:pt x="7174" y="14256"/>
                      <a:pt x="0" y="21600"/>
                    </a:cubicBezTo>
                    <a:close/>
                    <a:moveTo>
                      <a:pt x="0" y="21600"/>
                    </a:moveTo>
                  </a:path>
                </a:pathLst>
              </a:custGeom>
              <a:solidFill>
                <a:srgbClr val="4E96E2"/>
              </a:solidFill>
              <a:ln>
                <a:noFill/>
              </a:ln>
            </p:spPr>
            <p:txBody>
              <a:bodyPr lIns="0" tIns="0" rIns="0" bIns="0"/>
              <a:lstStyle/>
              <a:p>
                <a:endParaRPr lang="en-US"/>
              </a:p>
            </p:txBody>
          </p:sp>
          <p:sp>
            <p:nvSpPr>
              <p:cNvPr id="15415" name="AutoShape 39"/>
              <p:cNvSpPr/>
              <p:nvPr/>
            </p:nvSpPr>
            <p:spPr bwMode="auto">
              <a:xfrm>
                <a:off x="573" y="516"/>
                <a:ext cx="80" cy="8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cubicBezTo>
                      <a:pt x="14208" y="7005"/>
                      <a:pt x="7010" y="14207"/>
                      <a:pt x="0" y="21600"/>
                    </a:cubicBezTo>
                    <a:cubicBezTo>
                      <a:pt x="7010" y="14207"/>
                      <a:pt x="14208" y="7005"/>
                      <a:pt x="21600" y="0"/>
                    </a:cubicBezTo>
                    <a:close/>
                    <a:moveTo>
                      <a:pt x="21600" y="0"/>
                    </a:moveTo>
                  </a:path>
                </a:pathLst>
              </a:custGeom>
              <a:solidFill>
                <a:srgbClr val="4E96E2"/>
              </a:solidFill>
              <a:ln>
                <a:noFill/>
              </a:ln>
            </p:spPr>
            <p:txBody>
              <a:bodyPr lIns="0" tIns="0" rIns="0" bIns="0"/>
              <a:lstStyle/>
              <a:p>
                <a:endParaRPr lang="en-US"/>
              </a:p>
            </p:txBody>
          </p:sp>
          <p:sp>
            <p:nvSpPr>
              <p:cNvPr id="15416" name="AutoShape 40"/>
              <p:cNvSpPr/>
              <p:nvPr/>
            </p:nvSpPr>
            <p:spPr bwMode="auto">
              <a:xfrm>
                <a:off x="1141" y="148"/>
                <a:ext cx="49" cy="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1" y="14198"/>
                      <a:pt x="14350" y="7025"/>
                      <a:pt x="21600" y="0"/>
                    </a:cubicBezTo>
                    <a:cubicBezTo>
                      <a:pt x="14350" y="7025"/>
                      <a:pt x="7141" y="14201"/>
                      <a:pt x="0" y="21600"/>
                    </a:cubicBezTo>
                    <a:close/>
                    <a:moveTo>
                      <a:pt x="0" y="21600"/>
                    </a:moveTo>
                  </a:path>
                </a:pathLst>
              </a:custGeom>
              <a:solidFill>
                <a:srgbClr val="4E96E2"/>
              </a:solidFill>
              <a:ln>
                <a:noFill/>
              </a:ln>
            </p:spPr>
            <p:txBody>
              <a:bodyPr lIns="0" tIns="0" rIns="0" bIns="0"/>
              <a:lstStyle/>
              <a:p>
                <a:endParaRPr lang="en-US"/>
              </a:p>
            </p:txBody>
          </p:sp>
          <p:sp>
            <p:nvSpPr>
              <p:cNvPr id="15417" name="AutoShape 41"/>
              <p:cNvSpPr/>
              <p:nvPr/>
            </p:nvSpPr>
            <p:spPr bwMode="auto">
              <a:xfrm>
                <a:off x="501" y="652"/>
                <a:ext cx="26" cy="3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0" y="14336"/>
                      <a:pt x="14330" y="7139"/>
                      <a:pt x="21600" y="0"/>
                    </a:cubicBezTo>
                    <a:cubicBezTo>
                      <a:pt x="14330" y="7139"/>
                      <a:pt x="7130" y="14336"/>
                      <a:pt x="0" y="21600"/>
                    </a:cubicBezTo>
                    <a:close/>
                    <a:moveTo>
                      <a:pt x="0" y="21600"/>
                    </a:moveTo>
                  </a:path>
                </a:pathLst>
              </a:custGeom>
              <a:solidFill>
                <a:srgbClr val="4E96E2"/>
              </a:solidFill>
              <a:ln>
                <a:noFill/>
              </a:ln>
            </p:spPr>
            <p:txBody>
              <a:bodyPr lIns="0" tIns="0" rIns="0" bIns="0"/>
              <a:lstStyle/>
              <a:p>
                <a:endParaRPr lang="en-US"/>
              </a:p>
            </p:txBody>
          </p:sp>
          <p:sp>
            <p:nvSpPr>
              <p:cNvPr id="15418" name="AutoShape 42"/>
              <p:cNvSpPr/>
              <p:nvPr/>
            </p:nvSpPr>
            <p:spPr bwMode="auto">
              <a:xfrm>
                <a:off x="709" y="444"/>
                <a:ext cx="30" cy="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321"/>
                      <a:pt x="14340" y="7120"/>
                      <a:pt x="21600" y="0"/>
                    </a:cubicBezTo>
                    <a:cubicBezTo>
                      <a:pt x="14340" y="7120"/>
                      <a:pt x="7142" y="14321"/>
                      <a:pt x="0" y="21600"/>
                    </a:cubicBezTo>
                    <a:close/>
                    <a:moveTo>
                      <a:pt x="0" y="21600"/>
                    </a:moveTo>
                  </a:path>
                </a:pathLst>
              </a:custGeom>
              <a:solidFill>
                <a:srgbClr val="4E96E2"/>
              </a:solidFill>
              <a:ln>
                <a:noFill/>
              </a:ln>
            </p:spPr>
            <p:txBody>
              <a:bodyPr lIns="0" tIns="0" rIns="0" bIns="0"/>
              <a:lstStyle/>
              <a:p>
                <a:endParaRPr lang="en-US"/>
              </a:p>
            </p:txBody>
          </p:sp>
          <p:sp>
            <p:nvSpPr>
              <p:cNvPr id="15419" name="AutoShape 43"/>
              <p:cNvSpPr/>
              <p:nvPr/>
            </p:nvSpPr>
            <p:spPr bwMode="auto">
              <a:xfrm>
                <a:off x="541" y="612"/>
                <a:ext cx="29" cy="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19" y="14326"/>
                      <a:pt x="14330" y="7135"/>
                      <a:pt x="21600" y="0"/>
                    </a:cubicBezTo>
                    <a:cubicBezTo>
                      <a:pt x="14330" y="7138"/>
                      <a:pt x="7119" y="14326"/>
                      <a:pt x="0" y="21600"/>
                    </a:cubicBezTo>
                    <a:close/>
                    <a:moveTo>
                      <a:pt x="0" y="21600"/>
                    </a:moveTo>
                  </a:path>
                </a:pathLst>
              </a:custGeom>
              <a:solidFill>
                <a:srgbClr val="4E96E2"/>
              </a:solidFill>
              <a:ln>
                <a:noFill/>
              </a:ln>
            </p:spPr>
            <p:txBody>
              <a:bodyPr lIns="0" tIns="0" rIns="0" bIns="0"/>
              <a:lstStyle/>
              <a:p>
                <a:endParaRPr lang="en-US"/>
              </a:p>
            </p:txBody>
          </p:sp>
          <p:sp>
            <p:nvSpPr>
              <p:cNvPr id="15420" name="AutoShape 44"/>
              <p:cNvSpPr/>
              <p:nvPr/>
            </p:nvSpPr>
            <p:spPr bwMode="auto">
              <a:xfrm>
                <a:off x="661" y="484"/>
                <a:ext cx="32" cy="3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325"/>
                      <a:pt x="14317" y="7115"/>
                      <a:pt x="21600" y="0"/>
                    </a:cubicBezTo>
                    <a:cubicBezTo>
                      <a:pt x="14317" y="7115"/>
                      <a:pt x="7138" y="14325"/>
                      <a:pt x="0" y="21600"/>
                    </a:cubicBezTo>
                    <a:close/>
                    <a:moveTo>
                      <a:pt x="0" y="21600"/>
                    </a:moveTo>
                  </a:path>
                </a:pathLst>
              </a:custGeom>
              <a:solidFill>
                <a:srgbClr val="4E96E2"/>
              </a:solidFill>
              <a:ln>
                <a:noFill/>
              </a:ln>
            </p:spPr>
            <p:txBody>
              <a:bodyPr lIns="0" tIns="0" rIns="0" bIns="0"/>
              <a:lstStyle/>
              <a:p>
                <a:endParaRPr lang="en-US"/>
              </a:p>
            </p:txBody>
          </p:sp>
          <p:sp>
            <p:nvSpPr>
              <p:cNvPr id="15421" name="AutoShape 45"/>
              <p:cNvSpPr/>
              <p:nvPr/>
            </p:nvSpPr>
            <p:spPr bwMode="auto">
              <a:xfrm>
                <a:off x="4181" y="2116"/>
                <a:ext cx="2" cy="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9021" y="14424"/>
                      <a:pt x="16136" y="7226"/>
                      <a:pt x="21600" y="0"/>
                    </a:cubicBezTo>
                    <a:cubicBezTo>
                      <a:pt x="16073" y="7222"/>
                      <a:pt x="9085" y="14424"/>
                      <a:pt x="0" y="21600"/>
                    </a:cubicBezTo>
                    <a:close/>
                    <a:moveTo>
                      <a:pt x="0" y="21600"/>
                    </a:moveTo>
                  </a:path>
                </a:pathLst>
              </a:custGeom>
              <a:solidFill>
                <a:srgbClr val="4E96E2"/>
              </a:solidFill>
              <a:ln>
                <a:noFill/>
              </a:ln>
            </p:spPr>
            <p:txBody>
              <a:bodyPr lIns="0" tIns="0" rIns="0" bIns="0"/>
              <a:lstStyle/>
              <a:p>
                <a:endParaRPr lang="en-US"/>
              </a:p>
            </p:txBody>
          </p:sp>
          <p:sp>
            <p:nvSpPr>
              <p:cNvPr id="15422" name="AutoShape 46"/>
              <p:cNvSpPr/>
              <p:nvPr/>
            </p:nvSpPr>
            <p:spPr bwMode="auto">
              <a:xfrm>
                <a:off x="461" y="692"/>
                <a:ext cx="26" cy="3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0" y="14344"/>
                      <a:pt x="14303" y="7137"/>
                      <a:pt x="21600" y="0"/>
                    </a:cubicBezTo>
                    <a:cubicBezTo>
                      <a:pt x="14303" y="7137"/>
                      <a:pt x="7120" y="14344"/>
                      <a:pt x="0" y="21600"/>
                    </a:cubicBezTo>
                    <a:close/>
                    <a:moveTo>
                      <a:pt x="0" y="21600"/>
                    </a:moveTo>
                  </a:path>
                </a:pathLst>
              </a:custGeom>
              <a:solidFill>
                <a:srgbClr val="4E96E2"/>
              </a:solidFill>
              <a:ln>
                <a:noFill/>
              </a:ln>
            </p:spPr>
            <p:txBody>
              <a:bodyPr lIns="0" tIns="0" rIns="0" bIns="0"/>
              <a:lstStyle/>
              <a:p>
                <a:endParaRPr lang="en-US"/>
              </a:p>
            </p:txBody>
          </p:sp>
          <p:sp>
            <p:nvSpPr>
              <p:cNvPr id="15423" name="AutoShape 47"/>
              <p:cNvSpPr/>
              <p:nvPr/>
            </p:nvSpPr>
            <p:spPr bwMode="auto">
              <a:xfrm>
                <a:off x="4189" y="2036"/>
                <a:ext cx="1" cy="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13053" y="14424"/>
                      <a:pt x="21600" y="7229"/>
                      <a:pt x="21600" y="0"/>
                    </a:cubicBezTo>
                    <a:cubicBezTo>
                      <a:pt x="21600" y="7229"/>
                      <a:pt x="13053" y="14424"/>
                      <a:pt x="0" y="21600"/>
                    </a:cubicBezTo>
                    <a:close/>
                    <a:moveTo>
                      <a:pt x="0" y="21600"/>
                    </a:moveTo>
                  </a:path>
                </a:pathLst>
              </a:custGeom>
              <a:solidFill>
                <a:srgbClr val="4E96E2"/>
              </a:solidFill>
              <a:ln>
                <a:noFill/>
              </a:ln>
            </p:spPr>
            <p:txBody>
              <a:bodyPr lIns="0" tIns="0" rIns="0" bIns="0"/>
              <a:lstStyle/>
              <a:p>
                <a:endParaRPr lang="en-US"/>
              </a:p>
            </p:txBody>
          </p:sp>
          <p:sp>
            <p:nvSpPr>
              <p:cNvPr id="15424" name="AutoShape 48"/>
              <p:cNvSpPr/>
              <p:nvPr/>
            </p:nvSpPr>
            <p:spPr bwMode="auto">
              <a:xfrm>
                <a:off x="949" y="268"/>
                <a:ext cx="33" cy="2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9" y="14307"/>
                      <a:pt x="14354" y="7089"/>
                      <a:pt x="21600" y="0"/>
                    </a:cubicBezTo>
                    <a:cubicBezTo>
                      <a:pt x="14354" y="7089"/>
                      <a:pt x="7159" y="14307"/>
                      <a:pt x="0" y="21600"/>
                    </a:cubicBezTo>
                    <a:close/>
                    <a:moveTo>
                      <a:pt x="0" y="21600"/>
                    </a:moveTo>
                  </a:path>
                </a:pathLst>
              </a:custGeom>
              <a:solidFill>
                <a:srgbClr val="4E96E2"/>
              </a:solidFill>
              <a:ln>
                <a:noFill/>
              </a:ln>
            </p:spPr>
            <p:txBody>
              <a:bodyPr lIns="0" tIns="0" rIns="0" bIns="0"/>
              <a:lstStyle/>
              <a:p>
                <a:endParaRPr lang="en-US"/>
              </a:p>
            </p:txBody>
          </p:sp>
          <p:sp>
            <p:nvSpPr>
              <p:cNvPr id="15425" name="AutoShape 49"/>
              <p:cNvSpPr/>
              <p:nvPr/>
            </p:nvSpPr>
            <p:spPr bwMode="auto">
              <a:xfrm>
                <a:off x="1093" y="172"/>
                <a:ext cx="50" cy="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2" y="14227"/>
                      <a:pt x="14338" y="7013"/>
                      <a:pt x="21600" y="0"/>
                    </a:cubicBezTo>
                    <a:cubicBezTo>
                      <a:pt x="14338" y="7013"/>
                      <a:pt x="7142" y="14227"/>
                      <a:pt x="0" y="21600"/>
                    </a:cubicBezTo>
                    <a:close/>
                    <a:moveTo>
                      <a:pt x="0" y="21600"/>
                    </a:moveTo>
                  </a:path>
                </a:pathLst>
              </a:custGeom>
              <a:solidFill>
                <a:srgbClr val="4E96E2"/>
              </a:solidFill>
              <a:ln>
                <a:noFill/>
              </a:ln>
            </p:spPr>
            <p:txBody>
              <a:bodyPr lIns="0" tIns="0" rIns="0" bIns="0"/>
              <a:lstStyle/>
              <a:p>
                <a:endParaRPr lang="en-US"/>
              </a:p>
            </p:txBody>
          </p:sp>
          <p:sp>
            <p:nvSpPr>
              <p:cNvPr id="15426" name="AutoShape 50"/>
              <p:cNvSpPr/>
              <p:nvPr/>
            </p:nvSpPr>
            <p:spPr bwMode="auto">
              <a:xfrm>
                <a:off x="997" y="236"/>
                <a:ext cx="33" cy="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57" y="14288"/>
                      <a:pt x="14356" y="7097"/>
                      <a:pt x="21600" y="0"/>
                    </a:cubicBezTo>
                    <a:cubicBezTo>
                      <a:pt x="14356" y="7097"/>
                      <a:pt x="7157" y="14288"/>
                      <a:pt x="0" y="21600"/>
                    </a:cubicBezTo>
                    <a:close/>
                    <a:moveTo>
                      <a:pt x="0" y="21600"/>
                    </a:moveTo>
                  </a:path>
                </a:pathLst>
              </a:custGeom>
              <a:solidFill>
                <a:srgbClr val="4E96E2"/>
              </a:solidFill>
              <a:ln>
                <a:noFill/>
              </a:ln>
            </p:spPr>
            <p:txBody>
              <a:bodyPr lIns="0" tIns="0" rIns="0" bIns="0"/>
              <a:lstStyle/>
              <a:p>
                <a:endParaRPr lang="en-US"/>
              </a:p>
            </p:txBody>
          </p:sp>
          <p:sp>
            <p:nvSpPr>
              <p:cNvPr id="15427" name="AutoShape 51"/>
              <p:cNvSpPr/>
              <p:nvPr/>
            </p:nvSpPr>
            <p:spPr bwMode="auto">
              <a:xfrm>
                <a:off x="1045" y="204"/>
                <a:ext cx="36" cy="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45" y="14265"/>
                      <a:pt x="14359" y="7088"/>
                      <a:pt x="21600" y="0"/>
                    </a:cubicBezTo>
                    <a:cubicBezTo>
                      <a:pt x="14359" y="7088"/>
                      <a:pt x="7145" y="14265"/>
                      <a:pt x="0" y="21600"/>
                    </a:cubicBezTo>
                    <a:close/>
                    <a:moveTo>
                      <a:pt x="0" y="21600"/>
                    </a:moveTo>
                  </a:path>
                </a:pathLst>
              </a:custGeom>
              <a:solidFill>
                <a:srgbClr val="4E96E2"/>
              </a:solidFill>
              <a:ln>
                <a:noFill/>
              </a:ln>
            </p:spPr>
            <p:txBody>
              <a:bodyPr lIns="0" tIns="0" rIns="0" bIns="0"/>
              <a:lstStyle/>
              <a:p>
                <a:endParaRPr lang="en-US"/>
              </a:p>
            </p:txBody>
          </p:sp>
          <p:sp>
            <p:nvSpPr>
              <p:cNvPr id="15428" name="AutoShape 52"/>
              <p:cNvSpPr/>
              <p:nvPr/>
            </p:nvSpPr>
            <p:spPr bwMode="auto">
              <a:xfrm>
                <a:off x="837" y="332"/>
                <a:ext cx="46" cy="3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6" y="14267"/>
                      <a:pt x="14328" y="7068"/>
                      <a:pt x="21600" y="0"/>
                    </a:cubicBezTo>
                    <a:cubicBezTo>
                      <a:pt x="14328" y="7068"/>
                      <a:pt x="7126" y="14267"/>
                      <a:pt x="0" y="21600"/>
                    </a:cubicBezTo>
                    <a:close/>
                    <a:moveTo>
                      <a:pt x="0" y="21600"/>
                    </a:moveTo>
                  </a:path>
                </a:pathLst>
              </a:custGeom>
              <a:solidFill>
                <a:srgbClr val="4E96E2"/>
              </a:solidFill>
              <a:ln>
                <a:noFill/>
              </a:ln>
            </p:spPr>
            <p:txBody>
              <a:bodyPr lIns="0" tIns="0" rIns="0" bIns="0"/>
              <a:lstStyle/>
              <a:p>
                <a:endParaRPr lang="en-US"/>
              </a:p>
            </p:txBody>
          </p:sp>
          <p:sp>
            <p:nvSpPr>
              <p:cNvPr id="15429" name="AutoShape 53"/>
              <p:cNvSpPr/>
              <p:nvPr/>
            </p:nvSpPr>
            <p:spPr bwMode="auto">
              <a:xfrm>
                <a:off x="893" y="300"/>
                <a:ext cx="39" cy="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8" y="14292"/>
                      <a:pt x="14337" y="7080"/>
                      <a:pt x="21600" y="0"/>
                    </a:cubicBezTo>
                    <a:cubicBezTo>
                      <a:pt x="14337" y="7080"/>
                      <a:pt x="7138" y="14292"/>
                      <a:pt x="0" y="21600"/>
                    </a:cubicBezTo>
                    <a:close/>
                    <a:moveTo>
                      <a:pt x="0" y="21600"/>
                    </a:moveTo>
                  </a:path>
                </a:pathLst>
              </a:custGeom>
              <a:solidFill>
                <a:srgbClr val="4E96E2"/>
              </a:solidFill>
              <a:ln>
                <a:noFill/>
              </a:ln>
            </p:spPr>
            <p:txBody>
              <a:bodyPr lIns="0" tIns="0" rIns="0" bIns="0"/>
              <a:lstStyle/>
              <a:p>
                <a:endParaRPr lang="en-US"/>
              </a:p>
            </p:txBody>
          </p:sp>
          <p:sp>
            <p:nvSpPr>
              <p:cNvPr id="15430" name="AutoShape 54"/>
              <p:cNvSpPr/>
              <p:nvPr/>
            </p:nvSpPr>
            <p:spPr bwMode="auto">
              <a:xfrm>
                <a:off x="797" y="364"/>
                <a:ext cx="38" cy="3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28" y="14293"/>
                      <a:pt x="14331" y="7100"/>
                      <a:pt x="21600" y="0"/>
                    </a:cubicBezTo>
                    <a:cubicBezTo>
                      <a:pt x="14331" y="7100"/>
                      <a:pt x="7128" y="14293"/>
                      <a:pt x="0" y="21600"/>
                    </a:cubicBezTo>
                    <a:close/>
                    <a:moveTo>
                      <a:pt x="0" y="21600"/>
                    </a:moveTo>
                  </a:path>
                </a:pathLst>
              </a:custGeom>
              <a:solidFill>
                <a:srgbClr val="4E96E2"/>
              </a:solidFill>
              <a:ln>
                <a:noFill/>
              </a:ln>
            </p:spPr>
            <p:txBody>
              <a:bodyPr lIns="0" tIns="0" rIns="0" bIns="0"/>
              <a:lstStyle/>
              <a:p>
                <a:endParaRPr lang="en-US"/>
              </a:p>
            </p:txBody>
          </p:sp>
          <p:sp>
            <p:nvSpPr>
              <p:cNvPr id="15431" name="AutoShape 55"/>
              <p:cNvSpPr/>
              <p:nvPr/>
            </p:nvSpPr>
            <p:spPr bwMode="auto">
              <a:xfrm>
                <a:off x="749" y="404"/>
                <a:ext cx="31" cy="2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7137" y="14313"/>
                      <a:pt x="14350" y="7125"/>
                      <a:pt x="21600" y="0"/>
                    </a:cubicBezTo>
                    <a:cubicBezTo>
                      <a:pt x="14350" y="7125"/>
                      <a:pt x="7137" y="14313"/>
                      <a:pt x="0" y="21600"/>
                    </a:cubicBezTo>
                    <a:close/>
                    <a:moveTo>
                      <a:pt x="0" y="21600"/>
                    </a:moveTo>
                  </a:path>
                </a:pathLst>
              </a:custGeom>
              <a:solidFill>
                <a:srgbClr val="4E96E2"/>
              </a:solidFill>
              <a:ln>
                <a:noFill/>
              </a:ln>
            </p:spPr>
            <p:txBody>
              <a:bodyPr lIns="0" tIns="0" rIns="0" bIns="0"/>
              <a:lstStyle/>
              <a:p>
                <a:endParaRPr lang="en-US"/>
              </a:p>
            </p:txBody>
          </p:sp>
        </p:grpSp>
        <p:grpSp>
          <p:nvGrpSpPr>
            <p:cNvPr id="15376" name="Group 68"/>
            <p:cNvGrpSpPr/>
            <p:nvPr/>
          </p:nvGrpSpPr>
          <p:grpSpPr bwMode="auto">
            <a:xfrm>
              <a:off x="981" y="1444"/>
              <a:ext cx="3847" cy="2129"/>
              <a:chOff x="0" y="0"/>
              <a:chExt cx="3847" cy="2128"/>
            </a:xfrm>
          </p:grpSpPr>
          <p:sp>
            <p:nvSpPr>
              <p:cNvPr id="15378" name="AutoShape 57"/>
              <p:cNvSpPr/>
              <p:nvPr/>
            </p:nvSpPr>
            <p:spPr bwMode="auto">
              <a:xfrm>
                <a:off x="2136" y="1880"/>
                <a:ext cx="310" cy="248"/>
              </a:xfrm>
              <a:custGeom>
                <a:avLst/>
                <a:gdLst>
                  <a:gd name="T0" fmla="*/ 0 w 21410"/>
                  <a:gd name="T1" fmla="*/ 0 h 21364"/>
                  <a:gd name="T2" fmla="*/ 0 w 21410"/>
                  <a:gd name="T3" fmla="*/ 0 h 21364"/>
                  <a:gd name="T4" fmla="*/ 0 w 21410"/>
                  <a:gd name="T5" fmla="*/ 0 h 21364"/>
                  <a:gd name="T6" fmla="*/ 0 w 21410"/>
                  <a:gd name="T7" fmla="*/ 0 h 21364"/>
                  <a:gd name="T8" fmla="*/ 0 w 21410"/>
                  <a:gd name="T9" fmla="*/ 0 h 21364"/>
                  <a:gd name="T10" fmla="*/ 0 w 21410"/>
                  <a:gd name="T11" fmla="*/ 0 h 21364"/>
                  <a:gd name="T12" fmla="*/ 0 w 21410"/>
                  <a:gd name="T13" fmla="*/ 0 h 21364"/>
                  <a:gd name="T14" fmla="*/ 0 w 21410"/>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0" h="21364">
                    <a:moveTo>
                      <a:pt x="1900" y="20635"/>
                    </a:moveTo>
                    <a:cubicBezTo>
                      <a:pt x="2356" y="21423"/>
                      <a:pt x="3246" y="21600"/>
                      <a:pt x="3876" y="21030"/>
                    </a:cubicBezTo>
                    <a:lnTo>
                      <a:pt x="20826" y="5740"/>
                    </a:lnTo>
                    <a:cubicBezTo>
                      <a:pt x="21457" y="5171"/>
                      <a:pt x="21600" y="4062"/>
                      <a:pt x="21143" y="3276"/>
                    </a:cubicBezTo>
                    <a:lnTo>
                      <a:pt x="19244" y="0"/>
                    </a:lnTo>
                    <a:lnTo>
                      <a:pt x="0" y="17361"/>
                    </a:lnTo>
                    <a:cubicBezTo>
                      <a:pt x="0" y="17361"/>
                      <a:pt x="1900" y="20635"/>
                      <a:pt x="1900" y="20635"/>
                    </a:cubicBezTo>
                    <a:close/>
                    <a:moveTo>
                      <a:pt x="1900" y="20635"/>
                    </a:moveTo>
                  </a:path>
                </a:pathLst>
              </a:custGeom>
              <a:solidFill>
                <a:srgbClr val="CFD6DC"/>
              </a:solidFill>
              <a:ln>
                <a:noFill/>
              </a:ln>
            </p:spPr>
            <p:txBody>
              <a:bodyPr lIns="0" tIns="0" rIns="0" bIns="0"/>
              <a:lstStyle/>
              <a:p>
                <a:endParaRPr lang="en-US"/>
              </a:p>
            </p:txBody>
          </p:sp>
          <p:sp>
            <p:nvSpPr>
              <p:cNvPr id="15379" name="AutoShape 58"/>
              <p:cNvSpPr/>
              <p:nvPr/>
            </p:nvSpPr>
            <p:spPr bwMode="auto">
              <a:xfrm>
                <a:off x="1616" y="1320"/>
                <a:ext cx="344" cy="344"/>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1" y="19418"/>
                    </a:moveTo>
                    <a:lnTo>
                      <a:pt x="7073" y="12476"/>
                    </a:lnTo>
                    <a:cubicBezTo>
                      <a:pt x="6491" y="11675"/>
                      <a:pt x="6252" y="10706"/>
                      <a:pt x="6402" y="9745"/>
                    </a:cubicBezTo>
                    <a:cubicBezTo>
                      <a:pt x="6574" y="8683"/>
                      <a:pt x="7205" y="7693"/>
                      <a:pt x="8138" y="7021"/>
                    </a:cubicBezTo>
                    <a:cubicBezTo>
                      <a:pt x="8867" y="6496"/>
                      <a:pt x="9729" y="6215"/>
                      <a:pt x="10562" y="6221"/>
                    </a:cubicBezTo>
                    <a:cubicBezTo>
                      <a:pt x="11571" y="6232"/>
                      <a:pt x="12512" y="6668"/>
                      <a:pt x="13203" y="7440"/>
                    </a:cubicBezTo>
                    <a:cubicBezTo>
                      <a:pt x="13217" y="7459"/>
                      <a:pt x="16224" y="10807"/>
                      <a:pt x="18916" y="13802"/>
                    </a:cubicBezTo>
                    <a:cubicBezTo>
                      <a:pt x="20277" y="10713"/>
                      <a:pt x="20012" y="7002"/>
                      <a:pt x="17882" y="4071"/>
                    </a:cubicBezTo>
                    <a:cubicBezTo>
                      <a:pt x="14683" y="-331"/>
                      <a:pt x="8510" y="-1316"/>
                      <a:pt x="4088" y="1868"/>
                    </a:cubicBezTo>
                    <a:cubicBezTo>
                      <a:pt x="-332" y="5052"/>
                      <a:pt x="-1323" y="11198"/>
                      <a:pt x="1875" y="15599"/>
                    </a:cubicBezTo>
                    <a:cubicBezTo>
                      <a:pt x="4269" y="18903"/>
                      <a:pt x="8350" y="20284"/>
                      <a:pt x="12111" y="19418"/>
                    </a:cubicBezTo>
                    <a:cubicBezTo>
                      <a:pt x="12111" y="19418"/>
                      <a:pt x="12111" y="19418"/>
                      <a:pt x="12111" y="19418"/>
                    </a:cubicBezTo>
                    <a:close/>
                    <a:moveTo>
                      <a:pt x="12111" y="19418"/>
                    </a:moveTo>
                  </a:path>
                </a:pathLst>
              </a:custGeom>
              <a:solidFill>
                <a:srgbClr val="CFD6DC"/>
              </a:solidFill>
              <a:ln>
                <a:noFill/>
              </a:ln>
            </p:spPr>
            <p:txBody>
              <a:bodyPr lIns="0" tIns="0" rIns="0" bIns="0"/>
              <a:lstStyle/>
              <a:p>
                <a:endParaRPr lang="en-US"/>
              </a:p>
            </p:txBody>
          </p:sp>
          <p:sp>
            <p:nvSpPr>
              <p:cNvPr id="15380" name="AutoShape 59"/>
              <p:cNvSpPr/>
              <p:nvPr/>
            </p:nvSpPr>
            <p:spPr bwMode="auto">
              <a:xfrm>
                <a:off x="1752" y="1464"/>
                <a:ext cx="639" cy="591"/>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2" y="4419"/>
                    </a:moveTo>
                    <a:cubicBezTo>
                      <a:pt x="16731" y="3831"/>
                      <a:pt x="16036" y="3582"/>
                      <a:pt x="15399" y="3807"/>
                    </a:cubicBezTo>
                    <a:cubicBezTo>
                      <a:pt x="13495" y="4472"/>
                      <a:pt x="9660" y="5826"/>
                      <a:pt x="9117" y="6097"/>
                    </a:cubicBezTo>
                    <a:cubicBezTo>
                      <a:pt x="8950" y="6182"/>
                      <a:pt x="8796" y="6280"/>
                      <a:pt x="8657" y="6390"/>
                    </a:cubicBezTo>
                    <a:cubicBezTo>
                      <a:pt x="8282" y="6685"/>
                      <a:pt x="8029" y="7053"/>
                      <a:pt x="7958" y="7398"/>
                    </a:cubicBezTo>
                    <a:lnTo>
                      <a:pt x="7956" y="7400"/>
                    </a:lnTo>
                    <a:lnTo>
                      <a:pt x="7953" y="7397"/>
                    </a:lnTo>
                    <a:cubicBezTo>
                      <a:pt x="7935" y="7375"/>
                      <a:pt x="2207" y="415"/>
                      <a:pt x="2199" y="403"/>
                    </a:cubicBezTo>
                    <a:cubicBezTo>
                      <a:pt x="1739" y="-154"/>
                      <a:pt x="1088" y="-78"/>
                      <a:pt x="613" y="295"/>
                    </a:cubicBezTo>
                    <a:cubicBezTo>
                      <a:pt x="74" y="718"/>
                      <a:pt x="-236" y="1522"/>
                      <a:pt x="223" y="2204"/>
                    </a:cubicBezTo>
                    <a:lnTo>
                      <a:pt x="8338" y="14398"/>
                    </a:lnTo>
                    <a:cubicBezTo>
                      <a:pt x="8434" y="14543"/>
                      <a:pt x="8417" y="14740"/>
                      <a:pt x="8298" y="14866"/>
                    </a:cubicBezTo>
                    <a:lnTo>
                      <a:pt x="8292" y="14870"/>
                    </a:lnTo>
                    <a:cubicBezTo>
                      <a:pt x="8284" y="14882"/>
                      <a:pt x="8269" y="14893"/>
                      <a:pt x="8259" y="14902"/>
                    </a:cubicBezTo>
                    <a:lnTo>
                      <a:pt x="8250" y="14908"/>
                    </a:lnTo>
                    <a:cubicBezTo>
                      <a:pt x="7864" y="15193"/>
                      <a:pt x="7004" y="15850"/>
                      <a:pt x="5304" y="15197"/>
                    </a:cubicBezTo>
                    <a:cubicBezTo>
                      <a:pt x="5079" y="15112"/>
                      <a:pt x="4874" y="15034"/>
                      <a:pt x="4686" y="14962"/>
                    </a:cubicBezTo>
                    <a:cubicBezTo>
                      <a:pt x="4098" y="14739"/>
                      <a:pt x="3584" y="14849"/>
                      <a:pt x="3220" y="15135"/>
                    </a:cubicBezTo>
                    <a:cubicBezTo>
                      <a:pt x="2582" y="15637"/>
                      <a:pt x="2407" y="16688"/>
                      <a:pt x="3142" y="17475"/>
                    </a:cubicBezTo>
                    <a:cubicBezTo>
                      <a:pt x="4212" y="18623"/>
                      <a:pt x="7554" y="20631"/>
                      <a:pt x="12047" y="21446"/>
                    </a:cubicBezTo>
                    <a:lnTo>
                      <a:pt x="21364" y="14126"/>
                    </a:lnTo>
                    <a:lnTo>
                      <a:pt x="21154" y="11659"/>
                    </a:lnTo>
                    <a:cubicBezTo>
                      <a:pt x="21082" y="10783"/>
                      <a:pt x="20795" y="9944"/>
                      <a:pt x="20319" y="9229"/>
                    </a:cubicBezTo>
                    <a:cubicBezTo>
                      <a:pt x="20319" y="9229"/>
                      <a:pt x="17122" y="4419"/>
                      <a:pt x="17122" y="4419"/>
                    </a:cubicBezTo>
                    <a:close/>
                    <a:moveTo>
                      <a:pt x="17122" y="4419"/>
                    </a:moveTo>
                  </a:path>
                </a:pathLst>
              </a:custGeom>
              <a:solidFill>
                <a:srgbClr val="CFD6DC"/>
              </a:solidFill>
              <a:ln>
                <a:noFill/>
              </a:ln>
            </p:spPr>
            <p:txBody>
              <a:bodyPr lIns="0" tIns="0" rIns="0" bIns="0"/>
              <a:lstStyle/>
              <a:p>
                <a:endParaRPr lang="en-US"/>
              </a:p>
            </p:txBody>
          </p:sp>
          <p:sp>
            <p:nvSpPr>
              <p:cNvPr id="15381" name="AutoShape 60"/>
              <p:cNvSpPr/>
              <p:nvPr/>
            </p:nvSpPr>
            <p:spPr bwMode="auto">
              <a:xfrm>
                <a:off x="2408" y="848"/>
                <a:ext cx="231" cy="185"/>
              </a:xfrm>
              <a:custGeom>
                <a:avLst/>
                <a:gdLst>
                  <a:gd name="T0" fmla="*/ 0 w 21411"/>
                  <a:gd name="T1" fmla="*/ 0 h 21364"/>
                  <a:gd name="T2" fmla="*/ 0 w 21411"/>
                  <a:gd name="T3" fmla="*/ 0 h 21364"/>
                  <a:gd name="T4" fmla="*/ 0 w 21411"/>
                  <a:gd name="T5" fmla="*/ 0 h 21364"/>
                  <a:gd name="T6" fmla="*/ 0 w 21411"/>
                  <a:gd name="T7" fmla="*/ 0 h 21364"/>
                  <a:gd name="T8" fmla="*/ 0 w 21411"/>
                  <a:gd name="T9" fmla="*/ 0 h 21364"/>
                  <a:gd name="T10" fmla="*/ 0 w 21411"/>
                  <a:gd name="T11" fmla="*/ 0 h 21364"/>
                  <a:gd name="T12" fmla="*/ 0 w 21411"/>
                  <a:gd name="T13" fmla="*/ 0 h 21364"/>
                  <a:gd name="T14" fmla="*/ 0 w 21411"/>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1" h="21364">
                    <a:moveTo>
                      <a:pt x="1900" y="20636"/>
                    </a:moveTo>
                    <a:cubicBezTo>
                      <a:pt x="2356" y="21423"/>
                      <a:pt x="3246" y="21600"/>
                      <a:pt x="3877" y="21031"/>
                    </a:cubicBezTo>
                    <a:lnTo>
                      <a:pt x="20827" y="5740"/>
                    </a:lnTo>
                    <a:cubicBezTo>
                      <a:pt x="21458" y="5171"/>
                      <a:pt x="21600" y="4062"/>
                      <a:pt x="21144" y="3276"/>
                    </a:cubicBezTo>
                    <a:lnTo>
                      <a:pt x="19244" y="0"/>
                    </a:lnTo>
                    <a:lnTo>
                      <a:pt x="0" y="17361"/>
                    </a:lnTo>
                    <a:cubicBezTo>
                      <a:pt x="0" y="17361"/>
                      <a:pt x="1900" y="20636"/>
                      <a:pt x="1900" y="20636"/>
                    </a:cubicBezTo>
                    <a:close/>
                    <a:moveTo>
                      <a:pt x="1900" y="20636"/>
                    </a:moveTo>
                  </a:path>
                </a:pathLst>
              </a:custGeom>
              <a:solidFill>
                <a:srgbClr val="CFD6DC"/>
              </a:solidFill>
              <a:ln>
                <a:noFill/>
              </a:ln>
            </p:spPr>
            <p:txBody>
              <a:bodyPr lIns="0" tIns="0" rIns="0" bIns="0"/>
              <a:lstStyle/>
              <a:p>
                <a:endParaRPr lang="en-US"/>
              </a:p>
            </p:txBody>
          </p:sp>
          <p:sp>
            <p:nvSpPr>
              <p:cNvPr id="15382" name="AutoShape 61"/>
              <p:cNvSpPr/>
              <p:nvPr/>
            </p:nvSpPr>
            <p:spPr bwMode="auto">
              <a:xfrm>
                <a:off x="2016" y="432"/>
                <a:ext cx="256" cy="256"/>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3" y="19418"/>
                    </a:moveTo>
                    <a:lnTo>
                      <a:pt x="7075" y="12477"/>
                    </a:lnTo>
                    <a:cubicBezTo>
                      <a:pt x="6493" y="11675"/>
                      <a:pt x="6253" y="10706"/>
                      <a:pt x="6402" y="9745"/>
                    </a:cubicBezTo>
                    <a:cubicBezTo>
                      <a:pt x="6574" y="8683"/>
                      <a:pt x="7205" y="7693"/>
                      <a:pt x="8138" y="7021"/>
                    </a:cubicBezTo>
                    <a:cubicBezTo>
                      <a:pt x="8867" y="6496"/>
                      <a:pt x="9730" y="6215"/>
                      <a:pt x="10563" y="6222"/>
                    </a:cubicBezTo>
                    <a:cubicBezTo>
                      <a:pt x="11572" y="6232"/>
                      <a:pt x="12512" y="6668"/>
                      <a:pt x="13204" y="7440"/>
                    </a:cubicBezTo>
                    <a:cubicBezTo>
                      <a:pt x="13218" y="7459"/>
                      <a:pt x="16224" y="10807"/>
                      <a:pt x="18916" y="13802"/>
                    </a:cubicBezTo>
                    <a:cubicBezTo>
                      <a:pt x="20277" y="10712"/>
                      <a:pt x="20013" y="7002"/>
                      <a:pt x="17882" y="4071"/>
                    </a:cubicBezTo>
                    <a:cubicBezTo>
                      <a:pt x="14684" y="-331"/>
                      <a:pt x="8510" y="-1316"/>
                      <a:pt x="4090" y="1868"/>
                    </a:cubicBezTo>
                    <a:cubicBezTo>
                      <a:pt x="-331" y="5052"/>
                      <a:pt x="-1323" y="11198"/>
                      <a:pt x="1876" y="15599"/>
                    </a:cubicBezTo>
                    <a:cubicBezTo>
                      <a:pt x="4269" y="18903"/>
                      <a:pt x="8351" y="20284"/>
                      <a:pt x="12113" y="19418"/>
                    </a:cubicBezTo>
                    <a:cubicBezTo>
                      <a:pt x="12113" y="19418"/>
                      <a:pt x="12113" y="19418"/>
                      <a:pt x="12113" y="19418"/>
                    </a:cubicBezTo>
                    <a:close/>
                    <a:moveTo>
                      <a:pt x="12113" y="19418"/>
                    </a:moveTo>
                  </a:path>
                </a:pathLst>
              </a:custGeom>
              <a:solidFill>
                <a:srgbClr val="CFD6DC"/>
              </a:solidFill>
              <a:ln>
                <a:noFill/>
              </a:ln>
            </p:spPr>
            <p:txBody>
              <a:bodyPr lIns="0" tIns="0" rIns="0" bIns="0"/>
              <a:lstStyle/>
              <a:p>
                <a:endParaRPr lang="en-US"/>
              </a:p>
            </p:txBody>
          </p:sp>
          <p:sp>
            <p:nvSpPr>
              <p:cNvPr id="15383" name="AutoShape 62"/>
              <p:cNvSpPr/>
              <p:nvPr/>
            </p:nvSpPr>
            <p:spPr bwMode="auto">
              <a:xfrm>
                <a:off x="2120" y="536"/>
                <a:ext cx="476" cy="440"/>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3" y="4419"/>
                    </a:moveTo>
                    <a:cubicBezTo>
                      <a:pt x="16730" y="3831"/>
                      <a:pt x="16036" y="3582"/>
                      <a:pt x="15399" y="3807"/>
                    </a:cubicBezTo>
                    <a:cubicBezTo>
                      <a:pt x="13495" y="4472"/>
                      <a:pt x="9660" y="5826"/>
                      <a:pt x="9118" y="6097"/>
                    </a:cubicBezTo>
                    <a:cubicBezTo>
                      <a:pt x="8950" y="6182"/>
                      <a:pt x="8796" y="6281"/>
                      <a:pt x="8657" y="6390"/>
                    </a:cubicBezTo>
                    <a:cubicBezTo>
                      <a:pt x="8281" y="6684"/>
                      <a:pt x="8029" y="7053"/>
                      <a:pt x="7958" y="7398"/>
                    </a:cubicBezTo>
                    <a:lnTo>
                      <a:pt x="7956" y="7400"/>
                    </a:lnTo>
                    <a:lnTo>
                      <a:pt x="7953" y="7397"/>
                    </a:lnTo>
                    <a:cubicBezTo>
                      <a:pt x="7934" y="7375"/>
                      <a:pt x="2206" y="415"/>
                      <a:pt x="2199" y="404"/>
                    </a:cubicBezTo>
                    <a:cubicBezTo>
                      <a:pt x="1739" y="-154"/>
                      <a:pt x="1087" y="-78"/>
                      <a:pt x="612" y="295"/>
                    </a:cubicBezTo>
                    <a:cubicBezTo>
                      <a:pt x="74" y="718"/>
                      <a:pt x="-236" y="1522"/>
                      <a:pt x="222" y="2204"/>
                    </a:cubicBezTo>
                    <a:lnTo>
                      <a:pt x="8337" y="14398"/>
                    </a:lnTo>
                    <a:cubicBezTo>
                      <a:pt x="8434" y="14543"/>
                      <a:pt x="8417" y="14740"/>
                      <a:pt x="8298" y="14866"/>
                    </a:cubicBezTo>
                    <a:lnTo>
                      <a:pt x="8293" y="14870"/>
                    </a:lnTo>
                    <a:cubicBezTo>
                      <a:pt x="8284" y="14882"/>
                      <a:pt x="8269" y="14893"/>
                      <a:pt x="8258" y="14902"/>
                    </a:cubicBezTo>
                    <a:lnTo>
                      <a:pt x="8250" y="14908"/>
                    </a:lnTo>
                    <a:cubicBezTo>
                      <a:pt x="7865" y="15192"/>
                      <a:pt x="7004" y="15850"/>
                      <a:pt x="5304" y="15197"/>
                    </a:cubicBezTo>
                    <a:cubicBezTo>
                      <a:pt x="5078" y="15112"/>
                      <a:pt x="4874" y="15034"/>
                      <a:pt x="4686" y="14962"/>
                    </a:cubicBezTo>
                    <a:cubicBezTo>
                      <a:pt x="4098" y="14739"/>
                      <a:pt x="3583" y="14849"/>
                      <a:pt x="3220" y="15135"/>
                    </a:cubicBezTo>
                    <a:cubicBezTo>
                      <a:pt x="2582" y="15637"/>
                      <a:pt x="2407" y="16688"/>
                      <a:pt x="3142" y="17475"/>
                    </a:cubicBezTo>
                    <a:cubicBezTo>
                      <a:pt x="4212" y="18623"/>
                      <a:pt x="7554" y="20632"/>
                      <a:pt x="12048" y="21446"/>
                    </a:cubicBezTo>
                    <a:lnTo>
                      <a:pt x="21364" y="14126"/>
                    </a:lnTo>
                    <a:lnTo>
                      <a:pt x="21155" y="11659"/>
                    </a:lnTo>
                    <a:cubicBezTo>
                      <a:pt x="21083" y="10783"/>
                      <a:pt x="20794" y="9944"/>
                      <a:pt x="20318" y="9229"/>
                    </a:cubicBezTo>
                    <a:cubicBezTo>
                      <a:pt x="20318" y="9229"/>
                      <a:pt x="17123" y="4419"/>
                      <a:pt x="17123" y="4419"/>
                    </a:cubicBezTo>
                    <a:close/>
                    <a:moveTo>
                      <a:pt x="17123" y="4419"/>
                    </a:moveTo>
                  </a:path>
                </a:pathLst>
              </a:custGeom>
              <a:solidFill>
                <a:srgbClr val="CFD6DC"/>
              </a:solidFill>
              <a:ln>
                <a:noFill/>
              </a:ln>
            </p:spPr>
            <p:txBody>
              <a:bodyPr lIns="0" tIns="0" rIns="0" bIns="0"/>
              <a:lstStyle/>
              <a:p>
                <a:endParaRPr lang="en-US"/>
              </a:p>
            </p:txBody>
          </p:sp>
          <p:sp>
            <p:nvSpPr>
              <p:cNvPr id="15384" name="AutoShape 63"/>
              <p:cNvSpPr/>
              <p:nvPr/>
            </p:nvSpPr>
            <p:spPr bwMode="auto">
              <a:xfrm>
                <a:off x="3616" y="1032"/>
                <a:ext cx="231" cy="185"/>
              </a:xfrm>
              <a:custGeom>
                <a:avLst/>
                <a:gdLst>
                  <a:gd name="T0" fmla="*/ 0 w 21411"/>
                  <a:gd name="T1" fmla="*/ 0 h 21364"/>
                  <a:gd name="T2" fmla="*/ 0 w 21411"/>
                  <a:gd name="T3" fmla="*/ 0 h 21364"/>
                  <a:gd name="T4" fmla="*/ 0 w 21411"/>
                  <a:gd name="T5" fmla="*/ 0 h 21364"/>
                  <a:gd name="T6" fmla="*/ 0 w 21411"/>
                  <a:gd name="T7" fmla="*/ 0 h 21364"/>
                  <a:gd name="T8" fmla="*/ 0 w 21411"/>
                  <a:gd name="T9" fmla="*/ 0 h 21364"/>
                  <a:gd name="T10" fmla="*/ 0 w 21411"/>
                  <a:gd name="T11" fmla="*/ 0 h 21364"/>
                  <a:gd name="T12" fmla="*/ 0 w 21411"/>
                  <a:gd name="T13" fmla="*/ 0 h 21364"/>
                  <a:gd name="T14" fmla="*/ 0 w 21411"/>
                  <a:gd name="T15" fmla="*/ 0 h 213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411" h="21364">
                    <a:moveTo>
                      <a:pt x="1900" y="20635"/>
                    </a:moveTo>
                    <a:cubicBezTo>
                      <a:pt x="2357" y="21421"/>
                      <a:pt x="3247" y="21600"/>
                      <a:pt x="3878" y="21031"/>
                    </a:cubicBezTo>
                    <a:lnTo>
                      <a:pt x="20826" y="5739"/>
                    </a:lnTo>
                    <a:cubicBezTo>
                      <a:pt x="21457" y="5171"/>
                      <a:pt x="21600" y="4061"/>
                      <a:pt x="21144" y="3276"/>
                    </a:cubicBezTo>
                    <a:lnTo>
                      <a:pt x="19243" y="0"/>
                    </a:lnTo>
                    <a:lnTo>
                      <a:pt x="0" y="17360"/>
                    </a:lnTo>
                    <a:cubicBezTo>
                      <a:pt x="0" y="17360"/>
                      <a:pt x="1900" y="20635"/>
                      <a:pt x="1900" y="20635"/>
                    </a:cubicBezTo>
                    <a:close/>
                    <a:moveTo>
                      <a:pt x="1900" y="20635"/>
                    </a:moveTo>
                  </a:path>
                </a:pathLst>
              </a:custGeom>
              <a:solidFill>
                <a:srgbClr val="CFD6DC"/>
              </a:solidFill>
              <a:ln>
                <a:noFill/>
              </a:ln>
            </p:spPr>
            <p:txBody>
              <a:bodyPr lIns="0" tIns="0" rIns="0" bIns="0"/>
              <a:lstStyle/>
              <a:p>
                <a:endParaRPr lang="en-US"/>
              </a:p>
            </p:txBody>
          </p:sp>
          <p:sp>
            <p:nvSpPr>
              <p:cNvPr id="15385" name="AutoShape 64"/>
              <p:cNvSpPr/>
              <p:nvPr/>
            </p:nvSpPr>
            <p:spPr bwMode="auto">
              <a:xfrm>
                <a:off x="3224" y="616"/>
                <a:ext cx="256" cy="256"/>
              </a:xfrm>
              <a:custGeom>
                <a:avLst/>
                <a:gdLst>
                  <a:gd name="T0" fmla="*/ 0 w 19754"/>
                  <a:gd name="T1" fmla="*/ 0 h 19671"/>
                  <a:gd name="T2" fmla="*/ 0 w 19754"/>
                  <a:gd name="T3" fmla="*/ 0 h 19671"/>
                  <a:gd name="T4" fmla="*/ 0 w 19754"/>
                  <a:gd name="T5" fmla="*/ 0 h 19671"/>
                  <a:gd name="T6" fmla="*/ 0 w 19754"/>
                  <a:gd name="T7" fmla="*/ 0 h 19671"/>
                  <a:gd name="T8" fmla="*/ 0 w 19754"/>
                  <a:gd name="T9" fmla="*/ 0 h 19671"/>
                  <a:gd name="T10" fmla="*/ 0 w 19754"/>
                  <a:gd name="T11" fmla="*/ 0 h 19671"/>
                  <a:gd name="T12" fmla="*/ 0 w 19754"/>
                  <a:gd name="T13" fmla="*/ 0 h 19671"/>
                  <a:gd name="T14" fmla="*/ 0 w 19754"/>
                  <a:gd name="T15" fmla="*/ 0 h 19671"/>
                  <a:gd name="T16" fmla="*/ 0 w 19754"/>
                  <a:gd name="T17" fmla="*/ 0 h 19671"/>
                  <a:gd name="T18" fmla="*/ 0 w 19754"/>
                  <a:gd name="T19" fmla="*/ 0 h 19671"/>
                  <a:gd name="T20" fmla="*/ 0 w 19754"/>
                  <a:gd name="T21" fmla="*/ 0 h 19671"/>
                  <a:gd name="T22" fmla="*/ 0 w 19754"/>
                  <a:gd name="T23" fmla="*/ 0 h 19671"/>
                  <a:gd name="T24" fmla="*/ 0 w 19754"/>
                  <a:gd name="T25" fmla="*/ 0 h 196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754" h="19671">
                    <a:moveTo>
                      <a:pt x="12113" y="19419"/>
                    </a:moveTo>
                    <a:lnTo>
                      <a:pt x="7075" y="12478"/>
                    </a:lnTo>
                    <a:cubicBezTo>
                      <a:pt x="6493" y="11676"/>
                      <a:pt x="6253" y="10706"/>
                      <a:pt x="6403" y="9746"/>
                    </a:cubicBezTo>
                    <a:cubicBezTo>
                      <a:pt x="6574" y="8683"/>
                      <a:pt x="7204" y="7694"/>
                      <a:pt x="8139" y="7021"/>
                    </a:cubicBezTo>
                    <a:cubicBezTo>
                      <a:pt x="8867" y="6496"/>
                      <a:pt x="9730" y="6215"/>
                      <a:pt x="10563" y="6222"/>
                    </a:cubicBezTo>
                    <a:cubicBezTo>
                      <a:pt x="11571" y="6232"/>
                      <a:pt x="12512" y="6667"/>
                      <a:pt x="13204" y="7440"/>
                    </a:cubicBezTo>
                    <a:cubicBezTo>
                      <a:pt x="13217" y="7459"/>
                      <a:pt x="16225" y="10808"/>
                      <a:pt x="18916" y="13803"/>
                    </a:cubicBezTo>
                    <a:cubicBezTo>
                      <a:pt x="20277" y="10712"/>
                      <a:pt x="20013" y="7002"/>
                      <a:pt x="17882" y="4071"/>
                    </a:cubicBezTo>
                    <a:cubicBezTo>
                      <a:pt x="14683" y="-331"/>
                      <a:pt x="8510" y="-1316"/>
                      <a:pt x="4089" y="1868"/>
                    </a:cubicBezTo>
                    <a:cubicBezTo>
                      <a:pt x="-331" y="5052"/>
                      <a:pt x="-1323" y="11199"/>
                      <a:pt x="1876" y="15599"/>
                    </a:cubicBezTo>
                    <a:cubicBezTo>
                      <a:pt x="4269" y="18904"/>
                      <a:pt x="8352" y="20284"/>
                      <a:pt x="12113" y="19419"/>
                    </a:cubicBezTo>
                    <a:cubicBezTo>
                      <a:pt x="12113" y="19419"/>
                      <a:pt x="12113" y="19419"/>
                      <a:pt x="12113" y="19419"/>
                    </a:cubicBezTo>
                    <a:close/>
                    <a:moveTo>
                      <a:pt x="12113" y="19419"/>
                    </a:moveTo>
                  </a:path>
                </a:pathLst>
              </a:custGeom>
              <a:solidFill>
                <a:srgbClr val="CFD6DC"/>
              </a:solidFill>
              <a:ln>
                <a:noFill/>
              </a:ln>
            </p:spPr>
            <p:txBody>
              <a:bodyPr lIns="0" tIns="0" rIns="0" bIns="0"/>
              <a:lstStyle/>
              <a:p>
                <a:endParaRPr lang="en-US"/>
              </a:p>
            </p:txBody>
          </p:sp>
          <p:sp>
            <p:nvSpPr>
              <p:cNvPr id="15386" name="AutoShape 65"/>
              <p:cNvSpPr/>
              <p:nvPr/>
            </p:nvSpPr>
            <p:spPr bwMode="auto">
              <a:xfrm>
                <a:off x="3328" y="720"/>
                <a:ext cx="476" cy="440"/>
              </a:xfrm>
              <a:custGeom>
                <a:avLst/>
                <a:gdLst>
                  <a:gd name="T0" fmla="*/ 0 w 21364"/>
                  <a:gd name="T1" fmla="*/ 0 h 21446"/>
                  <a:gd name="T2" fmla="*/ 0 w 21364"/>
                  <a:gd name="T3" fmla="*/ 0 h 21446"/>
                  <a:gd name="T4" fmla="*/ 0 w 21364"/>
                  <a:gd name="T5" fmla="*/ 0 h 21446"/>
                  <a:gd name="T6" fmla="*/ 0 w 21364"/>
                  <a:gd name="T7" fmla="*/ 0 h 21446"/>
                  <a:gd name="T8" fmla="*/ 0 w 21364"/>
                  <a:gd name="T9" fmla="*/ 0 h 21446"/>
                  <a:gd name="T10" fmla="*/ 0 w 21364"/>
                  <a:gd name="T11" fmla="*/ 0 h 21446"/>
                  <a:gd name="T12" fmla="*/ 0 w 21364"/>
                  <a:gd name="T13" fmla="*/ 0 h 21446"/>
                  <a:gd name="T14" fmla="*/ 0 w 21364"/>
                  <a:gd name="T15" fmla="*/ 0 h 21446"/>
                  <a:gd name="T16" fmla="*/ 0 w 21364"/>
                  <a:gd name="T17" fmla="*/ 0 h 21446"/>
                  <a:gd name="T18" fmla="*/ 0 w 21364"/>
                  <a:gd name="T19" fmla="*/ 0 h 21446"/>
                  <a:gd name="T20" fmla="*/ 0 w 21364"/>
                  <a:gd name="T21" fmla="*/ 0 h 21446"/>
                  <a:gd name="T22" fmla="*/ 0 w 21364"/>
                  <a:gd name="T23" fmla="*/ 0 h 21446"/>
                  <a:gd name="T24" fmla="*/ 0 w 21364"/>
                  <a:gd name="T25" fmla="*/ 0 h 21446"/>
                  <a:gd name="T26" fmla="*/ 0 w 21364"/>
                  <a:gd name="T27" fmla="*/ 0 h 21446"/>
                  <a:gd name="T28" fmla="*/ 0 w 21364"/>
                  <a:gd name="T29" fmla="*/ 0 h 21446"/>
                  <a:gd name="T30" fmla="*/ 0 w 21364"/>
                  <a:gd name="T31" fmla="*/ 0 h 21446"/>
                  <a:gd name="T32" fmla="*/ 0 w 21364"/>
                  <a:gd name="T33" fmla="*/ 0 h 21446"/>
                  <a:gd name="T34" fmla="*/ 0 w 21364"/>
                  <a:gd name="T35" fmla="*/ 0 h 21446"/>
                  <a:gd name="T36" fmla="*/ 0 w 21364"/>
                  <a:gd name="T37" fmla="*/ 0 h 21446"/>
                  <a:gd name="T38" fmla="*/ 0 w 21364"/>
                  <a:gd name="T39" fmla="*/ 0 h 21446"/>
                  <a:gd name="T40" fmla="*/ 0 w 21364"/>
                  <a:gd name="T41" fmla="*/ 0 h 21446"/>
                  <a:gd name="T42" fmla="*/ 0 w 21364"/>
                  <a:gd name="T43" fmla="*/ 0 h 21446"/>
                  <a:gd name="T44" fmla="*/ 0 w 21364"/>
                  <a:gd name="T45" fmla="*/ 0 h 21446"/>
                  <a:gd name="T46" fmla="*/ 0 w 21364"/>
                  <a:gd name="T47" fmla="*/ 0 h 21446"/>
                  <a:gd name="T48" fmla="*/ 0 w 21364"/>
                  <a:gd name="T49" fmla="*/ 0 h 2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364" h="21446">
                    <a:moveTo>
                      <a:pt x="17122" y="4419"/>
                    </a:moveTo>
                    <a:cubicBezTo>
                      <a:pt x="16731" y="3831"/>
                      <a:pt x="16036" y="3582"/>
                      <a:pt x="15399" y="3807"/>
                    </a:cubicBezTo>
                    <a:cubicBezTo>
                      <a:pt x="13495" y="4472"/>
                      <a:pt x="9660" y="5826"/>
                      <a:pt x="9117" y="6097"/>
                    </a:cubicBezTo>
                    <a:cubicBezTo>
                      <a:pt x="8950" y="6182"/>
                      <a:pt x="8796" y="6280"/>
                      <a:pt x="8657" y="6390"/>
                    </a:cubicBezTo>
                    <a:cubicBezTo>
                      <a:pt x="8282" y="6684"/>
                      <a:pt x="8029" y="7053"/>
                      <a:pt x="7958" y="7398"/>
                    </a:cubicBezTo>
                    <a:lnTo>
                      <a:pt x="7955" y="7400"/>
                    </a:lnTo>
                    <a:lnTo>
                      <a:pt x="7953" y="7397"/>
                    </a:lnTo>
                    <a:cubicBezTo>
                      <a:pt x="7934" y="7375"/>
                      <a:pt x="2207" y="415"/>
                      <a:pt x="2199" y="404"/>
                    </a:cubicBezTo>
                    <a:cubicBezTo>
                      <a:pt x="1739" y="-154"/>
                      <a:pt x="1087" y="-79"/>
                      <a:pt x="612" y="295"/>
                    </a:cubicBezTo>
                    <a:cubicBezTo>
                      <a:pt x="74" y="718"/>
                      <a:pt x="-236" y="1522"/>
                      <a:pt x="222" y="2204"/>
                    </a:cubicBezTo>
                    <a:lnTo>
                      <a:pt x="8337" y="14398"/>
                    </a:lnTo>
                    <a:cubicBezTo>
                      <a:pt x="8434" y="14543"/>
                      <a:pt x="8417" y="14740"/>
                      <a:pt x="8298" y="14866"/>
                    </a:cubicBezTo>
                    <a:lnTo>
                      <a:pt x="8292" y="14870"/>
                    </a:lnTo>
                    <a:cubicBezTo>
                      <a:pt x="8284" y="14882"/>
                      <a:pt x="8269" y="14893"/>
                      <a:pt x="8258" y="14902"/>
                    </a:cubicBezTo>
                    <a:lnTo>
                      <a:pt x="8250" y="14908"/>
                    </a:lnTo>
                    <a:cubicBezTo>
                      <a:pt x="7865" y="15192"/>
                      <a:pt x="7004" y="15851"/>
                      <a:pt x="5304" y="15197"/>
                    </a:cubicBezTo>
                    <a:cubicBezTo>
                      <a:pt x="5078" y="15112"/>
                      <a:pt x="4874" y="15035"/>
                      <a:pt x="4686" y="14962"/>
                    </a:cubicBezTo>
                    <a:cubicBezTo>
                      <a:pt x="4098" y="14739"/>
                      <a:pt x="3583" y="14849"/>
                      <a:pt x="3220" y="15136"/>
                    </a:cubicBezTo>
                    <a:cubicBezTo>
                      <a:pt x="2582" y="15636"/>
                      <a:pt x="2406" y="16688"/>
                      <a:pt x="3142" y="17475"/>
                    </a:cubicBezTo>
                    <a:cubicBezTo>
                      <a:pt x="4212" y="18623"/>
                      <a:pt x="7554" y="20632"/>
                      <a:pt x="12047" y="21446"/>
                    </a:cubicBezTo>
                    <a:lnTo>
                      <a:pt x="21364" y="14126"/>
                    </a:lnTo>
                    <a:lnTo>
                      <a:pt x="21155" y="11659"/>
                    </a:lnTo>
                    <a:cubicBezTo>
                      <a:pt x="21083" y="10783"/>
                      <a:pt x="20794" y="9943"/>
                      <a:pt x="20318" y="9229"/>
                    </a:cubicBezTo>
                    <a:cubicBezTo>
                      <a:pt x="20318" y="9229"/>
                      <a:pt x="17122" y="4419"/>
                      <a:pt x="17122" y="4419"/>
                    </a:cubicBezTo>
                    <a:close/>
                    <a:moveTo>
                      <a:pt x="17122" y="4419"/>
                    </a:moveTo>
                  </a:path>
                </a:pathLst>
              </a:custGeom>
              <a:solidFill>
                <a:srgbClr val="CFD6DC"/>
              </a:solidFill>
              <a:ln>
                <a:noFill/>
              </a:ln>
            </p:spPr>
            <p:txBody>
              <a:bodyPr lIns="0" tIns="0" rIns="0" bIns="0"/>
              <a:lstStyle/>
              <a:p>
                <a:endParaRPr lang="en-US"/>
              </a:p>
            </p:txBody>
          </p:sp>
          <p:sp>
            <p:nvSpPr>
              <p:cNvPr id="15387" name="AutoShape 66"/>
              <p:cNvSpPr/>
              <p:nvPr/>
            </p:nvSpPr>
            <p:spPr bwMode="auto">
              <a:xfrm>
                <a:off x="0" y="944"/>
                <a:ext cx="438" cy="67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2587" y="13398"/>
                    </a:moveTo>
                    <a:lnTo>
                      <a:pt x="18373" y="20368"/>
                    </a:lnTo>
                    <a:lnTo>
                      <a:pt x="14776" y="21600"/>
                    </a:lnTo>
                    <a:lnTo>
                      <a:pt x="9212" y="14542"/>
                    </a:lnTo>
                    <a:lnTo>
                      <a:pt x="8513" y="13652"/>
                    </a:lnTo>
                    <a:lnTo>
                      <a:pt x="7473" y="14384"/>
                    </a:lnTo>
                    <a:lnTo>
                      <a:pt x="1963" y="18257"/>
                    </a:lnTo>
                    <a:lnTo>
                      <a:pt x="0" y="0"/>
                    </a:lnTo>
                    <a:lnTo>
                      <a:pt x="21600" y="11506"/>
                    </a:lnTo>
                    <a:lnTo>
                      <a:pt x="13361" y="12371"/>
                    </a:lnTo>
                    <a:lnTo>
                      <a:pt x="11865" y="12526"/>
                    </a:lnTo>
                    <a:cubicBezTo>
                      <a:pt x="11865" y="12526"/>
                      <a:pt x="12587" y="13398"/>
                      <a:pt x="12587" y="13398"/>
                    </a:cubicBezTo>
                    <a:close/>
                    <a:moveTo>
                      <a:pt x="12587" y="13398"/>
                    </a:moveTo>
                  </a:path>
                </a:pathLst>
              </a:custGeom>
              <a:solidFill>
                <a:srgbClr val="CFD6DC"/>
              </a:solidFill>
              <a:ln>
                <a:noFill/>
              </a:ln>
            </p:spPr>
            <p:txBody>
              <a:bodyPr lIns="0" tIns="0" rIns="0" bIns="0"/>
              <a:lstStyle/>
              <a:p>
                <a:endParaRPr lang="en-US"/>
              </a:p>
            </p:txBody>
          </p:sp>
          <p:sp>
            <p:nvSpPr>
              <p:cNvPr id="15388" name="AutoShape 67"/>
              <p:cNvSpPr/>
              <p:nvPr/>
            </p:nvSpPr>
            <p:spPr bwMode="auto">
              <a:xfrm>
                <a:off x="2760" y="0"/>
                <a:ext cx="202" cy="3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2587" y="13398"/>
                    </a:moveTo>
                    <a:lnTo>
                      <a:pt x="18372" y="20368"/>
                    </a:lnTo>
                    <a:lnTo>
                      <a:pt x="14776" y="21600"/>
                    </a:lnTo>
                    <a:lnTo>
                      <a:pt x="9212" y="14542"/>
                    </a:lnTo>
                    <a:lnTo>
                      <a:pt x="8512" y="13652"/>
                    </a:lnTo>
                    <a:lnTo>
                      <a:pt x="7474" y="14384"/>
                    </a:lnTo>
                    <a:lnTo>
                      <a:pt x="1963" y="18257"/>
                    </a:lnTo>
                    <a:lnTo>
                      <a:pt x="0" y="0"/>
                    </a:lnTo>
                    <a:lnTo>
                      <a:pt x="21600" y="11506"/>
                    </a:lnTo>
                    <a:lnTo>
                      <a:pt x="13361" y="12370"/>
                    </a:lnTo>
                    <a:lnTo>
                      <a:pt x="11864" y="12527"/>
                    </a:lnTo>
                    <a:cubicBezTo>
                      <a:pt x="11864" y="12527"/>
                      <a:pt x="12587" y="13398"/>
                      <a:pt x="12587" y="13398"/>
                    </a:cubicBezTo>
                    <a:close/>
                    <a:moveTo>
                      <a:pt x="12587" y="13398"/>
                    </a:moveTo>
                  </a:path>
                </a:pathLst>
              </a:custGeom>
              <a:solidFill>
                <a:srgbClr val="CFD6DC"/>
              </a:solidFill>
              <a:ln>
                <a:noFill/>
              </a:ln>
            </p:spPr>
            <p:txBody>
              <a:bodyPr lIns="0" tIns="0" rIns="0" bIns="0"/>
              <a:lstStyle/>
              <a:p>
                <a:endParaRPr lang="en-US"/>
              </a:p>
            </p:txBody>
          </p:sp>
        </p:grpSp>
        <p:sp>
          <p:nvSpPr>
            <p:cNvPr id="15377" name="AutoShape 69"/>
            <p:cNvSpPr/>
            <p:nvPr/>
          </p:nvSpPr>
          <p:spPr bwMode="auto">
            <a:xfrm>
              <a:off x="4109" y="2988"/>
              <a:ext cx="688" cy="10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2587" y="13398"/>
                  </a:moveTo>
                  <a:lnTo>
                    <a:pt x="18373" y="20368"/>
                  </a:lnTo>
                  <a:lnTo>
                    <a:pt x="14776" y="21600"/>
                  </a:lnTo>
                  <a:lnTo>
                    <a:pt x="9212" y="14542"/>
                  </a:lnTo>
                  <a:lnTo>
                    <a:pt x="8513" y="13652"/>
                  </a:lnTo>
                  <a:lnTo>
                    <a:pt x="7473" y="14384"/>
                  </a:lnTo>
                  <a:lnTo>
                    <a:pt x="1963" y="18257"/>
                  </a:lnTo>
                  <a:lnTo>
                    <a:pt x="0" y="0"/>
                  </a:lnTo>
                  <a:lnTo>
                    <a:pt x="21600" y="11506"/>
                  </a:lnTo>
                  <a:lnTo>
                    <a:pt x="13362" y="12371"/>
                  </a:lnTo>
                  <a:lnTo>
                    <a:pt x="11866" y="12527"/>
                  </a:lnTo>
                  <a:cubicBezTo>
                    <a:pt x="11866" y="12527"/>
                    <a:pt x="12587" y="13398"/>
                    <a:pt x="12587" y="13398"/>
                  </a:cubicBezTo>
                  <a:close/>
                  <a:moveTo>
                    <a:pt x="12587" y="13398"/>
                  </a:moveTo>
                </a:path>
              </a:pathLst>
            </a:custGeom>
            <a:solidFill>
              <a:srgbClr val="CFD6DC"/>
            </a:solidFill>
            <a:ln>
              <a:noFill/>
            </a:ln>
          </p:spPr>
          <p:txBody>
            <a:bodyPr lIns="0" tIns="0" rIns="0" bIns="0"/>
            <a:lstStyle/>
            <a:p>
              <a:endParaRPr lang="en-US"/>
            </a:p>
          </p:txBody>
        </p:sp>
      </p:grpSp>
      <p:sp>
        <p:nvSpPr>
          <p:cNvPr id="14350" name="Line 71"/>
          <p:cNvSpPr>
            <a:spLocks noChangeShapeType="1"/>
          </p:cNvSpPr>
          <p:nvPr/>
        </p:nvSpPr>
        <p:spPr bwMode="auto">
          <a:xfrm>
            <a:off x="16849725" y="7404100"/>
            <a:ext cx="8570913" cy="0"/>
          </a:xfrm>
          <a:prstGeom prst="line">
            <a:avLst/>
          </a:prstGeom>
          <a:noFill/>
          <a:ln w="38100">
            <a:solidFill>
              <a:srgbClr val="98B7FE"/>
            </a:solidFill>
            <a:miter lim="800000"/>
            <a:headEnd type="oval" w="med" len="med"/>
            <a:tailEnd type="oval" w="med" len="med"/>
          </a:ln>
        </p:spPr>
        <p:txBody>
          <a:bodyPr lIns="0" tIns="0" rIns="0" bIns="0"/>
          <a:lstStyle/>
          <a:p>
            <a:endParaRPr lang="en-US"/>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14349"/>
                                        </p:tgtEl>
                                        <p:attrNameLst>
                                          <p:attrName>style.visibility</p:attrName>
                                        </p:attrNameLst>
                                      </p:cBhvr>
                                      <p:to>
                                        <p:strVal val="visible"/>
                                      </p:to>
                                    </p:set>
                                    <p:animScale>
                                      <p:cBhvr>
                                        <p:cTn id="7" dur="1000" decel="50000" fill="hold">
                                          <p:stCondLst>
                                            <p:cond delay="0"/>
                                          </p:stCondLst>
                                        </p:cTn>
                                        <p:tgtEl>
                                          <p:spTgt spid="1434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4349"/>
                                        </p:tgtEl>
                                        <p:attrNameLst>
                                          <p:attrName>ppt_x</p:attrName>
                                          <p:attrName>ppt_y</p:attrName>
                                        </p:attrNameLst>
                                      </p:cBhvr>
                                    </p:animMotion>
                                    <p:animEffect transition="in" filter="fade">
                                      <p:cBhvr>
                                        <p:cTn id="9" dur="1000"/>
                                        <p:tgtEl>
                                          <p:spTgt spid="14349"/>
                                        </p:tgtEl>
                                      </p:cBhvr>
                                    </p:animEffect>
                                  </p:childTnLst>
                                </p:cTn>
                              </p:par>
                              <p:par>
                                <p:cTn id="10" presetID="49" presetClass="entr" presetSubtype="0" decel="100000" fill="hold" grpId="0" nodeType="withEffect">
                                  <p:stCondLst>
                                    <p:cond delay="0"/>
                                  </p:stCondLst>
                                  <p:childTnLst>
                                    <p:set>
                                      <p:cBhvr>
                                        <p:cTn id="11" dur="1" fill="hold">
                                          <p:stCondLst>
                                            <p:cond delay="0"/>
                                          </p:stCondLst>
                                        </p:cTn>
                                        <p:tgtEl>
                                          <p:spTgt spid="14348"/>
                                        </p:tgtEl>
                                        <p:attrNameLst>
                                          <p:attrName>style.visibility</p:attrName>
                                        </p:attrNameLst>
                                      </p:cBhvr>
                                      <p:to>
                                        <p:strVal val="visible"/>
                                      </p:to>
                                    </p:set>
                                    <p:anim calcmode="lin" valueType="num">
                                      <p:cBhvr>
                                        <p:cTn id="12" dur="500" fill="hold"/>
                                        <p:tgtEl>
                                          <p:spTgt spid="14348"/>
                                        </p:tgtEl>
                                        <p:attrNameLst>
                                          <p:attrName>ppt_w</p:attrName>
                                        </p:attrNameLst>
                                      </p:cBhvr>
                                      <p:tavLst>
                                        <p:tav tm="0">
                                          <p:val>
                                            <p:fltVal val="0"/>
                                          </p:val>
                                        </p:tav>
                                        <p:tav tm="100000">
                                          <p:val>
                                            <p:strVal val="#ppt_w"/>
                                          </p:val>
                                        </p:tav>
                                      </p:tavLst>
                                    </p:anim>
                                    <p:anim calcmode="lin" valueType="num">
                                      <p:cBhvr>
                                        <p:cTn id="13" dur="500" fill="hold"/>
                                        <p:tgtEl>
                                          <p:spTgt spid="14348"/>
                                        </p:tgtEl>
                                        <p:attrNameLst>
                                          <p:attrName>ppt_h</p:attrName>
                                        </p:attrNameLst>
                                      </p:cBhvr>
                                      <p:tavLst>
                                        <p:tav tm="0">
                                          <p:val>
                                            <p:fltVal val="0"/>
                                          </p:val>
                                        </p:tav>
                                        <p:tav tm="100000">
                                          <p:val>
                                            <p:strVal val="#ppt_h"/>
                                          </p:val>
                                        </p:tav>
                                      </p:tavLst>
                                    </p:anim>
                                    <p:anim calcmode="lin" valueType="num">
                                      <p:cBhvr>
                                        <p:cTn id="14" dur="500" fill="hold"/>
                                        <p:tgtEl>
                                          <p:spTgt spid="14348"/>
                                        </p:tgtEl>
                                        <p:attrNameLst>
                                          <p:attrName>style.rotation</p:attrName>
                                        </p:attrNameLst>
                                      </p:cBhvr>
                                      <p:tavLst>
                                        <p:tav tm="0">
                                          <p:val>
                                            <p:fltVal val="360"/>
                                          </p:val>
                                        </p:tav>
                                        <p:tav tm="100000">
                                          <p:val>
                                            <p:fltVal val="0"/>
                                          </p:val>
                                        </p:tav>
                                      </p:tavLst>
                                    </p:anim>
                                    <p:animEffect transition="in" filter="fade">
                                      <p:cBhvr>
                                        <p:cTn id="15" dur="500"/>
                                        <p:tgtEl>
                                          <p:spTgt spid="143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350"/>
                                        </p:tgtEl>
                                        <p:attrNameLst>
                                          <p:attrName>style.visibility</p:attrName>
                                        </p:attrNameLst>
                                      </p:cBhvr>
                                      <p:to>
                                        <p:strVal val="visible"/>
                                      </p:to>
                                    </p:set>
                                    <p:animEffect transition="in" filter="wipe(left)">
                                      <p:cBhvr>
                                        <p:cTn id="20" dur="500"/>
                                        <p:tgtEl>
                                          <p:spTgt spid="14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8" grpId="0"/>
      <p:bldP spid="1435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Line 1"/>
          <p:cNvSpPr>
            <a:spLocks noChangeShapeType="1"/>
          </p:cNvSpPr>
          <p:nvPr/>
        </p:nvSpPr>
        <p:spPr bwMode="auto">
          <a:xfrm>
            <a:off x="-4281488" y="7404100"/>
            <a:ext cx="16706851" cy="0"/>
          </a:xfrm>
          <a:prstGeom prst="line">
            <a:avLst/>
          </a:prstGeom>
          <a:noFill/>
          <a:ln w="38100">
            <a:solidFill>
              <a:srgbClr val="98B7FE"/>
            </a:solidFill>
            <a:miter lim="800000"/>
            <a:headEnd type="oval" w="med" len="med"/>
            <a:tailEnd type="oval" w="med" len="med"/>
          </a:ln>
        </p:spPr>
        <p:txBody>
          <a:bodyPr lIns="0" tIns="0" rIns="0" bIns="0"/>
          <a:lstStyle/>
          <a:p>
            <a:endParaRPr lang="en-US"/>
          </a:p>
        </p:txBody>
      </p:sp>
      <p:grpSp>
        <p:nvGrpSpPr>
          <p:cNvPr id="15362" name="Group 1"/>
          <p:cNvGrpSpPr/>
          <p:nvPr/>
        </p:nvGrpSpPr>
        <p:grpSpPr bwMode="auto">
          <a:xfrm>
            <a:off x="13182600" y="4457700"/>
            <a:ext cx="9617075" cy="5638800"/>
            <a:chOff x="13182600" y="4457700"/>
            <a:chExt cx="9617075" cy="5638800"/>
          </a:xfrm>
        </p:grpSpPr>
        <p:sp>
          <p:nvSpPr>
            <p:cNvPr id="16429" name="Rectangle 2"/>
            <p:cNvSpPr/>
            <p:nvPr/>
          </p:nvSpPr>
          <p:spPr bwMode="auto">
            <a:xfrm>
              <a:off x="13185775" y="4457700"/>
              <a:ext cx="9613900" cy="2159000"/>
            </a:xfrm>
            <a:prstGeom prst="rect">
              <a:avLst/>
            </a:prstGeom>
            <a:noFill/>
            <a:ln>
              <a:noFill/>
            </a:ln>
          </p:spPr>
          <p:txBody>
            <a:bodyPr lIns="0" tIns="0" rIns="0" bIns="0" anchor="ct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关于网页设计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6430" name="Rectangle 3"/>
            <p:cNvSpPr/>
            <p:nvPr/>
          </p:nvSpPr>
          <p:spPr bwMode="auto">
            <a:xfrm>
              <a:off x="13182600" y="7086600"/>
              <a:ext cx="7607300" cy="30099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点击输入文字内容点击输入文字内容点击输入文字内容点击输入文字内容点击输入文字内容点击输入文字内容点击输入文字内容点击输入文字内容点击输入文字内容点击输入文字内容</a:t>
              </a:r>
              <a:endParaRPr lang="en-US" altLang="zh-CN"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a:t>
              </a:r>
              <a:endParaRPr lang="en-US" altLang="zh-CN"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a:p>
              <a:pPr algn="l"/>
              <a:endParaRPr lang="en-US" altLang="zh-CN"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5363" name="Group 45"/>
          <p:cNvGrpSpPr/>
          <p:nvPr/>
        </p:nvGrpSpPr>
        <p:grpSpPr bwMode="auto">
          <a:xfrm rot="-1270302">
            <a:off x="5233988" y="9640888"/>
            <a:ext cx="7302500" cy="6845300"/>
            <a:chOff x="0" y="0"/>
            <a:chExt cx="4600" cy="4311"/>
          </a:xfrm>
        </p:grpSpPr>
        <p:sp>
          <p:nvSpPr>
            <p:cNvPr id="16388" name="AutoShape 4"/>
            <p:cNvSpPr/>
            <p:nvPr/>
          </p:nvSpPr>
          <p:spPr bwMode="auto">
            <a:xfrm>
              <a:off x="1577" y="1009"/>
              <a:ext cx="1956" cy="2420"/>
            </a:xfrm>
            <a:custGeom>
              <a:avLst/>
              <a:gdLst>
                <a:gd name="T0" fmla="*/ 1 w 21600"/>
                <a:gd name="T1" fmla="*/ 3 h 21600"/>
                <a:gd name="T2" fmla="*/ 1 w 21600"/>
                <a:gd name="T3" fmla="*/ 3 h 21600"/>
                <a:gd name="T4" fmla="*/ 0 w 21600"/>
                <a:gd name="T5" fmla="*/ 3 h 21600"/>
                <a:gd name="T6" fmla="*/ 0 w 21600"/>
                <a:gd name="T7" fmla="*/ 3 h 21600"/>
                <a:gd name="T8" fmla="*/ 0 w 21600"/>
                <a:gd name="T9" fmla="*/ 1 h 21600"/>
                <a:gd name="T10" fmla="*/ 0 w 21600"/>
                <a:gd name="T11" fmla="*/ 0 h 21600"/>
                <a:gd name="T12" fmla="*/ 1 w 21600"/>
                <a:gd name="T13" fmla="*/ 0 h 21600"/>
                <a:gd name="T14" fmla="*/ 1 w 21600"/>
                <a:gd name="T15" fmla="*/ 1 h 21600"/>
                <a:gd name="T16" fmla="*/ 1 w 21600"/>
                <a:gd name="T17" fmla="*/ 3 h 21600"/>
                <a:gd name="T18" fmla="*/ 1 w 21600"/>
                <a:gd name="T19" fmla="*/ 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16389" name="AutoShape 5"/>
            <p:cNvSpPr/>
            <p:nvPr/>
          </p:nvSpPr>
          <p:spPr bwMode="auto">
            <a:xfrm>
              <a:off x="1799" y="1120"/>
              <a:ext cx="1523" cy="3191"/>
            </a:xfrm>
            <a:custGeom>
              <a:avLst/>
              <a:gdLst>
                <a:gd name="T0" fmla="*/ 0 w 21600"/>
                <a:gd name="T1" fmla="*/ 0 h 21600"/>
                <a:gd name="T2" fmla="*/ 0 w 21600"/>
                <a:gd name="T3" fmla="*/ 3 h 21600"/>
                <a:gd name="T4" fmla="*/ 0 w 21600"/>
                <a:gd name="T5" fmla="*/ 3 h 21600"/>
                <a:gd name="T6" fmla="*/ 0 w 21600"/>
                <a:gd name="T7" fmla="*/ 3 h 21600"/>
                <a:gd name="T8" fmla="*/ 0 w 21600"/>
                <a:gd name="T9" fmla="*/ 5 h 21600"/>
                <a:gd name="T10" fmla="*/ 0 w 21600"/>
                <a:gd name="T11" fmla="*/ 5 h 21600"/>
                <a:gd name="T12" fmla="*/ 0 w 21600"/>
                <a:gd name="T13" fmla="*/ 6 h 21600"/>
                <a:gd name="T14" fmla="*/ 0 w 21600"/>
                <a:gd name="T15" fmla="*/ 9 h 21600"/>
                <a:gd name="T16" fmla="*/ 0 w 21600"/>
                <a:gd name="T17" fmla="*/ 10 h 21600"/>
                <a:gd name="T18" fmla="*/ 0 w 21600"/>
                <a:gd name="T19" fmla="*/ 9 h 21600"/>
                <a:gd name="T20" fmla="*/ 0 w 21600"/>
                <a:gd name="T21" fmla="*/ 7 h 21600"/>
                <a:gd name="T22" fmla="*/ 0 w 21600"/>
                <a:gd name="T23" fmla="*/ 7 h 21600"/>
                <a:gd name="T24" fmla="*/ 0 w 21600"/>
                <a:gd name="T25" fmla="*/ 9 h 21600"/>
                <a:gd name="T26" fmla="*/ 0 w 21600"/>
                <a:gd name="T27" fmla="*/ 10 h 21600"/>
                <a:gd name="T28" fmla="*/ 1 w 21600"/>
                <a:gd name="T29" fmla="*/ 9 h 21600"/>
                <a:gd name="T30" fmla="*/ 1 w 21600"/>
                <a:gd name="T31" fmla="*/ 6 h 21600"/>
                <a:gd name="T32" fmla="*/ 0 w 21600"/>
                <a:gd name="T33" fmla="*/ 5 h 21600"/>
                <a:gd name="T34" fmla="*/ 1 w 21600"/>
                <a:gd name="T35" fmla="*/ 5 h 21600"/>
                <a:gd name="T36" fmla="*/ 1 w 21600"/>
                <a:gd name="T37" fmla="*/ 3 h 21600"/>
                <a:gd name="T38" fmla="*/ 1 w 21600"/>
                <a:gd name="T39" fmla="*/ 3 h 21600"/>
                <a:gd name="T40" fmla="*/ 1 w 21600"/>
                <a:gd name="T41" fmla="*/ 3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16390" name="AutoShape 6"/>
            <p:cNvSpPr/>
            <p:nvPr/>
          </p:nvSpPr>
          <p:spPr bwMode="auto">
            <a:xfrm>
              <a:off x="2888" y="355"/>
              <a:ext cx="1069" cy="1478"/>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16391" name="AutoShape 7"/>
            <p:cNvSpPr/>
            <p:nvPr/>
          </p:nvSpPr>
          <p:spPr bwMode="auto">
            <a:xfrm>
              <a:off x="3022" y="1309"/>
              <a:ext cx="1578" cy="657"/>
            </a:xfrm>
            <a:custGeom>
              <a:avLst/>
              <a:gdLst>
                <a:gd name="T0" fmla="*/ 1 w 21114"/>
                <a:gd name="T1" fmla="*/ 0 h 20825"/>
                <a:gd name="T2" fmla="*/ 1 w 21114"/>
                <a:gd name="T3" fmla="*/ 0 h 20825"/>
                <a:gd name="T4" fmla="*/ 1 w 21114"/>
                <a:gd name="T5" fmla="*/ 0 h 20825"/>
                <a:gd name="T6" fmla="*/ 1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1 w 21114"/>
                <a:gd name="T19" fmla="*/ 0 h 20825"/>
                <a:gd name="T20" fmla="*/ 1 w 21114"/>
                <a:gd name="T21" fmla="*/ 0 h 20825"/>
                <a:gd name="T22" fmla="*/ 1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3"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16392" name="AutoShape 8"/>
            <p:cNvSpPr/>
            <p:nvPr/>
          </p:nvSpPr>
          <p:spPr bwMode="auto">
            <a:xfrm>
              <a:off x="1877" y="0"/>
              <a:ext cx="1345" cy="1975"/>
            </a:xfrm>
            <a:custGeom>
              <a:avLst/>
              <a:gdLst>
                <a:gd name="T0" fmla="*/ 0 w 21600"/>
                <a:gd name="T1" fmla="*/ 1 h 21600"/>
                <a:gd name="T2" fmla="*/ 0 w 21600"/>
                <a:gd name="T3" fmla="*/ 2 h 21600"/>
                <a:gd name="T4" fmla="*/ 0 w 21600"/>
                <a:gd name="T5" fmla="*/ 2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16393" name="AutoShape 9"/>
            <p:cNvSpPr/>
            <p:nvPr/>
          </p:nvSpPr>
          <p:spPr bwMode="auto">
            <a:xfrm>
              <a:off x="2010" y="432"/>
              <a:ext cx="1089" cy="9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16394" name="AutoShape 10"/>
            <p:cNvSpPr/>
            <p:nvPr/>
          </p:nvSpPr>
          <p:spPr bwMode="auto">
            <a:xfrm>
              <a:off x="3233" y="399"/>
              <a:ext cx="57" cy="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16395" name="AutoShape 11"/>
            <p:cNvSpPr/>
            <p:nvPr/>
          </p:nvSpPr>
          <p:spPr bwMode="auto">
            <a:xfrm>
              <a:off x="3788" y="854"/>
              <a:ext cx="55" cy="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16396" name="AutoShape 12"/>
            <p:cNvSpPr/>
            <p:nvPr/>
          </p:nvSpPr>
          <p:spPr bwMode="auto">
            <a:xfrm>
              <a:off x="3611" y="532"/>
              <a:ext cx="84" cy="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16397" name="AutoShape 13"/>
            <p:cNvSpPr/>
            <p:nvPr/>
          </p:nvSpPr>
          <p:spPr bwMode="auto">
            <a:xfrm>
              <a:off x="3555" y="477"/>
              <a:ext cx="99" cy="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16398" name="AutoShape 14"/>
            <p:cNvSpPr/>
            <p:nvPr/>
          </p:nvSpPr>
          <p:spPr bwMode="auto">
            <a:xfrm>
              <a:off x="3755" y="732"/>
              <a:ext cx="106"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16399" name="AutoShape 15"/>
            <p:cNvSpPr/>
            <p:nvPr/>
          </p:nvSpPr>
          <p:spPr bwMode="auto">
            <a:xfrm>
              <a:off x="3533" y="1398"/>
              <a:ext cx="50" cy="5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16400" name="AutoShape 16"/>
            <p:cNvSpPr/>
            <p:nvPr/>
          </p:nvSpPr>
          <p:spPr bwMode="auto">
            <a:xfrm>
              <a:off x="3311" y="399"/>
              <a:ext cx="46" cy="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16401" name="AutoShape 17"/>
            <p:cNvSpPr/>
            <p:nvPr/>
          </p:nvSpPr>
          <p:spPr bwMode="auto">
            <a:xfrm>
              <a:off x="3655" y="1276"/>
              <a:ext cx="36" cy="4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16402" name="AutoShape 18"/>
            <p:cNvSpPr/>
            <p:nvPr/>
          </p:nvSpPr>
          <p:spPr bwMode="auto">
            <a:xfrm>
              <a:off x="3388" y="432"/>
              <a:ext cx="61"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16403" name="AutoShape 19"/>
            <p:cNvSpPr/>
            <p:nvPr/>
          </p:nvSpPr>
          <p:spPr bwMode="auto">
            <a:xfrm>
              <a:off x="3700" y="1198"/>
              <a:ext cx="37" cy="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16404" name="AutoShape 20"/>
            <p:cNvSpPr/>
            <p:nvPr/>
          </p:nvSpPr>
          <p:spPr bwMode="auto">
            <a:xfrm>
              <a:off x="3600" y="1331"/>
              <a:ext cx="65" cy="8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16405" name="AutoShape 21"/>
            <p:cNvSpPr/>
            <p:nvPr/>
          </p:nvSpPr>
          <p:spPr bwMode="auto">
            <a:xfrm>
              <a:off x="3777" y="1021"/>
              <a:ext cx="69" cy="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16406" name="AutoShape 22"/>
            <p:cNvSpPr/>
            <p:nvPr/>
          </p:nvSpPr>
          <p:spPr bwMode="auto">
            <a:xfrm>
              <a:off x="3466" y="432"/>
              <a:ext cx="121" cy="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16407" name="AutoShape 23"/>
            <p:cNvSpPr/>
            <p:nvPr/>
          </p:nvSpPr>
          <p:spPr bwMode="auto">
            <a:xfrm>
              <a:off x="3744" y="1120"/>
              <a:ext cx="40"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16408" name="AutoShape 24"/>
            <p:cNvSpPr/>
            <p:nvPr/>
          </p:nvSpPr>
          <p:spPr bwMode="auto">
            <a:xfrm>
              <a:off x="3788" y="943"/>
              <a:ext cx="80"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16409" name="AutoShape 25"/>
            <p:cNvSpPr/>
            <p:nvPr/>
          </p:nvSpPr>
          <p:spPr bwMode="auto">
            <a:xfrm>
              <a:off x="3777" y="765"/>
              <a:ext cx="116"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16410" name="AutoShape 26"/>
            <p:cNvSpPr/>
            <p:nvPr/>
          </p:nvSpPr>
          <p:spPr bwMode="auto">
            <a:xfrm>
              <a:off x="3666" y="566"/>
              <a:ext cx="142"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16411" name="AutoShape 27"/>
            <p:cNvSpPr/>
            <p:nvPr/>
          </p:nvSpPr>
          <p:spPr bwMode="auto">
            <a:xfrm>
              <a:off x="3711" y="632"/>
              <a:ext cx="117"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16412" name="AutoShape 28"/>
            <p:cNvSpPr/>
            <p:nvPr/>
          </p:nvSpPr>
          <p:spPr bwMode="auto">
            <a:xfrm>
              <a:off x="2410" y="499"/>
              <a:ext cx="641" cy="738"/>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sp>
          <p:nvSpPr>
            <p:cNvPr id="16413" name="AutoShape 29"/>
            <p:cNvSpPr/>
            <p:nvPr/>
          </p:nvSpPr>
          <p:spPr bwMode="auto">
            <a:xfrm>
              <a:off x="1921" y="3562"/>
              <a:ext cx="452" cy="187"/>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16414" name="AutoShape 30"/>
            <p:cNvSpPr/>
            <p:nvPr/>
          </p:nvSpPr>
          <p:spPr bwMode="auto">
            <a:xfrm>
              <a:off x="2766" y="3562"/>
              <a:ext cx="452" cy="187"/>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16415" name="AutoShape 31"/>
            <p:cNvSpPr/>
            <p:nvPr/>
          </p:nvSpPr>
          <p:spPr bwMode="auto">
            <a:xfrm>
              <a:off x="1955" y="2952"/>
              <a:ext cx="480" cy="166"/>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16416" name="AutoShape 32"/>
            <p:cNvSpPr/>
            <p:nvPr/>
          </p:nvSpPr>
          <p:spPr bwMode="auto">
            <a:xfrm>
              <a:off x="2677" y="2952"/>
              <a:ext cx="467" cy="154"/>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16417" name="AutoShape 33"/>
            <p:cNvSpPr/>
            <p:nvPr/>
          </p:nvSpPr>
          <p:spPr bwMode="auto">
            <a:xfrm>
              <a:off x="2010" y="2286"/>
              <a:ext cx="1056" cy="7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16418" name="AutoShape 34"/>
            <p:cNvSpPr/>
            <p:nvPr/>
          </p:nvSpPr>
          <p:spPr bwMode="auto">
            <a:xfrm>
              <a:off x="2010" y="2375"/>
              <a:ext cx="1056" cy="7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16419" name="AutoShape 35"/>
            <p:cNvSpPr/>
            <p:nvPr/>
          </p:nvSpPr>
          <p:spPr bwMode="auto">
            <a:xfrm>
              <a:off x="2210" y="2630"/>
              <a:ext cx="134" cy="1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16420" name="AutoShape 36"/>
            <p:cNvSpPr/>
            <p:nvPr/>
          </p:nvSpPr>
          <p:spPr bwMode="auto">
            <a:xfrm>
              <a:off x="2388" y="2630"/>
              <a:ext cx="127" cy="1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16421" name="AutoShape 37"/>
            <p:cNvSpPr/>
            <p:nvPr/>
          </p:nvSpPr>
          <p:spPr bwMode="auto">
            <a:xfrm>
              <a:off x="2555" y="2630"/>
              <a:ext cx="127" cy="1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16422" name="AutoShape 38"/>
            <p:cNvSpPr/>
            <p:nvPr/>
          </p:nvSpPr>
          <p:spPr bwMode="auto">
            <a:xfrm>
              <a:off x="2733" y="2630"/>
              <a:ext cx="133" cy="1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16423" name="AutoShape 39"/>
            <p:cNvSpPr/>
            <p:nvPr/>
          </p:nvSpPr>
          <p:spPr bwMode="auto">
            <a:xfrm>
              <a:off x="2210" y="2830"/>
              <a:ext cx="634"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16424" name="AutoShape 40"/>
            <p:cNvSpPr/>
            <p:nvPr/>
          </p:nvSpPr>
          <p:spPr bwMode="auto">
            <a:xfrm>
              <a:off x="2255" y="2930"/>
              <a:ext cx="544"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16425" name="Group 43"/>
            <p:cNvGrpSpPr/>
            <p:nvPr/>
          </p:nvGrpSpPr>
          <p:grpSpPr bwMode="auto">
            <a:xfrm rot="12873208" flipH="1">
              <a:off x="388" y="521"/>
              <a:ext cx="2002" cy="1992"/>
              <a:chOff x="0" y="0"/>
              <a:chExt cx="2001" cy="1992"/>
            </a:xfrm>
          </p:grpSpPr>
          <p:sp>
            <p:nvSpPr>
              <p:cNvPr id="16427" name="AutoShape 41"/>
              <p:cNvSpPr/>
              <p:nvPr/>
            </p:nvSpPr>
            <p:spPr bwMode="auto">
              <a:xfrm rot="2744935">
                <a:off x="422" y="162"/>
                <a:ext cx="1157" cy="1667"/>
              </a:xfrm>
              <a:custGeom>
                <a:avLst/>
                <a:gdLst>
                  <a:gd name="T0" fmla="*/ 0 w 19330"/>
                  <a:gd name="T1" fmla="*/ 0 h 20287"/>
                  <a:gd name="T2" fmla="*/ 0 w 19330"/>
                  <a:gd name="T3" fmla="*/ 0 h 20287"/>
                  <a:gd name="T4" fmla="*/ 0 w 19330"/>
                  <a:gd name="T5" fmla="*/ 1 h 20287"/>
                  <a:gd name="T6" fmla="*/ 0 w 19330"/>
                  <a:gd name="T7" fmla="*/ 1 h 20287"/>
                  <a:gd name="T8" fmla="*/ 0 w 19330"/>
                  <a:gd name="T9" fmla="*/ 1 h 20287"/>
                  <a:gd name="T10" fmla="*/ 0 w 19330"/>
                  <a:gd name="T11" fmla="*/ 1 h 20287"/>
                  <a:gd name="T12" fmla="*/ 0 w 19330"/>
                  <a:gd name="T13" fmla="*/ 1 h 20287"/>
                  <a:gd name="T14" fmla="*/ 0 w 19330"/>
                  <a:gd name="T15" fmla="*/ 0 h 20287"/>
                  <a:gd name="T16" fmla="*/ 0 w 19330"/>
                  <a:gd name="T17" fmla="*/ 0 h 20287"/>
                  <a:gd name="T18" fmla="*/ 0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8"/>
                    </a:cubicBezTo>
                    <a:cubicBezTo>
                      <a:pt x="2636"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16428" name="AutoShape 42"/>
              <p:cNvSpPr/>
              <p:nvPr/>
            </p:nvSpPr>
            <p:spPr bwMode="auto">
              <a:xfrm rot="2744935">
                <a:off x="928" y="570"/>
                <a:ext cx="153" cy="155"/>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1"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sp>
          <p:nvSpPr>
            <p:cNvPr id="16426" name="AutoShape 44"/>
            <p:cNvSpPr/>
            <p:nvPr/>
          </p:nvSpPr>
          <p:spPr bwMode="auto">
            <a:xfrm>
              <a:off x="3288" y="1731"/>
              <a:ext cx="160" cy="140"/>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361"/>
                                        </p:tgtEl>
                                        <p:attrNameLst>
                                          <p:attrName>style.visibility</p:attrName>
                                        </p:attrNameLst>
                                      </p:cBhvr>
                                      <p:to>
                                        <p:strVal val="visible"/>
                                      </p:to>
                                    </p:set>
                                    <p:animEffect transition="in" filter="wipe(left)">
                                      <p:cBhvr>
                                        <p:cTn id="7" dur="500"/>
                                        <p:tgtEl>
                                          <p:spTgt spid="15361"/>
                                        </p:tgtEl>
                                      </p:cBhvr>
                                    </p:animEffect>
                                  </p:childTnLst>
                                </p:cTn>
                              </p:par>
                              <p:par>
                                <p:cTn id="8" presetID="42" presetClass="entr" presetSubtype="0" fill="hold" nodeType="withEffect">
                                  <p:stCondLst>
                                    <p:cond delay="600"/>
                                  </p:stCondLst>
                                  <p:childTnLst>
                                    <p:set>
                                      <p:cBhvr>
                                        <p:cTn id="9" dur="1" fill="hold">
                                          <p:stCondLst>
                                            <p:cond delay="0"/>
                                          </p:stCondLst>
                                        </p:cTn>
                                        <p:tgtEl>
                                          <p:spTgt spid="15362"/>
                                        </p:tgtEl>
                                        <p:attrNameLst>
                                          <p:attrName>style.visibility</p:attrName>
                                        </p:attrNameLst>
                                      </p:cBhvr>
                                      <p:to>
                                        <p:strVal val="visible"/>
                                      </p:to>
                                    </p:set>
                                    <p:animEffect transition="in" filter="fade">
                                      <p:cBhvr>
                                        <p:cTn id="10" dur="1000"/>
                                        <p:tgtEl>
                                          <p:spTgt spid="15362"/>
                                        </p:tgtEl>
                                      </p:cBhvr>
                                    </p:animEffect>
                                    <p:anim calcmode="lin" valueType="num">
                                      <p:cBhvr>
                                        <p:cTn id="11" dur="1000" fill="hold"/>
                                        <p:tgtEl>
                                          <p:spTgt spid="15362"/>
                                        </p:tgtEl>
                                        <p:attrNameLst>
                                          <p:attrName>ppt_x</p:attrName>
                                        </p:attrNameLst>
                                      </p:cBhvr>
                                      <p:tavLst>
                                        <p:tav tm="0">
                                          <p:val>
                                            <p:strVal val="#ppt_x"/>
                                          </p:val>
                                        </p:tav>
                                        <p:tav tm="100000">
                                          <p:val>
                                            <p:strVal val="#ppt_x"/>
                                          </p:val>
                                        </p:tav>
                                      </p:tavLst>
                                    </p:anim>
                                    <p:anim calcmode="lin" valueType="num">
                                      <p:cBhvr>
                                        <p:cTn id="12" dur="1000" fill="hold"/>
                                        <p:tgtEl>
                                          <p:spTgt spid="15362"/>
                                        </p:tgtEl>
                                        <p:attrNameLst>
                                          <p:attrName>ppt_y</p:attrName>
                                        </p:attrNameLst>
                                      </p:cBhvr>
                                      <p:tavLst>
                                        <p:tav tm="0">
                                          <p:val>
                                            <p:strVal val="#ppt_y+.1"/>
                                          </p:val>
                                        </p:tav>
                                        <p:tav tm="100000">
                                          <p:val>
                                            <p:strVal val="#ppt_y"/>
                                          </p:val>
                                        </p:tav>
                                      </p:tavLst>
                                    </p:anim>
                                  </p:childTnLst>
                                </p:cTn>
                              </p:par>
                              <p:par>
                                <p:cTn id="13" presetID="37" presetClass="entr" presetSubtype="0" fill="hold" nodeType="withEffect">
                                  <p:stCondLst>
                                    <p:cond delay="800"/>
                                  </p:stCondLst>
                                  <p:childTnLst>
                                    <p:set>
                                      <p:cBhvr>
                                        <p:cTn id="14" dur="1" fill="hold">
                                          <p:stCondLst>
                                            <p:cond delay="0"/>
                                          </p:stCondLst>
                                        </p:cTn>
                                        <p:tgtEl>
                                          <p:spTgt spid="15363"/>
                                        </p:tgtEl>
                                        <p:attrNameLst>
                                          <p:attrName>style.visibility</p:attrName>
                                        </p:attrNameLst>
                                      </p:cBhvr>
                                      <p:to>
                                        <p:strVal val="visible"/>
                                      </p:to>
                                    </p:set>
                                    <p:animEffect transition="in" filter="fade">
                                      <p:cBhvr>
                                        <p:cTn id="15" dur="1000"/>
                                        <p:tgtEl>
                                          <p:spTgt spid="15363"/>
                                        </p:tgtEl>
                                      </p:cBhvr>
                                    </p:animEffect>
                                    <p:anim calcmode="lin" valueType="num">
                                      <p:cBhvr>
                                        <p:cTn id="16" dur="1000" fill="hold"/>
                                        <p:tgtEl>
                                          <p:spTgt spid="15363"/>
                                        </p:tgtEl>
                                        <p:attrNameLst>
                                          <p:attrName>ppt_x</p:attrName>
                                        </p:attrNameLst>
                                      </p:cBhvr>
                                      <p:tavLst>
                                        <p:tav tm="0">
                                          <p:val>
                                            <p:strVal val="#ppt_x"/>
                                          </p:val>
                                        </p:tav>
                                        <p:tav tm="100000">
                                          <p:val>
                                            <p:strVal val="#ppt_x"/>
                                          </p:val>
                                        </p:tav>
                                      </p:tavLst>
                                    </p:anim>
                                    <p:anim calcmode="lin" valueType="num">
                                      <p:cBhvr>
                                        <p:cTn id="17" dur="900" decel="100000" fill="hold"/>
                                        <p:tgtEl>
                                          <p:spTgt spid="15363"/>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1536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5"/>
          <p:cNvSpPr/>
          <p:nvPr/>
        </p:nvSpPr>
        <p:spPr bwMode="auto">
          <a:xfrm>
            <a:off x="1358900" y="919803"/>
            <a:ext cx="6232475"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登录界面设计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16386" name="Group 24"/>
          <p:cNvGrpSpPr/>
          <p:nvPr/>
        </p:nvGrpSpPr>
        <p:grpSpPr bwMode="auto">
          <a:xfrm>
            <a:off x="8853488" y="3160713"/>
            <a:ext cx="22313900" cy="11595100"/>
            <a:chOff x="0" y="0"/>
            <a:chExt cx="14055" cy="7304"/>
          </a:xfrm>
        </p:grpSpPr>
        <p:sp>
          <p:nvSpPr>
            <p:cNvPr id="17433" name="Freeform 6"/>
            <p:cNvSpPr/>
            <p:nvPr/>
          </p:nvSpPr>
          <p:spPr bwMode="auto">
            <a:xfrm>
              <a:off x="95" y="90"/>
              <a:ext cx="13960" cy="6737"/>
            </a:xfrm>
            <a:custGeom>
              <a:avLst/>
              <a:gdLst>
                <a:gd name="T0" fmla="*/ 0 w 21600"/>
                <a:gd name="T1" fmla="*/ 63 h 21600"/>
                <a:gd name="T2" fmla="*/ 1196 w 21600"/>
                <a:gd name="T3" fmla="*/ 0 h 21600"/>
                <a:gd name="T4" fmla="*/ 2436 w 21600"/>
                <a:gd name="T5" fmla="*/ 19 h 21600"/>
                <a:gd name="T6" fmla="*/ 1766 w 21600"/>
                <a:gd name="T7" fmla="*/ 64 h 21600"/>
                <a:gd name="T8" fmla="*/ 0 w 21600"/>
                <a:gd name="T9" fmla="*/ 63 h 21600"/>
                <a:gd name="T10" fmla="*/ 0 w 21600"/>
                <a:gd name="T11" fmla="*/ 6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330"/>
                  </a:moveTo>
                  <a:cubicBezTo>
                    <a:pt x="101" y="20935"/>
                    <a:pt x="10611" y="0"/>
                    <a:pt x="10611" y="0"/>
                  </a:cubicBezTo>
                  <a:lnTo>
                    <a:pt x="21600" y="6550"/>
                  </a:lnTo>
                  <a:lnTo>
                    <a:pt x="15666" y="21600"/>
                  </a:lnTo>
                  <a:lnTo>
                    <a:pt x="0" y="21330"/>
                  </a:lnTo>
                  <a:close/>
                  <a:moveTo>
                    <a:pt x="0" y="2133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34" name="Freeform 7"/>
            <p:cNvSpPr/>
            <p:nvPr/>
          </p:nvSpPr>
          <p:spPr bwMode="auto">
            <a:xfrm>
              <a:off x="0" y="0"/>
              <a:ext cx="13960" cy="6736"/>
            </a:xfrm>
            <a:custGeom>
              <a:avLst/>
              <a:gdLst>
                <a:gd name="T0" fmla="*/ 0 w 21600"/>
                <a:gd name="T1" fmla="*/ 63 h 21600"/>
                <a:gd name="T2" fmla="*/ 1196 w 21600"/>
                <a:gd name="T3" fmla="*/ 0 h 21600"/>
                <a:gd name="T4" fmla="*/ 2436 w 21600"/>
                <a:gd name="T5" fmla="*/ 19 h 21600"/>
                <a:gd name="T6" fmla="*/ 1766 w 21600"/>
                <a:gd name="T7" fmla="*/ 64 h 21600"/>
                <a:gd name="T8" fmla="*/ 0 w 21600"/>
                <a:gd name="T9" fmla="*/ 63 h 21600"/>
                <a:gd name="T10" fmla="*/ 0 w 21600"/>
                <a:gd name="T11" fmla="*/ 6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330"/>
                  </a:moveTo>
                  <a:cubicBezTo>
                    <a:pt x="101" y="20935"/>
                    <a:pt x="10611" y="0"/>
                    <a:pt x="10611" y="0"/>
                  </a:cubicBezTo>
                  <a:lnTo>
                    <a:pt x="21600" y="6550"/>
                  </a:lnTo>
                  <a:lnTo>
                    <a:pt x="15666" y="21600"/>
                  </a:lnTo>
                  <a:lnTo>
                    <a:pt x="0" y="21330"/>
                  </a:lnTo>
                  <a:close/>
                  <a:moveTo>
                    <a:pt x="0" y="2133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35" name="Freeform 8"/>
            <p:cNvSpPr/>
            <p:nvPr/>
          </p:nvSpPr>
          <p:spPr bwMode="auto">
            <a:xfrm>
              <a:off x="6460" y="536"/>
              <a:ext cx="1919" cy="8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3868" y="0"/>
                  </a:moveTo>
                  <a:lnTo>
                    <a:pt x="0" y="8106"/>
                  </a:lnTo>
                  <a:lnTo>
                    <a:pt x="18424" y="21600"/>
                  </a:lnTo>
                  <a:lnTo>
                    <a:pt x="21600" y="13941"/>
                  </a:lnTo>
                  <a:lnTo>
                    <a:pt x="3868" y="0"/>
                  </a:lnTo>
                  <a:close/>
                  <a:moveTo>
                    <a:pt x="3868" y="0"/>
                  </a:moveTo>
                </a:path>
              </a:pathLst>
            </a:custGeom>
            <a:solidFill>
              <a:srgbClr val="EC1F3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36" name="Freeform 9"/>
            <p:cNvSpPr/>
            <p:nvPr/>
          </p:nvSpPr>
          <p:spPr bwMode="auto">
            <a:xfrm>
              <a:off x="5737" y="1233"/>
              <a:ext cx="6329" cy="2386"/>
            </a:xfrm>
            <a:custGeom>
              <a:avLst/>
              <a:gdLst>
                <a:gd name="T0" fmla="*/ 3 w 21600"/>
                <a:gd name="T1" fmla="*/ 0 h 21600"/>
                <a:gd name="T2" fmla="*/ 0 w 21600"/>
                <a:gd name="T3" fmla="*/ 0 h 21600"/>
                <a:gd name="T4" fmla="*/ 44 w 21600"/>
                <a:gd name="T5" fmla="*/ 0 h 21600"/>
                <a:gd name="T6" fmla="*/ 47 w 21600"/>
                <a:gd name="T7" fmla="*/ 0 h 21600"/>
                <a:gd name="T8" fmla="*/ 3 w 21600"/>
                <a:gd name="T9" fmla="*/ 0 h 21600"/>
                <a:gd name="T10" fmla="*/ 3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73" y="0"/>
                  </a:moveTo>
                  <a:lnTo>
                    <a:pt x="0" y="2964"/>
                  </a:lnTo>
                  <a:lnTo>
                    <a:pt x="20405" y="21600"/>
                  </a:lnTo>
                  <a:lnTo>
                    <a:pt x="21600" y="18300"/>
                  </a:lnTo>
                  <a:lnTo>
                    <a:pt x="1173" y="0"/>
                  </a:lnTo>
                  <a:close/>
                  <a:moveTo>
                    <a:pt x="1173" y="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37" name="Freeform 10"/>
            <p:cNvSpPr/>
            <p:nvPr/>
          </p:nvSpPr>
          <p:spPr bwMode="auto">
            <a:xfrm>
              <a:off x="5231" y="1777"/>
              <a:ext cx="6329" cy="2385"/>
            </a:xfrm>
            <a:custGeom>
              <a:avLst/>
              <a:gdLst>
                <a:gd name="T0" fmla="*/ 3 w 21600"/>
                <a:gd name="T1" fmla="*/ 0 h 21600"/>
                <a:gd name="T2" fmla="*/ 0 w 21600"/>
                <a:gd name="T3" fmla="*/ 0 h 21600"/>
                <a:gd name="T4" fmla="*/ 44 w 21600"/>
                <a:gd name="T5" fmla="*/ 0 h 21600"/>
                <a:gd name="T6" fmla="*/ 47 w 21600"/>
                <a:gd name="T7" fmla="*/ 0 h 21600"/>
                <a:gd name="T8" fmla="*/ 3 w 21600"/>
                <a:gd name="T9" fmla="*/ 0 h 21600"/>
                <a:gd name="T10" fmla="*/ 3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73" y="0"/>
                  </a:moveTo>
                  <a:lnTo>
                    <a:pt x="0" y="2964"/>
                  </a:lnTo>
                  <a:lnTo>
                    <a:pt x="20405" y="21600"/>
                  </a:lnTo>
                  <a:lnTo>
                    <a:pt x="21600" y="18300"/>
                  </a:lnTo>
                  <a:lnTo>
                    <a:pt x="1173" y="0"/>
                  </a:lnTo>
                  <a:close/>
                  <a:moveTo>
                    <a:pt x="1173" y="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38" name="Freeform 11"/>
            <p:cNvSpPr/>
            <p:nvPr/>
          </p:nvSpPr>
          <p:spPr bwMode="auto">
            <a:xfrm>
              <a:off x="4678" y="2358"/>
              <a:ext cx="6329" cy="2385"/>
            </a:xfrm>
            <a:custGeom>
              <a:avLst/>
              <a:gdLst>
                <a:gd name="T0" fmla="*/ 3 w 21600"/>
                <a:gd name="T1" fmla="*/ 0 h 21600"/>
                <a:gd name="T2" fmla="*/ 0 w 21600"/>
                <a:gd name="T3" fmla="*/ 0 h 21600"/>
                <a:gd name="T4" fmla="*/ 44 w 21600"/>
                <a:gd name="T5" fmla="*/ 0 h 21600"/>
                <a:gd name="T6" fmla="*/ 47 w 21600"/>
                <a:gd name="T7" fmla="*/ 0 h 21600"/>
                <a:gd name="T8" fmla="*/ 3 w 21600"/>
                <a:gd name="T9" fmla="*/ 0 h 21600"/>
                <a:gd name="T10" fmla="*/ 3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73" y="0"/>
                  </a:moveTo>
                  <a:lnTo>
                    <a:pt x="0" y="2964"/>
                  </a:lnTo>
                  <a:lnTo>
                    <a:pt x="20405" y="21600"/>
                  </a:lnTo>
                  <a:lnTo>
                    <a:pt x="21600" y="18300"/>
                  </a:lnTo>
                  <a:lnTo>
                    <a:pt x="1173" y="0"/>
                  </a:lnTo>
                  <a:close/>
                  <a:moveTo>
                    <a:pt x="1173" y="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39" name="Freeform 12"/>
            <p:cNvSpPr/>
            <p:nvPr/>
          </p:nvSpPr>
          <p:spPr bwMode="auto">
            <a:xfrm>
              <a:off x="6131" y="3735"/>
              <a:ext cx="1919" cy="8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3868" y="0"/>
                  </a:moveTo>
                  <a:lnTo>
                    <a:pt x="0" y="8106"/>
                  </a:lnTo>
                  <a:lnTo>
                    <a:pt x="18424" y="21600"/>
                  </a:lnTo>
                  <a:lnTo>
                    <a:pt x="21600" y="13941"/>
                  </a:lnTo>
                  <a:lnTo>
                    <a:pt x="3868" y="0"/>
                  </a:lnTo>
                  <a:close/>
                  <a:moveTo>
                    <a:pt x="3868" y="0"/>
                  </a:moveTo>
                </a:path>
              </a:pathLst>
            </a:custGeom>
            <a:solidFill>
              <a:srgbClr val="97BB5B"/>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7440" name="AutoShape 13"/>
            <p:cNvSpPr/>
            <p:nvPr/>
          </p:nvSpPr>
          <p:spPr bwMode="auto">
            <a:xfrm rot="2943811">
              <a:off x="3458" y="3865"/>
              <a:ext cx="1153" cy="1331"/>
            </a:xfrm>
            <a:custGeom>
              <a:avLst/>
              <a:gdLst>
                <a:gd name="T0" fmla="*/ 0 w 19677"/>
                <a:gd name="T1" fmla="*/ 0 h 19678"/>
                <a:gd name="T2" fmla="*/ 0 w 19677"/>
                <a:gd name="T3" fmla="*/ 0 h 19678"/>
                <a:gd name="T4" fmla="*/ 0 w 19677"/>
                <a:gd name="T5" fmla="*/ 0 h 19678"/>
                <a:gd name="T6" fmla="*/ 0 w 19677"/>
                <a:gd name="T7" fmla="*/ 0 h 19678"/>
                <a:gd name="T8" fmla="*/ 0 w 19677"/>
                <a:gd name="T9" fmla="*/ 0 h 19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7" h="19678">
                  <a:moveTo>
                    <a:pt x="16795" y="2879"/>
                  </a:moveTo>
                  <a:cubicBezTo>
                    <a:pt x="20636" y="6720"/>
                    <a:pt x="20634" y="12950"/>
                    <a:pt x="16791" y="16793"/>
                  </a:cubicBezTo>
                  <a:cubicBezTo>
                    <a:pt x="12948" y="20636"/>
                    <a:pt x="6719" y="20637"/>
                    <a:pt x="2877" y="16795"/>
                  </a:cubicBezTo>
                  <a:cubicBezTo>
                    <a:pt x="-964" y="12954"/>
                    <a:pt x="-962" y="6724"/>
                    <a:pt x="2881" y="2881"/>
                  </a:cubicBezTo>
                  <a:cubicBezTo>
                    <a:pt x="6724" y="-962"/>
                    <a:pt x="12953" y="-963"/>
                    <a:pt x="16795" y="2879"/>
                  </a:cubicBezTo>
                </a:path>
              </a:pathLst>
            </a:custGeom>
            <a:solidFill>
              <a:srgbClr val="9AA3BF"/>
            </a:solidFill>
            <a:ln w="25400" cap="flat">
              <a:solidFill>
                <a:srgbClr val="FFFFFF"/>
              </a:solidFill>
              <a:prstDash val="solid"/>
              <a:miter lim="800000"/>
              <a:headEnd type="none" w="med" len="med"/>
              <a:tailEnd type="none" w="med" len="med"/>
            </a:ln>
          </p:spPr>
          <p:txBody>
            <a:bodyPr lIns="0" tIns="0" rIns="0" bIns="0"/>
            <a:lstStyle/>
            <a:p>
              <a:endParaRPr lang="en-US"/>
            </a:p>
          </p:txBody>
        </p:sp>
        <p:sp>
          <p:nvSpPr>
            <p:cNvPr id="17441" name="AutoShape 14"/>
            <p:cNvSpPr/>
            <p:nvPr/>
          </p:nvSpPr>
          <p:spPr bwMode="auto">
            <a:xfrm rot="2943811">
              <a:off x="5598" y="4812"/>
              <a:ext cx="1153" cy="1330"/>
            </a:xfrm>
            <a:custGeom>
              <a:avLst/>
              <a:gdLst>
                <a:gd name="T0" fmla="*/ 0 w 19677"/>
                <a:gd name="T1" fmla="*/ 0 h 19678"/>
                <a:gd name="T2" fmla="*/ 0 w 19677"/>
                <a:gd name="T3" fmla="*/ 0 h 19678"/>
                <a:gd name="T4" fmla="*/ 0 w 19677"/>
                <a:gd name="T5" fmla="*/ 0 h 19678"/>
                <a:gd name="T6" fmla="*/ 0 w 19677"/>
                <a:gd name="T7" fmla="*/ 0 h 19678"/>
                <a:gd name="T8" fmla="*/ 0 w 19677"/>
                <a:gd name="T9" fmla="*/ 0 h 19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7" h="19678">
                  <a:moveTo>
                    <a:pt x="16795" y="2879"/>
                  </a:moveTo>
                  <a:cubicBezTo>
                    <a:pt x="20636" y="6720"/>
                    <a:pt x="20634" y="12950"/>
                    <a:pt x="16791" y="16793"/>
                  </a:cubicBezTo>
                  <a:cubicBezTo>
                    <a:pt x="12948" y="20636"/>
                    <a:pt x="6719" y="20637"/>
                    <a:pt x="2877" y="16795"/>
                  </a:cubicBezTo>
                  <a:cubicBezTo>
                    <a:pt x="-964" y="12954"/>
                    <a:pt x="-962" y="6724"/>
                    <a:pt x="2881" y="2881"/>
                  </a:cubicBezTo>
                  <a:cubicBezTo>
                    <a:pt x="6724" y="-962"/>
                    <a:pt x="12953" y="-963"/>
                    <a:pt x="16795" y="2879"/>
                  </a:cubicBezTo>
                </a:path>
              </a:pathLst>
            </a:custGeom>
            <a:solidFill>
              <a:srgbClr val="9AA3BF"/>
            </a:solidFill>
            <a:ln w="25400" cap="flat">
              <a:solidFill>
                <a:srgbClr val="FFFFFF"/>
              </a:solidFill>
              <a:prstDash val="solid"/>
              <a:miter lim="800000"/>
              <a:headEnd type="none" w="med" len="med"/>
              <a:tailEnd type="none" w="med" len="med"/>
            </a:ln>
          </p:spPr>
          <p:txBody>
            <a:bodyPr lIns="0" tIns="0" rIns="0" bIns="0"/>
            <a:lstStyle/>
            <a:p>
              <a:endParaRPr lang="en-US"/>
            </a:p>
          </p:txBody>
        </p:sp>
        <p:sp>
          <p:nvSpPr>
            <p:cNvPr id="17442" name="AutoShape 15"/>
            <p:cNvSpPr/>
            <p:nvPr/>
          </p:nvSpPr>
          <p:spPr bwMode="auto">
            <a:xfrm rot="2943811">
              <a:off x="7699" y="5766"/>
              <a:ext cx="1152" cy="1331"/>
            </a:xfrm>
            <a:custGeom>
              <a:avLst/>
              <a:gdLst>
                <a:gd name="T0" fmla="*/ 0 w 19677"/>
                <a:gd name="T1" fmla="*/ 0 h 19678"/>
                <a:gd name="T2" fmla="*/ 0 w 19677"/>
                <a:gd name="T3" fmla="*/ 0 h 19678"/>
                <a:gd name="T4" fmla="*/ 0 w 19677"/>
                <a:gd name="T5" fmla="*/ 0 h 19678"/>
                <a:gd name="T6" fmla="*/ 0 w 19677"/>
                <a:gd name="T7" fmla="*/ 0 h 19678"/>
                <a:gd name="T8" fmla="*/ 0 w 19677"/>
                <a:gd name="T9" fmla="*/ 0 h 19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77" h="19678">
                  <a:moveTo>
                    <a:pt x="16795" y="2879"/>
                  </a:moveTo>
                  <a:cubicBezTo>
                    <a:pt x="20636" y="6720"/>
                    <a:pt x="20634" y="12950"/>
                    <a:pt x="16791" y="16793"/>
                  </a:cubicBezTo>
                  <a:cubicBezTo>
                    <a:pt x="12948" y="20636"/>
                    <a:pt x="6719" y="20637"/>
                    <a:pt x="2877" y="16795"/>
                  </a:cubicBezTo>
                  <a:cubicBezTo>
                    <a:pt x="-964" y="12954"/>
                    <a:pt x="-962" y="6724"/>
                    <a:pt x="2881" y="2881"/>
                  </a:cubicBezTo>
                  <a:cubicBezTo>
                    <a:pt x="6724" y="-962"/>
                    <a:pt x="12953" y="-963"/>
                    <a:pt x="16795" y="2879"/>
                  </a:cubicBezTo>
                </a:path>
              </a:pathLst>
            </a:custGeom>
            <a:solidFill>
              <a:srgbClr val="9AA3BF"/>
            </a:solidFill>
            <a:ln w="25400" cap="flat">
              <a:solidFill>
                <a:srgbClr val="FFFFFF"/>
              </a:solidFill>
              <a:prstDash val="solid"/>
              <a:miter lim="800000"/>
              <a:headEnd type="none" w="med" len="med"/>
              <a:tailEnd type="none" w="med" len="med"/>
            </a:ln>
          </p:spPr>
          <p:txBody>
            <a:bodyPr lIns="0" tIns="0" rIns="0" bIns="0"/>
            <a:lstStyle/>
            <a:p>
              <a:endParaRPr lang="en-US"/>
            </a:p>
          </p:txBody>
        </p:sp>
        <p:sp>
          <p:nvSpPr>
            <p:cNvPr id="17443" name="Line 16"/>
            <p:cNvSpPr>
              <a:spLocks noChangeShapeType="1"/>
            </p:cNvSpPr>
            <p:nvPr/>
          </p:nvSpPr>
          <p:spPr bwMode="auto">
            <a:xfrm>
              <a:off x="2661" y="5010"/>
              <a:ext cx="1484" cy="536"/>
            </a:xfrm>
            <a:prstGeom prst="line">
              <a:avLst/>
            </a:prstGeom>
            <a:noFill/>
            <a:ln w="101600">
              <a:solidFill>
                <a:srgbClr val="9A9A9A"/>
              </a:solidFill>
              <a:miter lim="800000"/>
            </a:ln>
          </p:spPr>
          <p:txBody>
            <a:bodyPr lIns="0" tIns="0" rIns="0" bIns="0"/>
            <a:lstStyle/>
            <a:p>
              <a:endParaRPr lang="en-US"/>
            </a:p>
          </p:txBody>
        </p:sp>
        <p:sp>
          <p:nvSpPr>
            <p:cNvPr id="17444" name="Line 17"/>
            <p:cNvSpPr>
              <a:spLocks noChangeShapeType="1"/>
            </p:cNvSpPr>
            <p:nvPr/>
          </p:nvSpPr>
          <p:spPr bwMode="auto">
            <a:xfrm>
              <a:off x="2466" y="5168"/>
              <a:ext cx="1484" cy="536"/>
            </a:xfrm>
            <a:prstGeom prst="line">
              <a:avLst/>
            </a:prstGeom>
            <a:noFill/>
            <a:ln w="101600">
              <a:solidFill>
                <a:srgbClr val="9A9A9A"/>
              </a:solidFill>
              <a:miter lim="800000"/>
            </a:ln>
          </p:spPr>
          <p:txBody>
            <a:bodyPr lIns="0" tIns="0" rIns="0" bIns="0"/>
            <a:lstStyle/>
            <a:p>
              <a:endParaRPr lang="en-US"/>
            </a:p>
          </p:txBody>
        </p:sp>
        <p:sp>
          <p:nvSpPr>
            <p:cNvPr id="17445" name="Line 18"/>
            <p:cNvSpPr>
              <a:spLocks noChangeShapeType="1"/>
            </p:cNvSpPr>
            <p:nvPr/>
          </p:nvSpPr>
          <p:spPr bwMode="auto">
            <a:xfrm>
              <a:off x="2241" y="5365"/>
              <a:ext cx="1484" cy="536"/>
            </a:xfrm>
            <a:prstGeom prst="line">
              <a:avLst/>
            </a:prstGeom>
            <a:noFill/>
            <a:ln w="101600">
              <a:solidFill>
                <a:srgbClr val="9A9A9A"/>
              </a:solidFill>
              <a:miter lim="800000"/>
            </a:ln>
          </p:spPr>
          <p:txBody>
            <a:bodyPr lIns="0" tIns="0" rIns="0" bIns="0"/>
            <a:lstStyle/>
            <a:p>
              <a:endParaRPr lang="en-US"/>
            </a:p>
          </p:txBody>
        </p:sp>
        <p:sp>
          <p:nvSpPr>
            <p:cNvPr id="17446" name="Line 19"/>
            <p:cNvSpPr>
              <a:spLocks noChangeShapeType="1"/>
            </p:cNvSpPr>
            <p:nvPr/>
          </p:nvSpPr>
          <p:spPr bwMode="auto">
            <a:xfrm>
              <a:off x="2035" y="5562"/>
              <a:ext cx="1484" cy="536"/>
            </a:xfrm>
            <a:prstGeom prst="line">
              <a:avLst/>
            </a:prstGeom>
            <a:noFill/>
            <a:ln w="101600">
              <a:solidFill>
                <a:srgbClr val="9A9A9A"/>
              </a:solidFill>
              <a:miter lim="800000"/>
            </a:ln>
          </p:spPr>
          <p:txBody>
            <a:bodyPr lIns="0" tIns="0" rIns="0" bIns="0"/>
            <a:lstStyle/>
            <a:p>
              <a:endParaRPr lang="en-US"/>
            </a:p>
          </p:txBody>
        </p:sp>
        <p:sp>
          <p:nvSpPr>
            <p:cNvPr id="17447" name="Line 20"/>
            <p:cNvSpPr>
              <a:spLocks noChangeShapeType="1"/>
            </p:cNvSpPr>
            <p:nvPr/>
          </p:nvSpPr>
          <p:spPr bwMode="auto">
            <a:xfrm>
              <a:off x="4941" y="5937"/>
              <a:ext cx="1484" cy="535"/>
            </a:xfrm>
            <a:prstGeom prst="line">
              <a:avLst/>
            </a:prstGeom>
            <a:noFill/>
            <a:ln w="101600">
              <a:solidFill>
                <a:srgbClr val="9A9A9A"/>
              </a:solidFill>
              <a:miter lim="800000"/>
            </a:ln>
          </p:spPr>
          <p:txBody>
            <a:bodyPr lIns="0" tIns="0" rIns="0" bIns="0"/>
            <a:lstStyle/>
            <a:p>
              <a:endParaRPr lang="en-US"/>
            </a:p>
          </p:txBody>
        </p:sp>
        <p:sp>
          <p:nvSpPr>
            <p:cNvPr id="17448" name="Line 21"/>
            <p:cNvSpPr>
              <a:spLocks noChangeShapeType="1"/>
            </p:cNvSpPr>
            <p:nvPr/>
          </p:nvSpPr>
          <p:spPr bwMode="auto">
            <a:xfrm>
              <a:off x="4744" y="6096"/>
              <a:ext cx="1484" cy="536"/>
            </a:xfrm>
            <a:prstGeom prst="line">
              <a:avLst/>
            </a:prstGeom>
            <a:noFill/>
            <a:ln w="101600">
              <a:solidFill>
                <a:srgbClr val="9A9A9A"/>
              </a:solidFill>
              <a:miter lim="800000"/>
            </a:ln>
          </p:spPr>
          <p:txBody>
            <a:bodyPr lIns="0" tIns="0" rIns="0" bIns="0"/>
            <a:lstStyle/>
            <a:p>
              <a:endParaRPr lang="en-US"/>
            </a:p>
          </p:txBody>
        </p:sp>
        <p:sp>
          <p:nvSpPr>
            <p:cNvPr id="17449" name="Line 22"/>
            <p:cNvSpPr>
              <a:spLocks noChangeShapeType="1"/>
            </p:cNvSpPr>
            <p:nvPr/>
          </p:nvSpPr>
          <p:spPr bwMode="auto">
            <a:xfrm>
              <a:off x="4519" y="6293"/>
              <a:ext cx="1484" cy="536"/>
            </a:xfrm>
            <a:prstGeom prst="line">
              <a:avLst/>
            </a:prstGeom>
            <a:noFill/>
            <a:ln w="101600">
              <a:solidFill>
                <a:srgbClr val="9A9A9A"/>
              </a:solidFill>
              <a:miter lim="800000"/>
            </a:ln>
          </p:spPr>
          <p:txBody>
            <a:bodyPr lIns="0" tIns="0" rIns="0" bIns="0"/>
            <a:lstStyle/>
            <a:p>
              <a:endParaRPr lang="en-US"/>
            </a:p>
          </p:txBody>
        </p:sp>
        <p:sp>
          <p:nvSpPr>
            <p:cNvPr id="17450" name="Line 23"/>
            <p:cNvSpPr>
              <a:spLocks noChangeShapeType="1"/>
            </p:cNvSpPr>
            <p:nvPr/>
          </p:nvSpPr>
          <p:spPr bwMode="auto">
            <a:xfrm>
              <a:off x="4313" y="6489"/>
              <a:ext cx="1484" cy="536"/>
            </a:xfrm>
            <a:prstGeom prst="line">
              <a:avLst/>
            </a:prstGeom>
            <a:noFill/>
            <a:ln w="101600">
              <a:solidFill>
                <a:srgbClr val="9A9A9A"/>
              </a:solidFill>
              <a:miter lim="800000"/>
            </a:ln>
          </p:spPr>
          <p:txBody>
            <a:bodyPr lIns="0" tIns="0" rIns="0" bIns="0"/>
            <a:lstStyle/>
            <a:p>
              <a:endParaRPr lang="en-US"/>
            </a:p>
          </p:txBody>
        </p:sp>
      </p:grpSp>
      <p:grpSp>
        <p:nvGrpSpPr>
          <p:cNvPr id="16387" name="Group 3"/>
          <p:cNvGrpSpPr/>
          <p:nvPr/>
        </p:nvGrpSpPr>
        <p:grpSpPr bwMode="auto">
          <a:xfrm>
            <a:off x="1358900" y="8153400"/>
            <a:ext cx="10361613" cy="1866900"/>
            <a:chOff x="1358900" y="8153400"/>
            <a:chExt cx="10361613" cy="1866900"/>
          </a:xfrm>
        </p:grpSpPr>
        <p:sp>
          <p:nvSpPr>
            <p:cNvPr id="17429" name="Line 3"/>
            <p:cNvSpPr>
              <a:spLocks noChangeShapeType="1"/>
            </p:cNvSpPr>
            <p:nvPr/>
          </p:nvSpPr>
          <p:spPr bwMode="auto">
            <a:xfrm>
              <a:off x="1358900" y="10020300"/>
              <a:ext cx="10361613" cy="0"/>
            </a:xfrm>
            <a:prstGeom prst="line">
              <a:avLst/>
            </a:prstGeom>
            <a:noFill/>
            <a:ln w="12700">
              <a:solidFill>
                <a:srgbClr val="FFFFFF">
                  <a:alpha val="29803"/>
                </a:srgbClr>
              </a:solidFill>
              <a:miter lim="800000"/>
            </a:ln>
          </p:spPr>
          <p:txBody>
            <a:bodyPr lIns="0" tIns="0" rIns="0" bIns="0"/>
            <a:lstStyle/>
            <a:p>
              <a:endParaRPr lang="en-US"/>
            </a:p>
          </p:txBody>
        </p:sp>
        <p:sp>
          <p:nvSpPr>
            <p:cNvPr id="17430" name="Rectangle 28"/>
            <p:cNvSpPr/>
            <p:nvPr/>
          </p:nvSpPr>
          <p:spPr bwMode="auto">
            <a:xfrm>
              <a:off x="4381500" y="8153400"/>
              <a:ext cx="7200900" cy="596900"/>
            </a:xfrm>
            <a:prstGeom prst="rect">
              <a:avLst/>
            </a:prstGeom>
            <a:noFill/>
            <a:ln>
              <a:noFill/>
            </a:ln>
          </p:spPr>
          <p:txBody>
            <a:bodyPr lIns="0" tIns="0" rIns="0" bIns="0" anchor="ctr"/>
            <a:lstStyle/>
            <a:p>
              <a:pPr algn="l"/>
              <a:r>
                <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rPr>
                <a:t>The average cost</a:t>
              </a:r>
              <a:endPar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endParaRPr>
            </a:p>
          </p:txBody>
        </p:sp>
        <p:sp>
          <p:nvSpPr>
            <p:cNvPr id="17431" name="Rectangle 29"/>
            <p:cNvSpPr/>
            <p:nvPr/>
          </p:nvSpPr>
          <p:spPr bwMode="auto">
            <a:xfrm>
              <a:off x="4381500" y="8763000"/>
              <a:ext cx="7200900" cy="914400"/>
            </a:xfrm>
            <a:prstGeom prst="rect">
              <a:avLst/>
            </a:prstGeom>
            <a:noFill/>
            <a:ln>
              <a:noFill/>
            </a:ln>
          </p:spPr>
          <p:txBody>
            <a:bodyPr lIns="0" tIns="0" rIns="0" bIns="0"/>
            <a:lstStyle/>
            <a:p>
              <a:pPr algn="l"/>
              <a:r>
                <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rPr>
                <a:t>Daily average cost for landing page database supported landing page</a:t>
              </a:r>
              <a:endPar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7432" name="Rectangle 34"/>
            <p:cNvSpPr/>
            <p:nvPr/>
          </p:nvSpPr>
          <p:spPr bwMode="auto">
            <a:xfrm>
              <a:off x="1964184" y="8537258"/>
              <a:ext cx="1923604" cy="984885"/>
            </a:xfrm>
            <a:prstGeom prst="rect">
              <a:avLst/>
            </a:prstGeom>
            <a:noFill/>
            <a:ln>
              <a:noFill/>
            </a:ln>
          </p:spPr>
          <p:txBody>
            <a:bodyPr wrap="none" lIns="0" tIns="0" rIns="0" bIns="0" anchor="ctr">
              <a:spAutoFit/>
            </a:bodyPr>
            <a:lstStyle/>
            <a:p>
              <a:pPr algn="r"/>
              <a:r>
                <a:rPr lang="en-US" sz="6400" dirty="0">
                  <a:solidFill>
                    <a:srgbClr val="CFD6DC"/>
                  </a:solidFill>
                  <a:latin typeface="微软雅黑" panose="020B0503020204020204" charset="-122"/>
                  <a:ea typeface="MS PGothic" panose="020B0600070205080204" charset="-128"/>
                  <a:cs typeface="MS PGothic" panose="020B0600070205080204" charset="-128"/>
                  <a:sym typeface="Diavlo Black Regular" charset="0"/>
                </a:rPr>
                <a:t>$650</a:t>
              </a:r>
              <a:endParaRPr lang="en-US" sz="6400" dirty="0">
                <a:solidFill>
                  <a:srgbClr val="CFD6DC"/>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16388" name="Group 1"/>
          <p:cNvGrpSpPr/>
          <p:nvPr/>
        </p:nvGrpSpPr>
        <p:grpSpPr bwMode="auto">
          <a:xfrm>
            <a:off x="1358900" y="3708400"/>
            <a:ext cx="10361613" cy="1917700"/>
            <a:chOff x="1358900" y="3708400"/>
            <a:chExt cx="10361613" cy="1917700"/>
          </a:xfrm>
        </p:grpSpPr>
        <p:sp>
          <p:nvSpPr>
            <p:cNvPr id="17424" name="Line 1"/>
            <p:cNvSpPr>
              <a:spLocks noChangeShapeType="1"/>
            </p:cNvSpPr>
            <p:nvPr/>
          </p:nvSpPr>
          <p:spPr bwMode="auto">
            <a:xfrm>
              <a:off x="1358900" y="5626100"/>
              <a:ext cx="10361613" cy="0"/>
            </a:xfrm>
            <a:prstGeom prst="line">
              <a:avLst/>
            </a:prstGeom>
            <a:noFill/>
            <a:ln w="12700">
              <a:solidFill>
                <a:srgbClr val="FFFFFF">
                  <a:alpha val="29803"/>
                </a:srgbClr>
              </a:solidFill>
              <a:miter lim="800000"/>
            </a:ln>
          </p:spPr>
          <p:txBody>
            <a:bodyPr lIns="0" tIns="0" rIns="0" bIns="0"/>
            <a:lstStyle/>
            <a:p>
              <a:endParaRPr lang="en-US"/>
            </a:p>
          </p:txBody>
        </p:sp>
        <p:sp>
          <p:nvSpPr>
            <p:cNvPr id="17425" name="Rectangle 4"/>
            <p:cNvSpPr/>
            <p:nvPr/>
          </p:nvSpPr>
          <p:spPr bwMode="auto">
            <a:xfrm>
              <a:off x="4381500" y="3708400"/>
              <a:ext cx="7200900" cy="596900"/>
            </a:xfrm>
            <a:prstGeom prst="rect">
              <a:avLst/>
            </a:prstGeom>
            <a:noFill/>
            <a:ln>
              <a:noFill/>
            </a:ln>
          </p:spPr>
          <p:txBody>
            <a:bodyPr lIns="0" tIns="0" rIns="0" bIns="0" anchor="ctr"/>
            <a:lstStyle/>
            <a:p>
              <a:pPr algn="l"/>
              <a:r>
                <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rPr>
                <a:t>The first 5-10 seconds</a:t>
              </a:r>
              <a:endPar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endParaRPr>
            </a:p>
          </p:txBody>
        </p:sp>
        <p:sp>
          <p:nvSpPr>
            <p:cNvPr id="17426" name="Rectangle 25"/>
            <p:cNvSpPr/>
            <p:nvPr/>
          </p:nvSpPr>
          <p:spPr bwMode="auto">
            <a:xfrm>
              <a:off x="4381500" y="4356100"/>
              <a:ext cx="7200900" cy="914400"/>
            </a:xfrm>
            <a:prstGeom prst="rect">
              <a:avLst/>
            </a:prstGeom>
            <a:noFill/>
            <a:ln>
              <a:noFill/>
            </a:ln>
          </p:spPr>
          <p:txBody>
            <a:bodyPr lIns="0" tIns="0" rIns="0" bIns="0"/>
            <a:lstStyle/>
            <a:p>
              <a:pPr algn="l"/>
              <a:r>
                <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rPr>
                <a:t>Very crucial time, user attention only scroll down about 30% of the page</a:t>
              </a:r>
              <a:endPar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7427" name="Rectangle 32"/>
            <p:cNvSpPr/>
            <p:nvPr/>
          </p:nvSpPr>
          <p:spPr bwMode="auto">
            <a:xfrm>
              <a:off x="1962219" y="3863658"/>
              <a:ext cx="1798569" cy="984885"/>
            </a:xfrm>
            <a:prstGeom prst="rect">
              <a:avLst/>
            </a:prstGeom>
            <a:noFill/>
            <a:ln>
              <a:noFill/>
            </a:ln>
          </p:spPr>
          <p:txBody>
            <a:bodyPr wrap="none" lIns="0" tIns="0" rIns="0" bIns="0" anchor="ctr">
              <a:spAutoFit/>
            </a:bodyPr>
            <a:lstStyle/>
            <a:p>
              <a:pPr algn="r"/>
              <a:r>
                <a:rPr lang="en-US" sz="6400" dirty="0">
                  <a:solidFill>
                    <a:srgbClr val="7DB546"/>
                  </a:solidFill>
                  <a:latin typeface="微软雅黑" panose="020B0503020204020204" charset="-122"/>
                  <a:ea typeface="MS PGothic" panose="020B0600070205080204" charset="-128"/>
                  <a:cs typeface="MS PGothic" panose="020B0600070205080204" charset="-128"/>
                  <a:sym typeface="Diavlo Black Regular" charset="0"/>
                </a:rPr>
                <a:t>5-10</a:t>
              </a:r>
              <a:endParaRPr lang="en-US" sz="6400" dirty="0">
                <a:solidFill>
                  <a:srgbClr val="7DB546"/>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7428" name="Rectangle 36"/>
            <p:cNvSpPr/>
            <p:nvPr/>
          </p:nvSpPr>
          <p:spPr bwMode="auto">
            <a:xfrm>
              <a:off x="1943100" y="4654550"/>
              <a:ext cx="1635125" cy="596900"/>
            </a:xfrm>
            <a:prstGeom prst="rect">
              <a:avLst/>
            </a:prstGeom>
            <a:noFill/>
            <a:ln>
              <a:noFill/>
            </a:ln>
          </p:spPr>
          <p:txBody>
            <a:bodyPr wrap="none" lIns="0" tIns="0" rIns="0" bIns="0" anchor="ctr">
              <a:spAutoFit/>
            </a:bodyPr>
            <a:lstStyle/>
            <a:p>
              <a:pPr algn="l"/>
              <a:r>
                <a:rPr lang="en-US" sz="3000">
                  <a:solidFill>
                    <a:srgbClr val="7DB546"/>
                  </a:solidFill>
                  <a:latin typeface="Open Sans Bold" charset="0"/>
                  <a:ea typeface="MS PGothic" panose="020B0600070205080204" charset="-128"/>
                  <a:cs typeface="MS PGothic" panose="020B0600070205080204" charset="-128"/>
                  <a:sym typeface="Open Sans Bold" charset="0"/>
                </a:rPr>
                <a:t>Seconds</a:t>
              </a:r>
              <a:endParaRPr lang="en-US" sz="3000">
                <a:solidFill>
                  <a:srgbClr val="7DB546"/>
                </a:solidFill>
                <a:latin typeface="Open Sans Bold" charset="0"/>
                <a:ea typeface="MS PGothic" panose="020B0600070205080204" charset="-128"/>
                <a:cs typeface="MS PGothic" panose="020B0600070205080204" charset="-128"/>
                <a:sym typeface="Open Sans Bold" charset="0"/>
              </a:endParaRPr>
            </a:p>
          </p:txBody>
        </p:sp>
      </p:grpSp>
      <p:grpSp>
        <p:nvGrpSpPr>
          <p:cNvPr id="16389" name="Group 2"/>
          <p:cNvGrpSpPr/>
          <p:nvPr/>
        </p:nvGrpSpPr>
        <p:grpSpPr bwMode="auto">
          <a:xfrm>
            <a:off x="1358900" y="5956300"/>
            <a:ext cx="10361613" cy="1866900"/>
            <a:chOff x="1358900" y="5956300"/>
            <a:chExt cx="10361613" cy="1866900"/>
          </a:xfrm>
        </p:grpSpPr>
        <p:sp>
          <p:nvSpPr>
            <p:cNvPr id="17419" name="Line 2"/>
            <p:cNvSpPr>
              <a:spLocks noChangeShapeType="1"/>
            </p:cNvSpPr>
            <p:nvPr/>
          </p:nvSpPr>
          <p:spPr bwMode="auto">
            <a:xfrm>
              <a:off x="1358900" y="7823200"/>
              <a:ext cx="10361613" cy="0"/>
            </a:xfrm>
            <a:prstGeom prst="line">
              <a:avLst/>
            </a:prstGeom>
            <a:noFill/>
            <a:ln w="12700">
              <a:solidFill>
                <a:srgbClr val="FFFFFF">
                  <a:alpha val="29803"/>
                </a:srgbClr>
              </a:solidFill>
              <a:miter lim="800000"/>
            </a:ln>
          </p:spPr>
          <p:txBody>
            <a:bodyPr lIns="0" tIns="0" rIns="0" bIns="0"/>
            <a:lstStyle/>
            <a:p>
              <a:endParaRPr lang="en-US"/>
            </a:p>
          </p:txBody>
        </p:sp>
        <p:sp>
          <p:nvSpPr>
            <p:cNvPr id="17420" name="Rectangle 26"/>
            <p:cNvSpPr/>
            <p:nvPr/>
          </p:nvSpPr>
          <p:spPr bwMode="auto">
            <a:xfrm>
              <a:off x="4381500" y="5956300"/>
              <a:ext cx="7200900" cy="596900"/>
            </a:xfrm>
            <a:prstGeom prst="rect">
              <a:avLst/>
            </a:prstGeom>
            <a:noFill/>
            <a:ln>
              <a:noFill/>
            </a:ln>
          </p:spPr>
          <p:txBody>
            <a:bodyPr lIns="0" tIns="0" rIns="0" bIns="0" anchor="ctr"/>
            <a:lstStyle/>
            <a:p>
              <a:pPr algn="l"/>
              <a:r>
                <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rPr>
                <a:t>Successful landing page</a:t>
              </a:r>
              <a:endPar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endParaRPr>
            </a:p>
          </p:txBody>
        </p:sp>
        <p:sp>
          <p:nvSpPr>
            <p:cNvPr id="17421" name="Rectangle 27"/>
            <p:cNvSpPr/>
            <p:nvPr/>
          </p:nvSpPr>
          <p:spPr bwMode="auto">
            <a:xfrm>
              <a:off x="4381500" y="6515100"/>
              <a:ext cx="7200900" cy="914400"/>
            </a:xfrm>
            <a:prstGeom prst="rect">
              <a:avLst/>
            </a:prstGeom>
            <a:noFill/>
            <a:ln>
              <a:noFill/>
            </a:ln>
          </p:spPr>
          <p:txBody>
            <a:bodyPr lIns="0" tIns="0" rIns="0" bIns="0"/>
            <a:lstStyle/>
            <a:p>
              <a:pPr algn="l"/>
              <a:r>
                <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rPr>
                <a:t>Great landing page makes 47% sales than the original web home page.</a:t>
              </a:r>
              <a:endPar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7422" name="Rectangle 33"/>
            <p:cNvSpPr/>
            <p:nvPr/>
          </p:nvSpPr>
          <p:spPr bwMode="auto">
            <a:xfrm>
              <a:off x="1945779" y="6136958"/>
              <a:ext cx="1692771" cy="984885"/>
            </a:xfrm>
            <a:prstGeom prst="rect">
              <a:avLst/>
            </a:prstGeom>
            <a:noFill/>
            <a:ln>
              <a:noFill/>
            </a:ln>
          </p:spPr>
          <p:txBody>
            <a:bodyPr wrap="none" lIns="0" tIns="0" rIns="0" bIns="0" anchor="ctr">
              <a:spAutoFit/>
            </a:bodyPr>
            <a:lstStyle/>
            <a:p>
              <a:pPr algn="r"/>
              <a:r>
                <a:rPr lang="en-US" sz="6400" dirty="0">
                  <a:solidFill>
                    <a:srgbClr val="F6981F"/>
                  </a:solidFill>
                  <a:latin typeface="微软雅黑" panose="020B0503020204020204" charset="-122"/>
                  <a:ea typeface="MS PGothic" panose="020B0600070205080204" charset="-128"/>
                  <a:cs typeface="MS PGothic" panose="020B0600070205080204" charset="-128"/>
                  <a:sym typeface="Diavlo Black Regular" charset="0"/>
                </a:rPr>
                <a:t>47%</a:t>
              </a:r>
              <a:endParaRPr lang="en-US" sz="6400" dirty="0">
                <a:solidFill>
                  <a:srgbClr val="F6981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7423" name="Rectangle 37"/>
            <p:cNvSpPr/>
            <p:nvPr/>
          </p:nvSpPr>
          <p:spPr bwMode="auto">
            <a:xfrm>
              <a:off x="1727200" y="6946900"/>
              <a:ext cx="2065338" cy="596900"/>
            </a:xfrm>
            <a:prstGeom prst="rect">
              <a:avLst/>
            </a:prstGeom>
            <a:noFill/>
            <a:ln>
              <a:noFill/>
            </a:ln>
          </p:spPr>
          <p:txBody>
            <a:bodyPr wrap="none" lIns="0" tIns="0" rIns="0" bIns="0" anchor="ctr">
              <a:spAutoFit/>
            </a:bodyPr>
            <a:lstStyle/>
            <a:p>
              <a:pPr algn="l"/>
              <a:r>
                <a:rPr lang="en-US" sz="3000">
                  <a:solidFill>
                    <a:srgbClr val="F6981F"/>
                  </a:solidFill>
                  <a:latin typeface="Open Sans Bold" charset="0"/>
                  <a:ea typeface="MS PGothic" panose="020B0600070205080204" charset="-128"/>
                  <a:cs typeface="MS PGothic" panose="020B0600070205080204" charset="-128"/>
                  <a:sym typeface="Open Sans Bold" charset="0"/>
                </a:rPr>
                <a:t>more sale!</a:t>
              </a:r>
              <a:endParaRPr lang="en-US" sz="3000">
                <a:solidFill>
                  <a:srgbClr val="F6981F"/>
                </a:solidFill>
                <a:latin typeface="Open Sans Bold" charset="0"/>
                <a:ea typeface="MS PGothic" panose="020B0600070205080204" charset="-128"/>
                <a:cs typeface="MS PGothic" panose="020B0600070205080204" charset="-128"/>
                <a:sym typeface="Open Sans Bold" charset="0"/>
              </a:endParaRPr>
            </a:p>
          </p:txBody>
        </p:sp>
      </p:grpSp>
      <p:grpSp>
        <p:nvGrpSpPr>
          <p:cNvPr id="16390" name="Group 4"/>
          <p:cNvGrpSpPr/>
          <p:nvPr/>
        </p:nvGrpSpPr>
        <p:grpSpPr bwMode="auto">
          <a:xfrm>
            <a:off x="1600200" y="10274300"/>
            <a:ext cx="9982200" cy="1536700"/>
            <a:chOff x="1600200" y="10274300"/>
            <a:chExt cx="9982200" cy="1536700"/>
          </a:xfrm>
        </p:grpSpPr>
        <p:sp>
          <p:nvSpPr>
            <p:cNvPr id="17415" name="Rectangle 30"/>
            <p:cNvSpPr/>
            <p:nvPr/>
          </p:nvSpPr>
          <p:spPr bwMode="auto">
            <a:xfrm>
              <a:off x="4381500" y="10274300"/>
              <a:ext cx="7200900" cy="596900"/>
            </a:xfrm>
            <a:prstGeom prst="rect">
              <a:avLst/>
            </a:prstGeom>
            <a:noFill/>
            <a:ln>
              <a:noFill/>
            </a:ln>
          </p:spPr>
          <p:txBody>
            <a:bodyPr lIns="0" tIns="0" rIns="0" bIns="0" anchor="ctr"/>
            <a:lstStyle/>
            <a:p>
              <a:pPr algn="l"/>
              <a:r>
                <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rPr>
                <a:t>Increase leads!</a:t>
              </a:r>
              <a:endParaRPr lang="en-US" sz="3000" b="1" dirty="0">
                <a:solidFill>
                  <a:srgbClr val="FFFFFF"/>
                </a:solidFill>
                <a:latin typeface="微软雅黑" panose="020B0503020204020204" charset="-122"/>
                <a:ea typeface="MS PGothic" panose="020B0600070205080204" charset="-128"/>
                <a:cs typeface="MS PGothic" panose="020B0600070205080204" charset="-128"/>
                <a:sym typeface="Open Sans Bold" charset="0"/>
              </a:endParaRPr>
            </a:p>
          </p:txBody>
        </p:sp>
        <p:sp>
          <p:nvSpPr>
            <p:cNvPr id="17416" name="Rectangle 31"/>
            <p:cNvSpPr/>
            <p:nvPr/>
          </p:nvSpPr>
          <p:spPr bwMode="auto">
            <a:xfrm>
              <a:off x="4381500" y="10883900"/>
              <a:ext cx="5143500" cy="914400"/>
            </a:xfrm>
            <a:prstGeom prst="rect">
              <a:avLst/>
            </a:prstGeom>
            <a:noFill/>
            <a:ln>
              <a:noFill/>
            </a:ln>
          </p:spPr>
          <p:txBody>
            <a:bodyPr lIns="0" tIns="0" rIns="0" bIns="0"/>
            <a:lstStyle/>
            <a:p>
              <a:pPr algn="l"/>
              <a:r>
                <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rPr>
                <a:t>Great landing page also increase leads by (average) 8%.</a:t>
              </a:r>
              <a:endPar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7417" name="Rectangle 35"/>
            <p:cNvSpPr/>
            <p:nvPr/>
          </p:nvSpPr>
          <p:spPr bwMode="auto">
            <a:xfrm>
              <a:off x="2210780" y="10327958"/>
              <a:ext cx="1211870" cy="984885"/>
            </a:xfrm>
            <a:prstGeom prst="rect">
              <a:avLst/>
            </a:prstGeom>
            <a:noFill/>
            <a:ln>
              <a:noFill/>
            </a:ln>
          </p:spPr>
          <p:txBody>
            <a:bodyPr wrap="none" lIns="0" tIns="0" rIns="0" bIns="0" anchor="ctr">
              <a:spAutoFit/>
            </a:bodyPr>
            <a:lstStyle/>
            <a:p>
              <a:pPr algn="r"/>
              <a:r>
                <a:rPr lang="en-US" sz="6400" dirty="0">
                  <a:solidFill>
                    <a:srgbClr val="368FE2"/>
                  </a:solidFill>
                  <a:latin typeface="微软雅黑" panose="020B0503020204020204" charset="-122"/>
                  <a:ea typeface="MS PGothic" panose="020B0600070205080204" charset="-128"/>
                  <a:cs typeface="MS PGothic" panose="020B0600070205080204" charset="-128"/>
                  <a:sym typeface="Diavlo Black Regular" charset="0"/>
                </a:rPr>
                <a:t>8%</a:t>
              </a:r>
              <a:endParaRPr lang="en-US" sz="6400" dirty="0">
                <a:solidFill>
                  <a:srgbClr val="368FE2"/>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7418" name="Rectangle 38"/>
            <p:cNvSpPr/>
            <p:nvPr/>
          </p:nvSpPr>
          <p:spPr bwMode="auto">
            <a:xfrm>
              <a:off x="1600200" y="11214100"/>
              <a:ext cx="2306638" cy="596900"/>
            </a:xfrm>
            <a:prstGeom prst="rect">
              <a:avLst/>
            </a:prstGeom>
            <a:noFill/>
            <a:ln>
              <a:noFill/>
            </a:ln>
          </p:spPr>
          <p:txBody>
            <a:bodyPr wrap="none" lIns="0" tIns="0" rIns="0" bIns="0" anchor="ctr">
              <a:spAutoFit/>
            </a:bodyPr>
            <a:lstStyle/>
            <a:p>
              <a:pPr algn="l"/>
              <a:r>
                <a:rPr lang="en-US" sz="3000">
                  <a:solidFill>
                    <a:srgbClr val="368FE2"/>
                  </a:solidFill>
                  <a:latin typeface="Open Sans Bold" charset="0"/>
                  <a:ea typeface="MS PGothic" panose="020B0600070205080204" charset="-128"/>
                  <a:cs typeface="MS PGothic" panose="020B0600070205080204" charset="-128"/>
                  <a:sym typeface="Open Sans Bold" charset="0"/>
                </a:rPr>
                <a:t>more leads!</a:t>
              </a:r>
              <a:endParaRPr lang="en-US" sz="3000">
                <a:solidFill>
                  <a:srgbClr val="368FE2"/>
                </a:solidFill>
                <a:latin typeface="Open Sans Bold" charset="0"/>
                <a:ea typeface="MS PGothic" panose="020B0600070205080204" charset="-128"/>
                <a:cs typeface="MS PGothic" panose="020B0600070205080204" charset="-128"/>
                <a:sym typeface="Open Sans Bold" charset="0"/>
              </a:endParaRPr>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ppt_x"/>
                                          </p:val>
                                        </p:tav>
                                        <p:tav tm="100000">
                                          <p:val>
                                            <p:strVal val="#ppt_x"/>
                                          </p:val>
                                        </p:tav>
                                      </p:tavLst>
                                    </p:anim>
                                    <p:anim calcmode="lin" valueType="num">
                                      <p:cBhvr additive="base">
                                        <p:cTn id="8" dur="500" fill="hold"/>
                                        <p:tgtEl>
                                          <p:spTgt spid="163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6387"/>
                                        </p:tgtEl>
                                        <p:attrNameLst>
                                          <p:attrName>style.visibility</p:attrName>
                                        </p:attrNameLst>
                                      </p:cBhvr>
                                      <p:to>
                                        <p:strVal val="visible"/>
                                      </p:to>
                                    </p:set>
                                    <p:anim calcmode="lin" valueType="num">
                                      <p:cBhvr additive="base">
                                        <p:cTn id="13" dur="500"/>
                                        <p:tgtEl>
                                          <p:spTgt spid="16387"/>
                                        </p:tgtEl>
                                        <p:attrNameLst>
                                          <p:attrName>ppt_y</p:attrName>
                                        </p:attrNameLst>
                                      </p:cBhvr>
                                      <p:tavLst>
                                        <p:tav tm="0">
                                          <p:val>
                                            <p:strVal val="#ppt_y+#ppt_h*1.125000"/>
                                          </p:val>
                                        </p:tav>
                                        <p:tav tm="100000">
                                          <p:val>
                                            <p:strVal val="#ppt_y"/>
                                          </p:val>
                                        </p:tav>
                                      </p:tavLst>
                                    </p:anim>
                                    <p:animEffect transition="in" filter="wipe(up)">
                                      <p:cBhvr>
                                        <p:cTn id="14" dur="500"/>
                                        <p:tgtEl>
                                          <p:spTgt spid="1638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6388"/>
                                        </p:tgtEl>
                                        <p:attrNameLst>
                                          <p:attrName>style.visibility</p:attrName>
                                        </p:attrNameLst>
                                      </p:cBhvr>
                                      <p:to>
                                        <p:strVal val="visible"/>
                                      </p:to>
                                    </p:set>
                                    <p:anim calcmode="lin" valueType="num">
                                      <p:cBhvr additive="base">
                                        <p:cTn id="19" dur="500"/>
                                        <p:tgtEl>
                                          <p:spTgt spid="16388"/>
                                        </p:tgtEl>
                                        <p:attrNameLst>
                                          <p:attrName>ppt_y</p:attrName>
                                        </p:attrNameLst>
                                      </p:cBhvr>
                                      <p:tavLst>
                                        <p:tav tm="0">
                                          <p:val>
                                            <p:strVal val="#ppt_y+#ppt_h*1.125000"/>
                                          </p:val>
                                        </p:tav>
                                        <p:tav tm="100000">
                                          <p:val>
                                            <p:strVal val="#ppt_y"/>
                                          </p:val>
                                        </p:tav>
                                      </p:tavLst>
                                    </p:anim>
                                    <p:animEffect transition="in" filter="wipe(up)">
                                      <p:cBhvr>
                                        <p:cTn id="20" dur="500"/>
                                        <p:tgtEl>
                                          <p:spTgt spid="1638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16389"/>
                                        </p:tgtEl>
                                        <p:attrNameLst>
                                          <p:attrName>style.visibility</p:attrName>
                                        </p:attrNameLst>
                                      </p:cBhvr>
                                      <p:to>
                                        <p:strVal val="visible"/>
                                      </p:to>
                                    </p:set>
                                    <p:anim calcmode="lin" valueType="num">
                                      <p:cBhvr additive="base">
                                        <p:cTn id="25" dur="500"/>
                                        <p:tgtEl>
                                          <p:spTgt spid="16389"/>
                                        </p:tgtEl>
                                        <p:attrNameLst>
                                          <p:attrName>ppt_y</p:attrName>
                                        </p:attrNameLst>
                                      </p:cBhvr>
                                      <p:tavLst>
                                        <p:tav tm="0">
                                          <p:val>
                                            <p:strVal val="#ppt_y+#ppt_h*1.125000"/>
                                          </p:val>
                                        </p:tav>
                                        <p:tav tm="100000">
                                          <p:val>
                                            <p:strVal val="#ppt_y"/>
                                          </p:val>
                                        </p:tav>
                                      </p:tavLst>
                                    </p:anim>
                                    <p:animEffect transition="in" filter="wipe(up)">
                                      <p:cBhvr>
                                        <p:cTn id="26" dur="500"/>
                                        <p:tgtEl>
                                          <p:spTgt spid="1638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6390"/>
                                        </p:tgtEl>
                                        <p:attrNameLst>
                                          <p:attrName>style.visibility</p:attrName>
                                        </p:attrNameLst>
                                      </p:cBhvr>
                                      <p:to>
                                        <p:strVal val="visible"/>
                                      </p:to>
                                    </p:set>
                                    <p:anim calcmode="lin" valueType="num">
                                      <p:cBhvr additive="base">
                                        <p:cTn id="31" dur="500"/>
                                        <p:tgtEl>
                                          <p:spTgt spid="16390"/>
                                        </p:tgtEl>
                                        <p:attrNameLst>
                                          <p:attrName>ppt_y</p:attrName>
                                        </p:attrNameLst>
                                      </p:cBhvr>
                                      <p:tavLst>
                                        <p:tav tm="0">
                                          <p:val>
                                            <p:strVal val="#ppt_y+#ppt_h*1.125000"/>
                                          </p:val>
                                        </p:tav>
                                        <p:tav tm="100000">
                                          <p:val>
                                            <p:strVal val="#ppt_y"/>
                                          </p:val>
                                        </p:tav>
                                      </p:tavLst>
                                    </p:anim>
                                    <p:animEffect transition="in" filter="wipe(up)">
                                      <p:cBhvr>
                                        <p:cTn id="32"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5"/>
          <p:cNvSpPr/>
          <p:nvPr/>
        </p:nvSpPr>
        <p:spPr bwMode="auto">
          <a:xfrm>
            <a:off x="1358900" y="919803"/>
            <a:ext cx="7271221"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关于移动端搜索</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17410" name="Group 38"/>
          <p:cNvGrpSpPr/>
          <p:nvPr/>
        </p:nvGrpSpPr>
        <p:grpSpPr bwMode="auto">
          <a:xfrm rot="-538546">
            <a:off x="1447800" y="3200400"/>
            <a:ext cx="4724400" cy="8153400"/>
            <a:chOff x="1447800" y="3200400"/>
            <a:chExt cx="4724400" cy="8153400"/>
          </a:xfrm>
        </p:grpSpPr>
        <p:sp>
          <p:nvSpPr>
            <p:cNvPr id="18457" name="Rounded Rectangle 5"/>
            <p:cNvSpPr>
              <a:spLocks noChangeArrowheads="1"/>
            </p:cNvSpPr>
            <p:nvPr/>
          </p:nvSpPr>
          <p:spPr bwMode="auto">
            <a:xfrm rot="322367">
              <a:off x="1447800" y="3200400"/>
              <a:ext cx="4724400" cy="8153400"/>
            </a:xfrm>
            <a:prstGeom prst="roundRect">
              <a:avLst>
                <a:gd name="adj" fmla="val 3227"/>
              </a:avLst>
            </a:prstGeom>
            <a:solidFill>
              <a:srgbClr val="B0B6BB"/>
            </a:solidFill>
            <a:ln>
              <a:noFill/>
            </a:ln>
            <a:effectLst>
              <a:outerShdw dist="165100" dir="2700000" algn="tl" rotWithShape="0">
                <a:srgbClr val="000000">
                  <a:alpha val="20998"/>
                </a:srgbClr>
              </a:outerShdw>
            </a:effectLst>
          </p:spPr>
          <p:txBody>
            <a:bodyPr/>
            <a:lstStyle/>
            <a:p>
              <a:endParaRPr lang="en-US"/>
            </a:p>
          </p:txBody>
        </p:sp>
        <p:sp>
          <p:nvSpPr>
            <p:cNvPr id="18458" name="Rectangle 6"/>
            <p:cNvSpPr>
              <a:spLocks noChangeArrowheads="1"/>
            </p:cNvSpPr>
            <p:nvPr/>
          </p:nvSpPr>
          <p:spPr bwMode="auto">
            <a:xfrm rot="322367">
              <a:off x="1712075" y="3583074"/>
              <a:ext cx="4267200" cy="6629400"/>
            </a:xfrm>
            <a:prstGeom prst="rect">
              <a:avLst/>
            </a:prstGeom>
            <a:solidFill>
              <a:schemeClr val="bg1"/>
            </a:solidFill>
            <a:ln>
              <a:noFill/>
            </a:ln>
          </p:spPr>
          <p:txBody>
            <a:bodyPr/>
            <a:lstStyle/>
            <a:p>
              <a:endParaRPr lang="en-US"/>
            </a:p>
          </p:txBody>
        </p:sp>
        <p:sp>
          <p:nvSpPr>
            <p:cNvPr id="8" name="Oval 7"/>
            <p:cNvSpPr/>
            <p:nvPr/>
          </p:nvSpPr>
          <p:spPr bwMode="auto">
            <a:xfrm rot="322367">
              <a:off x="3279115" y="10645779"/>
              <a:ext cx="381000" cy="381000"/>
            </a:xfrm>
            <a:prstGeom prst="ellipse">
              <a:avLst/>
            </a:prstGeom>
            <a:solidFill>
              <a:schemeClr val="tx1">
                <a:lumMod val="50000"/>
                <a:lumOff val="50000"/>
              </a:schemeClr>
            </a:solidFill>
            <a:ln w="25400" cap="flat" cmpd="sng" algn="ctr">
              <a:noFill/>
              <a:prstDash val="solid"/>
              <a:round/>
              <a:headEnd type="none" w="med" len="med"/>
              <a:tailEnd type="none" w="med" len="med"/>
            </a:ln>
            <a:effectLst/>
          </p:spPr>
          <p:txBody>
            <a:bodyPr/>
            <a:lstStyle/>
            <a:p>
              <a:pPr>
                <a:defRPr/>
              </a:pPr>
              <a:endParaRPr lang="en-US"/>
            </a:p>
          </p:txBody>
        </p:sp>
        <p:sp>
          <p:nvSpPr>
            <p:cNvPr id="21" name="Rectangle 29"/>
            <p:cNvSpPr/>
            <p:nvPr/>
          </p:nvSpPr>
          <p:spPr bwMode="auto">
            <a:xfrm rot="322367">
              <a:off x="2107599" y="4805754"/>
              <a:ext cx="3733800" cy="1333500"/>
            </a:xfrm>
            <a:prstGeom prst="rect">
              <a:avLst/>
            </a:prstGeom>
            <a:noFill/>
            <a:ln>
              <a:noFill/>
            </a:ln>
          </p:spPr>
          <p:txBody>
            <a:bodyPr lIns="0" tIns="0" rIns="0" bIns="0"/>
            <a:lstStyle/>
            <a:p>
              <a:pPr>
                <a:defRPr/>
              </a:pPr>
              <a:r>
                <a:rPr lang="en-US" sz="2700" b="1"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Mobile Search</a:t>
              </a:r>
              <a:endParaRPr lang="en-US" sz="2700" b="1"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a:p>
              <a:pPr>
                <a:defRPr/>
              </a:pPr>
              <a:r>
                <a:rPr lang="en-US" sz="2700" b="1"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Has grown</a:t>
              </a:r>
              <a:endParaRPr lang="en-US" sz="2700" b="1"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sp>
          <p:nvSpPr>
            <p:cNvPr id="18461" name="Rectangle 32"/>
            <p:cNvSpPr/>
            <p:nvPr/>
          </p:nvSpPr>
          <p:spPr bwMode="auto">
            <a:xfrm rot="322367">
              <a:off x="2636975" y="5660333"/>
              <a:ext cx="2750753" cy="1246495"/>
            </a:xfrm>
            <a:prstGeom prst="rect">
              <a:avLst/>
            </a:prstGeom>
            <a:noFill/>
            <a:ln>
              <a:noFill/>
            </a:ln>
          </p:spPr>
          <p:txBody>
            <a:bodyPr wrap="none" lIns="0" tIns="0" rIns="0" bIns="0" anchor="ctr">
              <a:spAutoFit/>
            </a:bodyPr>
            <a:lstStyle/>
            <a:p>
              <a:r>
                <a:rPr lang="en-US" sz="8100" dirty="0">
                  <a:solidFill>
                    <a:srgbClr val="7DB546"/>
                  </a:solidFill>
                  <a:latin typeface="微软雅黑" panose="020B0503020204020204" charset="-122"/>
                  <a:ea typeface="MS PGothic" panose="020B0600070205080204" charset="-128"/>
                  <a:cs typeface="MS PGothic" panose="020B0600070205080204" charset="-128"/>
                  <a:sym typeface="Diavlo Black Regular" charset="0"/>
                </a:rPr>
                <a:t>500%</a:t>
              </a:r>
              <a:endParaRPr lang="en-US" sz="8100" dirty="0">
                <a:solidFill>
                  <a:srgbClr val="7DB546"/>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8462" name="Rectangle 29"/>
            <p:cNvSpPr/>
            <p:nvPr/>
          </p:nvSpPr>
          <p:spPr bwMode="auto">
            <a:xfrm rot="322367">
              <a:off x="1782562" y="8603067"/>
              <a:ext cx="3733800" cy="762000"/>
            </a:xfrm>
            <a:prstGeom prst="rect">
              <a:avLst/>
            </a:prstGeom>
            <a:noFill/>
            <a:ln>
              <a:noFill/>
            </a:ln>
          </p:spPr>
          <p:txBody>
            <a:bodyPr lIns="0" tIns="0" rIns="0" bIns="0"/>
            <a:lstStyle/>
            <a:p>
              <a:r>
                <a:rPr lang="en-US" b="1">
                  <a:solidFill>
                    <a:srgbClr val="7DB546"/>
                  </a:solidFill>
                  <a:latin typeface="Open Sans Bold" charset="0"/>
                  <a:ea typeface="MS PGothic" panose="020B0600070205080204" charset="-128"/>
                  <a:cs typeface="MS PGothic" panose="020B0600070205080204" charset="-128"/>
                  <a:sym typeface="Open Sans Bold" charset="0"/>
                </a:rPr>
                <a:t>Years</a:t>
              </a:r>
              <a:endParaRPr lang="en-US" b="1">
                <a:solidFill>
                  <a:srgbClr val="7DB546"/>
                </a:solidFill>
                <a:latin typeface="Open Sans Bold" charset="0"/>
                <a:ea typeface="MS PGothic" panose="020B0600070205080204" charset="-128"/>
                <a:cs typeface="MS PGothic" panose="020B0600070205080204" charset="-128"/>
                <a:sym typeface="Open Sans Bold" charset="0"/>
              </a:endParaRPr>
            </a:p>
          </p:txBody>
        </p:sp>
        <p:sp>
          <p:nvSpPr>
            <p:cNvPr id="18463" name="Rectangle 32"/>
            <p:cNvSpPr/>
            <p:nvPr/>
          </p:nvSpPr>
          <p:spPr bwMode="auto">
            <a:xfrm rot="322367">
              <a:off x="3275345" y="7464025"/>
              <a:ext cx="916918" cy="1246495"/>
            </a:xfrm>
            <a:prstGeom prst="rect">
              <a:avLst/>
            </a:prstGeom>
            <a:noFill/>
            <a:ln>
              <a:noFill/>
            </a:ln>
          </p:spPr>
          <p:txBody>
            <a:bodyPr wrap="none" lIns="0" tIns="0" rIns="0" bIns="0" anchor="ctr">
              <a:spAutoFit/>
            </a:bodyPr>
            <a:lstStyle/>
            <a:p>
              <a:r>
                <a:rPr lang="en-US" sz="8100" dirty="0">
                  <a:solidFill>
                    <a:srgbClr val="7DB546"/>
                  </a:solidFill>
                  <a:latin typeface="微软雅黑" panose="020B0503020204020204" charset="-122"/>
                  <a:ea typeface="MS PGothic" panose="020B0600070205080204" charset="-128"/>
                  <a:cs typeface="MS PGothic" panose="020B0600070205080204" charset="-128"/>
                  <a:sym typeface="Diavlo Black Regular" charset="0"/>
                </a:rPr>
                <a:t>2 </a:t>
              </a:r>
              <a:endParaRPr lang="en-US" sz="4000" dirty="0">
                <a:solidFill>
                  <a:srgbClr val="7DB546"/>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5" name="Rectangle 29"/>
            <p:cNvSpPr/>
            <p:nvPr/>
          </p:nvSpPr>
          <p:spPr bwMode="auto">
            <a:xfrm rot="322367">
              <a:off x="1931540" y="7009991"/>
              <a:ext cx="3733800" cy="762000"/>
            </a:xfrm>
            <a:prstGeom prst="rect">
              <a:avLst/>
            </a:prstGeom>
            <a:noFill/>
            <a:ln>
              <a:noFill/>
            </a:ln>
          </p:spPr>
          <p:txBody>
            <a:bodyPr lIns="0" tIns="0" rIns="0" bIns="0"/>
            <a:lstStyle/>
            <a:p>
              <a:pPr>
                <a:defRPr/>
              </a:pPr>
              <a:r>
                <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In the past</a:t>
              </a:r>
              <a:endPar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grpSp>
      <p:grpSp>
        <p:nvGrpSpPr>
          <p:cNvPr id="17411" name="Group 40"/>
          <p:cNvGrpSpPr/>
          <p:nvPr/>
        </p:nvGrpSpPr>
        <p:grpSpPr bwMode="auto">
          <a:xfrm>
            <a:off x="6934200" y="4191000"/>
            <a:ext cx="4724400" cy="8153400"/>
            <a:chOff x="6934200" y="4191000"/>
            <a:chExt cx="4724400" cy="8153400"/>
          </a:xfrm>
        </p:grpSpPr>
        <p:sp>
          <p:nvSpPr>
            <p:cNvPr id="18451" name="Rounded Rectangle 8"/>
            <p:cNvSpPr>
              <a:spLocks noChangeArrowheads="1"/>
            </p:cNvSpPr>
            <p:nvPr/>
          </p:nvSpPr>
          <p:spPr bwMode="auto">
            <a:xfrm>
              <a:off x="6934200" y="4191000"/>
              <a:ext cx="4724400" cy="8153400"/>
            </a:xfrm>
            <a:prstGeom prst="roundRect">
              <a:avLst>
                <a:gd name="adj" fmla="val 3227"/>
              </a:avLst>
            </a:prstGeom>
            <a:solidFill>
              <a:srgbClr val="B0B6BB"/>
            </a:solidFill>
            <a:ln>
              <a:noFill/>
            </a:ln>
            <a:effectLst>
              <a:outerShdw dist="165100" dir="2700000" algn="tl" rotWithShape="0">
                <a:srgbClr val="000000">
                  <a:alpha val="20998"/>
                </a:srgbClr>
              </a:outerShdw>
            </a:effectLst>
          </p:spPr>
          <p:txBody>
            <a:bodyPr/>
            <a:lstStyle/>
            <a:p>
              <a:endParaRPr lang="en-US"/>
            </a:p>
          </p:txBody>
        </p:sp>
        <p:sp>
          <p:nvSpPr>
            <p:cNvPr id="18452" name="Rectangle 9"/>
            <p:cNvSpPr>
              <a:spLocks noChangeArrowheads="1"/>
            </p:cNvSpPr>
            <p:nvPr/>
          </p:nvSpPr>
          <p:spPr bwMode="auto">
            <a:xfrm>
              <a:off x="7162800" y="4572000"/>
              <a:ext cx="4267200" cy="6629400"/>
            </a:xfrm>
            <a:prstGeom prst="rect">
              <a:avLst/>
            </a:prstGeom>
            <a:solidFill>
              <a:schemeClr val="bg1"/>
            </a:solidFill>
            <a:ln>
              <a:noFill/>
            </a:ln>
          </p:spPr>
          <p:txBody>
            <a:bodyPr/>
            <a:lstStyle/>
            <a:p>
              <a:endParaRPr lang="en-US"/>
            </a:p>
          </p:txBody>
        </p:sp>
        <p:sp>
          <p:nvSpPr>
            <p:cNvPr id="11" name="Oval 10"/>
            <p:cNvSpPr/>
            <p:nvPr/>
          </p:nvSpPr>
          <p:spPr bwMode="auto">
            <a:xfrm>
              <a:off x="9067800" y="11658600"/>
              <a:ext cx="381000" cy="381000"/>
            </a:xfrm>
            <a:prstGeom prst="ellipse">
              <a:avLst/>
            </a:prstGeom>
            <a:solidFill>
              <a:schemeClr val="tx1">
                <a:lumMod val="50000"/>
                <a:lumOff val="50000"/>
              </a:schemeClr>
            </a:solidFill>
            <a:ln w="25400" cap="flat" cmpd="sng" algn="ctr">
              <a:noFill/>
              <a:prstDash val="solid"/>
              <a:round/>
              <a:headEnd type="none" w="med" len="med"/>
              <a:tailEnd type="none" w="med" len="med"/>
            </a:ln>
            <a:effectLst/>
          </p:spPr>
          <p:txBody>
            <a:bodyPr/>
            <a:lstStyle/>
            <a:p>
              <a:pPr>
                <a:defRPr/>
              </a:pPr>
              <a:endParaRPr lang="en-US"/>
            </a:p>
          </p:txBody>
        </p:sp>
        <p:sp>
          <p:nvSpPr>
            <p:cNvPr id="18454" name="Rectangle 32"/>
            <p:cNvSpPr/>
            <p:nvPr/>
          </p:nvSpPr>
          <p:spPr bwMode="auto">
            <a:xfrm>
              <a:off x="8226159" y="5736595"/>
              <a:ext cx="2216683" cy="1246495"/>
            </a:xfrm>
            <a:prstGeom prst="rect">
              <a:avLst/>
            </a:prstGeom>
            <a:noFill/>
            <a:ln>
              <a:noFill/>
            </a:ln>
          </p:spPr>
          <p:txBody>
            <a:bodyPr wrap="none" lIns="0" tIns="0" rIns="0" bIns="0" anchor="ctr">
              <a:spAutoFit/>
            </a:bodyPr>
            <a:lstStyle/>
            <a:p>
              <a:r>
                <a:rPr lang="en-US" sz="8100" dirty="0">
                  <a:solidFill>
                    <a:srgbClr val="F7991F"/>
                  </a:solidFill>
                  <a:latin typeface="微软雅黑" panose="020B0503020204020204" charset="-122"/>
                  <a:ea typeface="MS PGothic" panose="020B0600070205080204" charset="-128"/>
                  <a:cs typeface="MS PGothic" panose="020B0600070205080204" charset="-128"/>
                  <a:sym typeface="Diavlo Black Regular" charset="0"/>
                </a:rPr>
                <a:t>81%</a:t>
              </a:r>
              <a:endParaRPr lang="en-US" sz="8100" dirty="0">
                <a:solidFill>
                  <a:srgbClr val="F7991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7" name="Rectangle 29"/>
            <p:cNvSpPr/>
            <p:nvPr/>
          </p:nvSpPr>
          <p:spPr bwMode="auto">
            <a:xfrm>
              <a:off x="7467600" y="7185025"/>
              <a:ext cx="3733800" cy="2209800"/>
            </a:xfrm>
            <a:prstGeom prst="rect">
              <a:avLst/>
            </a:prstGeom>
            <a:noFill/>
            <a:ln>
              <a:noFill/>
            </a:ln>
          </p:spPr>
          <p:txBody>
            <a:bodyPr lIns="0" tIns="0" rIns="0" bIns="0"/>
            <a:lstStyle/>
            <a:p>
              <a:pPr>
                <a:defRPr/>
              </a:pPr>
              <a:r>
                <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Of conversions (store visit, call or purchase) triggered by mobile search</a:t>
              </a:r>
              <a:endPar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a:p>
              <a:pPr>
                <a:defRPr/>
              </a:pPr>
              <a:r>
                <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Occur within</a:t>
              </a:r>
              <a:endPar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sp>
          <p:nvSpPr>
            <p:cNvPr id="18456" name="Rectangle 32"/>
            <p:cNvSpPr/>
            <p:nvPr/>
          </p:nvSpPr>
          <p:spPr bwMode="auto">
            <a:xfrm>
              <a:off x="8491513" y="9296400"/>
              <a:ext cx="1685974" cy="984885"/>
            </a:xfrm>
            <a:prstGeom prst="rect">
              <a:avLst/>
            </a:prstGeom>
            <a:noFill/>
            <a:ln>
              <a:noFill/>
            </a:ln>
          </p:spPr>
          <p:txBody>
            <a:bodyPr wrap="none" lIns="0" tIns="0" rIns="0" bIns="0" anchor="ctr">
              <a:spAutoFit/>
            </a:bodyPr>
            <a:lstStyle/>
            <a:p>
              <a:r>
                <a:rPr lang="en-US" sz="6400" dirty="0">
                  <a:solidFill>
                    <a:srgbClr val="F7991F"/>
                  </a:solidFill>
                  <a:latin typeface="微软雅黑" panose="020B0503020204020204" charset="-122"/>
                  <a:ea typeface="MS PGothic" panose="020B0600070205080204" charset="-128"/>
                  <a:cs typeface="MS PGothic" panose="020B0600070205080204" charset="-128"/>
                  <a:sym typeface="Diavlo Black Regular" charset="0"/>
                </a:rPr>
                <a:t>5hrs</a:t>
              </a:r>
              <a:endParaRPr lang="en-US" sz="6400" dirty="0">
                <a:solidFill>
                  <a:srgbClr val="F7991F"/>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17412" name="Group 39"/>
          <p:cNvGrpSpPr/>
          <p:nvPr/>
        </p:nvGrpSpPr>
        <p:grpSpPr bwMode="auto">
          <a:xfrm rot="502027">
            <a:off x="12420600" y="3200400"/>
            <a:ext cx="4724400" cy="8153400"/>
            <a:chOff x="12420600" y="3200400"/>
            <a:chExt cx="4724400" cy="8153400"/>
          </a:xfrm>
        </p:grpSpPr>
        <p:sp>
          <p:nvSpPr>
            <p:cNvPr id="18445" name="Rounded Rectangle 13"/>
            <p:cNvSpPr>
              <a:spLocks noChangeArrowheads="1"/>
            </p:cNvSpPr>
            <p:nvPr/>
          </p:nvSpPr>
          <p:spPr bwMode="auto">
            <a:xfrm rot="-268915">
              <a:off x="12420600" y="3200400"/>
              <a:ext cx="4724400" cy="8153400"/>
            </a:xfrm>
            <a:prstGeom prst="roundRect">
              <a:avLst>
                <a:gd name="adj" fmla="val 3227"/>
              </a:avLst>
            </a:prstGeom>
            <a:solidFill>
              <a:srgbClr val="B0B6BB"/>
            </a:solidFill>
            <a:ln>
              <a:noFill/>
            </a:ln>
            <a:effectLst>
              <a:outerShdw dist="165100" dir="2700000" algn="tl" rotWithShape="0">
                <a:srgbClr val="000000">
                  <a:alpha val="20998"/>
                </a:srgbClr>
              </a:outerShdw>
            </a:effectLst>
          </p:spPr>
          <p:txBody>
            <a:bodyPr/>
            <a:lstStyle/>
            <a:p>
              <a:endParaRPr lang="en-US"/>
            </a:p>
          </p:txBody>
        </p:sp>
        <p:sp>
          <p:nvSpPr>
            <p:cNvPr id="18446" name="Rectangle 14"/>
            <p:cNvSpPr>
              <a:spLocks noChangeArrowheads="1"/>
            </p:cNvSpPr>
            <p:nvPr/>
          </p:nvSpPr>
          <p:spPr bwMode="auto">
            <a:xfrm rot="-268915">
              <a:off x="12619427" y="3582565"/>
              <a:ext cx="4267200" cy="6629400"/>
            </a:xfrm>
            <a:prstGeom prst="rect">
              <a:avLst/>
            </a:prstGeom>
            <a:solidFill>
              <a:schemeClr val="bg1"/>
            </a:solidFill>
            <a:ln>
              <a:noFill/>
            </a:ln>
          </p:spPr>
          <p:txBody>
            <a:bodyPr/>
            <a:lstStyle/>
            <a:p>
              <a:endParaRPr lang="en-US"/>
            </a:p>
          </p:txBody>
        </p:sp>
        <p:sp>
          <p:nvSpPr>
            <p:cNvPr id="16" name="Oval 15"/>
            <p:cNvSpPr/>
            <p:nvPr/>
          </p:nvSpPr>
          <p:spPr bwMode="auto">
            <a:xfrm rot="21331085">
              <a:off x="14828661" y="10657326"/>
              <a:ext cx="381000" cy="381000"/>
            </a:xfrm>
            <a:prstGeom prst="ellipse">
              <a:avLst/>
            </a:prstGeom>
            <a:solidFill>
              <a:schemeClr val="tx1">
                <a:lumMod val="50000"/>
                <a:lumOff val="50000"/>
              </a:schemeClr>
            </a:solidFill>
            <a:ln w="25400" cap="flat" cmpd="sng" algn="ctr">
              <a:noFill/>
              <a:prstDash val="solid"/>
              <a:round/>
              <a:headEnd type="none" w="med" len="med"/>
              <a:tailEnd type="none" w="med" len="med"/>
            </a:ln>
            <a:effectLst/>
          </p:spPr>
          <p:txBody>
            <a:bodyPr/>
            <a:lstStyle/>
            <a:p>
              <a:pPr>
                <a:defRPr/>
              </a:pPr>
              <a:endParaRPr lang="en-US"/>
            </a:p>
          </p:txBody>
        </p:sp>
        <p:sp>
          <p:nvSpPr>
            <p:cNvPr id="29" name="Rectangle 29"/>
            <p:cNvSpPr/>
            <p:nvPr/>
          </p:nvSpPr>
          <p:spPr bwMode="auto">
            <a:xfrm rot="21331085">
              <a:off x="12803838" y="5102992"/>
              <a:ext cx="3733800" cy="533400"/>
            </a:xfrm>
            <a:prstGeom prst="rect">
              <a:avLst/>
            </a:prstGeom>
            <a:noFill/>
            <a:ln>
              <a:noFill/>
            </a:ln>
          </p:spPr>
          <p:txBody>
            <a:bodyPr lIns="0" tIns="0" rIns="0" bIns="0"/>
            <a:lstStyle/>
            <a:p>
              <a:pPr>
                <a:defRPr/>
              </a:pPr>
              <a:r>
                <a:rPr lang="en-US" sz="2700" b="1"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Mobile Search</a:t>
              </a:r>
              <a:endParaRPr lang="en-US" sz="2700" b="1"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sp>
          <p:nvSpPr>
            <p:cNvPr id="18449" name="Rectangle 32"/>
            <p:cNvSpPr/>
            <p:nvPr/>
          </p:nvSpPr>
          <p:spPr bwMode="auto">
            <a:xfrm rot="21331085">
              <a:off x="13424605" y="5637421"/>
              <a:ext cx="2710677" cy="2231380"/>
            </a:xfrm>
            <a:prstGeom prst="rect">
              <a:avLst/>
            </a:prstGeom>
            <a:noFill/>
            <a:ln>
              <a:noFill/>
            </a:ln>
          </p:spPr>
          <p:txBody>
            <a:bodyPr wrap="none" lIns="0" tIns="0" rIns="0" bIns="0" anchor="ctr">
              <a:spAutoFit/>
            </a:bodyPr>
            <a:lstStyle/>
            <a:p>
              <a:r>
                <a:rPr lang="en-US" sz="6400" dirty="0">
                  <a:solidFill>
                    <a:srgbClr val="ED1F3A"/>
                  </a:solidFill>
                  <a:latin typeface="微软雅黑" panose="020B0503020204020204" charset="-122"/>
                  <a:ea typeface="MS PGothic" panose="020B0600070205080204" charset="-128"/>
                  <a:cs typeface="MS PGothic" panose="020B0600070205080204" charset="-128"/>
                  <a:sym typeface="Diavlo Black Regular" charset="0"/>
                </a:rPr>
                <a:t>Always</a:t>
              </a:r>
              <a:endParaRPr lang="en-US" sz="6400" dirty="0">
                <a:solidFill>
                  <a:srgbClr val="ED1F3A"/>
                </a:solidFill>
                <a:latin typeface="微软雅黑" panose="020B0503020204020204" charset="-122"/>
                <a:ea typeface="MS PGothic" panose="020B0600070205080204" charset="-128"/>
                <a:cs typeface="MS PGothic" panose="020B0600070205080204" charset="-128"/>
                <a:sym typeface="Diavlo Black Regular" charset="0"/>
              </a:endParaRPr>
            </a:p>
            <a:p>
              <a:r>
                <a:rPr lang="en-US" sz="8100" dirty="0">
                  <a:solidFill>
                    <a:srgbClr val="ED1F3A"/>
                  </a:solidFill>
                  <a:latin typeface="微软雅黑" panose="020B0503020204020204" charset="-122"/>
                  <a:ea typeface="MS PGothic" panose="020B0600070205080204" charset="-128"/>
                  <a:cs typeface="MS PGothic" panose="020B0600070205080204" charset="-128"/>
                  <a:sym typeface="Diavlo Black Regular" charset="0"/>
                </a:rPr>
                <a:t>ON</a:t>
              </a:r>
              <a:endParaRPr lang="en-US" sz="8100" dirty="0">
                <a:solidFill>
                  <a:srgbClr val="ED1F3A"/>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1" name="Rectangle 29"/>
            <p:cNvSpPr/>
            <p:nvPr/>
          </p:nvSpPr>
          <p:spPr bwMode="auto">
            <a:xfrm rot="21331085">
              <a:off x="13051738" y="7994547"/>
              <a:ext cx="3733800" cy="1066800"/>
            </a:xfrm>
            <a:prstGeom prst="rect">
              <a:avLst/>
            </a:prstGeom>
            <a:noFill/>
            <a:ln>
              <a:noFill/>
            </a:ln>
          </p:spPr>
          <p:txBody>
            <a:bodyPr lIns="0" tIns="0" rIns="0" bIns="0"/>
            <a:lstStyle/>
            <a:p>
              <a:pPr>
                <a:defRPr/>
              </a:pPr>
              <a:r>
                <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Whether on the go, home or at work</a:t>
              </a:r>
              <a:endPar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grpSp>
      <p:grpSp>
        <p:nvGrpSpPr>
          <p:cNvPr id="17413" name="Group 41"/>
          <p:cNvGrpSpPr/>
          <p:nvPr/>
        </p:nvGrpSpPr>
        <p:grpSpPr bwMode="auto">
          <a:xfrm>
            <a:off x="18026063" y="4189413"/>
            <a:ext cx="4724400" cy="8153400"/>
            <a:chOff x="18026442" y="4189844"/>
            <a:chExt cx="4724400" cy="8153400"/>
          </a:xfrm>
        </p:grpSpPr>
        <p:sp>
          <p:nvSpPr>
            <p:cNvPr id="18438" name="Rounded Rectangle 17"/>
            <p:cNvSpPr>
              <a:spLocks noChangeArrowheads="1"/>
            </p:cNvSpPr>
            <p:nvPr/>
          </p:nvSpPr>
          <p:spPr bwMode="auto">
            <a:xfrm rot="234031">
              <a:off x="18026442" y="4189844"/>
              <a:ext cx="4724400" cy="8153400"/>
            </a:xfrm>
            <a:prstGeom prst="roundRect">
              <a:avLst>
                <a:gd name="adj" fmla="val 3227"/>
              </a:avLst>
            </a:prstGeom>
            <a:solidFill>
              <a:srgbClr val="B0B6BB"/>
            </a:solidFill>
            <a:ln>
              <a:noFill/>
            </a:ln>
            <a:effectLst>
              <a:outerShdw dist="165100" dir="2700000" algn="tl" rotWithShape="0">
                <a:srgbClr val="000000">
                  <a:alpha val="20998"/>
                </a:srgbClr>
              </a:outerShdw>
            </a:effectLst>
          </p:spPr>
          <p:txBody>
            <a:bodyPr/>
            <a:lstStyle/>
            <a:p>
              <a:endParaRPr lang="en-US"/>
            </a:p>
          </p:txBody>
        </p:sp>
        <p:sp>
          <p:nvSpPr>
            <p:cNvPr id="18439" name="Rectangle 18"/>
            <p:cNvSpPr>
              <a:spLocks noChangeArrowheads="1"/>
            </p:cNvSpPr>
            <p:nvPr/>
          </p:nvSpPr>
          <p:spPr bwMode="auto">
            <a:xfrm rot="234031">
              <a:off x="18280959" y="4571727"/>
              <a:ext cx="4267200" cy="6629400"/>
            </a:xfrm>
            <a:prstGeom prst="rect">
              <a:avLst/>
            </a:prstGeom>
            <a:solidFill>
              <a:schemeClr val="bg1"/>
            </a:solidFill>
            <a:ln>
              <a:noFill/>
            </a:ln>
          </p:spPr>
          <p:txBody>
            <a:bodyPr/>
            <a:lstStyle/>
            <a:p>
              <a:endParaRPr lang="en-US"/>
            </a:p>
          </p:txBody>
        </p:sp>
        <p:sp>
          <p:nvSpPr>
            <p:cNvPr id="20" name="Oval 19"/>
            <p:cNvSpPr/>
            <p:nvPr/>
          </p:nvSpPr>
          <p:spPr bwMode="auto">
            <a:xfrm rot="234031">
              <a:off x="19917154" y="11646331"/>
              <a:ext cx="381000" cy="381000"/>
            </a:xfrm>
            <a:prstGeom prst="ellipse">
              <a:avLst/>
            </a:prstGeom>
            <a:solidFill>
              <a:schemeClr val="tx1">
                <a:lumMod val="50000"/>
                <a:lumOff val="50000"/>
              </a:schemeClr>
            </a:solidFill>
            <a:ln w="25400" cap="flat" cmpd="sng" algn="ctr">
              <a:noFill/>
              <a:prstDash val="solid"/>
              <a:round/>
              <a:headEnd type="none" w="med" len="med"/>
              <a:tailEnd type="none" w="med" len="med"/>
            </a:ln>
            <a:effectLst/>
          </p:spPr>
          <p:txBody>
            <a:bodyPr/>
            <a:lstStyle/>
            <a:p>
              <a:pPr>
                <a:defRPr/>
              </a:pPr>
              <a:endParaRPr lang="en-US"/>
            </a:p>
          </p:txBody>
        </p:sp>
        <p:sp>
          <p:nvSpPr>
            <p:cNvPr id="18441" name="Rectangle 32"/>
            <p:cNvSpPr/>
            <p:nvPr/>
          </p:nvSpPr>
          <p:spPr bwMode="auto">
            <a:xfrm rot="234031">
              <a:off x="19508560" y="4882055"/>
              <a:ext cx="2136700" cy="1246495"/>
            </a:xfrm>
            <a:prstGeom prst="rect">
              <a:avLst/>
            </a:prstGeom>
            <a:noFill/>
            <a:ln>
              <a:noFill/>
            </a:ln>
          </p:spPr>
          <p:txBody>
            <a:bodyPr wrap="none" lIns="0" tIns="0" rIns="0" bIns="0" anchor="ctr">
              <a:spAutoFit/>
            </a:bodyPr>
            <a:lstStyle/>
            <a:p>
              <a:r>
                <a:rPr lang="en-US" sz="8100" dirty="0">
                  <a:solidFill>
                    <a:srgbClr val="3690E2"/>
                  </a:solidFill>
                  <a:latin typeface="微软雅黑" panose="020B0503020204020204" charset="-122"/>
                  <a:ea typeface="MS PGothic" panose="020B0600070205080204" charset="-128"/>
                  <a:cs typeface="MS PGothic" panose="020B0600070205080204" charset="-128"/>
                  <a:sym typeface="Diavlo Black Regular" charset="0"/>
                </a:rPr>
                <a:t>77%</a:t>
              </a:r>
              <a:endParaRPr lang="en-US" sz="8100" dirty="0">
                <a:solidFill>
                  <a:srgbClr val="3690E2"/>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3" name="Rectangle 29"/>
            <p:cNvSpPr/>
            <p:nvPr/>
          </p:nvSpPr>
          <p:spPr bwMode="auto">
            <a:xfrm rot="234031">
              <a:off x="18578892" y="6325031"/>
              <a:ext cx="3733800" cy="2209800"/>
            </a:xfrm>
            <a:prstGeom prst="rect">
              <a:avLst/>
            </a:prstGeom>
            <a:noFill/>
            <a:ln>
              <a:noFill/>
            </a:ln>
          </p:spPr>
          <p:txBody>
            <a:bodyPr lIns="0" tIns="0" rIns="0" bIns="0"/>
            <a:lstStyle/>
            <a:p>
              <a:pPr>
                <a:defRPr/>
              </a:pPr>
              <a:r>
                <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Of mobile searches are in a location likely to have a PC available to them</a:t>
              </a:r>
              <a:endPar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sp>
          <p:nvSpPr>
            <p:cNvPr id="18443" name="Rectangle 32"/>
            <p:cNvSpPr/>
            <p:nvPr/>
          </p:nvSpPr>
          <p:spPr bwMode="auto">
            <a:xfrm rot="234031">
              <a:off x="19283215" y="8151065"/>
              <a:ext cx="2141612" cy="1246495"/>
            </a:xfrm>
            <a:prstGeom prst="rect">
              <a:avLst/>
            </a:prstGeom>
            <a:noFill/>
            <a:ln>
              <a:noFill/>
            </a:ln>
          </p:spPr>
          <p:txBody>
            <a:bodyPr wrap="none" lIns="0" tIns="0" rIns="0" bIns="0" anchor="ctr">
              <a:spAutoFit/>
            </a:bodyPr>
            <a:lstStyle/>
            <a:p>
              <a:r>
                <a:rPr lang="en-US" sz="8100" dirty="0">
                  <a:solidFill>
                    <a:srgbClr val="49586A"/>
                  </a:solidFill>
                  <a:latin typeface="微软雅黑" panose="020B0503020204020204" charset="-122"/>
                  <a:ea typeface="MS PGothic" panose="020B0600070205080204" charset="-128"/>
                  <a:cs typeface="MS PGothic" panose="020B0600070205080204" charset="-128"/>
                  <a:sym typeface="Diavlo Black Regular" charset="0"/>
                </a:rPr>
                <a:t>84%</a:t>
              </a:r>
              <a:endParaRPr lang="en-US" sz="8100" dirty="0">
                <a:solidFill>
                  <a:srgbClr val="49586A"/>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5" name="Rectangle 29"/>
            <p:cNvSpPr/>
            <p:nvPr/>
          </p:nvSpPr>
          <p:spPr bwMode="auto">
            <a:xfrm rot="234031">
              <a:off x="18356642" y="9593694"/>
              <a:ext cx="3733800" cy="2209800"/>
            </a:xfrm>
            <a:prstGeom prst="rect">
              <a:avLst/>
            </a:prstGeom>
            <a:noFill/>
            <a:ln>
              <a:noFill/>
            </a:ln>
          </p:spPr>
          <p:txBody>
            <a:bodyPr lIns="0" tIns="0" rIns="0" bIns="0"/>
            <a:lstStyle/>
            <a:p>
              <a:pPr>
                <a:defRPr/>
              </a:pPr>
              <a:r>
                <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rPr>
                <a:t>Shoppers use their device to help shop while in store</a:t>
              </a:r>
              <a:endParaRPr lang="en-US" sz="2700" dirty="0">
                <a:solidFill>
                  <a:schemeClr val="tx2">
                    <a:lumMod val="50000"/>
                    <a:lumOff val="50000"/>
                  </a:schemeClr>
                </a:solidFill>
                <a:latin typeface="微软雅黑" panose="020B0503020204020204" charset="-122"/>
                <a:ea typeface="MS PGothic" panose="020B0600070205080204" charset="-128"/>
                <a:cs typeface="Open Sans"/>
                <a:sym typeface="Open Sans Bold" charset="0"/>
              </a:endParaRPr>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p:cTn id="7" dur="500" fill="hold"/>
                                        <p:tgtEl>
                                          <p:spTgt spid="17410"/>
                                        </p:tgtEl>
                                        <p:attrNameLst>
                                          <p:attrName>ppt_w</p:attrName>
                                        </p:attrNameLst>
                                      </p:cBhvr>
                                      <p:tavLst>
                                        <p:tav tm="0">
                                          <p:val>
                                            <p:fltVal val="0"/>
                                          </p:val>
                                        </p:tav>
                                        <p:tav tm="100000">
                                          <p:val>
                                            <p:strVal val="#ppt_w"/>
                                          </p:val>
                                        </p:tav>
                                      </p:tavLst>
                                    </p:anim>
                                    <p:anim calcmode="lin" valueType="num">
                                      <p:cBhvr>
                                        <p:cTn id="8" dur="500" fill="hold"/>
                                        <p:tgtEl>
                                          <p:spTgt spid="17410"/>
                                        </p:tgtEl>
                                        <p:attrNameLst>
                                          <p:attrName>ppt_h</p:attrName>
                                        </p:attrNameLst>
                                      </p:cBhvr>
                                      <p:tavLst>
                                        <p:tav tm="0">
                                          <p:val>
                                            <p:fltVal val="0"/>
                                          </p:val>
                                        </p:tav>
                                        <p:tav tm="100000">
                                          <p:val>
                                            <p:strVal val="#ppt_h"/>
                                          </p:val>
                                        </p:tav>
                                      </p:tavLst>
                                    </p:anim>
                                    <p:anim calcmode="lin" valueType="num">
                                      <p:cBhvr>
                                        <p:cTn id="9" dur="500" fill="hold"/>
                                        <p:tgtEl>
                                          <p:spTgt spid="17410"/>
                                        </p:tgtEl>
                                        <p:attrNameLst>
                                          <p:attrName>style.rotation</p:attrName>
                                        </p:attrNameLst>
                                      </p:cBhvr>
                                      <p:tavLst>
                                        <p:tav tm="0">
                                          <p:val>
                                            <p:fltVal val="360"/>
                                          </p:val>
                                        </p:tav>
                                        <p:tav tm="100000">
                                          <p:val>
                                            <p:fltVal val="0"/>
                                          </p:val>
                                        </p:tav>
                                      </p:tavLst>
                                    </p:anim>
                                    <p:animEffect transition="in" filter="fade">
                                      <p:cBhvr>
                                        <p:cTn id="10" dur="500"/>
                                        <p:tgtEl>
                                          <p:spTgt spid="17410"/>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17411"/>
                                        </p:tgtEl>
                                        <p:attrNameLst>
                                          <p:attrName>style.visibility</p:attrName>
                                        </p:attrNameLst>
                                      </p:cBhvr>
                                      <p:to>
                                        <p:strVal val="visible"/>
                                      </p:to>
                                    </p:set>
                                    <p:anim calcmode="lin" valueType="num">
                                      <p:cBhvr>
                                        <p:cTn id="15" dur="500" fill="hold"/>
                                        <p:tgtEl>
                                          <p:spTgt spid="17411"/>
                                        </p:tgtEl>
                                        <p:attrNameLst>
                                          <p:attrName>ppt_w</p:attrName>
                                        </p:attrNameLst>
                                      </p:cBhvr>
                                      <p:tavLst>
                                        <p:tav tm="0">
                                          <p:val>
                                            <p:fltVal val="0"/>
                                          </p:val>
                                        </p:tav>
                                        <p:tav tm="100000">
                                          <p:val>
                                            <p:strVal val="#ppt_w"/>
                                          </p:val>
                                        </p:tav>
                                      </p:tavLst>
                                    </p:anim>
                                    <p:anim calcmode="lin" valueType="num">
                                      <p:cBhvr>
                                        <p:cTn id="16" dur="500" fill="hold"/>
                                        <p:tgtEl>
                                          <p:spTgt spid="17411"/>
                                        </p:tgtEl>
                                        <p:attrNameLst>
                                          <p:attrName>ppt_h</p:attrName>
                                        </p:attrNameLst>
                                      </p:cBhvr>
                                      <p:tavLst>
                                        <p:tav tm="0">
                                          <p:val>
                                            <p:fltVal val="0"/>
                                          </p:val>
                                        </p:tav>
                                        <p:tav tm="100000">
                                          <p:val>
                                            <p:strVal val="#ppt_h"/>
                                          </p:val>
                                        </p:tav>
                                      </p:tavLst>
                                    </p:anim>
                                    <p:anim calcmode="lin" valueType="num">
                                      <p:cBhvr>
                                        <p:cTn id="17" dur="500" fill="hold"/>
                                        <p:tgtEl>
                                          <p:spTgt spid="17411"/>
                                        </p:tgtEl>
                                        <p:attrNameLst>
                                          <p:attrName>style.rotation</p:attrName>
                                        </p:attrNameLst>
                                      </p:cBhvr>
                                      <p:tavLst>
                                        <p:tav tm="0">
                                          <p:val>
                                            <p:fltVal val="360"/>
                                          </p:val>
                                        </p:tav>
                                        <p:tav tm="100000">
                                          <p:val>
                                            <p:fltVal val="0"/>
                                          </p:val>
                                        </p:tav>
                                      </p:tavLst>
                                    </p:anim>
                                    <p:animEffect transition="in" filter="fade">
                                      <p:cBhvr>
                                        <p:cTn id="18" dur="500"/>
                                        <p:tgtEl>
                                          <p:spTgt spid="17411"/>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17412"/>
                                        </p:tgtEl>
                                        <p:attrNameLst>
                                          <p:attrName>style.visibility</p:attrName>
                                        </p:attrNameLst>
                                      </p:cBhvr>
                                      <p:to>
                                        <p:strVal val="visible"/>
                                      </p:to>
                                    </p:set>
                                    <p:anim calcmode="lin" valueType="num">
                                      <p:cBhvr>
                                        <p:cTn id="23" dur="500" fill="hold"/>
                                        <p:tgtEl>
                                          <p:spTgt spid="17412"/>
                                        </p:tgtEl>
                                        <p:attrNameLst>
                                          <p:attrName>ppt_w</p:attrName>
                                        </p:attrNameLst>
                                      </p:cBhvr>
                                      <p:tavLst>
                                        <p:tav tm="0">
                                          <p:val>
                                            <p:fltVal val="0"/>
                                          </p:val>
                                        </p:tav>
                                        <p:tav tm="100000">
                                          <p:val>
                                            <p:strVal val="#ppt_w"/>
                                          </p:val>
                                        </p:tav>
                                      </p:tavLst>
                                    </p:anim>
                                    <p:anim calcmode="lin" valueType="num">
                                      <p:cBhvr>
                                        <p:cTn id="24" dur="500" fill="hold"/>
                                        <p:tgtEl>
                                          <p:spTgt spid="17412"/>
                                        </p:tgtEl>
                                        <p:attrNameLst>
                                          <p:attrName>ppt_h</p:attrName>
                                        </p:attrNameLst>
                                      </p:cBhvr>
                                      <p:tavLst>
                                        <p:tav tm="0">
                                          <p:val>
                                            <p:fltVal val="0"/>
                                          </p:val>
                                        </p:tav>
                                        <p:tav tm="100000">
                                          <p:val>
                                            <p:strVal val="#ppt_h"/>
                                          </p:val>
                                        </p:tav>
                                      </p:tavLst>
                                    </p:anim>
                                    <p:anim calcmode="lin" valueType="num">
                                      <p:cBhvr>
                                        <p:cTn id="25" dur="500" fill="hold"/>
                                        <p:tgtEl>
                                          <p:spTgt spid="17412"/>
                                        </p:tgtEl>
                                        <p:attrNameLst>
                                          <p:attrName>style.rotation</p:attrName>
                                        </p:attrNameLst>
                                      </p:cBhvr>
                                      <p:tavLst>
                                        <p:tav tm="0">
                                          <p:val>
                                            <p:fltVal val="360"/>
                                          </p:val>
                                        </p:tav>
                                        <p:tav tm="100000">
                                          <p:val>
                                            <p:fltVal val="0"/>
                                          </p:val>
                                        </p:tav>
                                      </p:tavLst>
                                    </p:anim>
                                    <p:animEffect transition="in" filter="fade">
                                      <p:cBhvr>
                                        <p:cTn id="26" dur="500"/>
                                        <p:tgtEl>
                                          <p:spTgt spid="17412"/>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17413"/>
                                        </p:tgtEl>
                                        <p:attrNameLst>
                                          <p:attrName>style.visibility</p:attrName>
                                        </p:attrNameLst>
                                      </p:cBhvr>
                                      <p:to>
                                        <p:strVal val="visible"/>
                                      </p:to>
                                    </p:set>
                                    <p:anim calcmode="lin" valueType="num">
                                      <p:cBhvr>
                                        <p:cTn id="31" dur="500" fill="hold"/>
                                        <p:tgtEl>
                                          <p:spTgt spid="17413"/>
                                        </p:tgtEl>
                                        <p:attrNameLst>
                                          <p:attrName>ppt_w</p:attrName>
                                        </p:attrNameLst>
                                      </p:cBhvr>
                                      <p:tavLst>
                                        <p:tav tm="0">
                                          <p:val>
                                            <p:fltVal val="0"/>
                                          </p:val>
                                        </p:tav>
                                        <p:tav tm="100000">
                                          <p:val>
                                            <p:strVal val="#ppt_w"/>
                                          </p:val>
                                        </p:tav>
                                      </p:tavLst>
                                    </p:anim>
                                    <p:anim calcmode="lin" valueType="num">
                                      <p:cBhvr>
                                        <p:cTn id="32" dur="500" fill="hold"/>
                                        <p:tgtEl>
                                          <p:spTgt spid="17413"/>
                                        </p:tgtEl>
                                        <p:attrNameLst>
                                          <p:attrName>ppt_h</p:attrName>
                                        </p:attrNameLst>
                                      </p:cBhvr>
                                      <p:tavLst>
                                        <p:tav tm="0">
                                          <p:val>
                                            <p:fltVal val="0"/>
                                          </p:val>
                                        </p:tav>
                                        <p:tav tm="100000">
                                          <p:val>
                                            <p:strVal val="#ppt_h"/>
                                          </p:val>
                                        </p:tav>
                                      </p:tavLst>
                                    </p:anim>
                                    <p:anim calcmode="lin" valueType="num">
                                      <p:cBhvr>
                                        <p:cTn id="33" dur="500" fill="hold"/>
                                        <p:tgtEl>
                                          <p:spTgt spid="17413"/>
                                        </p:tgtEl>
                                        <p:attrNameLst>
                                          <p:attrName>style.rotation</p:attrName>
                                        </p:attrNameLst>
                                      </p:cBhvr>
                                      <p:tavLst>
                                        <p:tav tm="0">
                                          <p:val>
                                            <p:fltVal val="360"/>
                                          </p:val>
                                        </p:tav>
                                        <p:tav tm="100000">
                                          <p:val>
                                            <p:fltVal val="0"/>
                                          </p:val>
                                        </p:tav>
                                      </p:tavLst>
                                    </p:anim>
                                    <p:animEffect transition="in" filter="fade">
                                      <p:cBhvr>
                                        <p:cTn id="34"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p:nvPr/>
        </p:nvSpPr>
        <p:spPr bwMode="auto">
          <a:xfrm>
            <a:off x="1358900" y="919803"/>
            <a:ext cx="6232475"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流量数据报表</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18434" name="Group 2"/>
          <p:cNvGrpSpPr/>
          <p:nvPr/>
        </p:nvGrpSpPr>
        <p:grpSpPr bwMode="auto">
          <a:xfrm>
            <a:off x="-6791325" y="3694113"/>
            <a:ext cx="22312313" cy="11456987"/>
            <a:chOff x="-6791325" y="3694113"/>
            <a:chExt cx="22312313" cy="11456987"/>
          </a:xfrm>
        </p:grpSpPr>
        <p:sp>
          <p:nvSpPr>
            <p:cNvPr id="19467" name="Freeform 2"/>
            <p:cNvSpPr/>
            <p:nvPr/>
          </p:nvSpPr>
          <p:spPr bwMode="auto">
            <a:xfrm flipH="1">
              <a:off x="-6791325" y="3836988"/>
              <a:ext cx="22161500" cy="106949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330"/>
                  </a:moveTo>
                  <a:cubicBezTo>
                    <a:pt x="101" y="20935"/>
                    <a:pt x="10611" y="0"/>
                    <a:pt x="10611" y="0"/>
                  </a:cubicBezTo>
                  <a:lnTo>
                    <a:pt x="21600" y="6550"/>
                  </a:lnTo>
                  <a:lnTo>
                    <a:pt x="15666" y="21600"/>
                  </a:lnTo>
                  <a:lnTo>
                    <a:pt x="0" y="21330"/>
                  </a:lnTo>
                  <a:close/>
                  <a:moveTo>
                    <a:pt x="0" y="2133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9468" name="Freeform 3"/>
            <p:cNvSpPr/>
            <p:nvPr/>
          </p:nvSpPr>
          <p:spPr bwMode="auto">
            <a:xfrm flipH="1">
              <a:off x="-6640513" y="3694113"/>
              <a:ext cx="22161501" cy="10693400"/>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330"/>
                  </a:moveTo>
                  <a:cubicBezTo>
                    <a:pt x="101" y="20935"/>
                    <a:pt x="10611" y="0"/>
                    <a:pt x="10611" y="0"/>
                  </a:cubicBezTo>
                  <a:lnTo>
                    <a:pt x="21600" y="6550"/>
                  </a:lnTo>
                  <a:lnTo>
                    <a:pt x="15666" y="21600"/>
                  </a:lnTo>
                  <a:lnTo>
                    <a:pt x="0" y="21330"/>
                  </a:lnTo>
                  <a:close/>
                  <a:moveTo>
                    <a:pt x="0" y="2133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9469" name="Freeform 4"/>
            <p:cNvSpPr/>
            <p:nvPr/>
          </p:nvSpPr>
          <p:spPr bwMode="auto">
            <a:xfrm flipH="1">
              <a:off x="2217738" y="4545013"/>
              <a:ext cx="3046412" cy="13843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2147483647 w 21600"/>
                <a:gd name="T9" fmla="*/ 0 h 21600"/>
                <a:gd name="T10" fmla="*/ 2147483647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3868" y="0"/>
                  </a:moveTo>
                  <a:lnTo>
                    <a:pt x="0" y="8106"/>
                  </a:lnTo>
                  <a:lnTo>
                    <a:pt x="18424" y="21600"/>
                  </a:lnTo>
                  <a:lnTo>
                    <a:pt x="21600" y="13941"/>
                  </a:lnTo>
                  <a:lnTo>
                    <a:pt x="3868" y="0"/>
                  </a:lnTo>
                  <a:close/>
                  <a:moveTo>
                    <a:pt x="3868" y="0"/>
                  </a:moveTo>
                </a:path>
              </a:pathLst>
            </a:custGeom>
            <a:solidFill>
              <a:srgbClr val="EC1F3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9470" name="Freeform 5"/>
            <p:cNvSpPr/>
            <p:nvPr/>
          </p:nvSpPr>
          <p:spPr bwMode="auto">
            <a:xfrm flipH="1">
              <a:off x="-3633788" y="5651500"/>
              <a:ext cx="10045701" cy="378777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2147483647 w 21600"/>
                <a:gd name="T9" fmla="*/ 0 h 21600"/>
                <a:gd name="T10" fmla="*/ 2147483647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73" y="0"/>
                  </a:moveTo>
                  <a:lnTo>
                    <a:pt x="0" y="2964"/>
                  </a:lnTo>
                  <a:lnTo>
                    <a:pt x="20405" y="21600"/>
                  </a:lnTo>
                  <a:lnTo>
                    <a:pt x="21600" y="18300"/>
                  </a:lnTo>
                  <a:lnTo>
                    <a:pt x="1173" y="0"/>
                  </a:lnTo>
                  <a:close/>
                  <a:moveTo>
                    <a:pt x="1173" y="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9471" name="Freeform 6"/>
            <p:cNvSpPr/>
            <p:nvPr/>
          </p:nvSpPr>
          <p:spPr bwMode="auto">
            <a:xfrm flipH="1">
              <a:off x="-582613" y="9220200"/>
              <a:ext cx="10045701" cy="3786188"/>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2147483647 w 21600"/>
                <a:gd name="T9" fmla="*/ 0 h 21600"/>
                <a:gd name="T10" fmla="*/ 2147483647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173" y="0"/>
                  </a:moveTo>
                  <a:lnTo>
                    <a:pt x="0" y="2964"/>
                  </a:lnTo>
                  <a:lnTo>
                    <a:pt x="20405" y="21600"/>
                  </a:lnTo>
                  <a:lnTo>
                    <a:pt x="21600" y="18300"/>
                  </a:lnTo>
                  <a:lnTo>
                    <a:pt x="1173" y="0"/>
                  </a:lnTo>
                  <a:close/>
                  <a:moveTo>
                    <a:pt x="1173" y="0"/>
                  </a:moveTo>
                </a:path>
              </a:pathLst>
            </a:custGeom>
            <a:solidFill>
              <a:srgbClr val="CDCDC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19472" name="Freeform 7"/>
            <p:cNvSpPr/>
            <p:nvPr/>
          </p:nvSpPr>
          <p:spPr bwMode="auto">
            <a:xfrm>
              <a:off x="95250" y="6731000"/>
              <a:ext cx="8204200" cy="5549900"/>
            </a:xfrm>
            <a:custGeom>
              <a:avLst/>
              <a:gdLst>
                <a:gd name="T0" fmla="*/ 2147483647 w 21600"/>
                <a:gd name="T1" fmla="*/ 2147483647 h 21600"/>
                <a:gd name="T2" fmla="*/ 0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0 h 21600"/>
                <a:gd name="T16" fmla="*/ 2147483647 w 21600"/>
                <a:gd name="T17" fmla="*/ 2147483647 h 21600"/>
                <a:gd name="T18" fmla="*/ 2147483647 w 21600"/>
                <a:gd name="T19" fmla="*/ 2147483647 h 21600"/>
                <a:gd name="T20" fmla="*/ 2147483647 w 21600"/>
                <a:gd name="T21" fmla="*/ 2147483647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700" y="21600"/>
                  </a:moveTo>
                  <a:lnTo>
                    <a:pt x="0" y="12117"/>
                  </a:lnTo>
                  <a:lnTo>
                    <a:pt x="5774" y="19095"/>
                  </a:lnTo>
                  <a:lnTo>
                    <a:pt x="4006" y="2959"/>
                  </a:lnTo>
                  <a:lnTo>
                    <a:pt x="10405" y="12508"/>
                  </a:lnTo>
                  <a:lnTo>
                    <a:pt x="9780" y="8422"/>
                  </a:lnTo>
                  <a:lnTo>
                    <a:pt x="11591" y="11077"/>
                  </a:lnTo>
                  <a:lnTo>
                    <a:pt x="10987" y="0"/>
                  </a:lnTo>
                  <a:lnTo>
                    <a:pt x="15794" y="6953"/>
                  </a:lnTo>
                  <a:lnTo>
                    <a:pt x="15276" y="1103"/>
                  </a:lnTo>
                  <a:lnTo>
                    <a:pt x="21600" y="10574"/>
                  </a:lnTo>
                </a:path>
              </a:pathLst>
            </a:custGeom>
            <a:noFill/>
            <a:ln w="127000" cap="flat">
              <a:solidFill>
                <a:srgbClr val="219271"/>
              </a:solidFill>
              <a:prstDash val="solid"/>
              <a:miter lim="800000"/>
              <a:headEnd type="none" w="med" len="med"/>
              <a:tailEnd type="none" w="med" len="med"/>
            </a:ln>
          </p:spPr>
          <p:txBody>
            <a:bodyPr lIns="0" tIns="0" rIns="0" bIns="0"/>
            <a:lstStyle/>
            <a:p>
              <a:endParaRPr lang="en-US"/>
            </a:p>
          </p:txBody>
        </p:sp>
        <p:grpSp>
          <p:nvGrpSpPr>
            <p:cNvPr id="19473" name="Group 12"/>
            <p:cNvGrpSpPr/>
            <p:nvPr/>
          </p:nvGrpSpPr>
          <p:grpSpPr bwMode="auto">
            <a:xfrm flipH="1">
              <a:off x="7321550" y="10250488"/>
              <a:ext cx="3351213" cy="1727200"/>
              <a:chOff x="0" y="0"/>
              <a:chExt cx="2110" cy="1087"/>
            </a:xfrm>
          </p:grpSpPr>
          <p:sp>
            <p:nvSpPr>
              <p:cNvPr id="19486" name="Line 8"/>
              <p:cNvSpPr>
                <a:spLocks noChangeShapeType="1"/>
              </p:cNvSpPr>
              <p:nvPr/>
            </p:nvSpPr>
            <p:spPr bwMode="auto">
              <a:xfrm>
                <a:off x="431" y="158"/>
                <a:ext cx="1484" cy="536"/>
              </a:xfrm>
              <a:prstGeom prst="line">
                <a:avLst/>
              </a:prstGeom>
              <a:noFill/>
              <a:ln w="101600">
                <a:solidFill>
                  <a:srgbClr val="9A9A9A"/>
                </a:solidFill>
                <a:miter lim="800000"/>
              </a:ln>
            </p:spPr>
            <p:txBody>
              <a:bodyPr lIns="0" tIns="0" rIns="0" bIns="0"/>
              <a:lstStyle/>
              <a:p>
                <a:endParaRPr lang="en-US"/>
              </a:p>
            </p:txBody>
          </p:sp>
          <p:sp>
            <p:nvSpPr>
              <p:cNvPr id="19487" name="Line 9"/>
              <p:cNvSpPr>
                <a:spLocks noChangeShapeType="1"/>
              </p:cNvSpPr>
              <p:nvPr/>
            </p:nvSpPr>
            <p:spPr bwMode="auto">
              <a:xfrm>
                <a:off x="206" y="354"/>
                <a:ext cx="1484" cy="536"/>
              </a:xfrm>
              <a:prstGeom prst="line">
                <a:avLst/>
              </a:prstGeom>
              <a:noFill/>
              <a:ln w="101600">
                <a:solidFill>
                  <a:srgbClr val="9A9A9A"/>
                </a:solidFill>
                <a:miter lim="800000"/>
              </a:ln>
            </p:spPr>
            <p:txBody>
              <a:bodyPr lIns="0" tIns="0" rIns="0" bIns="0"/>
              <a:lstStyle/>
              <a:p>
                <a:endParaRPr lang="en-US"/>
              </a:p>
            </p:txBody>
          </p:sp>
          <p:sp>
            <p:nvSpPr>
              <p:cNvPr id="19488" name="Line 10"/>
              <p:cNvSpPr>
                <a:spLocks noChangeShapeType="1"/>
              </p:cNvSpPr>
              <p:nvPr/>
            </p:nvSpPr>
            <p:spPr bwMode="auto">
              <a:xfrm>
                <a:off x="0" y="551"/>
                <a:ext cx="1484" cy="536"/>
              </a:xfrm>
              <a:prstGeom prst="line">
                <a:avLst/>
              </a:prstGeom>
              <a:noFill/>
              <a:ln w="101600">
                <a:solidFill>
                  <a:srgbClr val="9A9A9A"/>
                </a:solidFill>
                <a:miter lim="800000"/>
              </a:ln>
            </p:spPr>
            <p:txBody>
              <a:bodyPr lIns="0" tIns="0" rIns="0" bIns="0"/>
              <a:lstStyle/>
              <a:p>
                <a:endParaRPr lang="en-US"/>
              </a:p>
            </p:txBody>
          </p:sp>
          <p:sp>
            <p:nvSpPr>
              <p:cNvPr id="19489" name="Line 11"/>
              <p:cNvSpPr>
                <a:spLocks noChangeShapeType="1"/>
              </p:cNvSpPr>
              <p:nvPr/>
            </p:nvSpPr>
            <p:spPr bwMode="auto">
              <a:xfrm>
                <a:off x="626" y="0"/>
                <a:ext cx="1484" cy="535"/>
              </a:xfrm>
              <a:prstGeom prst="line">
                <a:avLst/>
              </a:prstGeom>
              <a:noFill/>
              <a:ln w="101600">
                <a:solidFill>
                  <a:srgbClr val="9A9A9A"/>
                </a:solidFill>
                <a:miter lim="800000"/>
              </a:ln>
            </p:spPr>
            <p:txBody>
              <a:bodyPr lIns="0" tIns="0" rIns="0" bIns="0"/>
              <a:lstStyle/>
              <a:p>
                <a:endParaRPr lang="en-US"/>
              </a:p>
            </p:txBody>
          </p:sp>
        </p:grpSp>
        <p:grpSp>
          <p:nvGrpSpPr>
            <p:cNvPr id="19474" name="Group 17"/>
            <p:cNvGrpSpPr/>
            <p:nvPr/>
          </p:nvGrpSpPr>
          <p:grpSpPr bwMode="auto">
            <a:xfrm flipH="1">
              <a:off x="3937000" y="11544300"/>
              <a:ext cx="3349625" cy="1725613"/>
              <a:chOff x="0" y="0"/>
              <a:chExt cx="2110" cy="1087"/>
            </a:xfrm>
          </p:grpSpPr>
          <p:sp>
            <p:nvSpPr>
              <p:cNvPr id="19482" name="Line 13"/>
              <p:cNvSpPr>
                <a:spLocks noChangeShapeType="1"/>
              </p:cNvSpPr>
              <p:nvPr/>
            </p:nvSpPr>
            <p:spPr bwMode="auto">
              <a:xfrm>
                <a:off x="431" y="158"/>
                <a:ext cx="1484" cy="536"/>
              </a:xfrm>
              <a:prstGeom prst="line">
                <a:avLst/>
              </a:prstGeom>
              <a:noFill/>
              <a:ln w="101600">
                <a:solidFill>
                  <a:srgbClr val="9A9A9A"/>
                </a:solidFill>
                <a:miter lim="800000"/>
              </a:ln>
            </p:spPr>
            <p:txBody>
              <a:bodyPr lIns="0" tIns="0" rIns="0" bIns="0"/>
              <a:lstStyle/>
              <a:p>
                <a:endParaRPr lang="en-US"/>
              </a:p>
            </p:txBody>
          </p:sp>
          <p:sp>
            <p:nvSpPr>
              <p:cNvPr id="19483" name="Line 14"/>
              <p:cNvSpPr>
                <a:spLocks noChangeShapeType="1"/>
              </p:cNvSpPr>
              <p:nvPr/>
            </p:nvSpPr>
            <p:spPr bwMode="auto">
              <a:xfrm>
                <a:off x="206" y="354"/>
                <a:ext cx="1484" cy="536"/>
              </a:xfrm>
              <a:prstGeom prst="line">
                <a:avLst/>
              </a:prstGeom>
              <a:noFill/>
              <a:ln w="101600">
                <a:solidFill>
                  <a:srgbClr val="9A9A9A"/>
                </a:solidFill>
                <a:miter lim="800000"/>
              </a:ln>
            </p:spPr>
            <p:txBody>
              <a:bodyPr lIns="0" tIns="0" rIns="0" bIns="0"/>
              <a:lstStyle/>
              <a:p>
                <a:endParaRPr lang="en-US"/>
              </a:p>
            </p:txBody>
          </p:sp>
          <p:sp>
            <p:nvSpPr>
              <p:cNvPr id="19484" name="Line 15"/>
              <p:cNvSpPr>
                <a:spLocks noChangeShapeType="1"/>
              </p:cNvSpPr>
              <p:nvPr/>
            </p:nvSpPr>
            <p:spPr bwMode="auto">
              <a:xfrm>
                <a:off x="0" y="551"/>
                <a:ext cx="1484" cy="536"/>
              </a:xfrm>
              <a:prstGeom prst="line">
                <a:avLst/>
              </a:prstGeom>
              <a:noFill/>
              <a:ln w="101600">
                <a:solidFill>
                  <a:srgbClr val="9A9A9A"/>
                </a:solidFill>
                <a:miter lim="800000"/>
              </a:ln>
            </p:spPr>
            <p:txBody>
              <a:bodyPr lIns="0" tIns="0" rIns="0" bIns="0"/>
              <a:lstStyle/>
              <a:p>
                <a:endParaRPr lang="en-US"/>
              </a:p>
            </p:txBody>
          </p:sp>
          <p:sp>
            <p:nvSpPr>
              <p:cNvPr id="19485" name="Line 16"/>
              <p:cNvSpPr>
                <a:spLocks noChangeShapeType="1"/>
              </p:cNvSpPr>
              <p:nvPr/>
            </p:nvSpPr>
            <p:spPr bwMode="auto">
              <a:xfrm>
                <a:off x="626" y="0"/>
                <a:ext cx="1484" cy="535"/>
              </a:xfrm>
              <a:prstGeom prst="line">
                <a:avLst/>
              </a:prstGeom>
              <a:noFill/>
              <a:ln w="101600">
                <a:solidFill>
                  <a:srgbClr val="9A9A9A"/>
                </a:solidFill>
                <a:miter lim="800000"/>
              </a:ln>
            </p:spPr>
            <p:txBody>
              <a:bodyPr lIns="0" tIns="0" rIns="0" bIns="0"/>
              <a:lstStyle/>
              <a:p>
                <a:endParaRPr lang="en-US"/>
              </a:p>
            </p:txBody>
          </p:sp>
        </p:grpSp>
        <p:grpSp>
          <p:nvGrpSpPr>
            <p:cNvPr id="19475" name="Group 22"/>
            <p:cNvGrpSpPr/>
            <p:nvPr/>
          </p:nvGrpSpPr>
          <p:grpSpPr bwMode="auto">
            <a:xfrm flipH="1">
              <a:off x="558800" y="12776200"/>
              <a:ext cx="3349625" cy="1725613"/>
              <a:chOff x="0" y="0"/>
              <a:chExt cx="2110" cy="1087"/>
            </a:xfrm>
          </p:grpSpPr>
          <p:sp>
            <p:nvSpPr>
              <p:cNvPr id="19478" name="Line 18"/>
              <p:cNvSpPr>
                <a:spLocks noChangeShapeType="1"/>
              </p:cNvSpPr>
              <p:nvPr/>
            </p:nvSpPr>
            <p:spPr bwMode="auto">
              <a:xfrm>
                <a:off x="431" y="158"/>
                <a:ext cx="1484" cy="536"/>
              </a:xfrm>
              <a:prstGeom prst="line">
                <a:avLst/>
              </a:prstGeom>
              <a:noFill/>
              <a:ln w="101600">
                <a:solidFill>
                  <a:srgbClr val="9A9A9A"/>
                </a:solidFill>
                <a:miter lim="800000"/>
              </a:ln>
            </p:spPr>
            <p:txBody>
              <a:bodyPr lIns="0" tIns="0" rIns="0" bIns="0"/>
              <a:lstStyle/>
              <a:p>
                <a:endParaRPr lang="en-US"/>
              </a:p>
            </p:txBody>
          </p:sp>
          <p:sp>
            <p:nvSpPr>
              <p:cNvPr id="19479" name="Line 19"/>
              <p:cNvSpPr>
                <a:spLocks noChangeShapeType="1"/>
              </p:cNvSpPr>
              <p:nvPr/>
            </p:nvSpPr>
            <p:spPr bwMode="auto">
              <a:xfrm>
                <a:off x="206" y="354"/>
                <a:ext cx="1484" cy="536"/>
              </a:xfrm>
              <a:prstGeom prst="line">
                <a:avLst/>
              </a:prstGeom>
              <a:noFill/>
              <a:ln w="101600">
                <a:solidFill>
                  <a:srgbClr val="9A9A9A"/>
                </a:solidFill>
                <a:miter lim="800000"/>
              </a:ln>
            </p:spPr>
            <p:txBody>
              <a:bodyPr lIns="0" tIns="0" rIns="0" bIns="0"/>
              <a:lstStyle/>
              <a:p>
                <a:endParaRPr lang="en-US"/>
              </a:p>
            </p:txBody>
          </p:sp>
          <p:sp>
            <p:nvSpPr>
              <p:cNvPr id="19480" name="Line 20"/>
              <p:cNvSpPr>
                <a:spLocks noChangeShapeType="1"/>
              </p:cNvSpPr>
              <p:nvPr/>
            </p:nvSpPr>
            <p:spPr bwMode="auto">
              <a:xfrm>
                <a:off x="0" y="551"/>
                <a:ext cx="1484" cy="536"/>
              </a:xfrm>
              <a:prstGeom prst="line">
                <a:avLst/>
              </a:prstGeom>
              <a:noFill/>
              <a:ln w="101600">
                <a:solidFill>
                  <a:srgbClr val="9A9A9A"/>
                </a:solidFill>
                <a:miter lim="800000"/>
              </a:ln>
            </p:spPr>
            <p:txBody>
              <a:bodyPr lIns="0" tIns="0" rIns="0" bIns="0"/>
              <a:lstStyle/>
              <a:p>
                <a:endParaRPr lang="en-US"/>
              </a:p>
            </p:txBody>
          </p:sp>
          <p:sp>
            <p:nvSpPr>
              <p:cNvPr id="19481" name="Line 21"/>
              <p:cNvSpPr>
                <a:spLocks noChangeShapeType="1"/>
              </p:cNvSpPr>
              <p:nvPr/>
            </p:nvSpPr>
            <p:spPr bwMode="auto">
              <a:xfrm>
                <a:off x="626" y="0"/>
                <a:ext cx="1484" cy="535"/>
              </a:xfrm>
              <a:prstGeom prst="line">
                <a:avLst/>
              </a:prstGeom>
              <a:noFill/>
              <a:ln w="101600">
                <a:solidFill>
                  <a:srgbClr val="9A9A9A"/>
                </a:solidFill>
                <a:miter lim="800000"/>
              </a:ln>
            </p:spPr>
            <p:txBody>
              <a:bodyPr lIns="0" tIns="0" rIns="0" bIns="0"/>
              <a:lstStyle/>
              <a:p>
                <a:endParaRPr lang="en-US"/>
              </a:p>
            </p:txBody>
          </p:sp>
        </p:grpSp>
        <p:sp>
          <p:nvSpPr>
            <p:cNvPr id="19476" name="Freeform 23"/>
            <p:cNvSpPr/>
            <p:nvPr/>
          </p:nvSpPr>
          <p:spPr bwMode="auto">
            <a:xfrm>
              <a:off x="9439275" y="12133263"/>
              <a:ext cx="2501900" cy="1778000"/>
            </a:xfrm>
            <a:custGeom>
              <a:avLst/>
              <a:gdLst>
                <a:gd name="T0" fmla="*/ 2147483647 w 19974"/>
                <a:gd name="T1" fmla="*/ 2147483647 h 21118"/>
                <a:gd name="T2" fmla="*/ 2147483647 w 19974"/>
                <a:gd name="T3" fmla="*/ 2147483647 h 21118"/>
                <a:gd name="T4" fmla="*/ 2147483647 w 19974"/>
                <a:gd name="T5" fmla="*/ 2147483647 h 21118"/>
                <a:gd name="T6" fmla="*/ 2147483647 w 19974"/>
                <a:gd name="T7" fmla="*/ 2147483647 h 21118"/>
                <a:gd name="T8" fmla="*/ 2147483647 w 19974"/>
                <a:gd name="T9" fmla="*/ 2147483647 h 21118"/>
                <a:gd name="T10" fmla="*/ 2147483647 w 19974"/>
                <a:gd name="T11" fmla="*/ 2147483647 h 21118"/>
                <a:gd name="T12" fmla="*/ 2147483647 w 19974"/>
                <a:gd name="T13" fmla="*/ 2147483647 h 21118"/>
                <a:gd name="T14" fmla="*/ 2147483647 w 19974"/>
                <a:gd name="T15" fmla="*/ 2147483647 h 211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974" h="21118">
                  <a:moveTo>
                    <a:pt x="1598" y="21118"/>
                  </a:moveTo>
                  <a:cubicBezTo>
                    <a:pt x="1598" y="21118"/>
                    <a:pt x="-1626" y="12278"/>
                    <a:pt x="1083" y="13347"/>
                  </a:cubicBezTo>
                  <a:cubicBezTo>
                    <a:pt x="3792" y="14415"/>
                    <a:pt x="5648" y="17088"/>
                    <a:pt x="6910" y="15445"/>
                  </a:cubicBezTo>
                  <a:cubicBezTo>
                    <a:pt x="8172" y="13802"/>
                    <a:pt x="3505" y="-482"/>
                    <a:pt x="5979" y="13"/>
                  </a:cubicBezTo>
                  <a:cubicBezTo>
                    <a:pt x="8453" y="508"/>
                    <a:pt x="10733" y="8623"/>
                    <a:pt x="13692" y="8555"/>
                  </a:cubicBezTo>
                  <a:cubicBezTo>
                    <a:pt x="16650" y="8487"/>
                    <a:pt x="14889" y="6339"/>
                    <a:pt x="15044" y="4414"/>
                  </a:cubicBezTo>
                  <a:cubicBezTo>
                    <a:pt x="15200" y="2489"/>
                    <a:pt x="17366" y="4969"/>
                    <a:pt x="18670" y="6263"/>
                  </a:cubicBezTo>
                  <a:cubicBezTo>
                    <a:pt x="19974" y="7556"/>
                    <a:pt x="19974" y="6032"/>
                    <a:pt x="19974" y="6032"/>
                  </a:cubicBezTo>
                </a:path>
              </a:pathLst>
            </a:custGeom>
            <a:noFill/>
            <a:ln w="114300" cap="flat">
              <a:solidFill>
                <a:srgbClr val="D8DFE5"/>
              </a:solidFill>
              <a:prstDash val="solid"/>
              <a:miter lim="800000"/>
              <a:headEnd type="none" w="med" len="med"/>
              <a:tailEnd type="none" w="med" len="med"/>
            </a:ln>
          </p:spPr>
          <p:txBody>
            <a:bodyPr lIns="0" tIns="0" rIns="0" bIns="0"/>
            <a:lstStyle/>
            <a:p>
              <a:endParaRPr lang="en-US"/>
            </a:p>
          </p:txBody>
        </p:sp>
        <p:sp>
          <p:nvSpPr>
            <p:cNvPr id="19477" name="Freeform 24"/>
            <p:cNvSpPr/>
            <p:nvPr/>
          </p:nvSpPr>
          <p:spPr bwMode="auto">
            <a:xfrm>
              <a:off x="7112000" y="13373100"/>
              <a:ext cx="2501900" cy="1778000"/>
            </a:xfrm>
            <a:custGeom>
              <a:avLst/>
              <a:gdLst>
                <a:gd name="T0" fmla="*/ 2147483647 w 19974"/>
                <a:gd name="T1" fmla="*/ 2147483647 h 21118"/>
                <a:gd name="T2" fmla="*/ 2147483647 w 19974"/>
                <a:gd name="T3" fmla="*/ 2147483647 h 21118"/>
                <a:gd name="T4" fmla="*/ 2147483647 w 19974"/>
                <a:gd name="T5" fmla="*/ 2147483647 h 21118"/>
                <a:gd name="T6" fmla="*/ 2147483647 w 19974"/>
                <a:gd name="T7" fmla="*/ 2147483647 h 21118"/>
                <a:gd name="T8" fmla="*/ 2147483647 w 19974"/>
                <a:gd name="T9" fmla="*/ 2147483647 h 21118"/>
                <a:gd name="T10" fmla="*/ 2147483647 w 19974"/>
                <a:gd name="T11" fmla="*/ 2147483647 h 21118"/>
                <a:gd name="T12" fmla="*/ 2147483647 w 19974"/>
                <a:gd name="T13" fmla="*/ 2147483647 h 21118"/>
                <a:gd name="T14" fmla="*/ 2147483647 w 19974"/>
                <a:gd name="T15" fmla="*/ 2147483647 h 211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974" h="21118">
                  <a:moveTo>
                    <a:pt x="1598" y="21118"/>
                  </a:moveTo>
                  <a:cubicBezTo>
                    <a:pt x="1598" y="21118"/>
                    <a:pt x="-1626" y="12278"/>
                    <a:pt x="1083" y="13347"/>
                  </a:cubicBezTo>
                  <a:cubicBezTo>
                    <a:pt x="3792" y="14415"/>
                    <a:pt x="5648" y="17088"/>
                    <a:pt x="6910" y="15445"/>
                  </a:cubicBezTo>
                  <a:cubicBezTo>
                    <a:pt x="8172" y="13802"/>
                    <a:pt x="3505" y="-482"/>
                    <a:pt x="5979" y="13"/>
                  </a:cubicBezTo>
                  <a:cubicBezTo>
                    <a:pt x="8453" y="508"/>
                    <a:pt x="10733" y="8623"/>
                    <a:pt x="13692" y="8555"/>
                  </a:cubicBezTo>
                  <a:cubicBezTo>
                    <a:pt x="16650" y="8487"/>
                    <a:pt x="14889" y="6339"/>
                    <a:pt x="15044" y="4414"/>
                  </a:cubicBezTo>
                  <a:cubicBezTo>
                    <a:pt x="15200" y="2489"/>
                    <a:pt x="17366" y="4969"/>
                    <a:pt x="18670" y="6263"/>
                  </a:cubicBezTo>
                  <a:cubicBezTo>
                    <a:pt x="19974" y="7556"/>
                    <a:pt x="19974" y="6032"/>
                    <a:pt x="19974" y="6032"/>
                  </a:cubicBezTo>
                </a:path>
              </a:pathLst>
            </a:custGeom>
            <a:noFill/>
            <a:ln w="114300" cap="flat">
              <a:solidFill>
                <a:srgbClr val="D8DFE5"/>
              </a:solidFill>
              <a:prstDash val="solid"/>
              <a:miter lim="800000"/>
              <a:headEnd type="none" w="med" len="med"/>
              <a:tailEnd type="none" w="med" len="med"/>
            </a:ln>
          </p:spPr>
          <p:txBody>
            <a:bodyPr lIns="0" tIns="0" rIns="0" bIns="0"/>
            <a:lstStyle/>
            <a:p>
              <a:endParaRPr lang="en-US"/>
            </a:p>
          </p:txBody>
        </p:sp>
      </p:grpSp>
      <p:grpSp>
        <p:nvGrpSpPr>
          <p:cNvPr id="18435" name="Group 1"/>
          <p:cNvGrpSpPr/>
          <p:nvPr/>
        </p:nvGrpSpPr>
        <p:grpSpPr bwMode="auto">
          <a:xfrm>
            <a:off x="13658850" y="2332038"/>
            <a:ext cx="8528050" cy="8488362"/>
            <a:chOff x="13658850" y="2332038"/>
            <a:chExt cx="8528050" cy="8488362"/>
          </a:xfrm>
        </p:grpSpPr>
        <p:grpSp>
          <p:nvGrpSpPr>
            <p:cNvPr id="19460" name="Group 27"/>
            <p:cNvGrpSpPr/>
            <p:nvPr/>
          </p:nvGrpSpPr>
          <p:grpSpPr bwMode="auto">
            <a:xfrm>
              <a:off x="13658850" y="2332038"/>
              <a:ext cx="4495800" cy="2959100"/>
              <a:chOff x="0" y="0"/>
              <a:chExt cx="2832" cy="1864"/>
            </a:xfrm>
          </p:grpSpPr>
          <p:sp>
            <p:nvSpPr>
              <p:cNvPr id="19465" name="Freeform 25"/>
              <p:cNvSpPr/>
              <p:nvPr/>
            </p:nvSpPr>
            <p:spPr bwMode="auto">
              <a:xfrm>
                <a:off x="88" y="88"/>
                <a:ext cx="2656" cy="1696"/>
              </a:xfrm>
              <a:custGeom>
                <a:avLst/>
                <a:gdLst>
                  <a:gd name="T0" fmla="*/ 1 w 18725"/>
                  <a:gd name="T1" fmla="*/ 0 h 17428"/>
                  <a:gd name="T2" fmla="*/ 0 w 18725"/>
                  <a:gd name="T3" fmla="*/ 0 h 17428"/>
                  <a:gd name="T4" fmla="*/ 1 w 18725"/>
                  <a:gd name="T5" fmla="*/ 0 h 17428"/>
                  <a:gd name="T6" fmla="*/ 1 w 18725"/>
                  <a:gd name="T7" fmla="*/ 0 h 17428"/>
                  <a:gd name="T8" fmla="*/ 0 w 18725"/>
                  <a:gd name="T9" fmla="*/ 0 h 17428"/>
                  <a:gd name="T10" fmla="*/ 0 w 18725"/>
                  <a:gd name="T11" fmla="*/ 0 h 17428"/>
                  <a:gd name="T12" fmla="*/ 0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19466" name="Picture 26"/>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2832" cy="1864"/>
              </a:xfrm>
              <a:prstGeom prst="rect">
                <a:avLst/>
              </a:prstGeom>
              <a:noFill/>
              <a:ln>
                <a:noFill/>
              </a:ln>
            </p:spPr>
          </p:pic>
        </p:grpSp>
        <p:sp>
          <p:nvSpPr>
            <p:cNvPr id="19461" name="Rectangle 28"/>
            <p:cNvSpPr/>
            <p:nvPr/>
          </p:nvSpPr>
          <p:spPr bwMode="auto">
            <a:xfrm>
              <a:off x="14468475" y="2917905"/>
              <a:ext cx="2726708" cy="2215991"/>
            </a:xfrm>
            <a:prstGeom prst="rect">
              <a:avLst/>
            </a:prstGeom>
            <a:noFill/>
            <a:ln>
              <a:noFill/>
            </a:ln>
          </p:spPr>
          <p:txBody>
            <a:bodyPr wrap="none" lIns="0" tIns="0" rIns="0" bIns="0" anchor="ctr">
              <a:spAutoFit/>
            </a:bodyPr>
            <a:lstStyle/>
            <a:p>
              <a:pPr algn="l"/>
              <a:r>
                <a:rPr lang="en-US" sz="14400" dirty="0">
                  <a:solidFill>
                    <a:srgbClr val="EBB91C"/>
                  </a:solidFill>
                  <a:latin typeface="微软雅黑" panose="020B0503020204020204" charset="-122"/>
                  <a:ea typeface="MS PGothic" panose="020B0600070205080204" charset="-128"/>
                  <a:cs typeface="MS PGothic" panose="020B0600070205080204" charset="-128"/>
                  <a:sym typeface="Diavlo Black Regular" charset="0"/>
                </a:rPr>
                <a:t>6%</a:t>
              </a:r>
              <a:endParaRPr lang="en-US" sz="14400" dirty="0">
                <a:solidFill>
                  <a:srgbClr val="EBB91C"/>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9462" name="Rectangle 29"/>
            <p:cNvSpPr/>
            <p:nvPr/>
          </p:nvSpPr>
          <p:spPr bwMode="auto">
            <a:xfrm>
              <a:off x="14522450" y="6661711"/>
              <a:ext cx="7607300" cy="1333500"/>
            </a:xfrm>
            <a:prstGeom prst="rect">
              <a:avLst/>
            </a:prstGeom>
            <a:noFill/>
            <a:ln>
              <a:noFill/>
            </a:ln>
          </p:spPr>
          <p:txBody>
            <a:bodyPr lIns="0" tIns="0" rIns="0" bIns="0"/>
            <a:lstStyle/>
            <a:p>
              <a:pPr algn="l"/>
              <a:r>
                <a:rPr lang="zh-CN" altLang="en-US" sz="2400" b="1" dirty="0">
                  <a:solidFill>
                    <a:srgbClr val="FFFFFF"/>
                  </a:solidFill>
                  <a:latin typeface="Open Sans Bold" charset="0"/>
                  <a:ea typeface="MS PGothic" panose="020B0600070205080204" charset="-128"/>
                  <a:cs typeface="MS PGothic" panose="020B0600070205080204" charset="-128"/>
                  <a:sym typeface="Open Sans Bold" charset="0"/>
                </a:rPr>
                <a:t>点击输入标题点击输入标题</a:t>
              </a:r>
              <a:endParaRPr lang="en-US" altLang="zh-CN" sz="2400" b="1" dirty="0">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19463" name="Rectangle 30"/>
            <p:cNvSpPr/>
            <p:nvPr/>
          </p:nvSpPr>
          <p:spPr bwMode="auto">
            <a:xfrm>
              <a:off x="14465300" y="7810500"/>
              <a:ext cx="7607300" cy="30099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a:t>
              </a:r>
              <a:endParaRPr lang="en-US" sz="2400" dirty="0">
                <a:solidFill>
                  <a:srgbClr val="9BA3C0"/>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19464" name="Line 31"/>
            <p:cNvSpPr>
              <a:spLocks noChangeShapeType="1"/>
            </p:cNvSpPr>
            <p:nvPr/>
          </p:nvSpPr>
          <p:spPr bwMode="auto">
            <a:xfrm>
              <a:off x="14465300" y="7251700"/>
              <a:ext cx="7721600" cy="0"/>
            </a:xfrm>
            <a:prstGeom prst="line">
              <a:avLst/>
            </a:prstGeom>
            <a:noFill/>
            <a:ln w="12700">
              <a:solidFill>
                <a:srgbClr val="FFFFFF">
                  <a:alpha val="29803"/>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1000"/>
                                        <p:tgtEl>
                                          <p:spTgt spid="18434"/>
                                        </p:tgtEl>
                                      </p:cBhvr>
                                    </p:animEffect>
                                    <p:anim calcmode="lin" valueType="num">
                                      <p:cBhvr>
                                        <p:cTn id="8" dur="1000" fill="hold"/>
                                        <p:tgtEl>
                                          <p:spTgt spid="18434"/>
                                        </p:tgtEl>
                                        <p:attrNameLst>
                                          <p:attrName>ppt_x</p:attrName>
                                        </p:attrNameLst>
                                      </p:cBhvr>
                                      <p:tavLst>
                                        <p:tav tm="0">
                                          <p:val>
                                            <p:strVal val="#ppt_x"/>
                                          </p:val>
                                        </p:tav>
                                        <p:tav tm="100000">
                                          <p:val>
                                            <p:strVal val="#ppt_x"/>
                                          </p:val>
                                        </p:tav>
                                      </p:tavLst>
                                    </p:anim>
                                    <p:anim calcmode="lin" valueType="num">
                                      <p:cBhvr>
                                        <p:cTn id="9" dur="900" decel="100000" fill="hold"/>
                                        <p:tgtEl>
                                          <p:spTgt spid="18434"/>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8434"/>
                                        </p:tgtEl>
                                        <p:attrNameLst>
                                          <p:attrName>ppt_y</p:attrName>
                                        </p:attrNameLst>
                                      </p:cBhvr>
                                      <p:tavLst>
                                        <p:tav tm="0">
                                          <p:val>
                                            <p:strVal val="#ppt_y-.03"/>
                                          </p:val>
                                        </p:tav>
                                        <p:tav tm="100000">
                                          <p:val>
                                            <p:strVal val="#ppt_y"/>
                                          </p:val>
                                        </p:tav>
                                      </p:tavLst>
                                    </p:anim>
                                  </p:childTnLst>
                                </p:cTn>
                              </p:par>
                              <p:par>
                                <p:cTn id="11" presetID="35" presetClass="entr" presetSubtype="0" fill="hold" nodeType="withEffect">
                                  <p:stCondLst>
                                    <p:cond delay="0"/>
                                  </p:stCondLst>
                                  <p:childTnLst>
                                    <p:set>
                                      <p:cBhvr>
                                        <p:cTn id="12" dur="1" fill="hold">
                                          <p:stCondLst>
                                            <p:cond delay="0"/>
                                          </p:stCondLst>
                                        </p:cTn>
                                        <p:tgtEl>
                                          <p:spTgt spid="18435"/>
                                        </p:tgtEl>
                                        <p:attrNameLst>
                                          <p:attrName>style.visibility</p:attrName>
                                        </p:attrNameLst>
                                      </p:cBhvr>
                                      <p:to>
                                        <p:strVal val="visible"/>
                                      </p:to>
                                    </p:set>
                                    <p:animEffect transition="in" filter="fade">
                                      <p:cBhvr>
                                        <p:cTn id="13" dur="1000"/>
                                        <p:tgtEl>
                                          <p:spTgt spid="18435"/>
                                        </p:tgtEl>
                                      </p:cBhvr>
                                    </p:animEffect>
                                    <p:anim calcmode="lin" valueType="num">
                                      <p:cBhvr>
                                        <p:cTn id="14" dur="1000" fill="hold"/>
                                        <p:tgtEl>
                                          <p:spTgt spid="18435"/>
                                        </p:tgtEl>
                                        <p:attrNameLst>
                                          <p:attrName>style.rotation</p:attrName>
                                        </p:attrNameLst>
                                      </p:cBhvr>
                                      <p:tavLst>
                                        <p:tav tm="0">
                                          <p:val>
                                            <p:fltVal val="720"/>
                                          </p:val>
                                        </p:tav>
                                        <p:tav tm="100000">
                                          <p:val>
                                            <p:fltVal val="0"/>
                                          </p:val>
                                        </p:tav>
                                      </p:tavLst>
                                    </p:anim>
                                    <p:anim calcmode="lin" valueType="num">
                                      <p:cBhvr>
                                        <p:cTn id="15" dur="1000" fill="hold"/>
                                        <p:tgtEl>
                                          <p:spTgt spid="18435"/>
                                        </p:tgtEl>
                                        <p:attrNameLst>
                                          <p:attrName>ppt_h</p:attrName>
                                        </p:attrNameLst>
                                      </p:cBhvr>
                                      <p:tavLst>
                                        <p:tav tm="0">
                                          <p:val>
                                            <p:fltVal val="0"/>
                                          </p:val>
                                        </p:tav>
                                        <p:tav tm="100000">
                                          <p:val>
                                            <p:strVal val="#ppt_h"/>
                                          </p:val>
                                        </p:tav>
                                      </p:tavLst>
                                    </p:anim>
                                    <p:anim calcmode="lin" valueType="num">
                                      <p:cBhvr>
                                        <p:cTn id="16" dur="1000" fill="hold"/>
                                        <p:tgtEl>
                                          <p:spTgt spid="18435"/>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p:nvPr/>
        </p:nvSpPr>
        <p:spPr bwMode="auto">
          <a:xfrm>
            <a:off x="1358900" y="919803"/>
            <a:ext cx="6232475"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用户数据分析</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19458" name="Rectangle 44"/>
          <p:cNvSpPr>
            <a:spLocks noChangeArrowheads="1"/>
          </p:cNvSpPr>
          <p:nvPr/>
        </p:nvSpPr>
        <p:spPr bwMode="auto">
          <a:xfrm>
            <a:off x="11252200" y="7086600"/>
            <a:ext cx="2082800" cy="923925"/>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WEB</a:t>
            </a:r>
            <a:endParaRPr lang="en-US" sz="2700" b="1">
              <a:solidFill>
                <a:srgbClr val="FFFFFF"/>
              </a:solidFill>
              <a:latin typeface="Open Sans Bold" charset="0"/>
              <a:ea typeface="MS PGothic" panose="020B0600070205080204" charset="-128"/>
              <a:cs typeface="MS PGothic" panose="020B0600070205080204" charset="-128"/>
              <a:sym typeface="Open Sans Bold" charset="0"/>
            </a:endParaRPr>
          </a:p>
          <a:p>
            <a:r>
              <a:rPr lang="en-US" sz="2700" b="1">
                <a:solidFill>
                  <a:srgbClr val="FFFFFF"/>
                </a:solidFill>
                <a:latin typeface="Open Sans Bold" charset="0"/>
                <a:ea typeface="MS PGothic" panose="020B0600070205080204" charset="-128"/>
                <a:cs typeface="MS PGothic" panose="020B0600070205080204" charset="-128"/>
                <a:sym typeface="Open Sans Bold" charset="0"/>
              </a:rPr>
              <a:t>ANALYTICS</a:t>
            </a:r>
            <a:endParaRPr lang="en-US" sz="2700"/>
          </a:p>
        </p:txBody>
      </p:sp>
      <p:grpSp>
        <p:nvGrpSpPr>
          <p:cNvPr id="19459" name="Group 53"/>
          <p:cNvGrpSpPr/>
          <p:nvPr/>
        </p:nvGrpSpPr>
        <p:grpSpPr bwMode="auto">
          <a:xfrm>
            <a:off x="10544175" y="2438400"/>
            <a:ext cx="10931525" cy="3592513"/>
            <a:chOff x="10543615" y="2438400"/>
            <a:chExt cx="10932085" cy="3592606"/>
          </a:xfrm>
        </p:grpSpPr>
        <p:grpSp>
          <p:nvGrpSpPr>
            <p:cNvPr id="20504" name="Group 52"/>
            <p:cNvGrpSpPr/>
            <p:nvPr/>
          </p:nvGrpSpPr>
          <p:grpSpPr bwMode="auto">
            <a:xfrm>
              <a:off x="10543615" y="3048000"/>
              <a:ext cx="3460287" cy="2983006"/>
              <a:chOff x="10543615" y="3048000"/>
              <a:chExt cx="3460287" cy="2983006"/>
            </a:xfrm>
          </p:grpSpPr>
          <p:sp>
            <p:nvSpPr>
              <p:cNvPr id="20506" name="Hexagon 29"/>
              <p:cNvSpPr>
                <a:spLocks noChangeArrowheads="1"/>
              </p:cNvSpPr>
              <p:nvPr/>
            </p:nvSpPr>
            <p:spPr bwMode="auto">
              <a:xfrm>
                <a:off x="10543615" y="3048000"/>
                <a:ext cx="3460287" cy="2983006"/>
              </a:xfrm>
              <a:prstGeom prst="hexagon">
                <a:avLst>
                  <a:gd name="adj" fmla="val 24999"/>
                  <a:gd name="vf" fmla="val 115470"/>
                </a:avLst>
              </a:prstGeom>
              <a:solidFill>
                <a:srgbClr val="F7991F"/>
              </a:solidFill>
              <a:ln>
                <a:noFill/>
              </a:ln>
            </p:spPr>
            <p:txBody>
              <a:bodyPr/>
              <a:lstStyle/>
              <a:p>
                <a:endParaRPr lang="en-US"/>
              </a:p>
            </p:txBody>
          </p:sp>
          <p:sp>
            <p:nvSpPr>
              <p:cNvPr id="20507" name="Rectangle 37"/>
              <p:cNvSpPr>
                <a:spLocks noChangeArrowheads="1"/>
              </p:cNvSpPr>
              <p:nvPr/>
            </p:nvSpPr>
            <p:spPr bwMode="auto">
              <a:xfrm>
                <a:off x="11277600" y="4267200"/>
                <a:ext cx="2031720" cy="507831"/>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Consulting</a:t>
                </a:r>
                <a:endParaRPr lang="en-US" sz="2700"/>
              </a:p>
            </p:txBody>
          </p:sp>
        </p:grpSp>
        <p:sp>
          <p:nvSpPr>
            <p:cNvPr id="20505" name="Rectangle 30"/>
            <p:cNvSpPr/>
            <p:nvPr/>
          </p:nvSpPr>
          <p:spPr bwMode="auto">
            <a:xfrm>
              <a:off x="13868400" y="2438400"/>
              <a:ext cx="7607300" cy="14478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9460" name="Group 54"/>
          <p:cNvGrpSpPr/>
          <p:nvPr/>
        </p:nvGrpSpPr>
        <p:grpSpPr bwMode="auto">
          <a:xfrm>
            <a:off x="13390563" y="4606925"/>
            <a:ext cx="8859837" cy="2982913"/>
            <a:chOff x="13391029" y="4607299"/>
            <a:chExt cx="8859371" cy="2983006"/>
          </a:xfrm>
        </p:grpSpPr>
        <p:sp>
          <p:nvSpPr>
            <p:cNvPr id="20501" name="Hexagon 30"/>
            <p:cNvSpPr>
              <a:spLocks noChangeArrowheads="1"/>
            </p:cNvSpPr>
            <p:nvPr/>
          </p:nvSpPr>
          <p:spPr bwMode="auto">
            <a:xfrm>
              <a:off x="13391029" y="4607299"/>
              <a:ext cx="3460287" cy="2983006"/>
            </a:xfrm>
            <a:prstGeom prst="hexagon">
              <a:avLst>
                <a:gd name="adj" fmla="val 24999"/>
                <a:gd name="vf" fmla="val 115470"/>
              </a:avLst>
            </a:prstGeom>
            <a:solidFill>
              <a:srgbClr val="DB135B"/>
            </a:solidFill>
            <a:ln>
              <a:noFill/>
            </a:ln>
          </p:spPr>
          <p:txBody>
            <a:bodyPr/>
            <a:lstStyle/>
            <a:p>
              <a:endParaRPr lang="en-US"/>
            </a:p>
          </p:txBody>
        </p:sp>
        <p:sp>
          <p:nvSpPr>
            <p:cNvPr id="20502" name="Rectangle 42"/>
            <p:cNvSpPr>
              <a:spLocks noChangeArrowheads="1"/>
            </p:cNvSpPr>
            <p:nvPr/>
          </p:nvSpPr>
          <p:spPr bwMode="auto">
            <a:xfrm>
              <a:off x="14325600" y="5867400"/>
              <a:ext cx="1613618" cy="507831"/>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Training</a:t>
              </a:r>
              <a:endParaRPr lang="en-US" sz="2700"/>
            </a:p>
          </p:txBody>
        </p:sp>
        <p:sp>
          <p:nvSpPr>
            <p:cNvPr id="20503" name="Rectangle 30"/>
            <p:cNvSpPr/>
            <p:nvPr/>
          </p:nvSpPr>
          <p:spPr bwMode="auto">
            <a:xfrm>
              <a:off x="17526000" y="5410200"/>
              <a:ext cx="4724400" cy="14478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9461" name="Group 55"/>
          <p:cNvGrpSpPr/>
          <p:nvPr/>
        </p:nvGrpSpPr>
        <p:grpSpPr bwMode="auto">
          <a:xfrm>
            <a:off x="13388975" y="7726363"/>
            <a:ext cx="8861425" cy="2982912"/>
            <a:chOff x="13388317" y="7725896"/>
            <a:chExt cx="8862083" cy="2983006"/>
          </a:xfrm>
        </p:grpSpPr>
        <p:sp>
          <p:nvSpPr>
            <p:cNvPr id="20498" name="Hexagon 31"/>
            <p:cNvSpPr>
              <a:spLocks noChangeArrowheads="1"/>
            </p:cNvSpPr>
            <p:nvPr/>
          </p:nvSpPr>
          <p:spPr bwMode="auto">
            <a:xfrm>
              <a:off x="13388317" y="7725896"/>
              <a:ext cx="3460287" cy="2983006"/>
            </a:xfrm>
            <a:prstGeom prst="hexagon">
              <a:avLst>
                <a:gd name="adj" fmla="val 24999"/>
                <a:gd name="vf" fmla="val 115470"/>
              </a:avLst>
            </a:prstGeom>
            <a:solidFill>
              <a:srgbClr val="62778E"/>
            </a:solidFill>
            <a:ln>
              <a:noFill/>
            </a:ln>
          </p:spPr>
          <p:txBody>
            <a:bodyPr/>
            <a:lstStyle/>
            <a:p>
              <a:endParaRPr lang="en-US"/>
            </a:p>
          </p:txBody>
        </p:sp>
        <p:sp>
          <p:nvSpPr>
            <p:cNvPr id="20499" name="Rectangle 41"/>
            <p:cNvSpPr>
              <a:spLocks noChangeArrowheads="1"/>
            </p:cNvSpPr>
            <p:nvPr/>
          </p:nvSpPr>
          <p:spPr bwMode="auto">
            <a:xfrm>
              <a:off x="13955929" y="8763000"/>
              <a:ext cx="2456923" cy="923330"/>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Conversion</a:t>
              </a:r>
              <a:endParaRPr lang="en-US" sz="2700" b="1">
                <a:solidFill>
                  <a:srgbClr val="FFFFFF"/>
                </a:solidFill>
                <a:latin typeface="Open Sans Bold" charset="0"/>
                <a:ea typeface="MS PGothic" panose="020B0600070205080204" charset="-128"/>
                <a:cs typeface="MS PGothic" panose="020B0600070205080204" charset="-128"/>
                <a:sym typeface="Open Sans Bold" charset="0"/>
              </a:endParaRPr>
            </a:p>
            <a:p>
              <a:r>
                <a:rPr lang="en-US" sz="2700" b="1">
                  <a:solidFill>
                    <a:srgbClr val="FFFFFF"/>
                  </a:solidFill>
                  <a:latin typeface="Open Sans Bold" charset="0"/>
                  <a:ea typeface="MS PGothic" panose="020B0600070205080204" charset="-128"/>
                  <a:cs typeface="MS PGothic" panose="020B0600070205080204" charset="-128"/>
                  <a:sym typeface="Open Sans Bold" charset="0"/>
                </a:rPr>
                <a:t>Optimization</a:t>
              </a:r>
              <a:endParaRPr lang="en-US" sz="2700"/>
            </a:p>
          </p:txBody>
        </p:sp>
        <p:sp>
          <p:nvSpPr>
            <p:cNvPr id="20500" name="Rectangle 30"/>
            <p:cNvSpPr/>
            <p:nvPr/>
          </p:nvSpPr>
          <p:spPr bwMode="auto">
            <a:xfrm>
              <a:off x="17526000" y="8458200"/>
              <a:ext cx="4724400" cy="14478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9462" name="Group 56"/>
          <p:cNvGrpSpPr/>
          <p:nvPr/>
        </p:nvGrpSpPr>
        <p:grpSpPr bwMode="auto">
          <a:xfrm>
            <a:off x="2743200" y="9285288"/>
            <a:ext cx="11260138" cy="3592512"/>
            <a:chOff x="2743200" y="9285194"/>
            <a:chExt cx="11260702" cy="3592606"/>
          </a:xfrm>
        </p:grpSpPr>
        <p:sp>
          <p:nvSpPr>
            <p:cNvPr id="20495" name="Hexagon 32"/>
            <p:cNvSpPr>
              <a:spLocks noChangeArrowheads="1"/>
            </p:cNvSpPr>
            <p:nvPr/>
          </p:nvSpPr>
          <p:spPr bwMode="auto">
            <a:xfrm>
              <a:off x="10543615" y="9285194"/>
              <a:ext cx="3460287" cy="2983006"/>
            </a:xfrm>
            <a:prstGeom prst="hexagon">
              <a:avLst>
                <a:gd name="adj" fmla="val 24999"/>
                <a:gd name="vf" fmla="val 115470"/>
              </a:avLst>
            </a:prstGeom>
            <a:solidFill>
              <a:srgbClr val="7DB546"/>
            </a:solidFill>
            <a:ln>
              <a:noFill/>
            </a:ln>
          </p:spPr>
          <p:txBody>
            <a:bodyPr/>
            <a:lstStyle/>
            <a:p>
              <a:endParaRPr lang="en-US"/>
            </a:p>
          </p:txBody>
        </p:sp>
        <p:sp>
          <p:nvSpPr>
            <p:cNvPr id="20496" name="Rectangle 40"/>
            <p:cNvSpPr>
              <a:spLocks noChangeArrowheads="1"/>
            </p:cNvSpPr>
            <p:nvPr/>
          </p:nvSpPr>
          <p:spPr bwMode="auto">
            <a:xfrm>
              <a:off x="11108618" y="10287000"/>
              <a:ext cx="2479577" cy="923330"/>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Tag</a:t>
              </a:r>
              <a:endParaRPr lang="en-US" sz="2700" b="1">
                <a:solidFill>
                  <a:srgbClr val="FFFFFF"/>
                </a:solidFill>
                <a:latin typeface="Open Sans Bold" charset="0"/>
                <a:ea typeface="MS PGothic" panose="020B0600070205080204" charset="-128"/>
                <a:cs typeface="MS PGothic" panose="020B0600070205080204" charset="-128"/>
                <a:sym typeface="Open Sans Bold" charset="0"/>
              </a:endParaRPr>
            </a:p>
            <a:p>
              <a:r>
                <a:rPr lang="en-US" sz="2700" b="1">
                  <a:solidFill>
                    <a:srgbClr val="FFFFFF"/>
                  </a:solidFill>
                  <a:latin typeface="Open Sans Bold" charset="0"/>
                  <a:ea typeface="MS PGothic" panose="020B0600070205080204" charset="-128"/>
                  <a:cs typeface="MS PGothic" panose="020B0600070205080204" charset="-128"/>
                  <a:sym typeface="Open Sans Bold" charset="0"/>
                </a:rPr>
                <a:t>Management</a:t>
              </a:r>
              <a:endParaRPr lang="en-US" sz="2700"/>
            </a:p>
          </p:txBody>
        </p:sp>
        <p:sp>
          <p:nvSpPr>
            <p:cNvPr id="20497" name="Rectangle 30"/>
            <p:cNvSpPr/>
            <p:nvPr/>
          </p:nvSpPr>
          <p:spPr bwMode="auto">
            <a:xfrm>
              <a:off x="2743200" y="11430000"/>
              <a:ext cx="7607300" cy="1447800"/>
            </a:xfrm>
            <a:prstGeom prst="rect">
              <a:avLst/>
            </a:prstGeom>
            <a:noFill/>
            <a:ln>
              <a:noFill/>
            </a:ln>
          </p:spPr>
          <p:txBody>
            <a:bodyPr lIns="0" tIns="0" rIns="0" bIns="0"/>
            <a:lstStyle/>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9463" name="Group 58"/>
          <p:cNvGrpSpPr/>
          <p:nvPr/>
        </p:nvGrpSpPr>
        <p:grpSpPr bwMode="auto">
          <a:xfrm>
            <a:off x="2438400" y="4606925"/>
            <a:ext cx="8718550" cy="2982913"/>
            <a:chOff x="2438400" y="4607299"/>
            <a:chExt cx="8718087" cy="2983006"/>
          </a:xfrm>
        </p:grpSpPr>
        <p:sp>
          <p:nvSpPr>
            <p:cNvPr id="20492" name="Hexagon 34"/>
            <p:cNvSpPr>
              <a:spLocks noChangeArrowheads="1"/>
            </p:cNvSpPr>
            <p:nvPr/>
          </p:nvSpPr>
          <p:spPr bwMode="auto">
            <a:xfrm>
              <a:off x="7696200" y="4607299"/>
              <a:ext cx="3460287" cy="2983006"/>
            </a:xfrm>
            <a:prstGeom prst="hexagon">
              <a:avLst>
                <a:gd name="adj" fmla="val 24999"/>
                <a:gd name="vf" fmla="val 115470"/>
              </a:avLst>
            </a:prstGeom>
            <a:solidFill>
              <a:srgbClr val="2D68BE"/>
            </a:solidFill>
            <a:ln>
              <a:noFill/>
            </a:ln>
          </p:spPr>
          <p:txBody>
            <a:bodyPr/>
            <a:lstStyle/>
            <a:p>
              <a:endParaRPr lang="en-US"/>
            </a:p>
          </p:txBody>
        </p:sp>
        <p:sp>
          <p:nvSpPr>
            <p:cNvPr id="20493" name="Rectangle 38"/>
            <p:cNvSpPr>
              <a:spLocks noChangeArrowheads="1"/>
            </p:cNvSpPr>
            <p:nvPr/>
          </p:nvSpPr>
          <p:spPr bwMode="auto">
            <a:xfrm>
              <a:off x="8439163" y="5486400"/>
              <a:ext cx="2069797" cy="1338828"/>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Usability</a:t>
              </a:r>
              <a:endParaRPr lang="en-US" sz="2700" b="1">
                <a:solidFill>
                  <a:srgbClr val="FFFFFF"/>
                </a:solidFill>
                <a:latin typeface="Open Sans Bold" charset="0"/>
                <a:ea typeface="MS PGothic" panose="020B0600070205080204" charset="-128"/>
                <a:cs typeface="MS PGothic" panose="020B0600070205080204" charset="-128"/>
                <a:sym typeface="Open Sans Bold" charset="0"/>
              </a:endParaRPr>
            </a:p>
            <a:p>
              <a:r>
                <a:rPr lang="en-US" sz="2700" b="1">
                  <a:solidFill>
                    <a:srgbClr val="FFFFFF"/>
                  </a:solidFill>
                  <a:latin typeface="Open Sans Bold" charset="0"/>
                  <a:ea typeface="MS PGothic" panose="020B0600070205080204" charset="-128"/>
                  <a:cs typeface="MS PGothic" panose="020B0600070205080204" charset="-128"/>
                  <a:sym typeface="Open Sans Bold" charset="0"/>
                </a:rPr>
                <a:t>Analyisis &amp;</a:t>
              </a:r>
              <a:endParaRPr lang="en-US" sz="2700" b="1">
                <a:solidFill>
                  <a:srgbClr val="FFFFFF"/>
                </a:solidFill>
                <a:latin typeface="Open Sans Bold" charset="0"/>
                <a:ea typeface="MS PGothic" panose="020B0600070205080204" charset="-128"/>
                <a:cs typeface="MS PGothic" panose="020B0600070205080204" charset="-128"/>
                <a:sym typeface="Open Sans Bold" charset="0"/>
              </a:endParaRPr>
            </a:p>
            <a:p>
              <a:r>
                <a:rPr lang="en-US" sz="2700" b="1">
                  <a:solidFill>
                    <a:srgbClr val="FFFFFF"/>
                  </a:solidFill>
                  <a:latin typeface="Open Sans Bold" charset="0"/>
                  <a:ea typeface="MS PGothic" panose="020B0600070205080204" charset="-128"/>
                  <a:cs typeface="MS PGothic" panose="020B0600070205080204" charset="-128"/>
                  <a:sym typeface="Open Sans Bold" charset="0"/>
                </a:rPr>
                <a:t>Testing</a:t>
              </a:r>
              <a:endParaRPr lang="en-US" sz="2700"/>
            </a:p>
          </p:txBody>
        </p:sp>
        <p:sp>
          <p:nvSpPr>
            <p:cNvPr id="20494" name="Rectangle 30"/>
            <p:cNvSpPr/>
            <p:nvPr/>
          </p:nvSpPr>
          <p:spPr bwMode="auto">
            <a:xfrm>
              <a:off x="2438400" y="5562600"/>
              <a:ext cx="4724400" cy="1447800"/>
            </a:xfrm>
            <a:prstGeom prst="rect">
              <a:avLst/>
            </a:prstGeom>
            <a:noFill/>
            <a:ln>
              <a:noFill/>
            </a:ln>
          </p:spPr>
          <p:txBody>
            <a:bodyPr lIns="0" tIns="0" rIns="0" bIns="0"/>
            <a:lstStyle/>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19464" name="Group 57"/>
          <p:cNvGrpSpPr/>
          <p:nvPr/>
        </p:nvGrpSpPr>
        <p:grpSpPr bwMode="auto">
          <a:xfrm>
            <a:off x="2590800" y="7726363"/>
            <a:ext cx="8566150" cy="2982912"/>
            <a:chOff x="2590800" y="7725896"/>
            <a:chExt cx="8565687" cy="2983006"/>
          </a:xfrm>
        </p:grpSpPr>
        <p:sp>
          <p:nvSpPr>
            <p:cNvPr id="20489" name="Hexagon 33"/>
            <p:cNvSpPr>
              <a:spLocks noChangeArrowheads="1"/>
            </p:cNvSpPr>
            <p:nvPr/>
          </p:nvSpPr>
          <p:spPr bwMode="auto">
            <a:xfrm>
              <a:off x="7696200" y="7725896"/>
              <a:ext cx="3460287" cy="2983006"/>
            </a:xfrm>
            <a:prstGeom prst="hexagon">
              <a:avLst>
                <a:gd name="adj" fmla="val 24999"/>
                <a:gd name="vf" fmla="val 115470"/>
              </a:avLst>
            </a:prstGeom>
            <a:solidFill>
              <a:srgbClr val="229272"/>
            </a:solidFill>
            <a:ln>
              <a:noFill/>
            </a:ln>
          </p:spPr>
          <p:txBody>
            <a:bodyPr/>
            <a:lstStyle/>
            <a:p>
              <a:endParaRPr lang="en-US"/>
            </a:p>
          </p:txBody>
        </p:sp>
        <p:sp>
          <p:nvSpPr>
            <p:cNvPr id="20490" name="Rectangle 39"/>
            <p:cNvSpPr>
              <a:spLocks noChangeArrowheads="1"/>
            </p:cNvSpPr>
            <p:nvPr/>
          </p:nvSpPr>
          <p:spPr bwMode="auto">
            <a:xfrm>
              <a:off x="8422293" y="8763000"/>
              <a:ext cx="2141613" cy="923330"/>
            </a:xfrm>
            <a:prstGeom prst="rect">
              <a:avLst/>
            </a:prstGeom>
            <a:noFill/>
            <a:ln>
              <a:noFill/>
            </a:ln>
          </p:spPr>
          <p:txBody>
            <a:bodyPr wrap="none">
              <a:spAutoFit/>
            </a:bodyPr>
            <a:lstStyle/>
            <a:p>
              <a:r>
                <a:rPr lang="en-US" sz="2700" b="1">
                  <a:solidFill>
                    <a:srgbClr val="FFFFFF"/>
                  </a:solidFill>
                  <a:latin typeface="Open Sans Bold" charset="0"/>
                  <a:ea typeface="MS PGothic" panose="020B0600070205080204" charset="-128"/>
                  <a:cs typeface="MS PGothic" panose="020B0600070205080204" charset="-128"/>
                  <a:sym typeface="Open Sans Bold" charset="0"/>
                </a:rPr>
                <a:t>Report</a:t>
              </a:r>
              <a:endParaRPr lang="en-US" sz="2700" b="1">
                <a:solidFill>
                  <a:srgbClr val="FFFFFF"/>
                </a:solidFill>
                <a:latin typeface="Open Sans Bold" charset="0"/>
                <a:ea typeface="MS PGothic" panose="020B0600070205080204" charset="-128"/>
                <a:cs typeface="MS PGothic" panose="020B0600070205080204" charset="-128"/>
                <a:sym typeface="Open Sans Bold" charset="0"/>
              </a:endParaRPr>
            </a:p>
            <a:p>
              <a:r>
                <a:rPr lang="en-US" sz="2700" b="1">
                  <a:solidFill>
                    <a:srgbClr val="FFFFFF"/>
                  </a:solidFill>
                  <a:latin typeface="Open Sans Bold" charset="0"/>
                  <a:ea typeface="MS PGothic" panose="020B0600070205080204" charset="-128"/>
                  <a:cs typeface="MS PGothic" panose="020B0600070205080204" charset="-128"/>
                  <a:sym typeface="Open Sans Bold" charset="0"/>
                </a:rPr>
                <a:t>Integration</a:t>
              </a:r>
              <a:endParaRPr lang="en-US" sz="2700"/>
            </a:p>
          </p:txBody>
        </p:sp>
        <p:sp>
          <p:nvSpPr>
            <p:cNvPr id="20491" name="Rectangle 30"/>
            <p:cNvSpPr/>
            <p:nvPr/>
          </p:nvSpPr>
          <p:spPr bwMode="auto">
            <a:xfrm>
              <a:off x="2590800" y="8534400"/>
              <a:ext cx="4724400" cy="1447800"/>
            </a:xfrm>
            <a:prstGeom prst="rect">
              <a:avLst/>
            </a:prstGeom>
            <a:noFill/>
            <a:ln>
              <a:noFill/>
            </a:ln>
          </p:spPr>
          <p:txBody>
            <a:bodyPr lIns="0" tIns="0" rIns="0" bIns="0"/>
            <a:lstStyle/>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fade">
                                      <p:cBhvr>
                                        <p:cTn id="7" dur="1000"/>
                                        <p:tgtEl>
                                          <p:spTgt spid="19458"/>
                                        </p:tgtEl>
                                      </p:cBhvr>
                                    </p:animEffect>
                                    <p:anim calcmode="lin" valueType="num">
                                      <p:cBhvr>
                                        <p:cTn id="8" dur="1000" fill="hold"/>
                                        <p:tgtEl>
                                          <p:spTgt spid="19458"/>
                                        </p:tgtEl>
                                        <p:attrNameLst>
                                          <p:attrName>ppt_x</p:attrName>
                                        </p:attrNameLst>
                                      </p:cBhvr>
                                      <p:tavLst>
                                        <p:tav tm="0">
                                          <p:val>
                                            <p:strVal val="#ppt_x"/>
                                          </p:val>
                                        </p:tav>
                                        <p:tav tm="100000">
                                          <p:val>
                                            <p:strVal val="#ppt_x"/>
                                          </p:val>
                                        </p:tav>
                                      </p:tavLst>
                                    </p:anim>
                                    <p:anim calcmode="lin" valueType="num">
                                      <p:cBhvr>
                                        <p:cTn id="9" dur="900" decel="100000" fill="hold"/>
                                        <p:tgtEl>
                                          <p:spTgt spid="1945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9458"/>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19459"/>
                                        </p:tgtEl>
                                        <p:attrNameLst>
                                          <p:attrName>style.visibility</p:attrName>
                                        </p:attrNameLst>
                                      </p:cBhvr>
                                      <p:to>
                                        <p:strVal val="visible"/>
                                      </p:to>
                                    </p:set>
                                    <p:animEffect transition="in" filter="fade">
                                      <p:cBhvr>
                                        <p:cTn id="13" dur="1000"/>
                                        <p:tgtEl>
                                          <p:spTgt spid="19459"/>
                                        </p:tgtEl>
                                      </p:cBhvr>
                                    </p:animEffect>
                                    <p:anim calcmode="lin" valueType="num">
                                      <p:cBhvr>
                                        <p:cTn id="14" dur="1000" fill="hold"/>
                                        <p:tgtEl>
                                          <p:spTgt spid="19459"/>
                                        </p:tgtEl>
                                        <p:attrNameLst>
                                          <p:attrName>ppt_x</p:attrName>
                                        </p:attrNameLst>
                                      </p:cBhvr>
                                      <p:tavLst>
                                        <p:tav tm="0">
                                          <p:val>
                                            <p:strVal val="#ppt_x"/>
                                          </p:val>
                                        </p:tav>
                                        <p:tav tm="100000">
                                          <p:val>
                                            <p:strVal val="#ppt_x"/>
                                          </p:val>
                                        </p:tav>
                                      </p:tavLst>
                                    </p:anim>
                                    <p:anim calcmode="lin" valueType="num">
                                      <p:cBhvr>
                                        <p:cTn id="15" dur="900" decel="100000" fill="hold"/>
                                        <p:tgtEl>
                                          <p:spTgt spid="19459"/>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9459"/>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19460"/>
                                        </p:tgtEl>
                                        <p:attrNameLst>
                                          <p:attrName>style.visibility</p:attrName>
                                        </p:attrNameLst>
                                      </p:cBhvr>
                                      <p:to>
                                        <p:strVal val="visible"/>
                                      </p:to>
                                    </p:set>
                                    <p:animEffect transition="in" filter="fade">
                                      <p:cBhvr>
                                        <p:cTn id="21" dur="1000"/>
                                        <p:tgtEl>
                                          <p:spTgt spid="19460"/>
                                        </p:tgtEl>
                                      </p:cBhvr>
                                    </p:animEffect>
                                    <p:anim calcmode="lin" valueType="num">
                                      <p:cBhvr>
                                        <p:cTn id="22" dur="1000" fill="hold"/>
                                        <p:tgtEl>
                                          <p:spTgt spid="19460"/>
                                        </p:tgtEl>
                                        <p:attrNameLst>
                                          <p:attrName>ppt_x</p:attrName>
                                        </p:attrNameLst>
                                      </p:cBhvr>
                                      <p:tavLst>
                                        <p:tav tm="0">
                                          <p:val>
                                            <p:strVal val="#ppt_x"/>
                                          </p:val>
                                        </p:tav>
                                        <p:tav tm="100000">
                                          <p:val>
                                            <p:strVal val="#ppt_x"/>
                                          </p:val>
                                        </p:tav>
                                      </p:tavLst>
                                    </p:anim>
                                    <p:anim calcmode="lin" valueType="num">
                                      <p:cBhvr>
                                        <p:cTn id="23" dur="900" decel="100000" fill="hold"/>
                                        <p:tgtEl>
                                          <p:spTgt spid="19460"/>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19460"/>
                                        </p:tgtEl>
                                        <p:attrNameLst>
                                          <p:attrName>ppt_y</p:attrName>
                                        </p:attrNameLst>
                                      </p:cBhvr>
                                      <p:tavLst>
                                        <p:tav tm="0">
                                          <p:val>
                                            <p:strVal val="#ppt_y-.03"/>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7" presetClass="entr" presetSubtype="0" fill="hold" nodeType="clickEffect">
                                  <p:stCondLst>
                                    <p:cond delay="0"/>
                                  </p:stCondLst>
                                  <p:childTnLst>
                                    <p:set>
                                      <p:cBhvr>
                                        <p:cTn id="28" dur="1" fill="hold">
                                          <p:stCondLst>
                                            <p:cond delay="0"/>
                                          </p:stCondLst>
                                        </p:cTn>
                                        <p:tgtEl>
                                          <p:spTgt spid="19461"/>
                                        </p:tgtEl>
                                        <p:attrNameLst>
                                          <p:attrName>style.visibility</p:attrName>
                                        </p:attrNameLst>
                                      </p:cBhvr>
                                      <p:to>
                                        <p:strVal val="visible"/>
                                      </p:to>
                                    </p:set>
                                    <p:animEffect transition="in" filter="fade">
                                      <p:cBhvr>
                                        <p:cTn id="29" dur="1000"/>
                                        <p:tgtEl>
                                          <p:spTgt spid="19461"/>
                                        </p:tgtEl>
                                      </p:cBhvr>
                                    </p:animEffect>
                                    <p:anim calcmode="lin" valueType="num">
                                      <p:cBhvr>
                                        <p:cTn id="30" dur="1000" fill="hold"/>
                                        <p:tgtEl>
                                          <p:spTgt spid="19461"/>
                                        </p:tgtEl>
                                        <p:attrNameLst>
                                          <p:attrName>ppt_x</p:attrName>
                                        </p:attrNameLst>
                                      </p:cBhvr>
                                      <p:tavLst>
                                        <p:tav tm="0">
                                          <p:val>
                                            <p:strVal val="#ppt_x"/>
                                          </p:val>
                                        </p:tav>
                                        <p:tav tm="100000">
                                          <p:val>
                                            <p:strVal val="#ppt_x"/>
                                          </p:val>
                                        </p:tav>
                                      </p:tavLst>
                                    </p:anim>
                                    <p:anim calcmode="lin" valueType="num">
                                      <p:cBhvr>
                                        <p:cTn id="31" dur="900" decel="100000" fill="hold"/>
                                        <p:tgtEl>
                                          <p:spTgt spid="19461"/>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19461"/>
                                        </p:tgtEl>
                                        <p:attrNameLst>
                                          <p:attrName>ppt_y</p:attrName>
                                        </p:attrNameLst>
                                      </p:cBhvr>
                                      <p:tavLst>
                                        <p:tav tm="0">
                                          <p:val>
                                            <p:strVal val="#ppt_y-.03"/>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7" presetClass="entr" presetSubtype="0" fill="hold" nodeType="clickEffect">
                                  <p:stCondLst>
                                    <p:cond delay="0"/>
                                  </p:stCondLst>
                                  <p:childTnLst>
                                    <p:set>
                                      <p:cBhvr>
                                        <p:cTn id="36" dur="1" fill="hold">
                                          <p:stCondLst>
                                            <p:cond delay="0"/>
                                          </p:stCondLst>
                                        </p:cTn>
                                        <p:tgtEl>
                                          <p:spTgt spid="19462"/>
                                        </p:tgtEl>
                                        <p:attrNameLst>
                                          <p:attrName>style.visibility</p:attrName>
                                        </p:attrNameLst>
                                      </p:cBhvr>
                                      <p:to>
                                        <p:strVal val="visible"/>
                                      </p:to>
                                    </p:set>
                                    <p:animEffect transition="in" filter="fade">
                                      <p:cBhvr>
                                        <p:cTn id="37" dur="1000"/>
                                        <p:tgtEl>
                                          <p:spTgt spid="19462"/>
                                        </p:tgtEl>
                                      </p:cBhvr>
                                    </p:animEffect>
                                    <p:anim calcmode="lin" valueType="num">
                                      <p:cBhvr>
                                        <p:cTn id="38" dur="1000" fill="hold"/>
                                        <p:tgtEl>
                                          <p:spTgt spid="19462"/>
                                        </p:tgtEl>
                                        <p:attrNameLst>
                                          <p:attrName>ppt_x</p:attrName>
                                        </p:attrNameLst>
                                      </p:cBhvr>
                                      <p:tavLst>
                                        <p:tav tm="0">
                                          <p:val>
                                            <p:strVal val="#ppt_x"/>
                                          </p:val>
                                        </p:tav>
                                        <p:tav tm="100000">
                                          <p:val>
                                            <p:strVal val="#ppt_x"/>
                                          </p:val>
                                        </p:tav>
                                      </p:tavLst>
                                    </p:anim>
                                    <p:anim calcmode="lin" valueType="num">
                                      <p:cBhvr>
                                        <p:cTn id="39" dur="900" decel="100000" fill="hold"/>
                                        <p:tgtEl>
                                          <p:spTgt spid="19462"/>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9462"/>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19464"/>
                                        </p:tgtEl>
                                        <p:attrNameLst>
                                          <p:attrName>style.visibility</p:attrName>
                                        </p:attrNameLst>
                                      </p:cBhvr>
                                      <p:to>
                                        <p:strVal val="visible"/>
                                      </p:to>
                                    </p:set>
                                    <p:animEffect transition="in" filter="fade">
                                      <p:cBhvr>
                                        <p:cTn id="45" dur="1000"/>
                                        <p:tgtEl>
                                          <p:spTgt spid="19464"/>
                                        </p:tgtEl>
                                      </p:cBhvr>
                                    </p:animEffect>
                                    <p:anim calcmode="lin" valueType="num">
                                      <p:cBhvr>
                                        <p:cTn id="46" dur="1000" fill="hold"/>
                                        <p:tgtEl>
                                          <p:spTgt spid="19464"/>
                                        </p:tgtEl>
                                        <p:attrNameLst>
                                          <p:attrName>ppt_x</p:attrName>
                                        </p:attrNameLst>
                                      </p:cBhvr>
                                      <p:tavLst>
                                        <p:tav tm="0">
                                          <p:val>
                                            <p:strVal val="#ppt_x"/>
                                          </p:val>
                                        </p:tav>
                                        <p:tav tm="100000">
                                          <p:val>
                                            <p:strVal val="#ppt_x"/>
                                          </p:val>
                                        </p:tav>
                                      </p:tavLst>
                                    </p:anim>
                                    <p:anim calcmode="lin" valueType="num">
                                      <p:cBhvr>
                                        <p:cTn id="47" dur="900" decel="100000" fill="hold"/>
                                        <p:tgtEl>
                                          <p:spTgt spid="19464"/>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19464"/>
                                        </p:tgtEl>
                                        <p:attrNameLst>
                                          <p:attrName>ppt_y</p:attrName>
                                        </p:attrNameLst>
                                      </p:cBhvr>
                                      <p:tavLst>
                                        <p:tav tm="0">
                                          <p:val>
                                            <p:strVal val="#ppt_y-.03"/>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7" presetClass="entr" presetSubtype="0" fill="hold" nodeType="clickEffect">
                                  <p:stCondLst>
                                    <p:cond delay="0"/>
                                  </p:stCondLst>
                                  <p:childTnLst>
                                    <p:set>
                                      <p:cBhvr>
                                        <p:cTn id="52" dur="1" fill="hold">
                                          <p:stCondLst>
                                            <p:cond delay="0"/>
                                          </p:stCondLst>
                                        </p:cTn>
                                        <p:tgtEl>
                                          <p:spTgt spid="19463"/>
                                        </p:tgtEl>
                                        <p:attrNameLst>
                                          <p:attrName>style.visibility</p:attrName>
                                        </p:attrNameLst>
                                      </p:cBhvr>
                                      <p:to>
                                        <p:strVal val="visible"/>
                                      </p:to>
                                    </p:set>
                                    <p:animEffect transition="in" filter="fade">
                                      <p:cBhvr>
                                        <p:cTn id="53" dur="1000"/>
                                        <p:tgtEl>
                                          <p:spTgt spid="19463"/>
                                        </p:tgtEl>
                                      </p:cBhvr>
                                    </p:animEffect>
                                    <p:anim calcmode="lin" valueType="num">
                                      <p:cBhvr>
                                        <p:cTn id="54" dur="1000" fill="hold"/>
                                        <p:tgtEl>
                                          <p:spTgt spid="19463"/>
                                        </p:tgtEl>
                                        <p:attrNameLst>
                                          <p:attrName>ppt_x</p:attrName>
                                        </p:attrNameLst>
                                      </p:cBhvr>
                                      <p:tavLst>
                                        <p:tav tm="0">
                                          <p:val>
                                            <p:strVal val="#ppt_x"/>
                                          </p:val>
                                        </p:tav>
                                        <p:tav tm="100000">
                                          <p:val>
                                            <p:strVal val="#ppt_x"/>
                                          </p:val>
                                        </p:tav>
                                      </p:tavLst>
                                    </p:anim>
                                    <p:anim calcmode="lin" valueType="num">
                                      <p:cBhvr>
                                        <p:cTn id="55" dur="900" decel="100000" fill="hold"/>
                                        <p:tgtEl>
                                          <p:spTgt spid="19463"/>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1946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4"/>
          <p:cNvSpPr/>
          <p:nvPr/>
        </p:nvSpPr>
        <p:spPr bwMode="auto">
          <a:xfrm>
            <a:off x="1358900" y="919803"/>
            <a:ext cx="6232475"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电子商城设计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20482" name="Group 29"/>
          <p:cNvGrpSpPr/>
          <p:nvPr/>
        </p:nvGrpSpPr>
        <p:grpSpPr bwMode="auto">
          <a:xfrm>
            <a:off x="14339888" y="3454400"/>
            <a:ext cx="5343525" cy="4646613"/>
            <a:chOff x="0" y="0"/>
            <a:chExt cx="3366" cy="2927"/>
          </a:xfrm>
        </p:grpSpPr>
        <p:sp>
          <p:nvSpPr>
            <p:cNvPr id="20544" name="AutoShape 5"/>
            <p:cNvSpPr/>
            <p:nvPr/>
          </p:nvSpPr>
          <p:spPr bwMode="auto">
            <a:xfrm>
              <a:off x="974" y="2077"/>
              <a:ext cx="1452" cy="850"/>
            </a:xfrm>
            <a:custGeom>
              <a:avLst/>
              <a:gdLst>
                <a:gd name="T0" fmla="*/ 6 w 21600"/>
                <a:gd name="T1" fmla="*/ 1 h 20561"/>
                <a:gd name="T2" fmla="*/ 6 w 21600"/>
                <a:gd name="T3" fmla="*/ 1 h 20561"/>
                <a:gd name="T4" fmla="*/ 5 w 21600"/>
                <a:gd name="T5" fmla="*/ 0 h 20561"/>
                <a:gd name="T6" fmla="*/ 1 w 21600"/>
                <a:gd name="T7" fmla="*/ 0 h 20561"/>
                <a:gd name="T8" fmla="*/ 0 w 21600"/>
                <a:gd name="T9" fmla="*/ 1 h 20561"/>
                <a:gd name="T10" fmla="*/ 0 w 21600"/>
                <a:gd name="T11" fmla="*/ 1 h 20561"/>
                <a:gd name="T12" fmla="*/ 0 w 21600"/>
                <a:gd name="T13" fmla="*/ 1 h 20561"/>
                <a:gd name="T14" fmla="*/ 0 w 21600"/>
                <a:gd name="T15" fmla="*/ 1 h 20561"/>
                <a:gd name="T16" fmla="*/ 0 w 21600"/>
                <a:gd name="T17" fmla="*/ 1 h 20561"/>
                <a:gd name="T18" fmla="*/ 6 w 21600"/>
                <a:gd name="T19" fmla="*/ 1 h 20561"/>
                <a:gd name="T20" fmla="*/ 7 w 21600"/>
                <a:gd name="T21" fmla="*/ 1 h 20561"/>
                <a:gd name="T22" fmla="*/ 7 w 21600"/>
                <a:gd name="T23" fmla="*/ 1 h 20561"/>
                <a:gd name="T24" fmla="*/ 6 w 21600"/>
                <a:gd name="T25" fmla="*/ 1 h 20561"/>
                <a:gd name="T26" fmla="*/ 6 w 21600"/>
                <a:gd name="T27" fmla="*/ 1 h 205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0561">
                  <a:moveTo>
                    <a:pt x="20866" y="17871"/>
                  </a:moveTo>
                  <a:lnTo>
                    <a:pt x="20356" y="17871"/>
                  </a:lnTo>
                  <a:cubicBezTo>
                    <a:pt x="20356" y="17871"/>
                    <a:pt x="17364" y="16574"/>
                    <a:pt x="17364" y="2969"/>
                  </a:cubicBezTo>
                  <a:cubicBezTo>
                    <a:pt x="17364" y="-1039"/>
                    <a:pt x="4150" y="-1036"/>
                    <a:pt x="4150" y="3267"/>
                  </a:cubicBezTo>
                  <a:cubicBezTo>
                    <a:pt x="4150" y="16367"/>
                    <a:pt x="1079" y="17871"/>
                    <a:pt x="1079" y="17871"/>
                  </a:cubicBezTo>
                  <a:lnTo>
                    <a:pt x="666" y="17871"/>
                  </a:lnTo>
                  <a:cubicBezTo>
                    <a:pt x="297" y="17871"/>
                    <a:pt x="0" y="18341"/>
                    <a:pt x="0" y="18941"/>
                  </a:cubicBezTo>
                  <a:lnTo>
                    <a:pt x="0" y="19485"/>
                  </a:lnTo>
                  <a:cubicBezTo>
                    <a:pt x="0" y="20085"/>
                    <a:pt x="297" y="20561"/>
                    <a:pt x="666" y="20561"/>
                  </a:cubicBezTo>
                  <a:lnTo>
                    <a:pt x="20866" y="20561"/>
                  </a:lnTo>
                  <a:cubicBezTo>
                    <a:pt x="21234" y="20561"/>
                    <a:pt x="21600" y="20085"/>
                    <a:pt x="21600" y="19485"/>
                  </a:cubicBezTo>
                  <a:lnTo>
                    <a:pt x="21600" y="18941"/>
                  </a:lnTo>
                  <a:cubicBezTo>
                    <a:pt x="21600" y="18341"/>
                    <a:pt x="21234" y="17871"/>
                    <a:pt x="20866" y="17871"/>
                  </a:cubicBezTo>
                  <a:close/>
                  <a:moveTo>
                    <a:pt x="20866" y="17871"/>
                  </a:moveTo>
                </a:path>
              </a:pathLst>
            </a:custGeom>
            <a:solidFill>
              <a:schemeClr val="bg1">
                <a:lumMod val="65000"/>
              </a:schemeClr>
            </a:solidFill>
            <a:ln>
              <a:noFill/>
            </a:ln>
          </p:spPr>
          <p:txBody>
            <a:bodyPr lIns="0" tIns="0" rIns="0" bIns="0"/>
            <a:lstStyle/>
            <a:p>
              <a:pPr>
                <a:defRPr/>
              </a:pPr>
              <a:endParaRPr lang="en-US"/>
            </a:p>
          </p:txBody>
        </p:sp>
        <p:sp>
          <p:nvSpPr>
            <p:cNvPr id="20545" name="AutoShape 6"/>
            <p:cNvSpPr/>
            <p:nvPr/>
          </p:nvSpPr>
          <p:spPr bwMode="auto">
            <a:xfrm>
              <a:off x="0" y="0"/>
              <a:ext cx="3366" cy="2436"/>
            </a:xfrm>
            <a:custGeom>
              <a:avLst/>
              <a:gdLst>
                <a:gd name="T0" fmla="*/ 79 w 21600"/>
                <a:gd name="T1" fmla="*/ 0 h 21600"/>
                <a:gd name="T2" fmla="*/ 3 w 21600"/>
                <a:gd name="T3" fmla="*/ 0 h 21600"/>
                <a:gd name="T4" fmla="*/ 0 w 21600"/>
                <a:gd name="T5" fmla="*/ 1 h 21600"/>
                <a:gd name="T6" fmla="*/ 0 w 21600"/>
                <a:gd name="T7" fmla="*/ 25 h 21600"/>
                <a:gd name="T8" fmla="*/ 0 w 21600"/>
                <a:gd name="T9" fmla="*/ 29 h 21600"/>
                <a:gd name="T10" fmla="*/ 3 w 21600"/>
                <a:gd name="T11" fmla="*/ 31 h 21600"/>
                <a:gd name="T12" fmla="*/ 79 w 21600"/>
                <a:gd name="T13" fmla="*/ 31 h 21600"/>
                <a:gd name="T14" fmla="*/ 82 w 21600"/>
                <a:gd name="T15" fmla="*/ 29 h 21600"/>
                <a:gd name="T16" fmla="*/ 82 w 21600"/>
                <a:gd name="T17" fmla="*/ 25 h 21600"/>
                <a:gd name="T18" fmla="*/ 82 w 21600"/>
                <a:gd name="T19" fmla="*/ 1 h 21600"/>
                <a:gd name="T20" fmla="*/ 79 w 21600"/>
                <a:gd name="T21" fmla="*/ 0 h 21600"/>
                <a:gd name="T22" fmla="*/ 79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21008" y="0"/>
                  </a:moveTo>
                  <a:lnTo>
                    <a:pt x="745" y="0"/>
                  </a:lnTo>
                  <a:cubicBezTo>
                    <a:pt x="355" y="0"/>
                    <a:pt x="0" y="283"/>
                    <a:pt x="0" y="823"/>
                  </a:cubicBezTo>
                  <a:lnTo>
                    <a:pt x="0" y="17770"/>
                  </a:lnTo>
                  <a:lnTo>
                    <a:pt x="0" y="20366"/>
                  </a:lnTo>
                  <a:cubicBezTo>
                    <a:pt x="0" y="20906"/>
                    <a:pt x="355" y="21600"/>
                    <a:pt x="745" y="21600"/>
                  </a:cubicBezTo>
                  <a:lnTo>
                    <a:pt x="21008" y="21600"/>
                  </a:lnTo>
                  <a:cubicBezTo>
                    <a:pt x="21399" y="21600"/>
                    <a:pt x="21600" y="20906"/>
                    <a:pt x="21600" y="20366"/>
                  </a:cubicBezTo>
                  <a:lnTo>
                    <a:pt x="21600" y="17770"/>
                  </a:lnTo>
                  <a:lnTo>
                    <a:pt x="21600" y="823"/>
                  </a:lnTo>
                  <a:cubicBezTo>
                    <a:pt x="21600" y="283"/>
                    <a:pt x="21399" y="0"/>
                    <a:pt x="21008" y="0"/>
                  </a:cubicBezTo>
                  <a:close/>
                  <a:moveTo>
                    <a:pt x="21008" y="0"/>
                  </a:moveTo>
                </a:path>
              </a:pathLst>
            </a:custGeom>
            <a:solidFill>
              <a:schemeClr val="bg1">
                <a:lumMod val="65000"/>
              </a:schemeClr>
            </a:solidFill>
            <a:ln>
              <a:noFill/>
            </a:ln>
          </p:spPr>
          <p:txBody>
            <a:bodyPr lIns="0" tIns="0" rIns="0" bIns="0"/>
            <a:lstStyle/>
            <a:p>
              <a:pPr>
                <a:defRPr/>
              </a:pPr>
              <a:endParaRPr lang="en-US"/>
            </a:p>
          </p:txBody>
        </p:sp>
        <p:sp>
          <p:nvSpPr>
            <p:cNvPr id="21570" name="AutoShape 7"/>
            <p:cNvSpPr/>
            <p:nvPr/>
          </p:nvSpPr>
          <p:spPr bwMode="auto">
            <a:xfrm>
              <a:off x="162" y="179"/>
              <a:ext cx="3042" cy="1744"/>
            </a:xfrm>
            <a:custGeom>
              <a:avLst/>
              <a:gdLst>
                <a:gd name="T0" fmla="*/ 8 w 21600"/>
                <a:gd name="T1" fmla="*/ 1 h 21600"/>
                <a:gd name="T2" fmla="*/ 0 w 21600"/>
                <a:gd name="T3" fmla="*/ 1 h 21600"/>
                <a:gd name="T4" fmla="*/ 0 w 21600"/>
                <a:gd name="T5" fmla="*/ 0 h 21600"/>
                <a:gd name="T6" fmla="*/ 8 w 21600"/>
                <a:gd name="T7" fmla="*/ 0 h 21600"/>
                <a:gd name="T8" fmla="*/ 8 w 21600"/>
                <a:gd name="T9" fmla="*/ 1 h 21600"/>
                <a:gd name="T10" fmla="*/ 8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F2F2F2"/>
            </a:solidFill>
            <a:ln>
              <a:noFill/>
            </a:ln>
          </p:spPr>
          <p:txBody>
            <a:bodyPr lIns="0" tIns="0" rIns="0" bIns="0"/>
            <a:lstStyle/>
            <a:p>
              <a:endParaRPr lang="en-US"/>
            </a:p>
          </p:txBody>
        </p:sp>
        <p:sp>
          <p:nvSpPr>
            <p:cNvPr id="21571" name="AutoShape 8"/>
            <p:cNvSpPr/>
            <p:nvPr/>
          </p:nvSpPr>
          <p:spPr bwMode="auto">
            <a:xfrm>
              <a:off x="1555" y="2052"/>
              <a:ext cx="275" cy="2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799"/>
                  </a:moveTo>
                  <a:cubicBezTo>
                    <a:pt x="21600" y="16766"/>
                    <a:pt x="16763" y="21600"/>
                    <a:pt x="10799" y="21600"/>
                  </a:cubicBezTo>
                  <a:cubicBezTo>
                    <a:pt x="4836" y="21600"/>
                    <a:pt x="0" y="16766"/>
                    <a:pt x="0" y="10799"/>
                  </a:cubicBezTo>
                  <a:cubicBezTo>
                    <a:pt x="0" y="4834"/>
                    <a:pt x="4836" y="0"/>
                    <a:pt x="10799" y="0"/>
                  </a:cubicBezTo>
                  <a:cubicBezTo>
                    <a:pt x="16763" y="0"/>
                    <a:pt x="21600" y="4834"/>
                    <a:pt x="21600" y="10799"/>
                  </a:cubicBezTo>
                  <a:cubicBezTo>
                    <a:pt x="21600" y="10799"/>
                    <a:pt x="21600" y="10799"/>
                    <a:pt x="21600" y="10799"/>
                  </a:cubicBezTo>
                  <a:close/>
                  <a:moveTo>
                    <a:pt x="21600" y="10799"/>
                  </a:moveTo>
                </a:path>
              </a:pathLst>
            </a:custGeom>
            <a:solidFill>
              <a:srgbClr val="B3B3B3"/>
            </a:solidFill>
            <a:ln>
              <a:noFill/>
            </a:ln>
          </p:spPr>
          <p:txBody>
            <a:bodyPr lIns="0" tIns="0" rIns="0" bIns="0"/>
            <a:lstStyle/>
            <a:p>
              <a:endParaRPr lang="en-US"/>
            </a:p>
          </p:txBody>
        </p:sp>
        <p:sp>
          <p:nvSpPr>
            <p:cNvPr id="21572" name="AutoShape 9"/>
            <p:cNvSpPr/>
            <p:nvPr/>
          </p:nvSpPr>
          <p:spPr bwMode="auto">
            <a:xfrm>
              <a:off x="666" y="290"/>
              <a:ext cx="675" cy="18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6168"/>
                  </a:moveTo>
                  <a:cubicBezTo>
                    <a:pt x="21600" y="19168"/>
                    <a:pt x="20942" y="21600"/>
                    <a:pt x="20004" y="21600"/>
                  </a:cubicBezTo>
                  <a:lnTo>
                    <a:pt x="1836" y="21600"/>
                  </a:lnTo>
                  <a:cubicBezTo>
                    <a:pt x="898" y="21600"/>
                    <a:pt x="0" y="19168"/>
                    <a:pt x="0" y="16168"/>
                  </a:cubicBezTo>
                  <a:lnTo>
                    <a:pt x="0" y="5432"/>
                  </a:lnTo>
                  <a:cubicBezTo>
                    <a:pt x="0" y="2432"/>
                    <a:pt x="898" y="0"/>
                    <a:pt x="1836" y="0"/>
                  </a:cubicBezTo>
                  <a:lnTo>
                    <a:pt x="20004" y="0"/>
                  </a:lnTo>
                  <a:cubicBezTo>
                    <a:pt x="20942" y="0"/>
                    <a:pt x="21600" y="2432"/>
                    <a:pt x="21600" y="5432"/>
                  </a:cubicBezTo>
                  <a:cubicBezTo>
                    <a:pt x="21600" y="5432"/>
                    <a:pt x="21600" y="16168"/>
                    <a:pt x="21600" y="16168"/>
                  </a:cubicBezTo>
                  <a:close/>
                  <a:moveTo>
                    <a:pt x="21600" y="16168"/>
                  </a:moveTo>
                </a:path>
              </a:pathLst>
            </a:custGeom>
            <a:solidFill>
              <a:srgbClr val="FF4421"/>
            </a:solidFill>
            <a:ln>
              <a:noFill/>
            </a:ln>
          </p:spPr>
          <p:txBody>
            <a:bodyPr lIns="0" tIns="0" rIns="0" bIns="0"/>
            <a:lstStyle/>
            <a:p>
              <a:endParaRPr lang="en-US"/>
            </a:p>
          </p:txBody>
        </p:sp>
        <p:sp>
          <p:nvSpPr>
            <p:cNvPr id="21573" name="AutoShape 10"/>
            <p:cNvSpPr/>
            <p:nvPr/>
          </p:nvSpPr>
          <p:spPr bwMode="auto">
            <a:xfrm>
              <a:off x="666" y="530"/>
              <a:ext cx="2025" cy="513"/>
            </a:xfrm>
            <a:custGeom>
              <a:avLst/>
              <a:gdLst>
                <a:gd name="T0" fmla="*/ 2 w 21600"/>
                <a:gd name="T1" fmla="*/ 0 h 21600"/>
                <a:gd name="T2" fmla="*/ 2 w 21600"/>
                <a:gd name="T3" fmla="*/ 0 h 21600"/>
                <a:gd name="T4" fmla="*/ 0 w 21600"/>
                <a:gd name="T5" fmla="*/ 0 h 21600"/>
                <a:gd name="T6" fmla="*/ 0 w 21600"/>
                <a:gd name="T7" fmla="*/ 0 h 21600"/>
                <a:gd name="T8" fmla="*/ 0 w 21600"/>
                <a:gd name="T9" fmla="*/ 0 h 21600"/>
                <a:gd name="T10" fmla="*/ 0 w 21600"/>
                <a:gd name="T11" fmla="*/ 0 h 21600"/>
                <a:gd name="T12" fmla="*/ 2 w 21600"/>
                <a:gd name="T13" fmla="*/ 0 h 21600"/>
                <a:gd name="T14" fmla="*/ 2 w 21600"/>
                <a:gd name="T15" fmla="*/ 0 h 21600"/>
                <a:gd name="T16" fmla="*/ 2 w 21600"/>
                <a:gd name="T17" fmla="*/ 0 h 21600"/>
                <a:gd name="T18" fmla="*/ 2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9699"/>
                  </a:moveTo>
                  <a:cubicBezTo>
                    <a:pt x="21600" y="20749"/>
                    <a:pt x="21359" y="21600"/>
                    <a:pt x="21046" y="21600"/>
                  </a:cubicBezTo>
                  <a:lnTo>
                    <a:pt x="612" y="21600"/>
                  </a:lnTo>
                  <a:cubicBezTo>
                    <a:pt x="299" y="21600"/>
                    <a:pt x="0" y="20749"/>
                    <a:pt x="0" y="19699"/>
                  </a:cubicBezTo>
                  <a:lnTo>
                    <a:pt x="0" y="1901"/>
                  </a:lnTo>
                  <a:cubicBezTo>
                    <a:pt x="0" y="851"/>
                    <a:pt x="299" y="0"/>
                    <a:pt x="612" y="0"/>
                  </a:cubicBezTo>
                  <a:lnTo>
                    <a:pt x="21046" y="0"/>
                  </a:lnTo>
                  <a:cubicBezTo>
                    <a:pt x="21359" y="0"/>
                    <a:pt x="21600" y="851"/>
                    <a:pt x="21600" y="1901"/>
                  </a:cubicBezTo>
                  <a:cubicBezTo>
                    <a:pt x="21600" y="1901"/>
                    <a:pt x="21600" y="19699"/>
                    <a:pt x="21600" y="19699"/>
                  </a:cubicBezTo>
                  <a:close/>
                  <a:moveTo>
                    <a:pt x="21600" y="19699"/>
                  </a:moveTo>
                </a:path>
              </a:pathLst>
            </a:custGeom>
            <a:solidFill>
              <a:srgbClr val="46DDE4"/>
            </a:solidFill>
            <a:ln>
              <a:noFill/>
            </a:ln>
          </p:spPr>
          <p:txBody>
            <a:bodyPr lIns="0" tIns="0" rIns="0" bIns="0"/>
            <a:lstStyle/>
            <a:p>
              <a:endParaRPr lang="en-US"/>
            </a:p>
          </p:txBody>
        </p:sp>
        <p:sp>
          <p:nvSpPr>
            <p:cNvPr id="21574" name="AutoShape 11"/>
            <p:cNvSpPr/>
            <p:nvPr/>
          </p:nvSpPr>
          <p:spPr bwMode="auto">
            <a:xfrm>
              <a:off x="666" y="1085"/>
              <a:ext cx="624" cy="31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517"/>
                  </a:moveTo>
                  <a:cubicBezTo>
                    <a:pt x="21600" y="20220"/>
                    <a:pt x="20922" y="21600"/>
                    <a:pt x="19906" y="21600"/>
                  </a:cubicBezTo>
                  <a:lnTo>
                    <a:pt x="1987" y="21600"/>
                  </a:lnTo>
                  <a:cubicBezTo>
                    <a:pt x="971" y="21600"/>
                    <a:pt x="0" y="20220"/>
                    <a:pt x="0" y="18517"/>
                  </a:cubicBezTo>
                  <a:lnTo>
                    <a:pt x="0" y="3083"/>
                  </a:lnTo>
                  <a:cubicBezTo>
                    <a:pt x="0" y="1380"/>
                    <a:pt x="971" y="0"/>
                    <a:pt x="1987" y="0"/>
                  </a:cubicBezTo>
                  <a:lnTo>
                    <a:pt x="19906" y="0"/>
                  </a:lnTo>
                  <a:cubicBezTo>
                    <a:pt x="20922" y="0"/>
                    <a:pt x="21600" y="1380"/>
                    <a:pt x="21600" y="3083"/>
                  </a:cubicBezTo>
                  <a:cubicBezTo>
                    <a:pt x="21600" y="3083"/>
                    <a:pt x="21600" y="18517"/>
                    <a:pt x="21600" y="18517"/>
                  </a:cubicBezTo>
                  <a:close/>
                  <a:moveTo>
                    <a:pt x="21600" y="18517"/>
                  </a:moveTo>
                </a:path>
              </a:pathLst>
            </a:custGeom>
            <a:solidFill>
              <a:srgbClr val="999999"/>
            </a:solidFill>
            <a:ln>
              <a:noFill/>
            </a:ln>
          </p:spPr>
          <p:txBody>
            <a:bodyPr lIns="0" tIns="0" rIns="0" bIns="0"/>
            <a:lstStyle/>
            <a:p>
              <a:endParaRPr lang="en-US"/>
            </a:p>
          </p:txBody>
        </p:sp>
        <p:sp>
          <p:nvSpPr>
            <p:cNvPr id="21575" name="AutoShape 12"/>
            <p:cNvSpPr/>
            <p:nvPr/>
          </p:nvSpPr>
          <p:spPr bwMode="auto">
            <a:xfrm>
              <a:off x="1349" y="1085"/>
              <a:ext cx="624" cy="31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517"/>
                  </a:moveTo>
                  <a:cubicBezTo>
                    <a:pt x="21600" y="20220"/>
                    <a:pt x="20938" y="21600"/>
                    <a:pt x="19923" y="21600"/>
                  </a:cubicBezTo>
                  <a:lnTo>
                    <a:pt x="2004" y="21600"/>
                  </a:lnTo>
                  <a:cubicBezTo>
                    <a:pt x="988" y="21600"/>
                    <a:pt x="0" y="20220"/>
                    <a:pt x="0" y="18517"/>
                  </a:cubicBezTo>
                  <a:lnTo>
                    <a:pt x="0" y="3083"/>
                  </a:lnTo>
                  <a:cubicBezTo>
                    <a:pt x="0" y="1380"/>
                    <a:pt x="988" y="0"/>
                    <a:pt x="2004" y="0"/>
                  </a:cubicBezTo>
                  <a:lnTo>
                    <a:pt x="19923" y="0"/>
                  </a:lnTo>
                  <a:cubicBezTo>
                    <a:pt x="20938" y="0"/>
                    <a:pt x="21600" y="1380"/>
                    <a:pt x="21600" y="3083"/>
                  </a:cubicBezTo>
                  <a:cubicBezTo>
                    <a:pt x="21600" y="3083"/>
                    <a:pt x="21600" y="18517"/>
                    <a:pt x="21600" y="18517"/>
                  </a:cubicBezTo>
                  <a:close/>
                  <a:moveTo>
                    <a:pt x="21600" y="18517"/>
                  </a:moveTo>
                </a:path>
              </a:pathLst>
            </a:custGeom>
            <a:solidFill>
              <a:srgbClr val="999999"/>
            </a:solidFill>
            <a:ln>
              <a:noFill/>
            </a:ln>
          </p:spPr>
          <p:txBody>
            <a:bodyPr lIns="0" tIns="0" rIns="0" bIns="0"/>
            <a:lstStyle/>
            <a:p>
              <a:endParaRPr lang="en-US"/>
            </a:p>
          </p:txBody>
        </p:sp>
        <p:sp>
          <p:nvSpPr>
            <p:cNvPr id="21576" name="AutoShape 13"/>
            <p:cNvSpPr/>
            <p:nvPr/>
          </p:nvSpPr>
          <p:spPr bwMode="auto">
            <a:xfrm>
              <a:off x="2067" y="1085"/>
              <a:ext cx="624" cy="31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517"/>
                  </a:moveTo>
                  <a:cubicBezTo>
                    <a:pt x="21600" y="20220"/>
                    <a:pt x="20816" y="21600"/>
                    <a:pt x="19801" y="21600"/>
                  </a:cubicBezTo>
                  <a:lnTo>
                    <a:pt x="1882" y="21600"/>
                  </a:lnTo>
                  <a:cubicBezTo>
                    <a:pt x="866" y="21600"/>
                    <a:pt x="0" y="20220"/>
                    <a:pt x="0" y="18517"/>
                  </a:cubicBezTo>
                  <a:lnTo>
                    <a:pt x="0" y="3083"/>
                  </a:lnTo>
                  <a:cubicBezTo>
                    <a:pt x="0" y="1380"/>
                    <a:pt x="866" y="0"/>
                    <a:pt x="1882" y="0"/>
                  </a:cubicBezTo>
                  <a:lnTo>
                    <a:pt x="19801" y="0"/>
                  </a:lnTo>
                  <a:cubicBezTo>
                    <a:pt x="20816" y="0"/>
                    <a:pt x="21600" y="1380"/>
                    <a:pt x="21600" y="3083"/>
                  </a:cubicBezTo>
                  <a:cubicBezTo>
                    <a:pt x="21600" y="3083"/>
                    <a:pt x="21600" y="18517"/>
                    <a:pt x="21600" y="18517"/>
                  </a:cubicBezTo>
                  <a:close/>
                  <a:moveTo>
                    <a:pt x="21600" y="18517"/>
                  </a:moveTo>
                </a:path>
              </a:pathLst>
            </a:custGeom>
            <a:solidFill>
              <a:srgbClr val="999999"/>
            </a:solidFill>
            <a:ln>
              <a:noFill/>
            </a:ln>
          </p:spPr>
          <p:txBody>
            <a:bodyPr lIns="0" tIns="0" rIns="0" bIns="0"/>
            <a:lstStyle/>
            <a:p>
              <a:endParaRPr lang="en-US"/>
            </a:p>
          </p:txBody>
        </p:sp>
        <p:sp>
          <p:nvSpPr>
            <p:cNvPr id="21577" name="AutoShape 14"/>
            <p:cNvSpPr/>
            <p:nvPr/>
          </p:nvSpPr>
          <p:spPr bwMode="auto">
            <a:xfrm>
              <a:off x="1349" y="1462"/>
              <a:ext cx="624"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903"/>
                  </a:moveTo>
                  <a:cubicBezTo>
                    <a:pt x="21600" y="18153"/>
                    <a:pt x="21402" y="21600"/>
                    <a:pt x="20991" y="21600"/>
                  </a:cubicBezTo>
                  <a:lnTo>
                    <a:pt x="1019" y="21600"/>
                  </a:lnTo>
                  <a:cubicBezTo>
                    <a:pt x="608" y="21600"/>
                    <a:pt x="0" y="18153"/>
                    <a:pt x="0" y="12903"/>
                  </a:cubicBezTo>
                  <a:lnTo>
                    <a:pt x="0" y="9100"/>
                  </a:lnTo>
                  <a:cubicBezTo>
                    <a:pt x="0" y="3850"/>
                    <a:pt x="608" y="0"/>
                    <a:pt x="1019" y="0"/>
                  </a:cubicBezTo>
                  <a:lnTo>
                    <a:pt x="20991" y="0"/>
                  </a:lnTo>
                  <a:cubicBezTo>
                    <a:pt x="21402" y="0"/>
                    <a:pt x="21600" y="3850"/>
                    <a:pt x="21600" y="9100"/>
                  </a:cubicBezTo>
                  <a:cubicBezTo>
                    <a:pt x="21600" y="9100"/>
                    <a:pt x="21600" y="12903"/>
                    <a:pt x="21600" y="12903"/>
                  </a:cubicBezTo>
                  <a:close/>
                  <a:moveTo>
                    <a:pt x="21600" y="12903"/>
                  </a:moveTo>
                </a:path>
              </a:pathLst>
            </a:custGeom>
            <a:solidFill>
              <a:srgbClr val="B3B3B3"/>
            </a:solidFill>
            <a:ln>
              <a:noFill/>
            </a:ln>
          </p:spPr>
          <p:txBody>
            <a:bodyPr lIns="0" tIns="0" rIns="0" bIns="0"/>
            <a:lstStyle/>
            <a:p>
              <a:endParaRPr lang="en-US"/>
            </a:p>
          </p:txBody>
        </p:sp>
        <p:sp>
          <p:nvSpPr>
            <p:cNvPr id="21578" name="AutoShape 15"/>
            <p:cNvSpPr/>
            <p:nvPr/>
          </p:nvSpPr>
          <p:spPr bwMode="auto">
            <a:xfrm>
              <a:off x="1349" y="1539"/>
              <a:ext cx="624"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042"/>
                  </a:moveTo>
                  <a:cubicBezTo>
                    <a:pt x="21600" y="17293"/>
                    <a:pt x="21402" y="21600"/>
                    <a:pt x="20991" y="21600"/>
                  </a:cubicBezTo>
                  <a:lnTo>
                    <a:pt x="1019" y="21600"/>
                  </a:lnTo>
                  <a:cubicBezTo>
                    <a:pt x="608" y="21600"/>
                    <a:pt x="0" y="17293"/>
                    <a:pt x="0" y="12042"/>
                  </a:cubicBezTo>
                  <a:lnTo>
                    <a:pt x="0" y="8241"/>
                  </a:lnTo>
                  <a:cubicBezTo>
                    <a:pt x="0" y="2991"/>
                    <a:pt x="608" y="0"/>
                    <a:pt x="1019" y="0"/>
                  </a:cubicBezTo>
                  <a:lnTo>
                    <a:pt x="20991" y="0"/>
                  </a:lnTo>
                  <a:cubicBezTo>
                    <a:pt x="21402" y="0"/>
                    <a:pt x="21600" y="2991"/>
                    <a:pt x="21600" y="8241"/>
                  </a:cubicBezTo>
                  <a:cubicBezTo>
                    <a:pt x="21600" y="8241"/>
                    <a:pt x="21600" y="12042"/>
                    <a:pt x="21600" y="12042"/>
                  </a:cubicBezTo>
                  <a:close/>
                  <a:moveTo>
                    <a:pt x="21600" y="12042"/>
                  </a:moveTo>
                </a:path>
              </a:pathLst>
            </a:custGeom>
            <a:solidFill>
              <a:srgbClr val="B3B3B3"/>
            </a:solidFill>
            <a:ln>
              <a:noFill/>
            </a:ln>
          </p:spPr>
          <p:txBody>
            <a:bodyPr lIns="0" tIns="0" rIns="0" bIns="0"/>
            <a:lstStyle/>
            <a:p>
              <a:endParaRPr lang="en-US"/>
            </a:p>
          </p:txBody>
        </p:sp>
        <p:sp>
          <p:nvSpPr>
            <p:cNvPr id="21579" name="AutoShape 16"/>
            <p:cNvSpPr/>
            <p:nvPr/>
          </p:nvSpPr>
          <p:spPr bwMode="auto">
            <a:xfrm>
              <a:off x="1349" y="1615"/>
              <a:ext cx="624"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84"/>
                  </a:moveTo>
                  <a:cubicBezTo>
                    <a:pt x="21600" y="16434"/>
                    <a:pt x="21402" y="21600"/>
                    <a:pt x="20991" y="21600"/>
                  </a:cubicBezTo>
                  <a:lnTo>
                    <a:pt x="1019" y="21600"/>
                  </a:lnTo>
                  <a:cubicBezTo>
                    <a:pt x="608" y="21600"/>
                    <a:pt x="0" y="16434"/>
                    <a:pt x="0" y="11184"/>
                  </a:cubicBezTo>
                  <a:lnTo>
                    <a:pt x="0" y="7383"/>
                  </a:lnTo>
                  <a:cubicBezTo>
                    <a:pt x="0" y="2133"/>
                    <a:pt x="608" y="0"/>
                    <a:pt x="1019" y="0"/>
                  </a:cubicBezTo>
                  <a:lnTo>
                    <a:pt x="20991" y="0"/>
                  </a:lnTo>
                  <a:cubicBezTo>
                    <a:pt x="21402" y="0"/>
                    <a:pt x="21600" y="2133"/>
                    <a:pt x="21600" y="7383"/>
                  </a:cubicBezTo>
                  <a:cubicBezTo>
                    <a:pt x="21600" y="7383"/>
                    <a:pt x="21600" y="11184"/>
                    <a:pt x="21600" y="11184"/>
                  </a:cubicBezTo>
                  <a:close/>
                  <a:moveTo>
                    <a:pt x="21600" y="11184"/>
                  </a:moveTo>
                </a:path>
              </a:pathLst>
            </a:custGeom>
            <a:solidFill>
              <a:srgbClr val="B3B3B3"/>
            </a:solidFill>
            <a:ln>
              <a:noFill/>
            </a:ln>
          </p:spPr>
          <p:txBody>
            <a:bodyPr lIns="0" tIns="0" rIns="0" bIns="0"/>
            <a:lstStyle/>
            <a:p>
              <a:endParaRPr lang="en-US"/>
            </a:p>
          </p:txBody>
        </p:sp>
        <p:sp>
          <p:nvSpPr>
            <p:cNvPr id="21580" name="AutoShape 17"/>
            <p:cNvSpPr/>
            <p:nvPr/>
          </p:nvSpPr>
          <p:spPr bwMode="auto">
            <a:xfrm>
              <a:off x="1349" y="1684"/>
              <a:ext cx="624"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204"/>
                  </a:moveTo>
                  <a:cubicBezTo>
                    <a:pt x="21600" y="16580"/>
                    <a:pt x="21402" y="21600"/>
                    <a:pt x="20991" y="21600"/>
                  </a:cubicBezTo>
                  <a:lnTo>
                    <a:pt x="1019" y="21600"/>
                  </a:lnTo>
                  <a:cubicBezTo>
                    <a:pt x="608" y="21600"/>
                    <a:pt x="0" y="16580"/>
                    <a:pt x="0" y="12204"/>
                  </a:cubicBezTo>
                  <a:lnTo>
                    <a:pt x="0" y="9035"/>
                  </a:lnTo>
                  <a:cubicBezTo>
                    <a:pt x="0" y="4662"/>
                    <a:pt x="608" y="0"/>
                    <a:pt x="1019" y="0"/>
                  </a:cubicBezTo>
                  <a:lnTo>
                    <a:pt x="20991" y="0"/>
                  </a:lnTo>
                  <a:cubicBezTo>
                    <a:pt x="21402" y="0"/>
                    <a:pt x="21600" y="4662"/>
                    <a:pt x="21600" y="9035"/>
                  </a:cubicBezTo>
                  <a:cubicBezTo>
                    <a:pt x="21600" y="9035"/>
                    <a:pt x="21600" y="12204"/>
                    <a:pt x="21600" y="12204"/>
                  </a:cubicBezTo>
                  <a:close/>
                  <a:moveTo>
                    <a:pt x="21600" y="12204"/>
                  </a:moveTo>
                </a:path>
              </a:pathLst>
            </a:custGeom>
            <a:solidFill>
              <a:srgbClr val="B3B3B3"/>
            </a:solidFill>
            <a:ln>
              <a:noFill/>
            </a:ln>
          </p:spPr>
          <p:txBody>
            <a:bodyPr lIns="0" tIns="0" rIns="0" bIns="0"/>
            <a:lstStyle/>
            <a:p>
              <a:endParaRPr lang="en-US"/>
            </a:p>
          </p:txBody>
        </p:sp>
        <p:sp>
          <p:nvSpPr>
            <p:cNvPr id="21581" name="AutoShape 18"/>
            <p:cNvSpPr/>
            <p:nvPr/>
          </p:nvSpPr>
          <p:spPr bwMode="auto">
            <a:xfrm>
              <a:off x="1349" y="1761"/>
              <a:ext cx="342"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787"/>
                  </a:moveTo>
                  <a:cubicBezTo>
                    <a:pt x="21600" y="19037"/>
                    <a:pt x="21154" y="21600"/>
                    <a:pt x="20403" y="21600"/>
                  </a:cubicBezTo>
                  <a:lnTo>
                    <a:pt x="1860" y="21600"/>
                  </a:lnTo>
                  <a:cubicBezTo>
                    <a:pt x="1110" y="21600"/>
                    <a:pt x="0" y="19037"/>
                    <a:pt x="0" y="13787"/>
                  </a:cubicBezTo>
                  <a:lnTo>
                    <a:pt x="0" y="9984"/>
                  </a:lnTo>
                  <a:cubicBezTo>
                    <a:pt x="0" y="4733"/>
                    <a:pt x="1110" y="0"/>
                    <a:pt x="1860" y="0"/>
                  </a:cubicBezTo>
                  <a:lnTo>
                    <a:pt x="20403" y="0"/>
                  </a:lnTo>
                  <a:cubicBezTo>
                    <a:pt x="21154" y="0"/>
                    <a:pt x="21600" y="4733"/>
                    <a:pt x="21600" y="9984"/>
                  </a:cubicBezTo>
                  <a:cubicBezTo>
                    <a:pt x="21600" y="9984"/>
                    <a:pt x="21600" y="13787"/>
                    <a:pt x="21600" y="13787"/>
                  </a:cubicBezTo>
                  <a:close/>
                  <a:moveTo>
                    <a:pt x="21600" y="13787"/>
                  </a:moveTo>
                </a:path>
              </a:pathLst>
            </a:custGeom>
            <a:solidFill>
              <a:srgbClr val="B3B3B3"/>
            </a:solidFill>
            <a:ln>
              <a:noFill/>
            </a:ln>
          </p:spPr>
          <p:txBody>
            <a:bodyPr lIns="0" tIns="0" rIns="0" bIns="0"/>
            <a:lstStyle/>
            <a:p>
              <a:endParaRPr lang="en-US"/>
            </a:p>
          </p:txBody>
        </p:sp>
        <p:sp>
          <p:nvSpPr>
            <p:cNvPr id="21582" name="AutoShape 19"/>
            <p:cNvSpPr/>
            <p:nvPr/>
          </p:nvSpPr>
          <p:spPr bwMode="auto">
            <a:xfrm>
              <a:off x="2067" y="1462"/>
              <a:ext cx="607" cy="42"/>
            </a:xfrm>
            <a:custGeom>
              <a:avLst/>
              <a:gdLst>
                <a:gd name="T0" fmla="*/ 0 w 21536"/>
                <a:gd name="T1" fmla="*/ 0 h 21600"/>
                <a:gd name="T2" fmla="*/ 0 w 21536"/>
                <a:gd name="T3" fmla="*/ 0 h 21600"/>
                <a:gd name="T4" fmla="*/ 0 w 21536"/>
                <a:gd name="T5" fmla="*/ 0 h 21600"/>
                <a:gd name="T6" fmla="*/ 0 w 21536"/>
                <a:gd name="T7" fmla="*/ 0 h 21600"/>
                <a:gd name="T8" fmla="*/ 0 w 21536"/>
                <a:gd name="T9" fmla="*/ 0 h 21600"/>
                <a:gd name="T10" fmla="*/ 0 w 21536"/>
                <a:gd name="T11" fmla="*/ 0 h 21600"/>
                <a:gd name="T12" fmla="*/ 0 w 21536"/>
                <a:gd name="T13" fmla="*/ 0 h 21600"/>
                <a:gd name="T14" fmla="*/ 0 w 21536"/>
                <a:gd name="T15" fmla="*/ 0 h 21600"/>
                <a:gd name="T16" fmla="*/ 0 w 21536"/>
                <a:gd name="T17" fmla="*/ 0 h 21600"/>
                <a:gd name="T18" fmla="*/ 0 w 21536"/>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36" h="21600">
                  <a:moveTo>
                    <a:pt x="21532" y="12903"/>
                  </a:moveTo>
                  <a:cubicBezTo>
                    <a:pt x="21532" y="18153"/>
                    <a:pt x="21600" y="21600"/>
                    <a:pt x="21178" y="21600"/>
                  </a:cubicBezTo>
                  <a:lnTo>
                    <a:pt x="709" y="21600"/>
                  </a:lnTo>
                  <a:cubicBezTo>
                    <a:pt x="287" y="21600"/>
                    <a:pt x="0" y="18153"/>
                    <a:pt x="0" y="12903"/>
                  </a:cubicBezTo>
                  <a:lnTo>
                    <a:pt x="0" y="9100"/>
                  </a:lnTo>
                  <a:cubicBezTo>
                    <a:pt x="0" y="3850"/>
                    <a:pt x="287" y="0"/>
                    <a:pt x="709" y="0"/>
                  </a:cubicBezTo>
                  <a:lnTo>
                    <a:pt x="21178" y="0"/>
                  </a:lnTo>
                  <a:cubicBezTo>
                    <a:pt x="21600" y="0"/>
                    <a:pt x="21532" y="3850"/>
                    <a:pt x="21532" y="9100"/>
                  </a:cubicBezTo>
                  <a:cubicBezTo>
                    <a:pt x="21532" y="9100"/>
                    <a:pt x="21532" y="12903"/>
                    <a:pt x="21532" y="12903"/>
                  </a:cubicBezTo>
                  <a:close/>
                  <a:moveTo>
                    <a:pt x="21532" y="12903"/>
                  </a:moveTo>
                </a:path>
              </a:pathLst>
            </a:custGeom>
            <a:solidFill>
              <a:srgbClr val="B3B3B3"/>
            </a:solidFill>
            <a:ln>
              <a:noFill/>
            </a:ln>
          </p:spPr>
          <p:txBody>
            <a:bodyPr lIns="0" tIns="0" rIns="0" bIns="0"/>
            <a:lstStyle/>
            <a:p>
              <a:endParaRPr lang="en-US"/>
            </a:p>
          </p:txBody>
        </p:sp>
        <p:sp>
          <p:nvSpPr>
            <p:cNvPr id="21583" name="AutoShape 20"/>
            <p:cNvSpPr/>
            <p:nvPr/>
          </p:nvSpPr>
          <p:spPr bwMode="auto">
            <a:xfrm>
              <a:off x="2067" y="1539"/>
              <a:ext cx="607" cy="42"/>
            </a:xfrm>
            <a:custGeom>
              <a:avLst/>
              <a:gdLst>
                <a:gd name="T0" fmla="*/ 0 w 21536"/>
                <a:gd name="T1" fmla="*/ 0 h 21600"/>
                <a:gd name="T2" fmla="*/ 0 w 21536"/>
                <a:gd name="T3" fmla="*/ 0 h 21600"/>
                <a:gd name="T4" fmla="*/ 0 w 21536"/>
                <a:gd name="T5" fmla="*/ 0 h 21600"/>
                <a:gd name="T6" fmla="*/ 0 w 21536"/>
                <a:gd name="T7" fmla="*/ 0 h 21600"/>
                <a:gd name="T8" fmla="*/ 0 w 21536"/>
                <a:gd name="T9" fmla="*/ 0 h 21600"/>
                <a:gd name="T10" fmla="*/ 0 w 21536"/>
                <a:gd name="T11" fmla="*/ 0 h 21600"/>
                <a:gd name="T12" fmla="*/ 0 w 21536"/>
                <a:gd name="T13" fmla="*/ 0 h 21600"/>
                <a:gd name="T14" fmla="*/ 0 w 21536"/>
                <a:gd name="T15" fmla="*/ 0 h 21600"/>
                <a:gd name="T16" fmla="*/ 0 w 21536"/>
                <a:gd name="T17" fmla="*/ 0 h 21600"/>
                <a:gd name="T18" fmla="*/ 0 w 21536"/>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36" h="21600">
                  <a:moveTo>
                    <a:pt x="21532" y="12042"/>
                  </a:moveTo>
                  <a:cubicBezTo>
                    <a:pt x="21532" y="17293"/>
                    <a:pt x="21600" y="21600"/>
                    <a:pt x="21178" y="21600"/>
                  </a:cubicBezTo>
                  <a:lnTo>
                    <a:pt x="709" y="21600"/>
                  </a:lnTo>
                  <a:cubicBezTo>
                    <a:pt x="287" y="21600"/>
                    <a:pt x="0" y="17293"/>
                    <a:pt x="0" y="12042"/>
                  </a:cubicBezTo>
                  <a:lnTo>
                    <a:pt x="0" y="8241"/>
                  </a:lnTo>
                  <a:cubicBezTo>
                    <a:pt x="0" y="2991"/>
                    <a:pt x="287" y="0"/>
                    <a:pt x="709" y="0"/>
                  </a:cubicBezTo>
                  <a:lnTo>
                    <a:pt x="21178" y="0"/>
                  </a:lnTo>
                  <a:cubicBezTo>
                    <a:pt x="21600" y="0"/>
                    <a:pt x="21532" y="2991"/>
                    <a:pt x="21532" y="8241"/>
                  </a:cubicBezTo>
                  <a:cubicBezTo>
                    <a:pt x="21532" y="8241"/>
                    <a:pt x="21532" y="12042"/>
                    <a:pt x="21532" y="12042"/>
                  </a:cubicBezTo>
                  <a:close/>
                  <a:moveTo>
                    <a:pt x="21532" y="12042"/>
                  </a:moveTo>
                </a:path>
              </a:pathLst>
            </a:custGeom>
            <a:solidFill>
              <a:srgbClr val="B3B3B3"/>
            </a:solidFill>
            <a:ln>
              <a:noFill/>
            </a:ln>
          </p:spPr>
          <p:txBody>
            <a:bodyPr lIns="0" tIns="0" rIns="0" bIns="0"/>
            <a:lstStyle/>
            <a:p>
              <a:endParaRPr lang="en-US"/>
            </a:p>
          </p:txBody>
        </p:sp>
        <p:sp>
          <p:nvSpPr>
            <p:cNvPr id="21584" name="AutoShape 21"/>
            <p:cNvSpPr/>
            <p:nvPr/>
          </p:nvSpPr>
          <p:spPr bwMode="auto">
            <a:xfrm>
              <a:off x="2067" y="1615"/>
              <a:ext cx="607" cy="43"/>
            </a:xfrm>
            <a:custGeom>
              <a:avLst/>
              <a:gdLst>
                <a:gd name="T0" fmla="*/ 0 w 21536"/>
                <a:gd name="T1" fmla="*/ 0 h 21600"/>
                <a:gd name="T2" fmla="*/ 0 w 21536"/>
                <a:gd name="T3" fmla="*/ 0 h 21600"/>
                <a:gd name="T4" fmla="*/ 0 w 21536"/>
                <a:gd name="T5" fmla="*/ 0 h 21600"/>
                <a:gd name="T6" fmla="*/ 0 w 21536"/>
                <a:gd name="T7" fmla="*/ 0 h 21600"/>
                <a:gd name="T8" fmla="*/ 0 w 21536"/>
                <a:gd name="T9" fmla="*/ 0 h 21600"/>
                <a:gd name="T10" fmla="*/ 0 w 21536"/>
                <a:gd name="T11" fmla="*/ 0 h 21600"/>
                <a:gd name="T12" fmla="*/ 0 w 21536"/>
                <a:gd name="T13" fmla="*/ 0 h 21600"/>
                <a:gd name="T14" fmla="*/ 0 w 21536"/>
                <a:gd name="T15" fmla="*/ 0 h 21600"/>
                <a:gd name="T16" fmla="*/ 0 w 21536"/>
                <a:gd name="T17" fmla="*/ 0 h 21600"/>
                <a:gd name="T18" fmla="*/ 0 w 21536"/>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36" h="21600">
                  <a:moveTo>
                    <a:pt x="21532" y="11184"/>
                  </a:moveTo>
                  <a:cubicBezTo>
                    <a:pt x="21532" y="16434"/>
                    <a:pt x="21600" y="21600"/>
                    <a:pt x="21178" y="21600"/>
                  </a:cubicBezTo>
                  <a:lnTo>
                    <a:pt x="709" y="21600"/>
                  </a:lnTo>
                  <a:cubicBezTo>
                    <a:pt x="287" y="21600"/>
                    <a:pt x="0" y="16434"/>
                    <a:pt x="0" y="11184"/>
                  </a:cubicBezTo>
                  <a:lnTo>
                    <a:pt x="0" y="7383"/>
                  </a:lnTo>
                  <a:cubicBezTo>
                    <a:pt x="0" y="2133"/>
                    <a:pt x="287" y="0"/>
                    <a:pt x="709" y="0"/>
                  </a:cubicBezTo>
                  <a:lnTo>
                    <a:pt x="21178" y="0"/>
                  </a:lnTo>
                  <a:cubicBezTo>
                    <a:pt x="21600" y="0"/>
                    <a:pt x="21532" y="2133"/>
                    <a:pt x="21532" y="7383"/>
                  </a:cubicBezTo>
                  <a:cubicBezTo>
                    <a:pt x="21532" y="7383"/>
                    <a:pt x="21532" y="11184"/>
                    <a:pt x="21532" y="11184"/>
                  </a:cubicBezTo>
                  <a:close/>
                  <a:moveTo>
                    <a:pt x="21532" y="11184"/>
                  </a:moveTo>
                </a:path>
              </a:pathLst>
            </a:custGeom>
            <a:solidFill>
              <a:srgbClr val="B3B3B3"/>
            </a:solidFill>
            <a:ln>
              <a:noFill/>
            </a:ln>
          </p:spPr>
          <p:txBody>
            <a:bodyPr lIns="0" tIns="0" rIns="0" bIns="0"/>
            <a:lstStyle/>
            <a:p>
              <a:endParaRPr lang="en-US"/>
            </a:p>
          </p:txBody>
        </p:sp>
        <p:sp>
          <p:nvSpPr>
            <p:cNvPr id="21585" name="AutoShape 22"/>
            <p:cNvSpPr/>
            <p:nvPr/>
          </p:nvSpPr>
          <p:spPr bwMode="auto">
            <a:xfrm>
              <a:off x="2067" y="1684"/>
              <a:ext cx="607" cy="51"/>
            </a:xfrm>
            <a:custGeom>
              <a:avLst/>
              <a:gdLst>
                <a:gd name="T0" fmla="*/ 0 w 21536"/>
                <a:gd name="T1" fmla="*/ 0 h 21600"/>
                <a:gd name="T2" fmla="*/ 0 w 21536"/>
                <a:gd name="T3" fmla="*/ 0 h 21600"/>
                <a:gd name="T4" fmla="*/ 0 w 21536"/>
                <a:gd name="T5" fmla="*/ 0 h 21600"/>
                <a:gd name="T6" fmla="*/ 0 w 21536"/>
                <a:gd name="T7" fmla="*/ 0 h 21600"/>
                <a:gd name="T8" fmla="*/ 0 w 21536"/>
                <a:gd name="T9" fmla="*/ 0 h 21600"/>
                <a:gd name="T10" fmla="*/ 0 w 21536"/>
                <a:gd name="T11" fmla="*/ 0 h 21600"/>
                <a:gd name="T12" fmla="*/ 0 w 21536"/>
                <a:gd name="T13" fmla="*/ 0 h 21600"/>
                <a:gd name="T14" fmla="*/ 0 w 21536"/>
                <a:gd name="T15" fmla="*/ 0 h 21600"/>
                <a:gd name="T16" fmla="*/ 0 w 21536"/>
                <a:gd name="T17" fmla="*/ 0 h 21600"/>
                <a:gd name="T18" fmla="*/ 0 w 21536"/>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36" h="21600">
                  <a:moveTo>
                    <a:pt x="21532" y="12204"/>
                  </a:moveTo>
                  <a:cubicBezTo>
                    <a:pt x="21532" y="16580"/>
                    <a:pt x="21600" y="21600"/>
                    <a:pt x="21178" y="21600"/>
                  </a:cubicBezTo>
                  <a:lnTo>
                    <a:pt x="709" y="21600"/>
                  </a:lnTo>
                  <a:cubicBezTo>
                    <a:pt x="287" y="21600"/>
                    <a:pt x="0" y="16580"/>
                    <a:pt x="0" y="12204"/>
                  </a:cubicBezTo>
                  <a:lnTo>
                    <a:pt x="0" y="9035"/>
                  </a:lnTo>
                  <a:cubicBezTo>
                    <a:pt x="0" y="4662"/>
                    <a:pt x="287" y="0"/>
                    <a:pt x="709" y="0"/>
                  </a:cubicBezTo>
                  <a:lnTo>
                    <a:pt x="21178" y="0"/>
                  </a:lnTo>
                  <a:cubicBezTo>
                    <a:pt x="21600" y="0"/>
                    <a:pt x="21532" y="4662"/>
                    <a:pt x="21532" y="9035"/>
                  </a:cubicBezTo>
                  <a:cubicBezTo>
                    <a:pt x="21532" y="9035"/>
                    <a:pt x="21532" y="12204"/>
                    <a:pt x="21532" y="12204"/>
                  </a:cubicBezTo>
                  <a:close/>
                  <a:moveTo>
                    <a:pt x="21532" y="12204"/>
                  </a:moveTo>
                </a:path>
              </a:pathLst>
            </a:custGeom>
            <a:solidFill>
              <a:srgbClr val="B3B3B3"/>
            </a:solidFill>
            <a:ln>
              <a:noFill/>
            </a:ln>
          </p:spPr>
          <p:txBody>
            <a:bodyPr lIns="0" tIns="0" rIns="0" bIns="0"/>
            <a:lstStyle/>
            <a:p>
              <a:endParaRPr lang="en-US"/>
            </a:p>
          </p:txBody>
        </p:sp>
        <p:sp>
          <p:nvSpPr>
            <p:cNvPr id="21586" name="AutoShape 23"/>
            <p:cNvSpPr/>
            <p:nvPr/>
          </p:nvSpPr>
          <p:spPr bwMode="auto">
            <a:xfrm>
              <a:off x="2067" y="1761"/>
              <a:ext cx="325" cy="43"/>
            </a:xfrm>
            <a:custGeom>
              <a:avLst/>
              <a:gdLst>
                <a:gd name="T0" fmla="*/ 0 w 21563"/>
                <a:gd name="T1" fmla="*/ 0 h 21600"/>
                <a:gd name="T2" fmla="*/ 0 w 21563"/>
                <a:gd name="T3" fmla="*/ 0 h 21600"/>
                <a:gd name="T4" fmla="*/ 0 w 21563"/>
                <a:gd name="T5" fmla="*/ 0 h 21600"/>
                <a:gd name="T6" fmla="*/ 0 w 21563"/>
                <a:gd name="T7" fmla="*/ 0 h 21600"/>
                <a:gd name="T8" fmla="*/ 0 w 21563"/>
                <a:gd name="T9" fmla="*/ 0 h 21600"/>
                <a:gd name="T10" fmla="*/ 0 w 21563"/>
                <a:gd name="T11" fmla="*/ 0 h 21600"/>
                <a:gd name="T12" fmla="*/ 0 w 21563"/>
                <a:gd name="T13" fmla="*/ 0 h 21600"/>
                <a:gd name="T14" fmla="*/ 0 w 21563"/>
                <a:gd name="T15" fmla="*/ 0 h 21600"/>
                <a:gd name="T16" fmla="*/ 0 w 21563"/>
                <a:gd name="T17" fmla="*/ 0 h 21600"/>
                <a:gd name="T18" fmla="*/ 0 w 21563"/>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63" h="21600">
                  <a:moveTo>
                    <a:pt x="21563" y="13787"/>
                  </a:moveTo>
                  <a:cubicBezTo>
                    <a:pt x="21563" y="19037"/>
                    <a:pt x="21600" y="21600"/>
                    <a:pt x="20811" y="21600"/>
                  </a:cubicBezTo>
                  <a:lnTo>
                    <a:pt x="1326" y="21600"/>
                  </a:lnTo>
                  <a:cubicBezTo>
                    <a:pt x="538" y="21600"/>
                    <a:pt x="0" y="19037"/>
                    <a:pt x="0" y="13787"/>
                  </a:cubicBezTo>
                  <a:lnTo>
                    <a:pt x="0" y="9984"/>
                  </a:lnTo>
                  <a:cubicBezTo>
                    <a:pt x="0" y="4733"/>
                    <a:pt x="538" y="0"/>
                    <a:pt x="1326" y="0"/>
                  </a:cubicBezTo>
                  <a:lnTo>
                    <a:pt x="20811" y="0"/>
                  </a:lnTo>
                  <a:cubicBezTo>
                    <a:pt x="21600" y="0"/>
                    <a:pt x="21563" y="4733"/>
                    <a:pt x="21563" y="9984"/>
                  </a:cubicBezTo>
                  <a:cubicBezTo>
                    <a:pt x="21563" y="9984"/>
                    <a:pt x="21563" y="13787"/>
                    <a:pt x="21563" y="13787"/>
                  </a:cubicBezTo>
                  <a:close/>
                  <a:moveTo>
                    <a:pt x="21563" y="13787"/>
                  </a:moveTo>
                </a:path>
              </a:pathLst>
            </a:custGeom>
            <a:solidFill>
              <a:srgbClr val="B3B3B3"/>
            </a:solidFill>
            <a:ln>
              <a:noFill/>
            </a:ln>
          </p:spPr>
          <p:txBody>
            <a:bodyPr lIns="0" tIns="0" rIns="0" bIns="0"/>
            <a:lstStyle/>
            <a:p>
              <a:endParaRPr lang="en-US"/>
            </a:p>
          </p:txBody>
        </p:sp>
        <p:sp>
          <p:nvSpPr>
            <p:cNvPr id="21587" name="AutoShape 24"/>
            <p:cNvSpPr/>
            <p:nvPr/>
          </p:nvSpPr>
          <p:spPr bwMode="auto">
            <a:xfrm>
              <a:off x="666" y="1462"/>
              <a:ext cx="615"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903"/>
                  </a:moveTo>
                  <a:cubicBezTo>
                    <a:pt x="21600" y="18153"/>
                    <a:pt x="21453" y="21600"/>
                    <a:pt x="21036" y="21600"/>
                  </a:cubicBezTo>
                  <a:lnTo>
                    <a:pt x="788" y="21600"/>
                  </a:lnTo>
                  <a:cubicBezTo>
                    <a:pt x="371" y="21600"/>
                    <a:pt x="0" y="18153"/>
                    <a:pt x="0" y="12903"/>
                  </a:cubicBezTo>
                  <a:lnTo>
                    <a:pt x="0" y="9100"/>
                  </a:lnTo>
                  <a:cubicBezTo>
                    <a:pt x="0" y="3850"/>
                    <a:pt x="371" y="0"/>
                    <a:pt x="788" y="0"/>
                  </a:cubicBezTo>
                  <a:lnTo>
                    <a:pt x="21036" y="0"/>
                  </a:lnTo>
                  <a:cubicBezTo>
                    <a:pt x="21453" y="0"/>
                    <a:pt x="21600" y="3850"/>
                    <a:pt x="21600" y="9100"/>
                  </a:cubicBezTo>
                  <a:cubicBezTo>
                    <a:pt x="21600" y="9100"/>
                    <a:pt x="21600" y="12903"/>
                    <a:pt x="21600" y="12903"/>
                  </a:cubicBezTo>
                  <a:close/>
                  <a:moveTo>
                    <a:pt x="21600" y="12903"/>
                  </a:moveTo>
                </a:path>
              </a:pathLst>
            </a:custGeom>
            <a:solidFill>
              <a:srgbClr val="B3B3B3"/>
            </a:solidFill>
            <a:ln>
              <a:noFill/>
            </a:ln>
          </p:spPr>
          <p:txBody>
            <a:bodyPr lIns="0" tIns="0" rIns="0" bIns="0"/>
            <a:lstStyle/>
            <a:p>
              <a:endParaRPr lang="en-US"/>
            </a:p>
          </p:txBody>
        </p:sp>
        <p:sp>
          <p:nvSpPr>
            <p:cNvPr id="21588" name="AutoShape 25"/>
            <p:cNvSpPr/>
            <p:nvPr/>
          </p:nvSpPr>
          <p:spPr bwMode="auto">
            <a:xfrm>
              <a:off x="666" y="1539"/>
              <a:ext cx="615"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042"/>
                  </a:moveTo>
                  <a:cubicBezTo>
                    <a:pt x="21600" y="17293"/>
                    <a:pt x="21453" y="21600"/>
                    <a:pt x="21036" y="21600"/>
                  </a:cubicBezTo>
                  <a:lnTo>
                    <a:pt x="788" y="21600"/>
                  </a:lnTo>
                  <a:cubicBezTo>
                    <a:pt x="371" y="21600"/>
                    <a:pt x="0" y="17293"/>
                    <a:pt x="0" y="12042"/>
                  </a:cubicBezTo>
                  <a:lnTo>
                    <a:pt x="0" y="8241"/>
                  </a:lnTo>
                  <a:cubicBezTo>
                    <a:pt x="0" y="2991"/>
                    <a:pt x="371" y="0"/>
                    <a:pt x="788" y="0"/>
                  </a:cubicBezTo>
                  <a:lnTo>
                    <a:pt x="21036" y="0"/>
                  </a:lnTo>
                  <a:cubicBezTo>
                    <a:pt x="21453" y="0"/>
                    <a:pt x="21600" y="2991"/>
                    <a:pt x="21600" y="8241"/>
                  </a:cubicBezTo>
                  <a:cubicBezTo>
                    <a:pt x="21600" y="8241"/>
                    <a:pt x="21600" y="12042"/>
                    <a:pt x="21600" y="12042"/>
                  </a:cubicBezTo>
                  <a:close/>
                  <a:moveTo>
                    <a:pt x="21600" y="12042"/>
                  </a:moveTo>
                </a:path>
              </a:pathLst>
            </a:custGeom>
            <a:solidFill>
              <a:srgbClr val="B3B3B3"/>
            </a:solidFill>
            <a:ln>
              <a:noFill/>
            </a:ln>
          </p:spPr>
          <p:txBody>
            <a:bodyPr lIns="0" tIns="0" rIns="0" bIns="0"/>
            <a:lstStyle/>
            <a:p>
              <a:endParaRPr lang="en-US"/>
            </a:p>
          </p:txBody>
        </p:sp>
        <p:sp>
          <p:nvSpPr>
            <p:cNvPr id="21589" name="AutoShape 26"/>
            <p:cNvSpPr/>
            <p:nvPr/>
          </p:nvSpPr>
          <p:spPr bwMode="auto">
            <a:xfrm>
              <a:off x="666" y="1615"/>
              <a:ext cx="615"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84"/>
                  </a:moveTo>
                  <a:cubicBezTo>
                    <a:pt x="21600" y="16434"/>
                    <a:pt x="21453" y="21600"/>
                    <a:pt x="21036" y="21600"/>
                  </a:cubicBezTo>
                  <a:lnTo>
                    <a:pt x="788" y="21600"/>
                  </a:lnTo>
                  <a:cubicBezTo>
                    <a:pt x="371" y="21600"/>
                    <a:pt x="0" y="16434"/>
                    <a:pt x="0" y="11184"/>
                  </a:cubicBezTo>
                  <a:lnTo>
                    <a:pt x="0" y="7383"/>
                  </a:lnTo>
                  <a:cubicBezTo>
                    <a:pt x="0" y="2133"/>
                    <a:pt x="371" y="0"/>
                    <a:pt x="788" y="0"/>
                  </a:cubicBezTo>
                  <a:lnTo>
                    <a:pt x="21036" y="0"/>
                  </a:lnTo>
                  <a:cubicBezTo>
                    <a:pt x="21453" y="0"/>
                    <a:pt x="21600" y="2133"/>
                    <a:pt x="21600" y="7383"/>
                  </a:cubicBezTo>
                  <a:cubicBezTo>
                    <a:pt x="21600" y="7383"/>
                    <a:pt x="21600" y="11184"/>
                    <a:pt x="21600" y="11184"/>
                  </a:cubicBezTo>
                  <a:close/>
                  <a:moveTo>
                    <a:pt x="21600" y="11184"/>
                  </a:moveTo>
                </a:path>
              </a:pathLst>
            </a:custGeom>
            <a:solidFill>
              <a:srgbClr val="B3B3B3"/>
            </a:solidFill>
            <a:ln>
              <a:noFill/>
            </a:ln>
          </p:spPr>
          <p:txBody>
            <a:bodyPr lIns="0" tIns="0" rIns="0" bIns="0"/>
            <a:lstStyle/>
            <a:p>
              <a:endParaRPr lang="en-US"/>
            </a:p>
          </p:txBody>
        </p:sp>
        <p:sp>
          <p:nvSpPr>
            <p:cNvPr id="21590" name="AutoShape 27"/>
            <p:cNvSpPr/>
            <p:nvPr/>
          </p:nvSpPr>
          <p:spPr bwMode="auto">
            <a:xfrm>
              <a:off x="666" y="1684"/>
              <a:ext cx="615"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204"/>
                  </a:moveTo>
                  <a:cubicBezTo>
                    <a:pt x="21600" y="16580"/>
                    <a:pt x="21453" y="21600"/>
                    <a:pt x="21036" y="21600"/>
                  </a:cubicBezTo>
                  <a:lnTo>
                    <a:pt x="788" y="21600"/>
                  </a:lnTo>
                  <a:cubicBezTo>
                    <a:pt x="371" y="21600"/>
                    <a:pt x="0" y="16580"/>
                    <a:pt x="0" y="12204"/>
                  </a:cubicBezTo>
                  <a:lnTo>
                    <a:pt x="0" y="9035"/>
                  </a:lnTo>
                  <a:cubicBezTo>
                    <a:pt x="0" y="4662"/>
                    <a:pt x="371" y="0"/>
                    <a:pt x="788" y="0"/>
                  </a:cubicBezTo>
                  <a:lnTo>
                    <a:pt x="21036" y="0"/>
                  </a:lnTo>
                  <a:cubicBezTo>
                    <a:pt x="21453" y="0"/>
                    <a:pt x="21600" y="4662"/>
                    <a:pt x="21600" y="9035"/>
                  </a:cubicBezTo>
                  <a:cubicBezTo>
                    <a:pt x="21600" y="9035"/>
                    <a:pt x="21600" y="12204"/>
                    <a:pt x="21600" y="12204"/>
                  </a:cubicBezTo>
                  <a:close/>
                  <a:moveTo>
                    <a:pt x="21600" y="12204"/>
                  </a:moveTo>
                </a:path>
              </a:pathLst>
            </a:custGeom>
            <a:solidFill>
              <a:srgbClr val="B3B3B3"/>
            </a:solidFill>
            <a:ln>
              <a:noFill/>
            </a:ln>
          </p:spPr>
          <p:txBody>
            <a:bodyPr lIns="0" tIns="0" rIns="0" bIns="0"/>
            <a:lstStyle/>
            <a:p>
              <a:endParaRPr lang="en-US"/>
            </a:p>
          </p:txBody>
        </p:sp>
        <p:sp>
          <p:nvSpPr>
            <p:cNvPr id="21591" name="AutoShape 28"/>
            <p:cNvSpPr/>
            <p:nvPr/>
          </p:nvSpPr>
          <p:spPr bwMode="auto">
            <a:xfrm>
              <a:off x="666" y="1761"/>
              <a:ext cx="333"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787"/>
                  </a:moveTo>
                  <a:cubicBezTo>
                    <a:pt x="21600" y="19037"/>
                    <a:pt x="21242" y="21600"/>
                    <a:pt x="20473" y="21600"/>
                  </a:cubicBezTo>
                  <a:lnTo>
                    <a:pt x="1454" y="21600"/>
                  </a:lnTo>
                  <a:cubicBezTo>
                    <a:pt x="684" y="21600"/>
                    <a:pt x="0" y="19037"/>
                    <a:pt x="0" y="13787"/>
                  </a:cubicBezTo>
                  <a:lnTo>
                    <a:pt x="0" y="9984"/>
                  </a:lnTo>
                  <a:cubicBezTo>
                    <a:pt x="0" y="4733"/>
                    <a:pt x="684" y="0"/>
                    <a:pt x="1454" y="0"/>
                  </a:cubicBezTo>
                  <a:lnTo>
                    <a:pt x="20473" y="0"/>
                  </a:lnTo>
                  <a:cubicBezTo>
                    <a:pt x="21242" y="0"/>
                    <a:pt x="21600" y="4733"/>
                    <a:pt x="21600" y="9984"/>
                  </a:cubicBezTo>
                  <a:cubicBezTo>
                    <a:pt x="21600" y="9984"/>
                    <a:pt x="21600" y="13787"/>
                    <a:pt x="21600" y="13787"/>
                  </a:cubicBezTo>
                  <a:close/>
                  <a:moveTo>
                    <a:pt x="21600" y="13787"/>
                  </a:moveTo>
                </a:path>
              </a:pathLst>
            </a:custGeom>
            <a:solidFill>
              <a:srgbClr val="B3B3B3"/>
            </a:solidFill>
            <a:ln>
              <a:noFill/>
            </a:ln>
          </p:spPr>
          <p:txBody>
            <a:bodyPr lIns="0" tIns="0" rIns="0" bIns="0"/>
            <a:lstStyle/>
            <a:p>
              <a:endParaRPr lang="en-US"/>
            </a:p>
          </p:txBody>
        </p:sp>
      </p:grpSp>
      <p:grpSp>
        <p:nvGrpSpPr>
          <p:cNvPr id="20483" name="Group 54"/>
          <p:cNvGrpSpPr/>
          <p:nvPr/>
        </p:nvGrpSpPr>
        <p:grpSpPr bwMode="auto">
          <a:xfrm>
            <a:off x="10896600" y="7858125"/>
            <a:ext cx="5121275" cy="2917825"/>
            <a:chOff x="0" y="0"/>
            <a:chExt cx="3226" cy="1838"/>
          </a:xfrm>
        </p:grpSpPr>
        <p:sp>
          <p:nvSpPr>
            <p:cNvPr id="21544" name="AutoShape 30"/>
            <p:cNvSpPr/>
            <p:nvPr/>
          </p:nvSpPr>
          <p:spPr bwMode="auto">
            <a:xfrm>
              <a:off x="307" y="0"/>
              <a:ext cx="2580" cy="1710"/>
            </a:xfrm>
            <a:custGeom>
              <a:avLst/>
              <a:gdLst>
                <a:gd name="T0" fmla="*/ 4 w 21600"/>
                <a:gd name="T1" fmla="*/ 1 h 21600"/>
                <a:gd name="T2" fmla="*/ 0 w 21600"/>
                <a:gd name="T3" fmla="*/ 1 h 21600"/>
                <a:gd name="T4" fmla="*/ 0 w 21600"/>
                <a:gd name="T5" fmla="*/ 0 h 21600"/>
                <a:gd name="T6" fmla="*/ 0 w 21600"/>
                <a:gd name="T7" fmla="*/ 0 h 21600"/>
                <a:gd name="T8" fmla="*/ 4 w 21600"/>
                <a:gd name="T9" fmla="*/ 0 h 21600"/>
                <a:gd name="T10" fmla="*/ 4 w 21600"/>
                <a:gd name="T11" fmla="*/ 0 h 21600"/>
                <a:gd name="T12" fmla="*/ 4 w 21600"/>
                <a:gd name="T13" fmla="*/ 1 h 21600"/>
                <a:gd name="T14" fmla="*/ 4 w 21600"/>
                <a:gd name="T15" fmla="*/ 1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600"/>
                  </a:moveTo>
                  <a:lnTo>
                    <a:pt x="0" y="21600"/>
                  </a:lnTo>
                  <a:lnTo>
                    <a:pt x="0" y="684"/>
                  </a:lnTo>
                  <a:cubicBezTo>
                    <a:pt x="0" y="249"/>
                    <a:pt x="285" y="0"/>
                    <a:pt x="573" y="0"/>
                  </a:cubicBezTo>
                  <a:lnTo>
                    <a:pt x="21172" y="0"/>
                  </a:lnTo>
                  <a:cubicBezTo>
                    <a:pt x="21460" y="0"/>
                    <a:pt x="21600" y="249"/>
                    <a:pt x="21600" y="684"/>
                  </a:cubicBezTo>
                  <a:cubicBezTo>
                    <a:pt x="21600" y="684"/>
                    <a:pt x="21600" y="21600"/>
                    <a:pt x="21600" y="21600"/>
                  </a:cubicBezTo>
                  <a:close/>
                  <a:moveTo>
                    <a:pt x="21600" y="21600"/>
                  </a:moveTo>
                </a:path>
              </a:pathLst>
            </a:custGeom>
            <a:solidFill>
              <a:srgbClr val="A6A6A6"/>
            </a:solidFill>
            <a:ln>
              <a:noFill/>
            </a:ln>
          </p:spPr>
          <p:txBody>
            <a:bodyPr lIns="0" tIns="0" rIns="0" bIns="0"/>
            <a:lstStyle/>
            <a:p>
              <a:endParaRPr lang="en-US"/>
            </a:p>
          </p:txBody>
        </p:sp>
        <p:sp>
          <p:nvSpPr>
            <p:cNvPr id="21545" name="AutoShape 31"/>
            <p:cNvSpPr/>
            <p:nvPr/>
          </p:nvSpPr>
          <p:spPr bwMode="auto">
            <a:xfrm>
              <a:off x="410" y="119"/>
              <a:ext cx="2392" cy="1462"/>
            </a:xfrm>
            <a:custGeom>
              <a:avLst/>
              <a:gdLst>
                <a:gd name="T0" fmla="*/ 3 w 21600"/>
                <a:gd name="T1" fmla="*/ 0 h 21600"/>
                <a:gd name="T2" fmla="*/ 0 w 21600"/>
                <a:gd name="T3" fmla="*/ 0 h 21600"/>
                <a:gd name="T4" fmla="*/ 0 w 21600"/>
                <a:gd name="T5" fmla="*/ 0 h 21600"/>
                <a:gd name="T6" fmla="*/ 3 w 21600"/>
                <a:gd name="T7" fmla="*/ 0 h 21600"/>
                <a:gd name="T8" fmla="*/ 3 w 21600"/>
                <a:gd name="T9" fmla="*/ 0 h 21600"/>
                <a:gd name="T10" fmla="*/ 3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F2F2F2"/>
            </a:solidFill>
            <a:ln>
              <a:noFill/>
            </a:ln>
          </p:spPr>
          <p:txBody>
            <a:bodyPr lIns="0" tIns="0" rIns="0" bIns="0"/>
            <a:lstStyle/>
            <a:p>
              <a:endParaRPr lang="en-US"/>
            </a:p>
          </p:txBody>
        </p:sp>
        <p:sp>
          <p:nvSpPr>
            <p:cNvPr id="21546" name="AutoShape 32"/>
            <p:cNvSpPr/>
            <p:nvPr/>
          </p:nvSpPr>
          <p:spPr bwMode="auto">
            <a:xfrm>
              <a:off x="0" y="1684"/>
              <a:ext cx="3226" cy="154"/>
            </a:xfrm>
            <a:custGeom>
              <a:avLst/>
              <a:gdLst>
                <a:gd name="T0" fmla="*/ 11 w 21600"/>
                <a:gd name="T1" fmla="*/ 0 h 21600"/>
                <a:gd name="T2" fmla="*/ 11 w 21600"/>
                <a:gd name="T3" fmla="*/ 0 h 21600"/>
                <a:gd name="T4" fmla="*/ 11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10 w 21600"/>
                <a:gd name="T17" fmla="*/ 0 h 21600"/>
                <a:gd name="T18" fmla="*/ 11 w 21600"/>
                <a:gd name="T19" fmla="*/ 0 h 21600"/>
                <a:gd name="T20" fmla="*/ 11 w 21600"/>
                <a:gd name="T21" fmla="*/ 0 h 21600"/>
                <a:gd name="T22" fmla="*/ 11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21566" y="13200"/>
                  </a:moveTo>
                  <a:lnTo>
                    <a:pt x="21566" y="3064"/>
                  </a:lnTo>
                  <a:cubicBezTo>
                    <a:pt x="21566" y="649"/>
                    <a:pt x="21507" y="0"/>
                    <a:pt x="21391" y="0"/>
                  </a:cubicBezTo>
                  <a:lnTo>
                    <a:pt x="223" y="0"/>
                  </a:lnTo>
                  <a:cubicBezTo>
                    <a:pt x="108" y="0"/>
                    <a:pt x="0" y="649"/>
                    <a:pt x="0" y="3064"/>
                  </a:cubicBezTo>
                  <a:lnTo>
                    <a:pt x="0" y="13200"/>
                  </a:lnTo>
                  <a:lnTo>
                    <a:pt x="15" y="13200"/>
                  </a:lnTo>
                  <a:cubicBezTo>
                    <a:pt x="15" y="13200"/>
                    <a:pt x="536" y="21600"/>
                    <a:pt x="849" y="21600"/>
                  </a:cubicBezTo>
                  <a:lnTo>
                    <a:pt x="20766" y="21600"/>
                  </a:lnTo>
                  <a:cubicBezTo>
                    <a:pt x="21079" y="21600"/>
                    <a:pt x="21600" y="13200"/>
                    <a:pt x="21600" y="13200"/>
                  </a:cubicBezTo>
                  <a:cubicBezTo>
                    <a:pt x="21600" y="13200"/>
                    <a:pt x="21566" y="13200"/>
                    <a:pt x="21566" y="13200"/>
                  </a:cubicBezTo>
                  <a:close/>
                  <a:moveTo>
                    <a:pt x="21566" y="13200"/>
                  </a:moveTo>
                </a:path>
              </a:pathLst>
            </a:custGeom>
            <a:solidFill>
              <a:srgbClr val="A6A6A6"/>
            </a:solidFill>
            <a:ln>
              <a:noFill/>
            </a:ln>
          </p:spPr>
          <p:txBody>
            <a:bodyPr lIns="0" tIns="0" rIns="0" bIns="0"/>
            <a:lstStyle/>
            <a:p>
              <a:endParaRPr lang="en-US"/>
            </a:p>
          </p:txBody>
        </p:sp>
        <p:sp>
          <p:nvSpPr>
            <p:cNvPr id="21547" name="AutoShape 33"/>
            <p:cNvSpPr/>
            <p:nvPr/>
          </p:nvSpPr>
          <p:spPr bwMode="auto">
            <a:xfrm>
              <a:off x="1290" y="1684"/>
              <a:ext cx="654"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0057" y="21600"/>
                  </a:moveTo>
                  <a:lnTo>
                    <a:pt x="1543" y="21600"/>
                  </a:lnTo>
                  <a:cubicBezTo>
                    <a:pt x="0" y="21600"/>
                    <a:pt x="0" y="0"/>
                    <a:pt x="0" y="0"/>
                  </a:cubicBezTo>
                  <a:lnTo>
                    <a:pt x="21600" y="0"/>
                  </a:lnTo>
                  <a:cubicBezTo>
                    <a:pt x="21600" y="0"/>
                    <a:pt x="21600" y="21600"/>
                    <a:pt x="20057" y="21600"/>
                  </a:cubicBezTo>
                  <a:close/>
                  <a:moveTo>
                    <a:pt x="20057" y="21600"/>
                  </a:moveTo>
                </a:path>
              </a:pathLst>
            </a:custGeom>
            <a:solidFill>
              <a:srgbClr val="B3B3B3"/>
            </a:solidFill>
            <a:ln>
              <a:noFill/>
            </a:ln>
          </p:spPr>
          <p:txBody>
            <a:bodyPr lIns="0" tIns="0" rIns="0" bIns="0"/>
            <a:lstStyle/>
            <a:p>
              <a:endParaRPr lang="en-US"/>
            </a:p>
          </p:txBody>
        </p:sp>
        <p:sp>
          <p:nvSpPr>
            <p:cNvPr id="21548" name="AutoShape 34"/>
            <p:cNvSpPr/>
            <p:nvPr/>
          </p:nvSpPr>
          <p:spPr bwMode="auto">
            <a:xfrm>
              <a:off x="888" y="213"/>
              <a:ext cx="479" cy="1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6121"/>
                  </a:moveTo>
                  <a:cubicBezTo>
                    <a:pt x="21600" y="19045"/>
                    <a:pt x="20964" y="21600"/>
                    <a:pt x="20023" y="21600"/>
                  </a:cubicBezTo>
                  <a:lnTo>
                    <a:pt x="1862" y="21600"/>
                  </a:lnTo>
                  <a:cubicBezTo>
                    <a:pt x="921" y="21600"/>
                    <a:pt x="0" y="19045"/>
                    <a:pt x="0" y="16121"/>
                  </a:cubicBezTo>
                  <a:lnTo>
                    <a:pt x="0" y="5527"/>
                  </a:lnTo>
                  <a:cubicBezTo>
                    <a:pt x="0" y="2603"/>
                    <a:pt x="921" y="0"/>
                    <a:pt x="1862" y="0"/>
                  </a:cubicBezTo>
                  <a:lnTo>
                    <a:pt x="20023" y="0"/>
                  </a:lnTo>
                  <a:cubicBezTo>
                    <a:pt x="20964" y="0"/>
                    <a:pt x="21600" y="2603"/>
                    <a:pt x="21600" y="5527"/>
                  </a:cubicBezTo>
                  <a:cubicBezTo>
                    <a:pt x="21600" y="5527"/>
                    <a:pt x="21600" y="16121"/>
                    <a:pt x="21600" y="16121"/>
                  </a:cubicBezTo>
                  <a:close/>
                  <a:moveTo>
                    <a:pt x="21600" y="16121"/>
                  </a:moveTo>
                </a:path>
              </a:pathLst>
            </a:custGeom>
            <a:solidFill>
              <a:srgbClr val="FF4421"/>
            </a:solidFill>
            <a:ln>
              <a:noFill/>
            </a:ln>
          </p:spPr>
          <p:txBody>
            <a:bodyPr lIns="0" tIns="0" rIns="0" bIns="0"/>
            <a:lstStyle/>
            <a:p>
              <a:endParaRPr lang="en-US"/>
            </a:p>
          </p:txBody>
        </p:sp>
        <p:sp>
          <p:nvSpPr>
            <p:cNvPr id="21549" name="AutoShape 35"/>
            <p:cNvSpPr/>
            <p:nvPr/>
          </p:nvSpPr>
          <p:spPr bwMode="auto">
            <a:xfrm>
              <a:off x="888" y="418"/>
              <a:ext cx="1435" cy="4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9693"/>
                  </a:moveTo>
                  <a:cubicBezTo>
                    <a:pt x="21600" y="20746"/>
                    <a:pt x="21346" y="21600"/>
                    <a:pt x="21032" y="21600"/>
                  </a:cubicBezTo>
                  <a:lnTo>
                    <a:pt x="568" y="21600"/>
                  </a:lnTo>
                  <a:cubicBezTo>
                    <a:pt x="254" y="21600"/>
                    <a:pt x="0" y="20746"/>
                    <a:pt x="0" y="19693"/>
                  </a:cubicBezTo>
                  <a:lnTo>
                    <a:pt x="0" y="1907"/>
                  </a:lnTo>
                  <a:cubicBezTo>
                    <a:pt x="0" y="854"/>
                    <a:pt x="254" y="0"/>
                    <a:pt x="568" y="0"/>
                  </a:cubicBezTo>
                  <a:lnTo>
                    <a:pt x="21032" y="0"/>
                  </a:lnTo>
                  <a:cubicBezTo>
                    <a:pt x="21346" y="0"/>
                    <a:pt x="21600" y="854"/>
                    <a:pt x="21600" y="1907"/>
                  </a:cubicBezTo>
                  <a:cubicBezTo>
                    <a:pt x="21600" y="1907"/>
                    <a:pt x="21600" y="19693"/>
                    <a:pt x="21600" y="19693"/>
                  </a:cubicBezTo>
                  <a:close/>
                  <a:moveTo>
                    <a:pt x="21600" y="19693"/>
                  </a:moveTo>
                </a:path>
              </a:pathLst>
            </a:custGeom>
            <a:solidFill>
              <a:srgbClr val="46DDE4"/>
            </a:solidFill>
            <a:ln>
              <a:noFill/>
            </a:ln>
          </p:spPr>
          <p:txBody>
            <a:bodyPr lIns="0" tIns="0" rIns="0" bIns="0"/>
            <a:lstStyle/>
            <a:p>
              <a:endParaRPr lang="en-US"/>
            </a:p>
          </p:txBody>
        </p:sp>
        <p:sp>
          <p:nvSpPr>
            <p:cNvPr id="21550" name="AutoShape 36"/>
            <p:cNvSpPr/>
            <p:nvPr/>
          </p:nvSpPr>
          <p:spPr bwMode="auto">
            <a:xfrm>
              <a:off x="888" y="880"/>
              <a:ext cx="444" cy="2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580"/>
                  </a:moveTo>
                  <a:cubicBezTo>
                    <a:pt x="21600" y="20277"/>
                    <a:pt x="20743" y="21600"/>
                    <a:pt x="19730" y="21600"/>
                  </a:cubicBezTo>
                  <a:lnTo>
                    <a:pt x="2005" y="21600"/>
                  </a:lnTo>
                  <a:cubicBezTo>
                    <a:pt x="992" y="21600"/>
                    <a:pt x="0" y="20277"/>
                    <a:pt x="0" y="18580"/>
                  </a:cubicBezTo>
                  <a:lnTo>
                    <a:pt x="0" y="3201"/>
                  </a:lnTo>
                  <a:cubicBezTo>
                    <a:pt x="0" y="1502"/>
                    <a:pt x="992" y="0"/>
                    <a:pt x="2005" y="0"/>
                  </a:cubicBezTo>
                  <a:lnTo>
                    <a:pt x="19730" y="0"/>
                  </a:lnTo>
                  <a:cubicBezTo>
                    <a:pt x="20743" y="0"/>
                    <a:pt x="21600" y="1502"/>
                    <a:pt x="21600" y="3201"/>
                  </a:cubicBezTo>
                  <a:cubicBezTo>
                    <a:pt x="21600" y="3201"/>
                    <a:pt x="21600" y="18580"/>
                    <a:pt x="21600" y="18580"/>
                  </a:cubicBezTo>
                  <a:close/>
                  <a:moveTo>
                    <a:pt x="21600" y="18580"/>
                  </a:moveTo>
                </a:path>
              </a:pathLst>
            </a:custGeom>
            <a:solidFill>
              <a:srgbClr val="999999"/>
            </a:solidFill>
            <a:ln>
              <a:noFill/>
            </a:ln>
          </p:spPr>
          <p:txBody>
            <a:bodyPr lIns="0" tIns="0" rIns="0" bIns="0"/>
            <a:lstStyle/>
            <a:p>
              <a:endParaRPr lang="en-US"/>
            </a:p>
          </p:txBody>
        </p:sp>
        <p:sp>
          <p:nvSpPr>
            <p:cNvPr id="21551" name="AutoShape 37"/>
            <p:cNvSpPr/>
            <p:nvPr/>
          </p:nvSpPr>
          <p:spPr bwMode="auto">
            <a:xfrm>
              <a:off x="1384" y="880"/>
              <a:ext cx="435" cy="2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524"/>
                  </a:moveTo>
                  <a:cubicBezTo>
                    <a:pt x="21600" y="20223"/>
                    <a:pt x="20763" y="21600"/>
                    <a:pt x="19730" y="21600"/>
                  </a:cubicBezTo>
                  <a:lnTo>
                    <a:pt x="1870" y="21600"/>
                  </a:lnTo>
                  <a:cubicBezTo>
                    <a:pt x="837" y="21600"/>
                    <a:pt x="0" y="20223"/>
                    <a:pt x="0" y="18524"/>
                  </a:cubicBezTo>
                  <a:lnTo>
                    <a:pt x="0" y="3076"/>
                  </a:lnTo>
                  <a:cubicBezTo>
                    <a:pt x="0" y="1377"/>
                    <a:pt x="837" y="0"/>
                    <a:pt x="1870" y="0"/>
                  </a:cubicBezTo>
                  <a:lnTo>
                    <a:pt x="19730" y="0"/>
                  </a:lnTo>
                  <a:cubicBezTo>
                    <a:pt x="20763" y="0"/>
                    <a:pt x="21600" y="1377"/>
                    <a:pt x="21600" y="3076"/>
                  </a:cubicBezTo>
                  <a:cubicBezTo>
                    <a:pt x="21600" y="3076"/>
                    <a:pt x="21600" y="18524"/>
                    <a:pt x="21600" y="18524"/>
                  </a:cubicBezTo>
                  <a:close/>
                  <a:moveTo>
                    <a:pt x="21600" y="18524"/>
                  </a:moveTo>
                </a:path>
              </a:pathLst>
            </a:custGeom>
            <a:solidFill>
              <a:srgbClr val="999999"/>
            </a:solidFill>
            <a:ln>
              <a:noFill/>
            </a:ln>
          </p:spPr>
          <p:txBody>
            <a:bodyPr lIns="0" tIns="0" rIns="0" bIns="0"/>
            <a:lstStyle/>
            <a:p>
              <a:endParaRPr lang="en-US"/>
            </a:p>
          </p:txBody>
        </p:sp>
        <p:sp>
          <p:nvSpPr>
            <p:cNvPr id="21552" name="AutoShape 38"/>
            <p:cNvSpPr/>
            <p:nvPr/>
          </p:nvSpPr>
          <p:spPr bwMode="auto">
            <a:xfrm>
              <a:off x="1879" y="880"/>
              <a:ext cx="436" cy="2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524"/>
                  </a:moveTo>
                  <a:cubicBezTo>
                    <a:pt x="21600" y="20223"/>
                    <a:pt x="20763" y="21600"/>
                    <a:pt x="19731" y="21600"/>
                  </a:cubicBezTo>
                  <a:lnTo>
                    <a:pt x="1869" y="21600"/>
                  </a:lnTo>
                  <a:cubicBezTo>
                    <a:pt x="837" y="21600"/>
                    <a:pt x="0" y="20223"/>
                    <a:pt x="0" y="18524"/>
                  </a:cubicBezTo>
                  <a:lnTo>
                    <a:pt x="0" y="3076"/>
                  </a:lnTo>
                  <a:cubicBezTo>
                    <a:pt x="0" y="1377"/>
                    <a:pt x="837" y="0"/>
                    <a:pt x="1869" y="0"/>
                  </a:cubicBezTo>
                  <a:lnTo>
                    <a:pt x="19731" y="0"/>
                  </a:lnTo>
                  <a:cubicBezTo>
                    <a:pt x="20763" y="0"/>
                    <a:pt x="21600" y="1377"/>
                    <a:pt x="21600" y="3076"/>
                  </a:cubicBezTo>
                  <a:cubicBezTo>
                    <a:pt x="21600" y="3076"/>
                    <a:pt x="21600" y="18524"/>
                    <a:pt x="21600" y="18524"/>
                  </a:cubicBezTo>
                  <a:close/>
                  <a:moveTo>
                    <a:pt x="21600" y="18524"/>
                  </a:moveTo>
                </a:path>
              </a:pathLst>
            </a:custGeom>
            <a:solidFill>
              <a:srgbClr val="999999"/>
            </a:solidFill>
            <a:ln>
              <a:noFill/>
            </a:ln>
          </p:spPr>
          <p:txBody>
            <a:bodyPr lIns="0" tIns="0" rIns="0" bIns="0"/>
            <a:lstStyle/>
            <a:p>
              <a:endParaRPr lang="en-US"/>
            </a:p>
          </p:txBody>
        </p:sp>
        <p:sp>
          <p:nvSpPr>
            <p:cNvPr id="21553" name="AutoShape 39"/>
            <p:cNvSpPr/>
            <p:nvPr/>
          </p:nvSpPr>
          <p:spPr bwMode="auto">
            <a:xfrm>
              <a:off x="1384" y="1197"/>
              <a:ext cx="435"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716"/>
                  </a:moveTo>
                  <a:cubicBezTo>
                    <a:pt x="21600" y="19201"/>
                    <a:pt x="21388" y="21600"/>
                    <a:pt x="20970" y="21600"/>
                  </a:cubicBezTo>
                  <a:lnTo>
                    <a:pt x="672" y="21600"/>
                  </a:lnTo>
                  <a:cubicBezTo>
                    <a:pt x="254" y="21600"/>
                    <a:pt x="0" y="19201"/>
                    <a:pt x="0" y="13716"/>
                  </a:cubicBezTo>
                  <a:lnTo>
                    <a:pt x="0" y="9745"/>
                  </a:lnTo>
                  <a:cubicBezTo>
                    <a:pt x="0" y="4256"/>
                    <a:pt x="254" y="0"/>
                    <a:pt x="672" y="0"/>
                  </a:cubicBezTo>
                  <a:lnTo>
                    <a:pt x="20970" y="0"/>
                  </a:lnTo>
                  <a:cubicBezTo>
                    <a:pt x="21388" y="0"/>
                    <a:pt x="21600" y="4256"/>
                    <a:pt x="21600" y="9745"/>
                  </a:cubicBezTo>
                  <a:cubicBezTo>
                    <a:pt x="21600" y="9745"/>
                    <a:pt x="21600" y="13716"/>
                    <a:pt x="21600" y="13716"/>
                  </a:cubicBezTo>
                  <a:close/>
                  <a:moveTo>
                    <a:pt x="21600" y="13716"/>
                  </a:moveTo>
                </a:path>
              </a:pathLst>
            </a:custGeom>
            <a:solidFill>
              <a:srgbClr val="B3B3B3"/>
            </a:solidFill>
            <a:ln>
              <a:noFill/>
            </a:ln>
          </p:spPr>
          <p:txBody>
            <a:bodyPr lIns="0" tIns="0" rIns="0" bIns="0"/>
            <a:lstStyle/>
            <a:p>
              <a:endParaRPr lang="en-US"/>
            </a:p>
          </p:txBody>
        </p:sp>
        <p:sp>
          <p:nvSpPr>
            <p:cNvPr id="21554" name="AutoShape 40"/>
            <p:cNvSpPr/>
            <p:nvPr/>
          </p:nvSpPr>
          <p:spPr bwMode="auto">
            <a:xfrm>
              <a:off x="1384" y="1256"/>
              <a:ext cx="435"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517"/>
                  </a:moveTo>
                  <a:cubicBezTo>
                    <a:pt x="21600" y="16905"/>
                    <a:pt x="21388" y="21600"/>
                    <a:pt x="20970" y="21600"/>
                  </a:cubicBezTo>
                  <a:lnTo>
                    <a:pt x="672" y="21600"/>
                  </a:lnTo>
                  <a:cubicBezTo>
                    <a:pt x="254" y="21600"/>
                    <a:pt x="0" y="16905"/>
                    <a:pt x="0" y="12517"/>
                  </a:cubicBezTo>
                  <a:lnTo>
                    <a:pt x="0" y="9340"/>
                  </a:lnTo>
                  <a:cubicBezTo>
                    <a:pt x="0" y="4953"/>
                    <a:pt x="254" y="0"/>
                    <a:pt x="672" y="0"/>
                  </a:cubicBezTo>
                  <a:lnTo>
                    <a:pt x="20970" y="0"/>
                  </a:lnTo>
                  <a:cubicBezTo>
                    <a:pt x="21388" y="0"/>
                    <a:pt x="21600" y="4953"/>
                    <a:pt x="21600" y="9340"/>
                  </a:cubicBezTo>
                  <a:cubicBezTo>
                    <a:pt x="21600" y="9340"/>
                    <a:pt x="21600" y="12517"/>
                    <a:pt x="21600" y="12517"/>
                  </a:cubicBezTo>
                  <a:close/>
                  <a:moveTo>
                    <a:pt x="21600" y="12517"/>
                  </a:moveTo>
                </a:path>
              </a:pathLst>
            </a:custGeom>
            <a:solidFill>
              <a:srgbClr val="B3B3B3"/>
            </a:solidFill>
            <a:ln>
              <a:noFill/>
            </a:ln>
          </p:spPr>
          <p:txBody>
            <a:bodyPr lIns="0" tIns="0" rIns="0" bIns="0"/>
            <a:lstStyle/>
            <a:p>
              <a:endParaRPr lang="en-US"/>
            </a:p>
          </p:txBody>
        </p:sp>
        <p:sp>
          <p:nvSpPr>
            <p:cNvPr id="21555" name="AutoShape 41"/>
            <p:cNvSpPr/>
            <p:nvPr/>
          </p:nvSpPr>
          <p:spPr bwMode="auto">
            <a:xfrm>
              <a:off x="1384" y="1316"/>
              <a:ext cx="435" cy="5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718"/>
                  </a:moveTo>
                  <a:cubicBezTo>
                    <a:pt x="21600" y="15374"/>
                    <a:pt x="21388" y="21600"/>
                    <a:pt x="20970" y="21600"/>
                  </a:cubicBezTo>
                  <a:lnTo>
                    <a:pt x="672" y="21600"/>
                  </a:lnTo>
                  <a:cubicBezTo>
                    <a:pt x="254" y="21600"/>
                    <a:pt x="0" y="15374"/>
                    <a:pt x="0" y="11718"/>
                  </a:cubicBezTo>
                  <a:lnTo>
                    <a:pt x="0" y="9067"/>
                  </a:lnTo>
                  <a:cubicBezTo>
                    <a:pt x="0" y="5411"/>
                    <a:pt x="254" y="0"/>
                    <a:pt x="672" y="0"/>
                  </a:cubicBezTo>
                  <a:lnTo>
                    <a:pt x="20970" y="0"/>
                  </a:lnTo>
                  <a:cubicBezTo>
                    <a:pt x="21388" y="0"/>
                    <a:pt x="21600" y="5411"/>
                    <a:pt x="21600" y="9067"/>
                  </a:cubicBezTo>
                  <a:cubicBezTo>
                    <a:pt x="21600" y="9067"/>
                    <a:pt x="21600" y="11718"/>
                    <a:pt x="21600" y="11718"/>
                  </a:cubicBezTo>
                  <a:close/>
                  <a:moveTo>
                    <a:pt x="21600" y="11718"/>
                  </a:moveTo>
                </a:path>
              </a:pathLst>
            </a:custGeom>
            <a:solidFill>
              <a:srgbClr val="B3B3B3"/>
            </a:solidFill>
            <a:ln>
              <a:noFill/>
            </a:ln>
          </p:spPr>
          <p:txBody>
            <a:bodyPr lIns="0" tIns="0" rIns="0" bIns="0"/>
            <a:lstStyle/>
            <a:p>
              <a:endParaRPr lang="en-US"/>
            </a:p>
          </p:txBody>
        </p:sp>
        <p:sp>
          <p:nvSpPr>
            <p:cNvPr id="21556" name="AutoShape 42"/>
            <p:cNvSpPr/>
            <p:nvPr/>
          </p:nvSpPr>
          <p:spPr bwMode="auto">
            <a:xfrm>
              <a:off x="1384" y="1385"/>
              <a:ext cx="435"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285"/>
                  </a:moveTo>
                  <a:cubicBezTo>
                    <a:pt x="21600" y="15677"/>
                    <a:pt x="21388" y="21600"/>
                    <a:pt x="20970" y="21600"/>
                  </a:cubicBezTo>
                  <a:lnTo>
                    <a:pt x="672" y="21600"/>
                  </a:lnTo>
                  <a:cubicBezTo>
                    <a:pt x="254" y="21600"/>
                    <a:pt x="0" y="15677"/>
                    <a:pt x="0" y="11285"/>
                  </a:cubicBezTo>
                  <a:lnTo>
                    <a:pt x="0" y="8108"/>
                  </a:lnTo>
                  <a:cubicBezTo>
                    <a:pt x="0" y="3717"/>
                    <a:pt x="254" y="0"/>
                    <a:pt x="672" y="0"/>
                  </a:cubicBezTo>
                  <a:lnTo>
                    <a:pt x="20970" y="0"/>
                  </a:lnTo>
                  <a:cubicBezTo>
                    <a:pt x="21388" y="0"/>
                    <a:pt x="21600" y="3717"/>
                    <a:pt x="21600" y="8108"/>
                  </a:cubicBezTo>
                  <a:cubicBezTo>
                    <a:pt x="21600" y="8108"/>
                    <a:pt x="21600" y="11285"/>
                    <a:pt x="21600" y="11285"/>
                  </a:cubicBezTo>
                  <a:close/>
                  <a:moveTo>
                    <a:pt x="21600" y="11285"/>
                  </a:moveTo>
                </a:path>
              </a:pathLst>
            </a:custGeom>
            <a:solidFill>
              <a:srgbClr val="B3B3B3"/>
            </a:solidFill>
            <a:ln>
              <a:noFill/>
            </a:ln>
          </p:spPr>
          <p:txBody>
            <a:bodyPr lIns="0" tIns="0" rIns="0" bIns="0"/>
            <a:lstStyle/>
            <a:p>
              <a:endParaRPr lang="en-US"/>
            </a:p>
          </p:txBody>
        </p:sp>
        <p:sp>
          <p:nvSpPr>
            <p:cNvPr id="21557" name="AutoShape 43"/>
            <p:cNvSpPr/>
            <p:nvPr/>
          </p:nvSpPr>
          <p:spPr bwMode="auto">
            <a:xfrm>
              <a:off x="1384" y="1444"/>
              <a:ext cx="230"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825"/>
                  </a:moveTo>
                  <a:cubicBezTo>
                    <a:pt x="21600" y="17217"/>
                    <a:pt x="21565" y="21600"/>
                    <a:pt x="20775" y="21600"/>
                  </a:cubicBezTo>
                  <a:lnTo>
                    <a:pt x="1269" y="21600"/>
                  </a:lnTo>
                  <a:cubicBezTo>
                    <a:pt x="479" y="21600"/>
                    <a:pt x="0" y="17217"/>
                    <a:pt x="0" y="12825"/>
                  </a:cubicBezTo>
                  <a:lnTo>
                    <a:pt x="0" y="9648"/>
                  </a:lnTo>
                  <a:cubicBezTo>
                    <a:pt x="0" y="5261"/>
                    <a:pt x="479" y="0"/>
                    <a:pt x="1269" y="0"/>
                  </a:cubicBezTo>
                  <a:lnTo>
                    <a:pt x="20775" y="0"/>
                  </a:lnTo>
                  <a:cubicBezTo>
                    <a:pt x="21565" y="0"/>
                    <a:pt x="21600" y="5261"/>
                    <a:pt x="21600" y="9648"/>
                  </a:cubicBezTo>
                  <a:cubicBezTo>
                    <a:pt x="21600" y="9648"/>
                    <a:pt x="21600" y="12825"/>
                    <a:pt x="21600" y="12825"/>
                  </a:cubicBezTo>
                  <a:close/>
                  <a:moveTo>
                    <a:pt x="21600" y="12825"/>
                  </a:moveTo>
                </a:path>
              </a:pathLst>
            </a:custGeom>
            <a:solidFill>
              <a:srgbClr val="B3B3B3"/>
            </a:solidFill>
            <a:ln>
              <a:noFill/>
            </a:ln>
          </p:spPr>
          <p:txBody>
            <a:bodyPr lIns="0" tIns="0" rIns="0" bIns="0"/>
            <a:lstStyle/>
            <a:p>
              <a:endParaRPr lang="en-US"/>
            </a:p>
          </p:txBody>
        </p:sp>
        <p:sp>
          <p:nvSpPr>
            <p:cNvPr id="21558" name="AutoShape 44"/>
            <p:cNvSpPr/>
            <p:nvPr/>
          </p:nvSpPr>
          <p:spPr bwMode="auto">
            <a:xfrm>
              <a:off x="1879" y="1197"/>
              <a:ext cx="444"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716"/>
                  </a:moveTo>
                  <a:cubicBezTo>
                    <a:pt x="21600" y="19201"/>
                    <a:pt x="21333" y="21600"/>
                    <a:pt x="20923" y="21600"/>
                  </a:cubicBezTo>
                  <a:lnTo>
                    <a:pt x="1015" y="21600"/>
                  </a:lnTo>
                  <a:cubicBezTo>
                    <a:pt x="605" y="21600"/>
                    <a:pt x="0" y="19201"/>
                    <a:pt x="0" y="13716"/>
                  </a:cubicBezTo>
                  <a:lnTo>
                    <a:pt x="0" y="9745"/>
                  </a:lnTo>
                  <a:cubicBezTo>
                    <a:pt x="0" y="4256"/>
                    <a:pt x="605" y="0"/>
                    <a:pt x="1015" y="0"/>
                  </a:cubicBezTo>
                  <a:lnTo>
                    <a:pt x="20923" y="0"/>
                  </a:lnTo>
                  <a:cubicBezTo>
                    <a:pt x="21333" y="0"/>
                    <a:pt x="21600" y="4256"/>
                    <a:pt x="21600" y="9745"/>
                  </a:cubicBezTo>
                  <a:cubicBezTo>
                    <a:pt x="21600" y="9745"/>
                    <a:pt x="21600" y="13716"/>
                    <a:pt x="21600" y="13716"/>
                  </a:cubicBezTo>
                  <a:close/>
                  <a:moveTo>
                    <a:pt x="21600" y="13716"/>
                  </a:moveTo>
                </a:path>
              </a:pathLst>
            </a:custGeom>
            <a:solidFill>
              <a:srgbClr val="B3B3B3"/>
            </a:solidFill>
            <a:ln>
              <a:noFill/>
            </a:ln>
          </p:spPr>
          <p:txBody>
            <a:bodyPr lIns="0" tIns="0" rIns="0" bIns="0"/>
            <a:lstStyle/>
            <a:p>
              <a:endParaRPr lang="en-US"/>
            </a:p>
          </p:txBody>
        </p:sp>
        <p:sp>
          <p:nvSpPr>
            <p:cNvPr id="21559" name="AutoShape 45"/>
            <p:cNvSpPr/>
            <p:nvPr/>
          </p:nvSpPr>
          <p:spPr bwMode="auto">
            <a:xfrm>
              <a:off x="1879" y="1256"/>
              <a:ext cx="444"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517"/>
                  </a:moveTo>
                  <a:cubicBezTo>
                    <a:pt x="21600" y="16905"/>
                    <a:pt x="21333" y="21600"/>
                    <a:pt x="20923" y="21600"/>
                  </a:cubicBezTo>
                  <a:lnTo>
                    <a:pt x="1015" y="21600"/>
                  </a:lnTo>
                  <a:cubicBezTo>
                    <a:pt x="605" y="21600"/>
                    <a:pt x="0" y="16905"/>
                    <a:pt x="0" y="12517"/>
                  </a:cubicBezTo>
                  <a:lnTo>
                    <a:pt x="0" y="9340"/>
                  </a:lnTo>
                  <a:cubicBezTo>
                    <a:pt x="0" y="4953"/>
                    <a:pt x="605" y="0"/>
                    <a:pt x="1015" y="0"/>
                  </a:cubicBezTo>
                  <a:lnTo>
                    <a:pt x="20923" y="0"/>
                  </a:lnTo>
                  <a:cubicBezTo>
                    <a:pt x="21333" y="0"/>
                    <a:pt x="21600" y="4953"/>
                    <a:pt x="21600" y="9340"/>
                  </a:cubicBezTo>
                  <a:cubicBezTo>
                    <a:pt x="21600" y="9340"/>
                    <a:pt x="21600" y="12517"/>
                    <a:pt x="21600" y="12517"/>
                  </a:cubicBezTo>
                  <a:close/>
                  <a:moveTo>
                    <a:pt x="21600" y="12517"/>
                  </a:moveTo>
                </a:path>
              </a:pathLst>
            </a:custGeom>
            <a:solidFill>
              <a:srgbClr val="B3B3B3"/>
            </a:solidFill>
            <a:ln>
              <a:noFill/>
            </a:ln>
          </p:spPr>
          <p:txBody>
            <a:bodyPr lIns="0" tIns="0" rIns="0" bIns="0"/>
            <a:lstStyle/>
            <a:p>
              <a:endParaRPr lang="en-US"/>
            </a:p>
          </p:txBody>
        </p:sp>
        <p:sp>
          <p:nvSpPr>
            <p:cNvPr id="21560" name="AutoShape 46"/>
            <p:cNvSpPr/>
            <p:nvPr/>
          </p:nvSpPr>
          <p:spPr bwMode="auto">
            <a:xfrm>
              <a:off x="1879" y="1316"/>
              <a:ext cx="444" cy="5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718"/>
                  </a:moveTo>
                  <a:cubicBezTo>
                    <a:pt x="21600" y="15374"/>
                    <a:pt x="21333" y="21600"/>
                    <a:pt x="20923" y="21600"/>
                  </a:cubicBezTo>
                  <a:lnTo>
                    <a:pt x="1015" y="21600"/>
                  </a:lnTo>
                  <a:cubicBezTo>
                    <a:pt x="605" y="21600"/>
                    <a:pt x="0" y="15374"/>
                    <a:pt x="0" y="11718"/>
                  </a:cubicBezTo>
                  <a:lnTo>
                    <a:pt x="0" y="9067"/>
                  </a:lnTo>
                  <a:cubicBezTo>
                    <a:pt x="0" y="5411"/>
                    <a:pt x="605" y="0"/>
                    <a:pt x="1015" y="0"/>
                  </a:cubicBezTo>
                  <a:lnTo>
                    <a:pt x="20923" y="0"/>
                  </a:lnTo>
                  <a:cubicBezTo>
                    <a:pt x="21333" y="0"/>
                    <a:pt x="21600" y="5411"/>
                    <a:pt x="21600" y="9067"/>
                  </a:cubicBezTo>
                  <a:cubicBezTo>
                    <a:pt x="21600" y="9067"/>
                    <a:pt x="21600" y="11718"/>
                    <a:pt x="21600" y="11718"/>
                  </a:cubicBezTo>
                  <a:close/>
                  <a:moveTo>
                    <a:pt x="21600" y="11718"/>
                  </a:moveTo>
                </a:path>
              </a:pathLst>
            </a:custGeom>
            <a:solidFill>
              <a:srgbClr val="B3B3B3"/>
            </a:solidFill>
            <a:ln>
              <a:noFill/>
            </a:ln>
          </p:spPr>
          <p:txBody>
            <a:bodyPr lIns="0" tIns="0" rIns="0" bIns="0"/>
            <a:lstStyle/>
            <a:p>
              <a:endParaRPr lang="en-US"/>
            </a:p>
          </p:txBody>
        </p:sp>
        <p:sp>
          <p:nvSpPr>
            <p:cNvPr id="21561" name="AutoShape 47"/>
            <p:cNvSpPr/>
            <p:nvPr/>
          </p:nvSpPr>
          <p:spPr bwMode="auto">
            <a:xfrm>
              <a:off x="1879" y="1385"/>
              <a:ext cx="444"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285"/>
                  </a:moveTo>
                  <a:cubicBezTo>
                    <a:pt x="21600" y="15677"/>
                    <a:pt x="21333" y="21600"/>
                    <a:pt x="20923" y="21600"/>
                  </a:cubicBezTo>
                  <a:lnTo>
                    <a:pt x="1015" y="21600"/>
                  </a:lnTo>
                  <a:cubicBezTo>
                    <a:pt x="605" y="21600"/>
                    <a:pt x="0" y="15677"/>
                    <a:pt x="0" y="11285"/>
                  </a:cubicBezTo>
                  <a:lnTo>
                    <a:pt x="0" y="8108"/>
                  </a:lnTo>
                  <a:cubicBezTo>
                    <a:pt x="0" y="3717"/>
                    <a:pt x="605" y="0"/>
                    <a:pt x="1015" y="0"/>
                  </a:cubicBezTo>
                  <a:lnTo>
                    <a:pt x="20923" y="0"/>
                  </a:lnTo>
                  <a:cubicBezTo>
                    <a:pt x="21333" y="0"/>
                    <a:pt x="21600" y="3717"/>
                    <a:pt x="21600" y="8108"/>
                  </a:cubicBezTo>
                  <a:cubicBezTo>
                    <a:pt x="21600" y="8108"/>
                    <a:pt x="21600" y="11285"/>
                    <a:pt x="21600" y="11285"/>
                  </a:cubicBezTo>
                  <a:close/>
                  <a:moveTo>
                    <a:pt x="21600" y="11285"/>
                  </a:moveTo>
                </a:path>
              </a:pathLst>
            </a:custGeom>
            <a:solidFill>
              <a:srgbClr val="B3B3B3"/>
            </a:solidFill>
            <a:ln>
              <a:noFill/>
            </a:ln>
          </p:spPr>
          <p:txBody>
            <a:bodyPr lIns="0" tIns="0" rIns="0" bIns="0"/>
            <a:lstStyle/>
            <a:p>
              <a:endParaRPr lang="en-US"/>
            </a:p>
          </p:txBody>
        </p:sp>
        <p:sp>
          <p:nvSpPr>
            <p:cNvPr id="21562" name="AutoShape 48"/>
            <p:cNvSpPr/>
            <p:nvPr/>
          </p:nvSpPr>
          <p:spPr bwMode="auto">
            <a:xfrm>
              <a:off x="1879" y="1444"/>
              <a:ext cx="248"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825"/>
                  </a:moveTo>
                  <a:cubicBezTo>
                    <a:pt x="21600" y="17217"/>
                    <a:pt x="20717" y="21600"/>
                    <a:pt x="19982" y="21600"/>
                  </a:cubicBezTo>
                  <a:lnTo>
                    <a:pt x="1821" y="21600"/>
                  </a:lnTo>
                  <a:cubicBezTo>
                    <a:pt x="1085" y="21600"/>
                    <a:pt x="0" y="17217"/>
                    <a:pt x="0" y="12825"/>
                  </a:cubicBezTo>
                  <a:lnTo>
                    <a:pt x="0" y="9648"/>
                  </a:lnTo>
                  <a:cubicBezTo>
                    <a:pt x="0" y="5261"/>
                    <a:pt x="1085" y="0"/>
                    <a:pt x="1821" y="0"/>
                  </a:cubicBezTo>
                  <a:lnTo>
                    <a:pt x="19982" y="0"/>
                  </a:lnTo>
                  <a:cubicBezTo>
                    <a:pt x="20717" y="0"/>
                    <a:pt x="21600" y="5261"/>
                    <a:pt x="21600" y="9648"/>
                  </a:cubicBezTo>
                  <a:cubicBezTo>
                    <a:pt x="21600" y="9648"/>
                    <a:pt x="21600" y="12825"/>
                    <a:pt x="21600" y="12825"/>
                  </a:cubicBezTo>
                  <a:close/>
                  <a:moveTo>
                    <a:pt x="21600" y="12825"/>
                  </a:moveTo>
                </a:path>
              </a:pathLst>
            </a:custGeom>
            <a:solidFill>
              <a:srgbClr val="B3B3B3"/>
            </a:solidFill>
            <a:ln>
              <a:noFill/>
            </a:ln>
          </p:spPr>
          <p:txBody>
            <a:bodyPr lIns="0" tIns="0" rIns="0" bIns="0"/>
            <a:lstStyle/>
            <a:p>
              <a:endParaRPr lang="en-US"/>
            </a:p>
          </p:txBody>
        </p:sp>
        <p:sp>
          <p:nvSpPr>
            <p:cNvPr id="21563" name="AutoShape 49"/>
            <p:cNvSpPr/>
            <p:nvPr/>
          </p:nvSpPr>
          <p:spPr bwMode="auto">
            <a:xfrm>
              <a:off x="888" y="1197"/>
              <a:ext cx="444"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716"/>
                  </a:moveTo>
                  <a:cubicBezTo>
                    <a:pt x="21600" y="19201"/>
                    <a:pt x="21231" y="21600"/>
                    <a:pt x="20821" y="21600"/>
                  </a:cubicBezTo>
                  <a:lnTo>
                    <a:pt x="914" y="21600"/>
                  </a:lnTo>
                  <a:cubicBezTo>
                    <a:pt x="504" y="21600"/>
                    <a:pt x="0" y="19201"/>
                    <a:pt x="0" y="13716"/>
                  </a:cubicBezTo>
                  <a:lnTo>
                    <a:pt x="0" y="9745"/>
                  </a:lnTo>
                  <a:cubicBezTo>
                    <a:pt x="0" y="4256"/>
                    <a:pt x="504" y="0"/>
                    <a:pt x="914" y="0"/>
                  </a:cubicBezTo>
                  <a:lnTo>
                    <a:pt x="20821" y="0"/>
                  </a:lnTo>
                  <a:cubicBezTo>
                    <a:pt x="21231" y="0"/>
                    <a:pt x="21600" y="4256"/>
                    <a:pt x="21600" y="9745"/>
                  </a:cubicBezTo>
                  <a:cubicBezTo>
                    <a:pt x="21600" y="9745"/>
                    <a:pt x="21600" y="13716"/>
                    <a:pt x="21600" y="13716"/>
                  </a:cubicBezTo>
                  <a:close/>
                  <a:moveTo>
                    <a:pt x="21600" y="13716"/>
                  </a:moveTo>
                </a:path>
              </a:pathLst>
            </a:custGeom>
            <a:solidFill>
              <a:srgbClr val="B3B3B3"/>
            </a:solidFill>
            <a:ln>
              <a:noFill/>
            </a:ln>
          </p:spPr>
          <p:txBody>
            <a:bodyPr lIns="0" tIns="0" rIns="0" bIns="0"/>
            <a:lstStyle/>
            <a:p>
              <a:endParaRPr lang="en-US"/>
            </a:p>
          </p:txBody>
        </p:sp>
        <p:sp>
          <p:nvSpPr>
            <p:cNvPr id="21564" name="AutoShape 50"/>
            <p:cNvSpPr/>
            <p:nvPr/>
          </p:nvSpPr>
          <p:spPr bwMode="auto">
            <a:xfrm>
              <a:off x="888" y="1256"/>
              <a:ext cx="444"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517"/>
                  </a:moveTo>
                  <a:cubicBezTo>
                    <a:pt x="21600" y="16905"/>
                    <a:pt x="21231" y="21600"/>
                    <a:pt x="20821" y="21600"/>
                  </a:cubicBezTo>
                  <a:lnTo>
                    <a:pt x="914" y="21600"/>
                  </a:lnTo>
                  <a:cubicBezTo>
                    <a:pt x="504" y="21600"/>
                    <a:pt x="0" y="16905"/>
                    <a:pt x="0" y="12517"/>
                  </a:cubicBezTo>
                  <a:lnTo>
                    <a:pt x="0" y="9340"/>
                  </a:lnTo>
                  <a:cubicBezTo>
                    <a:pt x="0" y="4953"/>
                    <a:pt x="504" y="0"/>
                    <a:pt x="914" y="0"/>
                  </a:cubicBezTo>
                  <a:lnTo>
                    <a:pt x="20821" y="0"/>
                  </a:lnTo>
                  <a:cubicBezTo>
                    <a:pt x="21231" y="0"/>
                    <a:pt x="21600" y="4953"/>
                    <a:pt x="21600" y="9340"/>
                  </a:cubicBezTo>
                  <a:cubicBezTo>
                    <a:pt x="21600" y="9340"/>
                    <a:pt x="21600" y="12517"/>
                    <a:pt x="21600" y="12517"/>
                  </a:cubicBezTo>
                  <a:close/>
                  <a:moveTo>
                    <a:pt x="21600" y="12517"/>
                  </a:moveTo>
                </a:path>
              </a:pathLst>
            </a:custGeom>
            <a:solidFill>
              <a:srgbClr val="B3B3B3"/>
            </a:solidFill>
            <a:ln>
              <a:noFill/>
            </a:ln>
          </p:spPr>
          <p:txBody>
            <a:bodyPr lIns="0" tIns="0" rIns="0" bIns="0"/>
            <a:lstStyle/>
            <a:p>
              <a:endParaRPr lang="en-US"/>
            </a:p>
          </p:txBody>
        </p:sp>
        <p:sp>
          <p:nvSpPr>
            <p:cNvPr id="21565" name="AutoShape 51"/>
            <p:cNvSpPr/>
            <p:nvPr/>
          </p:nvSpPr>
          <p:spPr bwMode="auto">
            <a:xfrm>
              <a:off x="888" y="1316"/>
              <a:ext cx="444" cy="5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718"/>
                  </a:moveTo>
                  <a:cubicBezTo>
                    <a:pt x="21600" y="15374"/>
                    <a:pt x="21231" y="21600"/>
                    <a:pt x="20821" y="21600"/>
                  </a:cubicBezTo>
                  <a:lnTo>
                    <a:pt x="914" y="21600"/>
                  </a:lnTo>
                  <a:cubicBezTo>
                    <a:pt x="504" y="21600"/>
                    <a:pt x="0" y="15374"/>
                    <a:pt x="0" y="11718"/>
                  </a:cubicBezTo>
                  <a:lnTo>
                    <a:pt x="0" y="9067"/>
                  </a:lnTo>
                  <a:cubicBezTo>
                    <a:pt x="0" y="5411"/>
                    <a:pt x="504" y="0"/>
                    <a:pt x="914" y="0"/>
                  </a:cubicBezTo>
                  <a:lnTo>
                    <a:pt x="20821" y="0"/>
                  </a:lnTo>
                  <a:cubicBezTo>
                    <a:pt x="21231" y="0"/>
                    <a:pt x="21600" y="5411"/>
                    <a:pt x="21600" y="9067"/>
                  </a:cubicBezTo>
                  <a:cubicBezTo>
                    <a:pt x="21600" y="9067"/>
                    <a:pt x="21600" y="11718"/>
                    <a:pt x="21600" y="11718"/>
                  </a:cubicBezTo>
                  <a:close/>
                  <a:moveTo>
                    <a:pt x="21600" y="11718"/>
                  </a:moveTo>
                </a:path>
              </a:pathLst>
            </a:custGeom>
            <a:solidFill>
              <a:srgbClr val="B3B3B3"/>
            </a:solidFill>
            <a:ln>
              <a:noFill/>
            </a:ln>
          </p:spPr>
          <p:txBody>
            <a:bodyPr lIns="0" tIns="0" rIns="0" bIns="0"/>
            <a:lstStyle/>
            <a:p>
              <a:endParaRPr lang="en-US"/>
            </a:p>
          </p:txBody>
        </p:sp>
        <p:sp>
          <p:nvSpPr>
            <p:cNvPr id="21566" name="AutoShape 52"/>
            <p:cNvSpPr/>
            <p:nvPr/>
          </p:nvSpPr>
          <p:spPr bwMode="auto">
            <a:xfrm>
              <a:off x="888" y="1385"/>
              <a:ext cx="444"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285"/>
                  </a:moveTo>
                  <a:cubicBezTo>
                    <a:pt x="21600" y="15677"/>
                    <a:pt x="21231" y="21600"/>
                    <a:pt x="20821" y="21600"/>
                  </a:cubicBezTo>
                  <a:lnTo>
                    <a:pt x="914" y="21600"/>
                  </a:lnTo>
                  <a:cubicBezTo>
                    <a:pt x="504" y="21600"/>
                    <a:pt x="0" y="15677"/>
                    <a:pt x="0" y="11285"/>
                  </a:cubicBezTo>
                  <a:lnTo>
                    <a:pt x="0" y="8108"/>
                  </a:lnTo>
                  <a:cubicBezTo>
                    <a:pt x="0" y="3717"/>
                    <a:pt x="504" y="0"/>
                    <a:pt x="914" y="0"/>
                  </a:cubicBezTo>
                  <a:lnTo>
                    <a:pt x="20821" y="0"/>
                  </a:lnTo>
                  <a:cubicBezTo>
                    <a:pt x="21231" y="0"/>
                    <a:pt x="21600" y="3717"/>
                    <a:pt x="21600" y="8108"/>
                  </a:cubicBezTo>
                  <a:cubicBezTo>
                    <a:pt x="21600" y="8108"/>
                    <a:pt x="21600" y="11285"/>
                    <a:pt x="21600" y="11285"/>
                  </a:cubicBezTo>
                  <a:close/>
                  <a:moveTo>
                    <a:pt x="21600" y="11285"/>
                  </a:moveTo>
                </a:path>
              </a:pathLst>
            </a:custGeom>
            <a:solidFill>
              <a:srgbClr val="B3B3B3"/>
            </a:solidFill>
            <a:ln>
              <a:noFill/>
            </a:ln>
          </p:spPr>
          <p:txBody>
            <a:bodyPr lIns="0" tIns="0" rIns="0" bIns="0"/>
            <a:lstStyle/>
            <a:p>
              <a:endParaRPr lang="en-US"/>
            </a:p>
          </p:txBody>
        </p:sp>
        <p:sp>
          <p:nvSpPr>
            <p:cNvPr id="21567" name="AutoShape 53"/>
            <p:cNvSpPr/>
            <p:nvPr/>
          </p:nvSpPr>
          <p:spPr bwMode="auto">
            <a:xfrm>
              <a:off x="888" y="1444"/>
              <a:ext cx="239" cy="4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825"/>
                  </a:moveTo>
                  <a:cubicBezTo>
                    <a:pt x="21600" y="17217"/>
                    <a:pt x="21267" y="21600"/>
                    <a:pt x="20505" y="21600"/>
                  </a:cubicBezTo>
                  <a:lnTo>
                    <a:pt x="1697" y="21600"/>
                  </a:lnTo>
                  <a:cubicBezTo>
                    <a:pt x="936" y="21600"/>
                    <a:pt x="0" y="17217"/>
                    <a:pt x="0" y="12825"/>
                  </a:cubicBezTo>
                  <a:lnTo>
                    <a:pt x="0" y="9648"/>
                  </a:lnTo>
                  <a:cubicBezTo>
                    <a:pt x="0" y="5261"/>
                    <a:pt x="936" y="0"/>
                    <a:pt x="1697" y="0"/>
                  </a:cubicBezTo>
                  <a:lnTo>
                    <a:pt x="20505" y="0"/>
                  </a:lnTo>
                  <a:cubicBezTo>
                    <a:pt x="21267" y="0"/>
                    <a:pt x="21600" y="5261"/>
                    <a:pt x="21600" y="9648"/>
                  </a:cubicBezTo>
                  <a:cubicBezTo>
                    <a:pt x="21600" y="9648"/>
                    <a:pt x="21600" y="12825"/>
                    <a:pt x="21600" y="12825"/>
                  </a:cubicBezTo>
                  <a:close/>
                  <a:moveTo>
                    <a:pt x="21600" y="12825"/>
                  </a:moveTo>
                </a:path>
              </a:pathLst>
            </a:custGeom>
            <a:solidFill>
              <a:srgbClr val="B3B3B3"/>
            </a:solidFill>
            <a:ln>
              <a:noFill/>
            </a:ln>
          </p:spPr>
          <p:txBody>
            <a:bodyPr lIns="0" tIns="0" rIns="0" bIns="0"/>
            <a:lstStyle/>
            <a:p>
              <a:endParaRPr lang="en-US"/>
            </a:p>
          </p:txBody>
        </p:sp>
      </p:grpSp>
      <p:grpSp>
        <p:nvGrpSpPr>
          <p:cNvPr id="20484" name="Group 72"/>
          <p:cNvGrpSpPr/>
          <p:nvPr/>
        </p:nvGrpSpPr>
        <p:grpSpPr bwMode="auto">
          <a:xfrm>
            <a:off x="18886488" y="7775575"/>
            <a:ext cx="2319337" cy="3079750"/>
            <a:chOff x="0" y="0"/>
            <a:chExt cx="1461" cy="1940"/>
          </a:xfrm>
        </p:grpSpPr>
        <p:sp>
          <p:nvSpPr>
            <p:cNvPr id="21527" name="AutoShape 55"/>
            <p:cNvSpPr/>
            <p:nvPr/>
          </p:nvSpPr>
          <p:spPr bwMode="auto">
            <a:xfrm>
              <a:off x="0" y="0"/>
              <a:ext cx="1461" cy="1940"/>
            </a:xfrm>
            <a:custGeom>
              <a:avLst/>
              <a:gdLst>
                <a:gd name="T0" fmla="*/ 0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0217"/>
                  </a:moveTo>
                  <a:cubicBezTo>
                    <a:pt x="21600" y="20947"/>
                    <a:pt x="20841" y="21600"/>
                    <a:pt x="19872" y="21600"/>
                  </a:cubicBezTo>
                  <a:lnTo>
                    <a:pt x="1811" y="21600"/>
                  </a:lnTo>
                  <a:cubicBezTo>
                    <a:pt x="843" y="21600"/>
                    <a:pt x="0" y="20947"/>
                    <a:pt x="0" y="20217"/>
                  </a:cubicBezTo>
                  <a:lnTo>
                    <a:pt x="0" y="1383"/>
                  </a:lnTo>
                  <a:cubicBezTo>
                    <a:pt x="0" y="653"/>
                    <a:pt x="843" y="0"/>
                    <a:pt x="1811" y="0"/>
                  </a:cubicBezTo>
                  <a:lnTo>
                    <a:pt x="19872" y="0"/>
                  </a:lnTo>
                  <a:cubicBezTo>
                    <a:pt x="20841" y="0"/>
                    <a:pt x="21600" y="653"/>
                    <a:pt x="21600" y="1383"/>
                  </a:cubicBezTo>
                  <a:cubicBezTo>
                    <a:pt x="21600" y="1383"/>
                    <a:pt x="21600" y="20217"/>
                    <a:pt x="21600" y="20217"/>
                  </a:cubicBezTo>
                  <a:close/>
                  <a:moveTo>
                    <a:pt x="21600" y="20217"/>
                  </a:moveTo>
                </a:path>
              </a:pathLst>
            </a:custGeom>
            <a:solidFill>
              <a:srgbClr val="A6A6A6"/>
            </a:solidFill>
            <a:ln>
              <a:noFill/>
            </a:ln>
          </p:spPr>
          <p:txBody>
            <a:bodyPr lIns="0" tIns="0" rIns="0" bIns="0"/>
            <a:lstStyle/>
            <a:p>
              <a:endParaRPr lang="en-US"/>
            </a:p>
          </p:txBody>
        </p:sp>
        <p:sp>
          <p:nvSpPr>
            <p:cNvPr id="21528" name="AutoShape 56"/>
            <p:cNvSpPr/>
            <p:nvPr/>
          </p:nvSpPr>
          <p:spPr bwMode="auto">
            <a:xfrm>
              <a:off x="119" y="145"/>
              <a:ext cx="1222" cy="14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F2F2F2"/>
            </a:solidFill>
            <a:ln>
              <a:noFill/>
            </a:ln>
          </p:spPr>
          <p:txBody>
            <a:bodyPr lIns="0" tIns="0" rIns="0" bIns="0"/>
            <a:lstStyle/>
            <a:p>
              <a:endParaRPr lang="en-US"/>
            </a:p>
          </p:txBody>
        </p:sp>
        <p:sp>
          <p:nvSpPr>
            <p:cNvPr id="21529" name="AutoShape 57"/>
            <p:cNvSpPr/>
            <p:nvPr/>
          </p:nvSpPr>
          <p:spPr bwMode="auto">
            <a:xfrm>
              <a:off x="632" y="1684"/>
              <a:ext cx="196" cy="1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3"/>
                  </a:moveTo>
                  <a:cubicBezTo>
                    <a:pt x="21600" y="16770"/>
                    <a:pt x="16768" y="21600"/>
                    <a:pt x="10800" y="21600"/>
                  </a:cubicBezTo>
                  <a:cubicBezTo>
                    <a:pt x="4833" y="21600"/>
                    <a:pt x="0" y="16770"/>
                    <a:pt x="0" y="10803"/>
                  </a:cubicBezTo>
                  <a:cubicBezTo>
                    <a:pt x="0" y="4835"/>
                    <a:pt x="4833" y="0"/>
                    <a:pt x="10800" y="0"/>
                  </a:cubicBezTo>
                  <a:cubicBezTo>
                    <a:pt x="16768" y="0"/>
                    <a:pt x="21600" y="4835"/>
                    <a:pt x="21600" y="10803"/>
                  </a:cubicBezTo>
                  <a:close/>
                  <a:moveTo>
                    <a:pt x="21600" y="10803"/>
                  </a:moveTo>
                </a:path>
              </a:pathLst>
            </a:custGeom>
            <a:solidFill>
              <a:srgbClr val="B3B3B3"/>
            </a:solidFill>
            <a:ln>
              <a:noFill/>
            </a:ln>
          </p:spPr>
          <p:txBody>
            <a:bodyPr lIns="0" tIns="0" rIns="0" bIns="0"/>
            <a:lstStyle/>
            <a:p>
              <a:endParaRPr lang="en-US"/>
            </a:p>
          </p:txBody>
        </p:sp>
        <p:sp>
          <p:nvSpPr>
            <p:cNvPr id="21530" name="AutoShape 58"/>
            <p:cNvSpPr/>
            <p:nvPr/>
          </p:nvSpPr>
          <p:spPr bwMode="auto">
            <a:xfrm>
              <a:off x="273" y="265"/>
              <a:ext cx="470" cy="1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6587"/>
                  </a:moveTo>
                  <a:cubicBezTo>
                    <a:pt x="21600" y="19640"/>
                    <a:pt x="20882" y="21600"/>
                    <a:pt x="19938" y="21600"/>
                  </a:cubicBezTo>
                  <a:lnTo>
                    <a:pt x="1709" y="21600"/>
                  </a:lnTo>
                  <a:cubicBezTo>
                    <a:pt x="765" y="21600"/>
                    <a:pt x="0" y="19640"/>
                    <a:pt x="0" y="16587"/>
                  </a:cubicBezTo>
                  <a:lnTo>
                    <a:pt x="0" y="5529"/>
                  </a:lnTo>
                  <a:cubicBezTo>
                    <a:pt x="0" y="2477"/>
                    <a:pt x="765" y="0"/>
                    <a:pt x="1709" y="0"/>
                  </a:cubicBezTo>
                  <a:lnTo>
                    <a:pt x="19938" y="0"/>
                  </a:lnTo>
                  <a:cubicBezTo>
                    <a:pt x="20882" y="0"/>
                    <a:pt x="21600" y="2477"/>
                    <a:pt x="21600" y="5529"/>
                  </a:cubicBezTo>
                  <a:cubicBezTo>
                    <a:pt x="21600" y="5529"/>
                    <a:pt x="21600" y="16587"/>
                    <a:pt x="21600" y="16587"/>
                  </a:cubicBezTo>
                  <a:close/>
                  <a:moveTo>
                    <a:pt x="21600" y="16587"/>
                  </a:moveTo>
                </a:path>
              </a:pathLst>
            </a:custGeom>
            <a:solidFill>
              <a:srgbClr val="FF4421"/>
            </a:solidFill>
            <a:ln>
              <a:noFill/>
            </a:ln>
          </p:spPr>
          <p:txBody>
            <a:bodyPr lIns="0" tIns="0" rIns="0" bIns="0"/>
            <a:lstStyle/>
            <a:p>
              <a:endParaRPr lang="en-US"/>
            </a:p>
          </p:txBody>
        </p:sp>
        <p:sp>
          <p:nvSpPr>
            <p:cNvPr id="21531" name="AutoShape 59"/>
            <p:cNvSpPr/>
            <p:nvPr/>
          </p:nvSpPr>
          <p:spPr bwMode="auto">
            <a:xfrm>
              <a:off x="273" y="461"/>
              <a:ext cx="914" cy="4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9515"/>
                  </a:moveTo>
                  <a:cubicBezTo>
                    <a:pt x="21600" y="20552"/>
                    <a:pt x="21275" y="21600"/>
                    <a:pt x="20790" y="21600"/>
                  </a:cubicBezTo>
                  <a:lnTo>
                    <a:pt x="878" y="21600"/>
                  </a:lnTo>
                  <a:cubicBezTo>
                    <a:pt x="393" y="21600"/>
                    <a:pt x="0" y="20552"/>
                    <a:pt x="0" y="19515"/>
                  </a:cubicBezTo>
                  <a:lnTo>
                    <a:pt x="0" y="1970"/>
                  </a:lnTo>
                  <a:cubicBezTo>
                    <a:pt x="0" y="932"/>
                    <a:pt x="393" y="0"/>
                    <a:pt x="878" y="0"/>
                  </a:cubicBezTo>
                  <a:lnTo>
                    <a:pt x="20790" y="0"/>
                  </a:lnTo>
                  <a:cubicBezTo>
                    <a:pt x="21275" y="0"/>
                    <a:pt x="21600" y="932"/>
                    <a:pt x="21600" y="1970"/>
                  </a:cubicBezTo>
                  <a:cubicBezTo>
                    <a:pt x="21600" y="1970"/>
                    <a:pt x="21600" y="19515"/>
                    <a:pt x="21600" y="19515"/>
                  </a:cubicBezTo>
                  <a:close/>
                  <a:moveTo>
                    <a:pt x="21600" y="19515"/>
                  </a:moveTo>
                </a:path>
              </a:pathLst>
            </a:custGeom>
            <a:solidFill>
              <a:srgbClr val="46DDE4"/>
            </a:solidFill>
            <a:ln>
              <a:noFill/>
            </a:ln>
          </p:spPr>
          <p:txBody>
            <a:bodyPr lIns="0" tIns="0" rIns="0" bIns="0"/>
            <a:lstStyle/>
            <a:p>
              <a:endParaRPr lang="en-US"/>
            </a:p>
          </p:txBody>
        </p:sp>
        <p:sp>
          <p:nvSpPr>
            <p:cNvPr id="21532" name="AutoShape 60"/>
            <p:cNvSpPr/>
            <p:nvPr/>
          </p:nvSpPr>
          <p:spPr bwMode="auto">
            <a:xfrm>
              <a:off x="273" y="923"/>
              <a:ext cx="436" cy="2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709"/>
                  </a:moveTo>
                  <a:cubicBezTo>
                    <a:pt x="21600" y="20439"/>
                    <a:pt x="20677" y="21600"/>
                    <a:pt x="19659" y="21600"/>
                  </a:cubicBezTo>
                  <a:lnTo>
                    <a:pt x="1843" y="21600"/>
                  </a:lnTo>
                  <a:cubicBezTo>
                    <a:pt x="825" y="21600"/>
                    <a:pt x="0" y="20439"/>
                    <a:pt x="0" y="18709"/>
                  </a:cubicBezTo>
                  <a:lnTo>
                    <a:pt x="0" y="3044"/>
                  </a:lnTo>
                  <a:cubicBezTo>
                    <a:pt x="0" y="1314"/>
                    <a:pt x="825" y="0"/>
                    <a:pt x="1843" y="0"/>
                  </a:cubicBezTo>
                  <a:lnTo>
                    <a:pt x="19659" y="0"/>
                  </a:lnTo>
                  <a:cubicBezTo>
                    <a:pt x="20677" y="0"/>
                    <a:pt x="21600" y="1314"/>
                    <a:pt x="21600" y="3044"/>
                  </a:cubicBezTo>
                  <a:cubicBezTo>
                    <a:pt x="21600" y="3044"/>
                    <a:pt x="21600" y="18709"/>
                    <a:pt x="21600" y="18709"/>
                  </a:cubicBezTo>
                  <a:close/>
                  <a:moveTo>
                    <a:pt x="21600" y="18709"/>
                  </a:moveTo>
                </a:path>
              </a:pathLst>
            </a:custGeom>
            <a:solidFill>
              <a:srgbClr val="999999"/>
            </a:solidFill>
            <a:ln>
              <a:noFill/>
            </a:ln>
          </p:spPr>
          <p:txBody>
            <a:bodyPr lIns="0" tIns="0" rIns="0" bIns="0"/>
            <a:lstStyle/>
            <a:p>
              <a:endParaRPr lang="en-US"/>
            </a:p>
          </p:txBody>
        </p:sp>
        <p:sp>
          <p:nvSpPr>
            <p:cNvPr id="21533" name="AutoShape 61"/>
            <p:cNvSpPr/>
            <p:nvPr/>
          </p:nvSpPr>
          <p:spPr bwMode="auto">
            <a:xfrm>
              <a:off x="760" y="923"/>
              <a:ext cx="427" cy="2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709"/>
                  </a:moveTo>
                  <a:cubicBezTo>
                    <a:pt x="21600" y="20439"/>
                    <a:pt x="20904" y="21600"/>
                    <a:pt x="19866" y="21600"/>
                  </a:cubicBezTo>
                  <a:lnTo>
                    <a:pt x="1694" y="21600"/>
                  </a:lnTo>
                  <a:cubicBezTo>
                    <a:pt x="656" y="21600"/>
                    <a:pt x="0" y="20439"/>
                    <a:pt x="0" y="18709"/>
                  </a:cubicBezTo>
                  <a:lnTo>
                    <a:pt x="0" y="3044"/>
                  </a:lnTo>
                  <a:cubicBezTo>
                    <a:pt x="0" y="1314"/>
                    <a:pt x="656" y="0"/>
                    <a:pt x="1694" y="0"/>
                  </a:cubicBezTo>
                  <a:lnTo>
                    <a:pt x="19866" y="0"/>
                  </a:lnTo>
                  <a:cubicBezTo>
                    <a:pt x="20904" y="0"/>
                    <a:pt x="21600" y="1314"/>
                    <a:pt x="21600" y="3044"/>
                  </a:cubicBezTo>
                  <a:cubicBezTo>
                    <a:pt x="21600" y="3044"/>
                    <a:pt x="21600" y="18709"/>
                    <a:pt x="21600" y="18709"/>
                  </a:cubicBezTo>
                  <a:close/>
                  <a:moveTo>
                    <a:pt x="21600" y="18709"/>
                  </a:moveTo>
                </a:path>
              </a:pathLst>
            </a:custGeom>
            <a:solidFill>
              <a:srgbClr val="999999"/>
            </a:solidFill>
            <a:ln>
              <a:noFill/>
            </a:ln>
          </p:spPr>
          <p:txBody>
            <a:bodyPr lIns="0" tIns="0" rIns="0" bIns="0"/>
            <a:lstStyle/>
            <a:p>
              <a:endParaRPr lang="en-US"/>
            </a:p>
          </p:txBody>
        </p:sp>
        <p:sp>
          <p:nvSpPr>
            <p:cNvPr id="21534" name="AutoShape 62"/>
            <p:cNvSpPr/>
            <p:nvPr/>
          </p:nvSpPr>
          <p:spPr bwMode="auto">
            <a:xfrm>
              <a:off x="760" y="1231"/>
              <a:ext cx="427"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4454"/>
                  </a:moveTo>
                  <a:cubicBezTo>
                    <a:pt x="21600" y="19865"/>
                    <a:pt x="21405" y="21600"/>
                    <a:pt x="20984" y="21600"/>
                  </a:cubicBezTo>
                  <a:lnTo>
                    <a:pt x="575" y="21600"/>
                  </a:lnTo>
                  <a:cubicBezTo>
                    <a:pt x="155" y="21600"/>
                    <a:pt x="0" y="19865"/>
                    <a:pt x="0" y="14454"/>
                  </a:cubicBezTo>
                  <a:lnTo>
                    <a:pt x="0" y="10542"/>
                  </a:lnTo>
                  <a:cubicBezTo>
                    <a:pt x="0" y="5131"/>
                    <a:pt x="155" y="0"/>
                    <a:pt x="575" y="0"/>
                  </a:cubicBezTo>
                  <a:lnTo>
                    <a:pt x="20984" y="0"/>
                  </a:lnTo>
                  <a:cubicBezTo>
                    <a:pt x="21405" y="0"/>
                    <a:pt x="21600" y="5131"/>
                    <a:pt x="21600" y="10542"/>
                  </a:cubicBezTo>
                  <a:cubicBezTo>
                    <a:pt x="21600" y="10542"/>
                    <a:pt x="21600" y="14454"/>
                    <a:pt x="21600" y="14454"/>
                  </a:cubicBezTo>
                  <a:close/>
                  <a:moveTo>
                    <a:pt x="21600" y="14454"/>
                  </a:moveTo>
                </a:path>
              </a:pathLst>
            </a:custGeom>
            <a:solidFill>
              <a:srgbClr val="B3B3B3"/>
            </a:solidFill>
            <a:ln>
              <a:noFill/>
            </a:ln>
          </p:spPr>
          <p:txBody>
            <a:bodyPr lIns="0" tIns="0" rIns="0" bIns="0"/>
            <a:lstStyle/>
            <a:p>
              <a:endParaRPr lang="en-US"/>
            </a:p>
          </p:txBody>
        </p:sp>
        <p:sp>
          <p:nvSpPr>
            <p:cNvPr id="21535" name="AutoShape 63"/>
            <p:cNvSpPr/>
            <p:nvPr/>
          </p:nvSpPr>
          <p:spPr bwMode="auto">
            <a:xfrm>
              <a:off x="760" y="1291"/>
              <a:ext cx="427"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56"/>
                  </a:moveTo>
                  <a:cubicBezTo>
                    <a:pt x="21600" y="16980"/>
                    <a:pt x="21405" y="21600"/>
                    <a:pt x="20984" y="21600"/>
                  </a:cubicBezTo>
                  <a:lnTo>
                    <a:pt x="575" y="21600"/>
                  </a:lnTo>
                  <a:cubicBezTo>
                    <a:pt x="155" y="21600"/>
                    <a:pt x="0" y="16980"/>
                    <a:pt x="0" y="12656"/>
                  </a:cubicBezTo>
                  <a:lnTo>
                    <a:pt x="0" y="9522"/>
                  </a:lnTo>
                  <a:cubicBezTo>
                    <a:pt x="0" y="5197"/>
                    <a:pt x="155" y="0"/>
                    <a:pt x="575" y="0"/>
                  </a:cubicBezTo>
                  <a:lnTo>
                    <a:pt x="20984" y="0"/>
                  </a:lnTo>
                  <a:cubicBezTo>
                    <a:pt x="21405" y="0"/>
                    <a:pt x="21600" y="5197"/>
                    <a:pt x="21600" y="9522"/>
                  </a:cubicBezTo>
                  <a:cubicBezTo>
                    <a:pt x="21600" y="9522"/>
                    <a:pt x="21600" y="12656"/>
                    <a:pt x="21600" y="12656"/>
                  </a:cubicBezTo>
                  <a:close/>
                  <a:moveTo>
                    <a:pt x="21600" y="12656"/>
                  </a:moveTo>
                </a:path>
              </a:pathLst>
            </a:custGeom>
            <a:solidFill>
              <a:srgbClr val="B3B3B3"/>
            </a:solidFill>
            <a:ln>
              <a:noFill/>
            </a:ln>
          </p:spPr>
          <p:txBody>
            <a:bodyPr lIns="0" tIns="0" rIns="0" bIns="0"/>
            <a:lstStyle/>
            <a:p>
              <a:endParaRPr lang="en-US"/>
            </a:p>
          </p:txBody>
        </p:sp>
        <p:sp>
          <p:nvSpPr>
            <p:cNvPr id="21536" name="AutoShape 64"/>
            <p:cNvSpPr/>
            <p:nvPr/>
          </p:nvSpPr>
          <p:spPr bwMode="auto">
            <a:xfrm>
              <a:off x="760" y="1359"/>
              <a:ext cx="427"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781"/>
                  </a:moveTo>
                  <a:cubicBezTo>
                    <a:pt x="21600" y="17191"/>
                    <a:pt x="21405" y="21600"/>
                    <a:pt x="20984" y="21600"/>
                  </a:cubicBezTo>
                  <a:lnTo>
                    <a:pt x="575" y="21600"/>
                  </a:lnTo>
                  <a:cubicBezTo>
                    <a:pt x="155" y="21600"/>
                    <a:pt x="0" y="17191"/>
                    <a:pt x="0" y="11781"/>
                  </a:cubicBezTo>
                  <a:lnTo>
                    <a:pt x="0" y="7868"/>
                  </a:lnTo>
                  <a:cubicBezTo>
                    <a:pt x="0" y="2457"/>
                    <a:pt x="155" y="0"/>
                    <a:pt x="575" y="0"/>
                  </a:cubicBezTo>
                  <a:lnTo>
                    <a:pt x="20984" y="0"/>
                  </a:lnTo>
                  <a:cubicBezTo>
                    <a:pt x="21405" y="0"/>
                    <a:pt x="21600" y="2457"/>
                    <a:pt x="21600" y="7868"/>
                  </a:cubicBezTo>
                  <a:cubicBezTo>
                    <a:pt x="21600" y="7868"/>
                    <a:pt x="21600" y="11781"/>
                    <a:pt x="21600" y="11781"/>
                  </a:cubicBezTo>
                  <a:close/>
                  <a:moveTo>
                    <a:pt x="21600" y="11781"/>
                  </a:moveTo>
                </a:path>
              </a:pathLst>
            </a:custGeom>
            <a:solidFill>
              <a:srgbClr val="B3B3B3"/>
            </a:solidFill>
            <a:ln>
              <a:noFill/>
            </a:ln>
          </p:spPr>
          <p:txBody>
            <a:bodyPr lIns="0" tIns="0" rIns="0" bIns="0"/>
            <a:lstStyle/>
            <a:p>
              <a:endParaRPr lang="en-US"/>
            </a:p>
          </p:txBody>
        </p:sp>
        <p:sp>
          <p:nvSpPr>
            <p:cNvPr id="21537" name="AutoShape 65"/>
            <p:cNvSpPr/>
            <p:nvPr/>
          </p:nvSpPr>
          <p:spPr bwMode="auto">
            <a:xfrm>
              <a:off x="760" y="1419"/>
              <a:ext cx="427"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147"/>
                  </a:moveTo>
                  <a:cubicBezTo>
                    <a:pt x="21600" y="18552"/>
                    <a:pt x="21405" y="21600"/>
                    <a:pt x="20984" y="21600"/>
                  </a:cubicBezTo>
                  <a:lnTo>
                    <a:pt x="575" y="21600"/>
                  </a:lnTo>
                  <a:cubicBezTo>
                    <a:pt x="155" y="21600"/>
                    <a:pt x="0" y="18552"/>
                    <a:pt x="0" y="13147"/>
                  </a:cubicBezTo>
                  <a:lnTo>
                    <a:pt x="0" y="9229"/>
                  </a:lnTo>
                  <a:cubicBezTo>
                    <a:pt x="0" y="3823"/>
                    <a:pt x="155" y="0"/>
                    <a:pt x="575" y="0"/>
                  </a:cubicBezTo>
                  <a:lnTo>
                    <a:pt x="20984" y="0"/>
                  </a:lnTo>
                  <a:cubicBezTo>
                    <a:pt x="21405" y="0"/>
                    <a:pt x="21600" y="3823"/>
                    <a:pt x="21600" y="9229"/>
                  </a:cubicBezTo>
                  <a:cubicBezTo>
                    <a:pt x="21600" y="9229"/>
                    <a:pt x="21600" y="13147"/>
                    <a:pt x="21600" y="13147"/>
                  </a:cubicBezTo>
                  <a:close/>
                  <a:moveTo>
                    <a:pt x="21600" y="13147"/>
                  </a:moveTo>
                </a:path>
              </a:pathLst>
            </a:custGeom>
            <a:solidFill>
              <a:srgbClr val="B3B3B3"/>
            </a:solidFill>
            <a:ln>
              <a:noFill/>
            </a:ln>
          </p:spPr>
          <p:txBody>
            <a:bodyPr lIns="0" tIns="0" rIns="0" bIns="0"/>
            <a:lstStyle/>
            <a:p>
              <a:endParaRPr lang="en-US"/>
            </a:p>
          </p:txBody>
        </p:sp>
        <p:sp>
          <p:nvSpPr>
            <p:cNvPr id="21538" name="AutoShape 66"/>
            <p:cNvSpPr/>
            <p:nvPr/>
          </p:nvSpPr>
          <p:spPr bwMode="auto">
            <a:xfrm>
              <a:off x="760" y="1479"/>
              <a:ext cx="231"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606"/>
                  </a:moveTo>
                  <a:cubicBezTo>
                    <a:pt x="21600" y="15934"/>
                    <a:pt x="21072" y="21600"/>
                    <a:pt x="20294" y="21600"/>
                  </a:cubicBezTo>
                  <a:lnTo>
                    <a:pt x="1066" y="21600"/>
                  </a:lnTo>
                  <a:cubicBezTo>
                    <a:pt x="287" y="21600"/>
                    <a:pt x="0" y="15934"/>
                    <a:pt x="0" y="11606"/>
                  </a:cubicBezTo>
                  <a:lnTo>
                    <a:pt x="0" y="8475"/>
                  </a:lnTo>
                  <a:cubicBezTo>
                    <a:pt x="0" y="4147"/>
                    <a:pt x="287" y="0"/>
                    <a:pt x="1066" y="0"/>
                  </a:cubicBezTo>
                  <a:lnTo>
                    <a:pt x="20294" y="0"/>
                  </a:lnTo>
                  <a:cubicBezTo>
                    <a:pt x="21072" y="0"/>
                    <a:pt x="21600" y="4147"/>
                    <a:pt x="21600" y="8475"/>
                  </a:cubicBezTo>
                  <a:cubicBezTo>
                    <a:pt x="21600" y="8475"/>
                    <a:pt x="21600" y="11606"/>
                    <a:pt x="21600" y="11606"/>
                  </a:cubicBezTo>
                  <a:close/>
                  <a:moveTo>
                    <a:pt x="21600" y="11606"/>
                  </a:moveTo>
                </a:path>
              </a:pathLst>
            </a:custGeom>
            <a:solidFill>
              <a:srgbClr val="B3B3B3"/>
            </a:solidFill>
            <a:ln>
              <a:noFill/>
            </a:ln>
          </p:spPr>
          <p:txBody>
            <a:bodyPr lIns="0" tIns="0" rIns="0" bIns="0"/>
            <a:lstStyle/>
            <a:p>
              <a:endParaRPr lang="en-US"/>
            </a:p>
          </p:txBody>
        </p:sp>
        <p:sp>
          <p:nvSpPr>
            <p:cNvPr id="21539" name="AutoShape 67"/>
            <p:cNvSpPr/>
            <p:nvPr/>
          </p:nvSpPr>
          <p:spPr bwMode="auto">
            <a:xfrm>
              <a:off x="273" y="1231"/>
              <a:ext cx="436"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4454"/>
                  </a:moveTo>
                  <a:cubicBezTo>
                    <a:pt x="21600" y="19865"/>
                    <a:pt x="21167" y="21600"/>
                    <a:pt x="20755" y="21600"/>
                  </a:cubicBezTo>
                  <a:lnTo>
                    <a:pt x="746" y="21600"/>
                  </a:lnTo>
                  <a:cubicBezTo>
                    <a:pt x="334" y="21600"/>
                    <a:pt x="0" y="19865"/>
                    <a:pt x="0" y="14454"/>
                  </a:cubicBezTo>
                  <a:lnTo>
                    <a:pt x="0" y="10542"/>
                  </a:lnTo>
                  <a:cubicBezTo>
                    <a:pt x="0" y="5131"/>
                    <a:pt x="334" y="0"/>
                    <a:pt x="746" y="0"/>
                  </a:cubicBezTo>
                  <a:lnTo>
                    <a:pt x="20755" y="0"/>
                  </a:lnTo>
                  <a:cubicBezTo>
                    <a:pt x="21167" y="0"/>
                    <a:pt x="21600" y="5131"/>
                    <a:pt x="21600" y="10542"/>
                  </a:cubicBezTo>
                  <a:cubicBezTo>
                    <a:pt x="21600" y="10542"/>
                    <a:pt x="21600" y="14454"/>
                    <a:pt x="21600" y="14454"/>
                  </a:cubicBezTo>
                  <a:close/>
                  <a:moveTo>
                    <a:pt x="21600" y="14454"/>
                  </a:moveTo>
                </a:path>
              </a:pathLst>
            </a:custGeom>
            <a:solidFill>
              <a:srgbClr val="B3B3B3"/>
            </a:solidFill>
            <a:ln>
              <a:noFill/>
            </a:ln>
          </p:spPr>
          <p:txBody>
            <a:bodyPr lIns="0" tIns="0" rIns="0" bIns="0"/>
            <a:lstStyle/>
            <a:p>
              <a:endParaRPr lang="en-US"/>
            </a:p>
          </p:txBody>
        </p:sp>
        <p:sp>
          <p:nvSpPr>
            <p:cNvPr id="21540" name="AutoShape 68"/>
            <p:cNvSpPr/>
            <p:nvPr/>
          </p:nvSpPr>
          <p:spPr bwMode="auto">
            <a:xfrm>
              <a:off x="273" y="1291"/>
              <a:ext cx="436"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56"/>
                  </a:moveTo>
                  <a:cubicBezTo>
                    <a:pt x="21600" y="16980"/>
                    <a:pt x="21167" y="21600"/>
                    <a:pt x="20755" y="21600"/>
                  </a:cubicBezTo>
                  <a:lnTo>
                    <a:pt x="746" y="21600"/>
                  </a:lnTo>
                  <a:cubicBezTo>
                    <a:pt x="334" y="21600"/>
                    <a:pt x="0" y="16980"/>
                    <a:pt x="0" y="12656"/>
                  </a:cubicBezTo>
                  <a:lnTo>
                    <a:pt x="0" y="9522"/>
                  </a:lnTo>
                  <a:cubicBezTo>
                    <a:pt x="0" y="5197"/>
                    <a:pt x="334" y="0"/>
                    <a:pt x="746" y="0"/>
                  </a:cubicBezTo>
                  <a:lnTo>
                    <a:pt x="20755" y="0"/>
                  </a:lnTo>
                  <a:cubicBezTo>
                    <a:pt x="21167" y="0"/>
                    <a:pt x="21600" y="5197"/>
                    <a:pt x="21600" y="9522"/>
                  </a:cubicBezTo>
                  <a:cubicBezTo>
                    <a:pt x="21600" y="9522"/>
                    <a:pt x="21600" y="12656"/>
                    <a:pt x="21600" y="12656"/>
                  </a:cubicBezTo>
                  <a:close/>
                  <a:moveTo>
                    <a:pt x="21600" y="12656"/>
                  </a:moveTo>
                </a:path>
              </a:pathLst>
            </a:custGeom>
            <a:solidFill>
              <a:srgbClr val="B3B3B3"/>
            </a:solidFill>
            <a:ln>
              <a:noFill/>
            </a:ln>
          </p:spPr>
          <p:txBody>
            <a:bodyPr lIns="0" tIns="0" rIns="0" bIns="0"/>
            <a:lstStyle/>
            <a:p>
              <a:endParaRPr lang="en-US"/>
            </a:p>
          </p:txBody>
        </p:sp>
        <p:sp>
          <p:nvSpPr>
            <p:cNvPr id="21541" name="AutoShape 69"/>
            <p:cNvSpPr/>
            <p:nvPr/>
          </p:nvSpPr>
          <p:spPr bwMode="auto">
            <a:xfrm>
              <a:off x="273" y="1359"/>
              <a:ext cx="436"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781"/>
                  </a:moveTo>
                  <a:cubicBezTo>
                    <a:pt x="21600" y="17191"/>
                    <a:pt x="21167" y="21600"/>
                    <a:pt x="20755" y="21600"/>
                  </a:cubicBezTo>
                  <a:lnTo>
                    <a:pt x="746" y="21600"/>
                  </a:lnTo>
                  <a:cubicBezTo>
                    <a:pt x="334" y="21600"/>
                    <a:pt x="0" y="17191"/>
                    <a:pt x="0" y="11781"/>
                  </a:cubicBezTo>
                  <a:lnTo>
                    <a:pt x="0" y="7868"/>
                  </a:lnTo>
                  <a:cubicBezTo>
                    <a:pt x="0" y="2457"/>
                    <a:pt x="334" y="0"/>
                    <a:pt x="746" y="0"/>
                  </a:cubicBezTo>
                  <a:lnTo>
                    <a:pt x="20755" y="0"/>
                  </a:lnTo>
                  <a:cubicBezTo>
                    <a:pt x="21167" y="0"/>
                    <a:pt x="21600" y="2457"/>
                    <a:pt x="21600" y="7868"/>
                  </a:cubicBezTo>
                  <a:cubicBezTo>
                    <a:pt x="21600" y="7868"/>
                    <a:pt x="21600" y="11781"/>
                    <a:pt x="21600" y="11781"/>
                  </a:cubicBezTo>
                  <a:close/>
                  <a:moveTo>
                    <a:pt x="21600" y="11781"/>
                  </a:moveTo>
                </a:path>
              </a:pathLst>
            </a:custGeom>
            <a:solidFill>
              <a:srgbClr val="B3B3B3"/>
            </a:solidFill>
            <a:ln>
              <a:noFill/>
            </a:ln>
          </p:spPr>
          <p:txBody>
            <a:bodyPr lIns="0" tIns="0" rIns="0" bIns="0"/>
            <a:lstStyle/>
            <a:p>
              <a:endParaRPr lang="en-US"/>
            </a:p>
          </p:txBody>
        </p:sp>
        <p:sp>
          <p:nvSpPr>
            <p:cNvPr id="21542" name="AutoShape 70"/>
            <p:cNvSpPr/>
            <p:nvPr/>
          </p:nvSpPr>
          <p:spPr bwMode="auto">
            <a:xfrm>
              <a:off x="273" y="1419"/>
              <a:ext cx="436"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147"/>
                  </a:moveTo>
                  <a:cubicBezTo>
                    <a:pt x="21600" y="18552"/>
                    <a:pt x="21167" y="21600"/>
                    <a:pt x="20755" y="21600"/>
                  </a:cubicBezTo>
                  <a:lnTo>
                    <a:pt x="746" y="21600"/>
                  </a:lnTo>
                  <a:cubicBezTo>
                    <a:pt x="334" y="21600"/>
                    <a:pt x="0" y="18552"/>
                    <a:pt x="0" y="13147"/>
                  </a:cubicBezTo>
                  <a:lnTo>
                    <a:pt x="0" y="9229"/>
                  </a:lnTo>
                  <a:cubicBezTo>
                    <a:pt x="0" y="3823"/>
                    <a:pt x="334" y="0"/>
                    <a:pt x="746" y="0"/>
                  </a:cubicBezTo>
                  <a:lnTo>
                    <a:pt x="20755" y="0"/>
                  </a:lnTo>
                  <a:cubicBezTo>
                    <a:pt x="21167" y="0"/>
                    <a:pt x="21600" y="3823"/>
                    <a:pt x="21600" y="9229"/>
                  </a:cubicBezTo>
                  <a:cubicBezTo>
                    <a:pt x="21600" y="9229"/>
                    <a:pt x="21600" y="13147"/>
                    <a:pt x="21600" y="13147"/>
                  </a:cubicBezTo>
                  <a:close/>
                  <a:moveTo>
                    <a:pt x="21600" y="13147"/>
                  </a:moveTo>
                </a:path>
              </a:pathLst>
            </a:custGeom>
            <a:solidFill>
              <a:srgbClr val="B3B3B3"/>
            </a:solidFill>
            <a:ln>
              <a:noFill/>
            </a:ln>
          </p:spPr>
          <p:txBody>
            <a:bodyPr lIns="0" tIns="0" rIns="0" bIns="0"/>
            <a:lstStyle/>
            <a:p>
              <a:endParaRPr lang="en-US"/>
            </a:p>
          </p:txBody>
        </p:sp>
        <p:sp>
          <p:nvSpPr>
            <p:cNvPr id="21543" name="AutoShape 71"/>
            <p:cNvSpPr/>
            <p:nvPr/>
          </p:nvSpPr>
          <p:spPr bwMode="auto">
            <a:xfrm>
              <a:off x="273" y="1479"/>
              <a:ext cx="239"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606"/>
                  </a:moveTo>
                  <a:cubicBezTo>
                    <a:pt x="21600" y="15934"/>
                    <a:pt x="20652" y="21600"/>
                    <a:pt x="19900" y="21600"/>
                  </a:cubicBezTo>
                  <a:lnTo>
                    <a:pt x="1359" y="21600"/>
                  </a:lnTo>
                  <a:cubicBezTo>
                    <a:pt x="609" y="21600"/>
                    <a:pt x="0" y="15934"/>
                    <a:pt x="0" y="11606"/>
                  </a:cubicBezTo>
                  <a:lnTo>
                    <a:pt x="0" y="8475"/>
                  </a:lnTo>
                  <a:cubicBezTo>
                    <a:pt x="0" y="4147"/>
                    <a:pt x="609" y="0"/>
                    <a:pt x="1359" y="0"/>
                  </a:cubicBezTo>
                  <a:lnTo>
                    <a:pt x="19900" y="0"/>
                  </a:lnTo>
                  <a:cubicBezTo>
                    <a:pt x="20652" y="0"/>
                    <a:pt x="21600" y="4147"/>
                    <a:pt x="21600" y="8475"/>
                  </a:cubicBezTo>
                  <a:cubicBezTo>
                    <a:pt x="21600" y="8475"/>
                    <a:pt x="21600" y="11606"/>
                    <a:pt x="21600" y="11606"/>
                  </a:cubicBezTo>
                  <a:close/>
                  <a:moveTo>
                    <a:pt x="21600" y="11606"/>
                  </a:moveTo>
                </a:path>
              </a:pathLst>
            </a:custGeom>
            <a:solidFill>
              <a:srgbClr val="B3B3B3"/>
            </a:solidFill>
            <a:ln>
              <a:noFill/>
            </a:ln>
          </p:spPr>
          <p:txBody>
            <a:bodyPr lIns="0" tIns="0" rIns="0" bIns="0"/>
            <a:lstStyle/>
            <a:p>
              <a:endParaRPr lang="en-US"/>
            </a:p>
          </p:txBody>
        </p:sp>
      </p:grpSp>
      <p:grpSp>
        <p:nvGrpSpPr>
          <p:cNvPr id="20485" name="Group 82"/>
          <p:cNvGrpSpPr/>
          <p:nvPr/>
        </p:nvGrpSpPr>
        <p:grpSpPr bwMode="auto">
          <a:xfrm>
            <a:off x="16627475" y="9718675"/>
            <a:ext cx="1343025" cy="2511425"/>
            <a:chOff x="0" y="0"/>
            <a:chExt cx="845" cy="1581"/>
          </a:xfrm>
        </p:grpSpPr>
        <p:sp>
          <p:nvSpPr>
            <p:cNvPr id="21518" name="AutoShape 73"/>
            <p:cNvSpPr/>
            <p:nvPr/>
          </p:nvSpPr>
          <p:spPr bwMode="auto">
            <a:xfrm>
              <a:off x="0" y="0"/>
              <a:ext cx="845" cy="1581"/>
            </a:xfrm>
            <a:custGeom>
              <a:avLst/>
              <a:gdLst>
                <a:gd name="T0" fmla="*/ 0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0165"/>
                  </a:moveTo>
                  <a:cubicBezTo>
                    <a:pt x="21600" y="20922"/>
                    <a:pt x="20235" y="21600"/>
                    <a:pt x="18820" y="21600"/>
                  </a:cubicBezTo>
                  <a:lnTo>
                    <a:pt x="2600" y="21600"/>
                  </a:lnTo>
                  <a:cubicBezTo>
                    <a:pt x="1185" y="21600"/>
                    <a:pt x="0" y="20922"/>
                    <a:pt x="0" y="20165"/>
                  </a:cubicBezTo>
                  <a:lnTo>
                    <a:pt x="0" y="1435"/>
                  </a:lnTo>
                  <a:cubicBezTo>
                    <a:pt x="0" y="678"/>
                    <a:pt x="1185" y="0"/>
                    <a:pt x="2600" y="0"/>
                  </a:cubicBezTo>
                  <a:lnTo>
                    <a:pt x="18820" y="0"/>
                  </a:lnTo>
                  <a:cubicBezTo>
                    <a:pt x="20235" y="0"/>
                    <a:pt x="21600" y="678"/>
                    <a:pt x="21600" y="1435"/>
                  </a:cubicBezTo>
                  <a:cubicBezTo>
                    <a:pt x="21600" y="1435"/>
                    <a:pt x="21600" y="20165"/>
                    <a:pt x="21600" y="20165"/>
                  </a:cubicBezTo>
                  <a:close/>
                  <a:moveTo>
                    <a:pt x="21600" y="20165"/>
                  </a:moveTo>
                </a:path>
              </a:pathLst>
            </a:custGeom>
            <a:solidFill>
              <a:srgbClr val="1D242C"/>
            </a:solidFill>
            <a:ln>
              <a:noFill/>
            </a:ln>
          </p:spPr>
          <p:txBody>
            <a:bodyPr lIns="0" tIns="0" rIns="0" bIns="0"/>
            <a:lstStyle/>
            <a:p>
              <a:endParaRPr lang="en-US"/>
            </a:p>
          </p:txBody>
        </p:sp>
        <p:sp>
          <p:nvSpPr>
            <p:cNvPr id="21519" name="AutoShape 74"/>
            <p:cNvSpPr/>
            <p:nvPr/>
          </p:nvSpPr>
          <p:spPr bwMode="auto">
            <a:xfrm>
              <a:off x="0" y="0"/>
              <a:ext cx="845" cy="1581"/>
            </a:xfrm>
            <a:custGeom>
              <a:avLst/>
              <a:gdLst>
                <a:gd name="T0" fmla="*/ 0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0165"/>
                  </a:moveTo>
                  <a:cubicBezTo>
                    <a:pt x="21600" y="20922"/>
                    <a:pt x="20235" y="21600"/>
                    <a:pt x="18820" y="21600"/>
                  </a:cubicBezTo>
                  <a:lnTo>
                    <a:pt x="2600" y="21600"/>
                  </a:lnTo>
                  <a:cubicBezTo>
                    <a:pt x="1185" y="21600"/>
                    <a:pt x="0" y="20922"/>
                    <a:pt x="0" y="20165"/>
                  </a:cubicBezTo>
                  <a:lnTo>
                    <a:pt x="0" y="1435"/>
                  </a:lnTo>
                  <a:cubicBezTo>
                    <a:pt x="0" y="678"/>
                    <a:pt x="1185" y="0"/>
                    <a:pt x="2600" y="0"/>
                  </a:cubicBezTo>
                  <a:lnTo>
                    <a:pt x="18820" y="0"/>
                  </a:lnTo>
                  <a:cubicBezTo>
                    <a:pt x="20235" y="0"/>
                    <a:pt x="21600" y="678"/>
                    <a:pt x="21600" y="1435"/>
                  </a:cubicBezTo>
                  <a:cubicBezTo>
                    <a:pt x="21600" y="1435"/>
                    <a:pt x="21600" y="20165"/>
                    <a:pt x="21600" y="20165"/>
                  </a:cubicBezTo>
                  <a:close/>
                  <a:moveTo>
                    <a:pt x="21600" y="20165"/>
                  </a:moveTo>
                </a:path>
              </a:pathLst>
            </a:custGeom>
            <a:solidFill>
              <a:srgbClr val="A6A6A6"/>
            </a:solidFill>
            <a:ln>
              <a:noFill/>
            </a:ln>
          </p:spPr>
          <p:txBody>
            <a:bodyPr lIns="0" tIns="0" rIns="0" bIns="0"/>
            <a:lstStyle/>
            <a:p>
              <a:endParaRPr lang="en-US"/>
            </a:p>
          </p:txBody>
        </p:sp>
        <p:sp>
          <p:nvSpPr>
            <p:cNvPr id="21520" name="AutoShape 75"/>
            <p:cNvSpPr/>
            <p:nvPr/>
          </p:nvSpPr>
          <p:spPr bwMode="auto">
            <a:xfrm>
              <a:off x="59" y="196"/>
              <a:ext cx="727" cy="11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F2F2F2"/>
            </a:solidFill>
            <a:ln>
              <a:noFill/>
            </a:ln>
          </p:spPr>
          <p:txBody>
            <a:bodyPr lIns="0" tIns="0" rIns="0" bIns="0"/>
            <a:lstStyle/>
            <a:p>
              <a:endParaRPr lang="en-US"/>
            </a:p>
          </p:txBody>
        </p:sp>
        <p:sp>
          <p:nvSpPr>
            <p:cNvPr id="21521" name="AutoShape 76"/>
            <p:cNvSpPr/>
            <p:nvPr/>
          </p:nvSpPr>
          <p:spPr bwMode="auto">
            <a:xfrm>
              <a:off x="358" y="1402"/>
              <a:ext cx="122" cy="1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59"/>
                    <a:pt x="16765" y="21600"/>
                    <a:pt x="10800" y="21600"/>
                  </a:cubicBezTo>
                  <a:cubicBezTo>
                    <a:pt x="4833" y="21600"/>
                    <a:pt x="0" y="16759"/>
                    <a:pt x="0" y="10800"/>
                  </a:cubicBezTo>
                  <a:cubicBezTo>
                    <a:pt x="0" y="4838"/>
                    <a:pt x="4833" y="0"/>
                    <a:pt x="10800" y="0"/>
                  </a:cubicBezTo>
                  <a:cubicBezTo>
                    <a:pt x="16765" y="0"/>
                    <a:pt x="21600" y="4838"/>
                    <a:pt x="21600" y="10800"/>
                  </a:cubicBezTo>
                  <a:close/>
                  <a:moveTo>
                    <a:pt x="21600" y="10800"/>
                  </a:moveTo>
                </a:path>
              </a:pathLst>
            </a:custGeom>
            <a:solidFill>
              <a:srgbClr val="B3B3B3"/>
            </a:solidFill>
            <a:ln>
              <a:noFill/>
            </a:ln>
          </p:spPr>
          <p:txBody>
            <a:bodyPr lIns="0" tIns="0" rIns="0" bIns="0"/>
            <a:lstStyle/>
            <a:p>
              <a:endParaRPr lang="en-US"/>
            </a:p>
          </p:txBody>
        </p:sp>
        <p:sp>
          <p:nvSpPr>
            <p:cNvPr id="21522" name="AutoShape 77"/>
            <p:cNvSpPr/>
            <p:nvPr/>
          </p:nvSpPr>
          <p:spPr bwMode="auto">
            <a:xfrm>
              <a:off x="230" y="102"/>
              <a:ext cx="333"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559"/>
                  </a:moveTo>
                  <a:cubicBezTo>
                    <a:pt x="21600" y="17107"/>
                    <a:pt x="21139" y="21600"/>
                    <a:pt x="20571" y="21600"/>
                  </a:cubicBezTo>
                  <a:lnTo>
                    <a:pt x="1029" y="21600"/>
                  </a:lnTo>
                  <a:cubicBezTo>
                    <a:pt x="461" y="21600"/>
                    <a:pt x="0" y="17107"/>
                    <a:pt x="0" y="11559"/>
                  </a:cubicBezTo>
                  <a:lnTo>
                    <a:pt x="0" y="10041"/>
                  </a:lnTo>
                  <a:cubicBezTo>
                    <a:pt x="0" y="4493"/>
                    <a:pt x="461" y="0"/>
                    <a:pt x="1029" y="0"/>
                  </a:cubicBezTo>
                  <a:lnTo>
                    <a:pt x="20571" y="0"/>
                  </a:lnTo>
                  <a:cubicBezTo>
                    <a:pt x="21139" y="0"/>
                    <a:pt x="21600" y="4493"/>
                    <a:pt x="21600" y="10041"/>
                  </a:cubicBezTo>
                  <a:cubicBezTo>
                    <a:pt x="21600" y="10041"/>
                    <a:pt x="21600" y="11559"/>
                    <a:pt x="21600" y="11559"/>
                  </a:cubicBezTo>
                  <a:close/>
                  <a:moveTo>
                    <a:pt x="21600" y="11559"/>
                  </a:moveTo>
                </a:path>
              </a:pathLst>
            </a:custGeom>
            <a:solidFill>
              <a:srgbClr val="B3B3B3"/>
            </a:solidFill>
            <a:ln>
              <a:noFill/>
            </a:ln>
          </p:spPr>
          <p:txBody>
            <a:bodyPr lIns="0" tIns="0" rIns="0" bIns="0"/>
            <a:lstStyle/>
            <a:p>
              <a:endParaRPr lang="en-US"/>
            </a:p>
          </p:txBody>
        </p:sp>
        <p:sp>
          <p:nvSpPr>
            <p:cNvPr id="21523" name="AutoShape 78"/>
            <p:cNvSpPr/>
            <p:nvPr/>
          </p:nvSpPr>
          <p:spPr bwMode="auto">
            <a:xfrm>
              <a:off x="136" y="282"/>
              <a:ext cx="573" cy="1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6170"/>
                  </a:moveTo>
                  <a:cubicBezTo>
                    <a:pt x="21600" y="19168"/>
                    <a:pt x="21092" y="21600"/>
                    <a:pt x="20465" y="21600"/>
                  </a:cubicBezTo>
                  <a:lnTo>
                    <a:pt x="1135" y="21600"/>
                  </a:lnTo>
                  <a:cubicBezTo>
                    <a:pt x="508" y="21600"/>
                    <a:pt x="0" y="19168"/>
                    <a:pt x="0" y="16170"/>
                  </a:cubicBezTo>
                  <a:lnTo>
                    <a:pt x="0" y="5430"/>
                  </a:lnTo>
                  <a:cubicBezTo>
                    <a:pt x="0" y="2432"/>
                    <a:pt x="508" y="0"/>
                    <a:pt x="1135" y="0"/>
                  </a:cubicBezTo>
                  <a:lnTo>
                    <a:pt x="20465" y="0"/>
                  </a:lnTo>
                  <a:cubicBezTo>
                    <a:pt x="21092" y="0"/>
                    <a:pt x="21600" y="2432"/>
                    <a:pt x="21600" y="5430"/>
                  </a:cubicBezTo>
                  <a:cubicBezTo>
                    <a:pt x="21600" y="5430"/>
                    <a:pt x="21600" y="16170"/>
                    <a:pt x="21600" y="16170"/>
                  </a:cubicBezTo>
                  <a:close/>
                  <a:moveTo>
                    <a:pt x="21600" y="16170"/>
                  </a:moveTo>
                </a:path>
              </a:pathLst>
            </a:custGeom>
            <a:solidFill>
              <a:srgbClr val="FF4421"/>
            </a:solidFill>
            <a:ln>
              <a:noFill/>
            </a:ln>
          </p:spPr>
          <p:txBody>
            <a:bodyPr lIns="0" tIns="0" rIns="0" bIns="0"/>
            <a:lstStyle/>
            <a:p>
              <a:endParaRPr lang="en-US"/>
            </a:p>
          </p:txBody>
        </p:sp>
        <p:sp>
          <p:nvSpPr>
            <p:cNvPr id="21524" name="AutoShape 79"/>
            <p:cNvSpPr/>
            <p:nvPr/>
          </p:nvSpPr>
          <p:spPr bwMode="auto">
            <a:xfrm>
              <a:off x="136" y="436"/>
              <a:ext cx="573" cy="3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9699"/>
                  </a:moveTo>
                  <a:cubicBezTo>
                    <a:pt x="21600" y="20749"/>
                    <a:pt x="21092" y="21600"/>
                    <a:pt x="20465" y="21600"/>
                  </a:cubicBezTo>
                  <a:lnTo>
                    <a:pt x="1135" y="21600"/>
                  </a:lnTo>
                  <a:cubicBezTo>
                    <a:pt x="508" y="21600"/>
                    <a:pt x="0" y="20749"/>
                    <a:pt x="0" y="19699"/>
                  </a:cubicBezTo>
                  <a:lnTo>
                    <a:pt x="0" y="1901"/>
                  </a:lnTo>
                  <a:cubicBezTo>
                    <a:pt x="0" y="851"/>
                    <a:pt x="508" y="0"/>
                    <a:pt x="1135" y="0"/>
                  </a:cubicBezTo>
                  <a:lnTo>
                    <a:pt x="20465" y="0"/>
                  </a:lnTo>
                  <a:cubicBezTo>
                    <a:pt x="21092" y="0"/>
                    <a:pt x="21600" y="851"/>
                    <a:pt x="21600" y="1901"/>
                  </a:cubicBezTo>
                  <a:cubicBezTo>
                    <a:pt x="21600" y="1901"/>
                    <a:pt x="21600" y="19699"/>
                    <a:pt x="21600" y="19699"/>
                  </a:cubicBezTo>
                  <a:close/>
                  <a:moveTo>
                    <a:pt x="21600" y="19699"/>
                  </a:moveTo>
                </a:path>
              </a:pathLst>
            </a:custGeom>
            <a:solidFill>
              <a:srgbClr val="46DDE4"/>
            </a:solidFill>
            <a:ln>
              <a:noFill/>
            </a:ln>
          </p:spPr>
          <p:txBody>
            <a:bodyPr lIns="0" tIns="0" rIns="0" bIns="0"/>
            <a:lstStyle/>
            <a:p>
              <a:endParaRPr lang="en-US"/>
            </a:p>
          </p:txBody>
        </p:sp>
        <p:sp>
          <p:nvSpPr>
            <p:cNvPr id="21525" name="AutoShape 80"/>
            <p:cNvSpPr/>
            <p:nvPr/>
          </p:nvSpPr>
          <p:spPr bwMode="auto">
            <a:xfrm>
              <a:off x="136" y="812"/>
              <a:ext cx="573" cy="20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498"/>
                  </a:moveTo>
                  <a:cubicBezTo>
                    <a:pt x="21600" y="20247"/>
                    <a:pt x="21213" y="21600"/>
                    <a:pt x="20572" y="21600"/>
                  </a:cubicBezTo>
                  <a:lnTo>
                    <a:pt x="1041" y="21600"/>
                  </a:lnTo>
                  <a:cubicBezTo>
                    <a:pt x="401" y="21600"/>
                    <a:pt x="0" y="20247"/>
                    <a:pt x="0" y="18498"/>
                  </a:cubicBezTo>
                  <a:lnTo>
                    <a:pt x="0" y="2658"/>
                  </a:lnTo>
                  <a:cubicBezTo>
                    <a:pt x="0" y="909"/>
                    <a:pt x="401" y="0"/>
                    <a:pt x="1041" y="0"/>
                  </a:cubicBezTo>
                  <a:lnTo>
                    <a:pt x="20572" y="0"/>
                  </a:lnTo>
                  <a:cubicBezTo>
                    <a:pt x="21213" y="0"/>
                    <a:pt x="21600" y="909"/>
                    <a:pt x="21600" y="2658"/>
                  </a:cubicBezTo>
                  <a:cubicBezTo>
                    <a:pt x="21600" y="2658"/>
                    <a:pt x="21600" y="18498"/>
                    <a:pt x="21600" y="18498"/>
                  </a:cubicBezTo>
                  <a:close/>
                  <a:moveTo>
                    <a:pt x="21600" y="18498"/>
                  </a:moveTo>
                </a:path>
              </a:pathLst>
            </a:custGeom>
            <a:solidFill>
              <a:srgbClr val="999999"/>
            </a:solidFill>
            <a:ln>
              <a:noFill/>
            </a:ln>
          </p:spPr>
          <p:txBody>
            <a:bodyPr lIns="0" tIns="0" rIns="0" bIns="0"/>
            <a:lstStyle/>
            <a:p>
              <a:endParaRPr lang="en-US"/>
            </a:p>
          </p:txBody>
        </p:sp>
        <p:sp>
          <p:nvSpPr>
            <p:cNvPr id="21526" name="AutoShape 81"/>
            <p:cNvSpPr/>
            <p:nvPr/>
          </p:nvSpPr>
          <p:spPr bwMode="auto">
            <a:xfrm>
              <a:off x="136" y="1060"/>
              <a:ext cx="573" cy="20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8498"/>
                  </a:moveTo>
                  <a:cubicBezTo>
                    <a:pt x="21600" y="20247"/>
                    <a:pt x="21213" y="21600"/>
                    <a:pt x="20572" y="21600"/>
                  </a:cubicBezTo>
                  <a:lnTo>
                    <a:pt x="1041" y="21600"/>
                  </a:lnTo>
                  <a:cubicBezTo>
                    <a:pt x="400" y="21600"/>
                    <a:pt x="0" y="20247"/>
                    <a:pt x="0" y="18498"/>
                  </a:cubicBezTo>
                  <a:lnTo>
                    <a:pt x="0" y="2658"/>
                  </a:lnTo>
                  <a:cubicBezTo>
                    <a:pt x="0" y="909"/>
                    <a:pt x="400" y="0"/>
                    <a:pt x="1041" y="0"/>
                  </a:cubicBezTo>
                  <a:lnTo>
                    <a:pt x="20572" y="0"/>
                  </a:lnTo>
                  <a:cubicBezTo>
                    <a:pt x="21213" y="0"/>
                    <a:pt x="21600" y="909"/>
                    <a:pt x="21600" y="2658"/>
                  </a:cubicBezTo>
                  <a:cubicBezTo>
                    <a:pt x="21600" y="2658"/>
                    <a:pt x="21600" y="18498"/>
                    <a:pt x="21600" y="18498"/>
                  </a:cubicBezTo>
                  <a:close/>
                  <a:moveTo>
                    <a:pt x="21600" y="18498"/>
                  </a:moveTo>
                </a:path>
              </a:pathLst>
            </a:custGeom>
            <a:solidFill>
              <a:srgbClr val="999999"/>
            </a:solidFill>
            <a:ln>
              <a:noFill/>
            </a:ln>
          </p:spPr>
          <p:txBody>
            <a:bodyPr lIns="0" tIns="0" rIns="0" bIns="0"/>
            <a:lstStyle/>
            <a:p>
              <a:endParaRPr lang="en-US"/>
            </a:p>
          </p:txBody>
        </p:sp>
      </p:grpSp>
      <p:grpSp>
        <p:nvGrpSpPr>
          <p:cNvPr id="20486" name="Group 1"/>
          <p:cNvGrpSpPr/>
          <p:nvPr/>
        </p:nvGrpSpPr>
        <p:grpSpPr bwMode="auto">
          <a:xfrm>
            <a:off x="1355852" y="3348038"/>
            <a:ext cx="8124698" cy="8043862"/>
            <a:chOff x="1355852" y="3348038"/>
            <a:chExt cx="8124698" cy="8043862"/>
          </a:xfrm>
        </p:grpSpPr>
        <p:grpSp>
          <p:nvGrpSpPr>
            <p:cNvPr id="21511" name="Group 3"/>
            <p:cNvGrpSpPr/>
            <p:nvPr/>
          </p:nvGrpSpPr>
          <p:grpSpPr bwMode="auto">
            <a:xfrm>
              <a:off x="4565650" y="3348038"/>
              <a:ext cx="4914900" cy="3098800"/>
              <a:chOff x="0" y="0"/>
              <a:chExt cx="3096" cy="1952"/>
            </a:xfrm>
          </p:grpSpPr>
          <p:sp>
            <p:nvSpPr>
              <p:cNvPr id="21516" name="Freeform 1"/>
              <p:cNvSpPr/>
              <p:nvPr/>
            </p:nvSpPr>
            <p:spPr bwMode="auto">
              <a:xfrm>
                <a:off x="88" y="88"/>
                <a:ext cx="2928" cy="1784"/>
              </a:xfrm>
              <a:custGeom>
                <a:avLst/>
                <a:gdLst>
                  <a:gd name="T0" fmla="*/ 1 w 18725"/>
                  <a:gd name="T1" fmla="*/ 0 h 17428"/>
                  <a:gd name="T2" fmla="*/ 0 w 18725"/>
                  <a:gd name="T3" fmla="*/ 0 h 17428"/>
                  <a:gd name="T4" fmla="*/ 1 w 18725"/>
                  <a:gd name="T5" fmla="*/ 0 h 17428"/>
                  <a:gd name="T6" fmla="*/ 2 w 18725"/>
                  <a:gd name="T7" fmla="*/ 0 h 17428"/>
                  <a:gd name="T8" fmla="*/ 0 w 18725"/>
                  <a:gd name="T9" fmla="*/ 0 h 17428"/>
                  <a:gd name="T10" fmla="*/ 0 w 18725"/>
                  <a:gd name="T11" fmla="*/ 0 h 17428"/>
                  <a:gd name="T12" fmla="*/ 1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21517" name="Picture 2"/>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3096" cy="1952"/>
              </a:xfrm>
              <a:prstGeom prst="rect">
                <a:avLst/>
              </a:prstGeom>
              <a:noFill/>
              <a:ln>
                <a:noFill/>
              </a:ln>
            </p:spPr>
          </p:pic>
        </p:grpSp>
        <p:sp>
          <p:nvSpPr>
            <p:cNvPr id="21512" name="Rectangle 83"/>
            <p:cNvSpPr/>
            <p:nvPr/>
          </p:nvSpPr>
          <p:spPr bwMode="auto">
            <a:xfrm>
              <a:off x="5416213" y="3730705"/>
              <a:ext cx="3810337" cy="2215991"/>
            </a:xfrm>
            <a:prstGeom prst="rect">
              <a:avLst/>
            </a:prstGeom>
            <a:noFill/>
            <a:ln>
              <a:noFill/>
            </a:ln>
          </p:spPr>
          <p:txBody>
            <a:bodyPr wrap="none" lIns="0" tIns="0" rIns="0" bIns="0" anchor="ctr">
              <a:spAutoFit/>
            </a:bodyPr>
            <a:lstStyle/>
            <a:p>
              <a:pPr algn="r"/>
              <a:r>
                <a:rPr lang="en-US" sz="14400" dirty="0">
                  <a:solidFill>
                    <a:srgbClr val="EBB91C"/>
                  </a:solidFill>
                  <a:latin typeface="微软雅黑" panose="020B0503020204020204" charset="-122"/>
                  <a:ea typeface="MS PGothic" panose="020B0600070205080204" charset="-128"/>
                  <a:cs typeface="MS PGothic" panose="020B0600070205080204" charset="-128"/>
                  <a:sym typeface="Diavlo Black Regular" charset="0"/>
                </a:rPr>
                <a:t>63%</a:t>
              </a:r>
              <a:endParaRPr lang="en-US" sz="14400" dirty="0">
                <a:solidFill>
                  <a:srgbClr val="EBB91C"/>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1513" name="Rectangle 84"/>
            <p:cNvSpPr/>
            <p:nvPr/>
          </p:nvSpPr>
          <p:spPr bwMode="auto">
            <a:xfrm>
              <a:off x="1355852" y="7191566"/>
              <a:ext cx="7708900" cy="1333500"/>
            </a:xfrm>
            <a:prstGeom prst="rect">
              <a:avLst/>
            </a:prstGeom>
            <a:noFill/>
            <a:ln>
              <a:noFill/>
            </a:ln>
          </p:spPr>
          <p:txBody>
            <a:bodyPr lIns="0" tIns="0" rIns="0" bIns="0"/>
            <a:lstStyle/>
            <a:p>
              <a:pPr algn="r"/>
              <a:r>
                <a:rPr lang="zh-CN" altLang="en-US" sz="2400" dirty="0">
                  <a:solidFill>
                    <a:srgbClr val="FFFFFF"/>
                  </a:solidFill>
                  <a:latin typeface="Open Sans Bold" charset="0"/>
                  <a:ea typeface="MS PGothic" panose="020B0600070205080204" charset="-128"/>
                  <a:cs typeface="MS PGothic" panose="020B0600070205080204" charset="-128"/>
                  <a:sym typeface="Open Sans Bold" charset="0"/>
                </a:rPr>
                <a:t>点击输入标题点击输入标题</a:t>
              </a:r>
              <a:endParaRPr lang="en-US" altLang="zh-CN" sz="2400" dirty="0">
                <a:solidFill>
                  <a:srgbClr val="FFFFFF"/>
                </a:solidFill>
                <a:latin typeface="Open Sans Bold" charset="0"/>
                <a:ea typeface="MS PGothic" panose="020B0600070205080204" charset="-128"/>
                <a:cs typeface="MS PGothic" panose="020B0600070205080204" charset="-128"/>
                <a:sym typeface="Open Sans Bold" charset="0"/>
              </a:endParaRPr>
            </a:p>
            <a:p>
              <a:pPr algn="r"/>
              <a:endParaRPr lang="en-US" sz="2400" dirty="0">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21514" name="Rectangle 85"/>
            <p:cNvSpPr/>
            <p:nvPr/>
          </p:nvSpPr>
          <p:spPr bwMode="auto">
            <a:xfrm>
              <a:off x="1473200" y="8382000"/>
              <a:ext cx="7607300" cy="3009900"/>
            </a:xfrm>
            <a:prstGeom prst="rect">
              <a:avLst/>
            </a:prstGeom>
            <a:noFill/>
            <a:ln>
              <a:noFill/>
            </a:ln>
          </p:spPr>
          <p:txBody>
            <a:bodyPr lIns="0" tIns="0" rIns="0" bIns="0"/>
            <a:lstStyle/>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21515" name="Line 86"/>
            <p:cNvSpPr>
              <a:spLocks noChangeShapeType="1"/>
            </p:cNvSpPr>
            <p:nvPr/>
          </p:nvSpPr>
          <p:spPr bwMode="auto">
            <a:xfrm>
              <a:off x="1358900" y="7924800"/>
              <a:ext cx="7721600" cy="0"/>
            </a:xfrm>
            <a:prstGeom prst="line">
              <a:avLst/>
            </a:prstGeom>
            <a:noFill/>
            <a:ln w="12700">
              <a:solidFill>
                <a:srgbClr val="FFFFFF">
                  <a:alpha val="29803"/>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fade">
                                      <p:cBhvr>
                                        <p:cTn id="7" dur="1000"/>
                                        <p:tgtEl>
                                          <p:spTgt spid="20482"/>
                                        </p:tgtEl>
                                      </p:cBhvr>
                                    </p:animEffect>
                                    <p:anim calcmode="lin" valueType="num">
                                      <p:cBhvr>
                                        <p:cTn id="8" dur="1000" fill="hold"/>
                                        <p:tgtEl>
                                          <p:spTgt spid="20482"/>
                                        </p:tgtEl>
                                        <p:attrNameLst>
                                          <p:attrName>style.rotation</p:attrName>
                                        </p:attrNameLst>
                                      </p:cBhvr>
                                      <p:tavLst>
                                        <p:tav tm="0">
                                          <p:val>
                                            <p:fltVal val="720"/>
                                          </p:val>
                                        </p:tav>
                                        <p:tav tm="100000">
                                          <p:val>
                                            <p:fltVal val="0"/>
                                          </p:val>
                                        </p:tav>
                                      </p:tavLst>
                                    </p:anim>
                                    <p:anim calcmode="lin" valueType="num">
                                      <p:cBhvr>
                                        <p:cTn id="9" dur="1000" fill="hold"/>
                                        <p:tgtEl>
                                          <p:spTgt spid="20482"/>
                                        </p:tgtEl>
                                        <p:attrNameLst>
                                          <p:attrName>ppt_h</p:attrName>
                                        </p:attrNameLst>
                                      </p:cBhvr>
                                      <p:tavLst>
                                        <p:tav tm="0">
                                          <p:val>
                                            <p:fltVal val="0"/>
                                          </p:val>
                                        </p:tav>
                                        <p:tav tm="100000">
                                          <p:val>
                                            <p:strVal val="#ppt_h"/>
                                          </p:val>
                                        </p:tav>
                                      </p:tavLst>
                                    </p:anim>
                                    <p:anim calcmode="lin" valueType="num">
                                      <p:cBhvr>
                                        <p:cTn id="10" dur="1000" fill="hold"/>
                                        <p:tgtEl>
                                          <p:spTgt spid="20482"/>
                                        </p:tgtEl>
                                        <p:attrNameLst>
                                          <p:attrName>ppt_w</p:attrName>
                                        </p:attrNameLst>
                                      </p:cBhvr>
                                      <p:tavLst>
                                        <p:tav tm="0">
                                          <p:val>
                                            <p:fltVal val="0"/>
                                          </p:val>
                                        </p:tav>
                                        <p:tav tm="100000">
                                          <p:val>
                                            <p:strVal val="#ppt_w"/>
                                          </p:val>
                                        </p:tav>
                                      </p:tavLst>
                                    </p:anim>
                                  </p:childTnLst>
                                </p:cTn>
                              </p:par>
                              <p:par>
                                <p:cTn id="11" presetID="35" presetClass="entr" presetSubtype="0" fill="hold" nodeType="withEffect">
                                  <p:stCondLst>
                                    <p:cond delay="0"/>
                                  </p:stCondLst>
                                  <p:childTnLst>
                                    <p:set>
                                      <p:cBhvr>
                                        <p:cTn id="12" dur="1" fill="hold">
                                          <p:stCondLst>
                                            <p:cond delay="0"/>
                                          </p:stCondLst>
                                        </p:cTn>
                                        <p:tgtEl>
                                          <p:spTgt spid="20483"/>
                                        </p:tgtEl>
                                        <p:attrNameLst>
                                          <p:attrName>style.visibility</p:attrName>
                                        </p:attrNameLst>
                                      </p:cBhvr>
                                      <p:to>
                                        <p:strVal val="visible"/>
                                      </p:to>
                                    </p:set>
                                    <p:animEffect transition="in" filter="fade">
                                      <p:cBhvr>
                                        <p:cTn id="13" dur="1000"/>
                                        <p:tgtEl>
                                          <p:spTgt spid="20483"/>
                                        </p:tgtEl>
                                      </p:cBhvr>
                                    </p:animEffect>
                                    <p:anim calcmode="lin" valueType="num">
                                      <p:cBhvr>
                                        <p:cTn id="14" dur="1000" fill="hold"/>
                                        <p:tgtEl>
                                          <p:spTgt spid="20483"/>
                                        </p:tgtEl>
                                        <p:attrNameLst>
                                          <p:attrName>style.rotation</p:attrName>
                                        </p:attrNameLst>
                                      </p:cBhvr>
                                      <p:tavLst>
                                        <p:tav tm="0">
                                          <p:val>
                                            <p:fltVal val="720"/>
                                          </p:val>
                                        </p:tav>
                                        <p:tav tm="100000">
                                          <p:val>
                                            <p:fltVal val="0"/>
                                          </p:val>
                                        </p:tav>
                                      </p:tavLst>
                                    </p:anim>
                                    <p:anim calcmode="lin" valueType="num">
                                      <p:cBhvr>
                                        <p:cTn id="15" dur="1000" fill="hold"/>
                                        <p:tgtEl>
                                          <p:spTgt spid="20483"/>
                                        </p:tgtEl>
                                        <p:attrNameLst>
                                          <p:attrName>ppt_h</p:attrName>
                                        </p:attrNameLst>
                                      </p:cBhvr>
                                      <p:tavLst>
                                        <p:tav tm="0">
                                          <p:val>
                                            <p:fltVal val="0"/>
                                          </p:val>
                                        </p:tav>
                                        <p:tav tm="100000">
                                          <p:val>
                                            <p:strVal val="#ppt_h"/>
                                          </p:val>
                                        </p:tav>
                                      </p:tavLst>
                                    </p:anim>
                                    <p:anim calcmode="lin" valueType="num">
                                      <p:cBhvr>
                                        <p:cTn id="16" dur="1000" fill="hold"/>
                                        <p:tgtEl>
                                          <p:spTgt spid="20483"/>
                                        </p:tgtEl>
                                        <p:attrNameLst>
                                          <p:attrName>ppt_w</p:attrName>
                                        </p:attrNameLst>
                                      </p:cBhvr>
                                      <p:tavLst>
                                        <p:tav tm="0">
                                          <p:val>
                                            <p:fltVal val="0"/>
                                          </p:val>
                                        </p:tav>
                                        <p:tav tm="100000">
                                          <p:val>
                                            <p:strVal val="#ppt_w"/>
                                          </p:val>
                                        </p:tav>
                                      </p:tavLst>
                                    </p:anim>
                                  </p:childTnLst>
                                </p:cTn>
                              </p:par>
                              <p:par>
                                <p:cTn id="17" presetID="35" presetClass="entr" presetSubtype="0" fill="hold" nodeType="withEffect">
                                  <p:stCondLst>
                                    <p:cond delay="0"/>
                                  </p:stCondLst>
                                  <p:childTnLst>
                                    <p:set>
                                      <p:cBhvr>
                                        <p:cTn id="18" dur="1" fill="hold">
                                          <p:stCondLst>
                                            <p:cond delay="0"/>
                                          </p:stCondLst>
                                        </p:cTn>
                                        <p:tgtEl>
                                          <p:spTgt spid="20485"/>
                                        </p:tgtEl>
                                        <p:attrNameLst>
                                          <p:attrName>style.visibility</p:attrName>
                                        </p:attrNameLst>
                                      </p:cBhvr>
                                      <p:to>
                                        <p:strVal val="visible"/>
                                      </p:to>
                                    </p:set>
                                    <p:animEffect transition="in" filter="fade">
                                      <p:cBhvr>
                                        <p:cTn id="19" dur="1000"/>
                                        <p:tgtEl>
                                          <p:spTgt spid="20485"/>
                                        </p:tgtEl>
                                      </p:cBhvr>
                                    </p:animEffect>
                                    <p:anim calcmode="lin" valueType="num">
                                      <p:cBhvr>
                                        <p:cTn id="20" dur="1000" fill="hold"/>
                                        <p:tgtEl>
                                          <p:spTgt spid="20485"/>
                                        </p:tgtEl>
                                        <p:attrNameLst>
                                          <p:attrName>style.rotation</p:attrName>
                                        </p:attrNameLst>
                                      </p:cBhvr>
                                      <p:tavLst>
                                        <p:tav tm="0">
                                          <p:val>
                                            <p:fltVal val="720"/>
                                          </p:val>
                                        </p:tav>
                                        <p:tav tm="100000">
                                          <p:val>
                                            <p:fltVal val="0"/>
                                          </p:val>
                                        </p:tav>
                                      </p:tavLst>
                                    </p:anim>
                                    <p:anim calcmode="lin" valueType="num">
                                      <p:cBhvr>
                                        <p:cTn id="21" dur="1000" fill="hold"/>
                                        <p:tgtEl>
                                          <p:spTgt spid="20485"/>
                                        </p:tgtEl>
                                        <p:attrNameLst>
                                          <p:attrName>ppt_h</p:attrName>
                                        </p:attrNameLst>
                                      </p:cBhvr>
                                      <p:tavLst>
                                        <p:tav tm="0">
                                          <p:val>
                                            <p:fltVal val="0"/>
                                          </p:val>
                                        </p:tav>
                                        <p:tav tm="100000">
                                          <p:val>
                                            <p:strVal val="#ppt_h"/>
                                          </p:val>
                                        </p:tav>
                                      </p:tavLst>
                                    </p:anim>
                                    <p:anim calcmode="lin" valueType="num">
                                      <p:cBhvr>
                                        <p:cTn id="22" dur="1000" fill="hold"/>
                                        <p:tgtEl>
                                          <p:spTgt spid="20485"/>
                                        </p:tgtEl>
                                        <p:attrNameLst>
                                          <p:attrName>ppt_w</p:attrName>
                                        </p:attrNameLst>
                                      </p:cBhvr>
                                      <p:tavLst>
                                        <p:tav tm="0">
                                          <p:val>
                                            <p:fltVal val="0"/>
                                          </p:val>
                                        </p:tav>
                                        <p:tav tm="100000">
                                          <p:val>
                                            <p:strVal val="#ppt_w"/>
                                          </p:val>
                                        </p:tav>
                                      </p:tavLst>
                                    </p:anim>
                                  </p:childTnLst>
                                </p:cTn>
                              </p:par>
                              <p:par>
                                <p:cTn id="23" presetID="35" presetClass="entr" presetSubtype="0" fill="hold" nodeType="withEffect">
                                  <p:stCondLst>
                                    <p:cond delay="0"/>
                                  </p:stCondLst>
                                  <p:childTnLst>
                                    <p:set>
                                      <p:cBhvr>
                                        <p:cTn id="24" dur="1" fill="hold">
                                          <p:stCondLst>
                                            <p:cond delay="0"/>
                                          </p:stCondLst>
                                        </p:cTn>
                                        <p:tgtEl>
                                          <p:spTgt spid="20484"/>
                                        </p:tgtEl>
                                        <p:attrNameLst>
                                          <p:attrName>style.visibility</p:attrName>
                                        </p:attrNameLst>
                                      </p:cBhvr>
                                      <p:to>
                                        <p:strVal val="visible"/>
                                      </p:to>
                                    </p:set>
                                    <p:animEffect transition="in" filter="fade">
                                      <p:cBhvr>
                                        <p:cTn id="25" dur="1000"/>
                                        <p:tgtEl>
                                          <p:spTgt spid="20484"/>
                                        </p:tgtEl>
                                      </p:cBhvr>
                                    </p:animEffect>
                                    <p:anim calcmode="lin" valueType="num">
                                      <p:cBhvr>
                                        <p:cTn id="26" dur="1000" fill="hold"/>
                                        <p:tgtEl>
                                          <p:spTgt spid="20484"/>
                                        </p:tgtEl>
                                        <p:attrNameLst>
                                          <p:attrName>style.rotation</p:attrName>
                                        </p:attrNameLst>
                                      </p:cBhvr>
                                      <p:tavLst>
                                        <p:tav tm="0">
                                          <p:val>
                                            <p:fltVal val="720"/>
                                          </p:val>
                                        </p:tav>
                                        <p:tav tm="100000">
                                          <p:val>
                                            <p:fltVal val="0"/>
                                          </p:val>
                                        </p:tav>
                                      </p:tavLst>
                                    </p:anim>
                                    <p:anim calcmode="lin" valueType="num">
                                      <p:cBhvr>
                                        <p:cTn id="27" dur="1000" fill="hold"/>
                                        <p:tgtEl>
                                          <p:spTgt spid="20484"/>
                                        </p:tgtEl>
                                        <p:attrNameLst>
                                          <p:attrName>ppt_h</p:attrName>
                                        </p:attrNameLst>
                                      </p:cBhvr>
                                      <p:tavLst>
                                        <p:tav tm="0">
                                          <p:val>
                                            <p:fltVal val="0"/>
                                          </p:val>
                                        </p:tav>
                                        <p:tav tm="100000">
                                          <p:val>
                                            <p:strVal val="#ppt_h"/>
                                          </p:val>
                                        </p:tav>
                                      </p:tavLst>
                                    </p:anim>
                                    <p:anim calcmode="lin" valueType="num">
                                      <p:cBhvr>
                                        <p:cTn id="28" dur="1000" fill="hold"/>
                                        <p:tgtEl>
                                          <p:spTgt spid="20484"/>
                                        </p:tgtEl>
                                        <p:attrNameLst>
                                          <p:attrName>ppt_w</p:attrName>
                                        </p:attrNameLst>
                                      </p:cBhvr>
                                      <p:tavLst>
                                        <p:tav tm="0">
                                          <p:val>
                                            <p:fltVal val="0"/>
                                          </p:val>
                                        </p:tav>
                                        <p:tav tm="100000">
                                          <p:val>
                                            <p:strVal val="#ppt_w"/>
                                          </p:val>
                                        </p:tav>
                                      </p:tavLst>
                                    </p:anim>
                                  </p:childTnLst>
                                </p:cTn>
                              </p:par>
                              <p:par>
                                <p:cTn id="29" presetID="37" presetClass="entr" presetSubtype="0" fill="hold" nodeType="withEffect">
                                  <p:stCondLst>
                                    <p:cond delay="700"/>
                                  </p:stCondLst>
                                  <p:childTnLst>
                                    <p:set>
                                      <p:cBhvr>
                                        <p:cTn id="30" dur="1" fill="hold">
                                          <p:stCondLst>
                                            <p:cond delay="0"/>
                                          </p:stCondLst>
                                        </p:cTn>
                                        <p:tgtEl>
                                          <p:spTgt spid="20486"/>
                                        </p:tgtEl>
                                        <p:attrNameLst>
                                          <p:attrName>style.visibility</p:attrName>
                                        </p:attrNameLst>
                                      </p:cBhvr>
                                      <p:to>
                                        <p:strVal val="visible"/>
                                      </p:to>
                                    </p:set>
                                    <p:animEffect transition="in" filter="fade">
                                      <p:cBhvr>
                                        <p:cTn id="31" dur="1000"/>
                                        <p:tgtEl>
                                          <p:spTgt spid="20486"/>
                                        </p:tgtEl>
                                      </p:cBhvr>
                                    </p:animEffect>
                                    <p:anim calcmode="lin" valueType="num">
                                      <p:cBhvr>
                                        <p:cTn id="32" dur="1000" fill="hold"/>
                                        <p:tgtEl>
                                          <p:spTgt spid="20486"/>
                                        </p:tgtEl>
                                        <p:attrNameLst>
                                          <p:attrName>ppt_x</p:attrName>
                                        </p:attrNameLst>
                                      </p:cBhvr>
                                      <p:tavLst>
                                        <p:tav tm="0">
                                          <p:val>
                                            <p:strVal val="#ppt_x"/>
                                          </p:val>
                                        </p:tav>
                                        <p:tav tm="100000">
                                          <p:val>
                                            <p:strVal val="#ppt_x"/>
                                          </p:val>
                                        </p:tav>
                                      </p:tavLst>
                                    </p:anim>
                                    <p:anim calcmode="lin" valueType="num">
                                      <p:cBhvr>
                                        <p:cTn id="33" dur="900" decel="100000" fill="hold"/>
                                        <p:tgtEl>
                                          <p:spTgt spid="20486"/>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2048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5" name="Group 21"/>
          <p:cNvGrpSpPr/>
          <p:nvPr/>
        </p:nvGrpSpPr>
        <p:grpSpPr bwMode="auto">
          <a:xfrm>
            <a:off x="9131332" y="4064032"/>
            <a:ext cx="5549838" cy="7746969"/>
            <a:chOff x="9130776" y="4064129"/>
            <a:chExt cx="5549639" cy="7746871"/>
          </a:xfrm>
        </p:grpSpPr>
        <p:graphicFrame>
          <p:nvGraphicFramePr>
            <p:cNvPr id="3" name="Chart 4"/>
            <p:cNvGraphicFramePr/>
            <p:nvPr/>
          </p:nvGraphicFramePr>
          <p:xfrm>
            <a:off x="9130776" y="4064129"/>
            <a:ext cx="5549639" cy="6978392"/>
          </p:xfrm>
          <a:graphic>
            <a:graphicData uri="http://schemas.openxmlformats.org/drawingml/2006/chart">
              <c:chart xmlns:c="http://schemas.openxmlformats.org/drawingml/2006/chart" xmlns:r="http://schemas.openxmlformats.org/officeDocument/2006/relationships" r:id="rId1"/>
            </a:graphicData>
          </a:graphic>
        </p:graphicFrame>
        <p:sp>
          <p:nvSpPr>
            <p:cNvPr id="22542" name="AutoShape 5"/>
            <p:cNvSpPr/>
            <p:nvPr/>
          </p:nvSpPr>
          <p:spPr bwMode="auto">
            <a:xfrm>
              <a:off x="9892098" y="11290300"/>
              <a:ext cx="4026995" cy="5207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p:spPr>
          <p:txBody>
            <a:bodyPr lIns="50800" tIns="50800" rIns="50800" bIns="50800" anchor="ctr"/>
            <a:lstStyle/>
            <a:p>
              <a:r>
                <a:rPr lang="id-ID" sz="2700" b="1" dirty="0">
                  <a:solidFill>
                    <a:schemeClr val="bg1"/>
                  </a:solidFill>
                  <a:latin typeface="微软雅黑" panose="020B0503020204020204" charset="-122"/>
                  <a:cs typeface="Lato" charset="0"/>
                  <a:sym typeface="Lato" charset="0"/>
                </a:rPr>
                <a:t>Facebook</a:t>
              </a:r>
              <a:endParaRPr lang="id-ID" dirty="0">
                <a:solidFill>
                  <a:schemeClr val="bg1"/>
                </a:solidFill>
                <a:latin typeface="微软雅黑" panose="020B0503020204020204" charset="-122"/>
                <a:cs typeface="Open Sans" charset="0"/>
              </a:endParaRPr>
            </a:p>
          </p:txBody>
        </p:sp>
        <p:sp>
          <p:nvSpPr>
            <p:cNvPr id="22543" name="AutoShape 9"/>
            <p:cNvSpPr/>
            <p:nvPr/>
          </p:nvSpPr>
          <p:spPr bwMode="auto">
            <a:xfrm>
              <a:off x="11582400" y="5486400"/>
              <a:ext cx="1701800" cy="1701800"/>
            </a:xfrm>
            <a:prstGeom prst="wedgeEllipseCallout">
              <a:avLst>
                <a:gd name="adj1" fmla="val -2611"/>
                <a:gd name="adj2" fmla="val 61236"/>
              </a:avLst>
            </a:prstGeom>
            <a:solidFill>
              <a:schemeClr val="bg1"/>
            </a:solidFill>
            <a:ln w="12700">
              <a:solidFill>
                <a:srgbClr val="000000">
                  <a:alpha val="0"/>
                </a:srgbClr>
              </a:solidFill>
              <a:miter lim="0"/>
            </a:ln>
          </p:spPr>
          <p:txBody>
            <a:bodyPr lIns="0" tIns="0" rIns="0" bIns="0" anchor="ctr"/>
            <a:lstStyle/>
            <a:p>
              <a:endParaRPr lang="id-ID" sz="2300" b="1">
                <a:solidFill>
                  <a:srgbClr val="28313B"/>
                </a:solidFill>
                <a:latin typeface="Lato" charset="0"/>
                <a:cs typeface="Lato" charset="0"/>
                <a:sym typeface="Lato" charset="0"/>
              </a:endParaRPr>
            </a:p>
          </p:txBody>
        </p:sp>
        <p:sp>
          <p:nvSpPr>
            <p:cNvPr id="22544" name="AutoShape 13"/>
            <p:cNvSpPr/>
            <p:nvPr/>
          </p:nvSpPr>
          <p:spPr bwMode="auto">
            <a:xfrm>
              <a:off x="12079288" y="5562601"/>
              <a:ext cx="681037" cy="1320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p:spPr>
          <p:txBody>
            <a:bodyPr lIns="0" tIns="0" rIns="0" bIns="0" anchor="ctr"/>
            <a:lstStyle/>
            <a:p>
              <a:r>
                <a:rPr lang="id-ID" sz="9600">
                  <a:solidFill>
                    <a:srgbClr val="3690E2"/>
                  </a:solidFill>
                  <a:latin typeface="Modern Pictograms" charset="0"/>
                  <a:cs typeface="Modern Pictograms" charset="0"/>
                  <a:sym typeface="Modern Pictograms" charset="0"/>
                </a:rPr>
                <a:t>F</a:t>
              </a:r>
              <a:endParaRPr lang="id-ID">
                <a:solidFill>
                  <a:srgbClr val="3690E2"/>
                </a:solidFill>
              </a:endParaRPr>
            </a:p>
          </p:txBody>
        </p:sp>
      </p:grpSp>
      <p:grpSp>
        <p:nvGrpSpPr>
          <p:cNvPr id="21506" name="Group 22"/>
          <p:cNvGrpSpPr/>
          <p:nvPr/>
        </p:nvGrpSpPr>
        <p:grpSpPr bwMode="auto">
          <a:xfrm>
            <a:off x="16951357" y="3429000"/>
            <a:ext cx="5549838" cy="8382000"/>
            <a:chOff x="16951370" y="3429000"/>
            <a:chExt cx="5549639" cy="8382000"/>
          </a:xfrm>
        </p:grpSpPr>
        <p:graphicFrame>
          <p:nvGraphicFramePr>
            <p:cNvPr id="4" name="Chart 3"/>
            <p:cNvGraphicFramePr/>
            <p:nvPr/>
          </p:nvGraphicFramePr>
          <p:xfrm>
            <a:off x="16951370" y="4064129"/>
            <a:ext cx="5549639" cy="6978394"/>
          </p:xfrm>
          <a:graphic>
            <a:graphicData uri="http://schemas.openxmlformats.org/drawingml/2006/chart">
              <c:chart xmlns:c="http://schemas.openxmlformats.org/drawingml/2006/chart" xmlns:r="http://schemas.openxmlformats.org/officeDocument/2006/relationships" r:id="rId2"/>
            </a:graphicData>
          </a:graphic>
        </p:graphicFrame>
        <p:sp>
          <p:nvSpPr>
            <p:cNvPr id="22538" name="AutoShape 8"/>
            <p:cNvSpPr/>
            <p:nvPr/>
          </p:nvSpPr>
          <p:spPr bwMode="auto">
            <a:xfrm>
              <a:off x="17601632" y="11290300"/>
              <a:ext cx="4026400" cy="5207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p:spPr>
          <p:txBody>
            <a:bodyPr lIns="50800" tIns="50800" rIns="50800" bIns="50800" anchor="ctr"/>
            <a:lstStyle/>
            <a:p>
              <a:r>
                <a:rPr lang="id-ID" sz="2700" b="1" dirty="0">
                  <a:solidFill>
                    <a:schemeClr val="bg1"/>
                  </a:solidFill>
                  <a:latin typeface="微软雅黑" panose="020B0503020204020204" charset="-122"/>
                  <a:cs typeface="Lato" charset="0"/>
                  <a:sym typeface="Lato" charset="0"/>
                </a:rPr>
                <a:t>Youtube</a:t>
              </a:r>
              <a:endParaRPr lang="id-ID" dirty="0">
                <a:solidFill>
                  <a:schemeClr val="bg1"/>
                </a:solidFill>
                <a:latin typeface="微软雅黑" panose="020B0503020204020204" charset="-122"/>
                <a:cs typeface="Open Sans" charset="0"/>
              </a:endParaRPr>
            </a:p>
          </p:txBody>
        </p:sp>
        <p:sp>
          <p:nvSpPr>
            <p:cNvPr id="22539" name="AutoShape 11"/>
            <p:cNvSpPr/>
            <p:nvPr/>
          </p:nvSpPr>
          <p:spPr bwMode="auto">
            <a:xfrm>
              <a:off x="20574000" y="3429000"/>
              <a:ext cx="1701800" cy="1701800"/>
            </a:xfrm>
            <a:prstGeom prst="wedgeEllipseCallout">
              <a:avLst>
                <a:gd name="adj1" fmla="val -2611"/>
                <a:gd name="adj2" fmla="val 61236"/>
              </a:avLst>
            </a:prstGeom>
            <a:solidFill>
              <a:schemeClr val="bg1"/>
            </a:solidFill>
            <a:ln w="12700">
              <a:solidFill>
                <a:srgbClr val="000000">
                  <a:alpha val="0"/>
                </a:srgbClr>
              </a:solidFill>
              <a:miter lim="0"/>
            </a:ln>
          </p:spPr>
          <p:txBody>
            <a:bodyPr lIns="0" tIns="0" rIns="0" bIns="0" anchor="ctr"/>
            <a:lstStyle/>
            <a:p>
              <a:endParaRPr lang="id-ID" sz="2300" b="1">
                <a:solidFill>
                  <a:srgbClr val="FF0000"/>
                </a:solidFill>
                <a:latin typeface="Lato" charset="0"/>
                <a:cs typeface="Lato" charset="0"/>
                <a:sym typeface="Lato" charset="0"/>
              </a:endParaRPr>
            </a:p>
          </p:txBody>
        </p:sp>
        <p:sp>
          <p:nvSpPr>
            <p:cNvPr id="13" name="AutoShape 14"/>
            <p:cNvSpPr/>
            <p:nvPr/>
          </p:nvSpPr>
          <p:spPr bwMode="auto">
            <a:xfrm>
              <a:off x="21077104" y="3933825"/>
              <a:ext cx="685775" cy="685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193" y="11575"/>
                  </a:moveTo>
                  <a:lnTo>
                    <a:pt x="7725" y="15135"/>
                  </a:lnTo>
                  <a:cubicBezTo>
                    <a:pt x="6830" y="15562"/>
                    <a:pt x="6098" y="15105"/>
                    <a:pt x="6098" y="14121"/>
                  </a:cubicBezTo>
                  <a:lnTo>
                    <a:pt x="6098" y="12590"/>
                  </a:lnTo>
                  <a:cubicBezTo>
                    <a:pt x="6098" y="11605"/>
                    <a:pt x="6098" y="9994"/>
                    <a:pt x="6098" y="9009"/>
                  </a:cubicBezTo>
                  <a:lnTo>
                    <a:pt x="6098" y="7478"/>
                  </a:lnTo>
                  <a:cubicBezTo>
                    <a:pt x="6098" y="6493"/>
                    <a:pt x="6830" y="6037"/>
                    <a:pt x="7725" y="6464"/>
                  </a:cubicBezTo>
                  <a:lnTo>
                    <a:pt x="15193" y="10024"/>
                  </a:lnTo>
                  <a:cubicBezTo>
                    <a:pt x="16088" y="10451"/>
                    <a:pt x="16088" y="11149"/>
                    <a:pt x="15193" y="11575"/>
                  </a:cubicBezTo>
                  <a:close/>
                  <a:moveTo>
                    <a:pt x="15119" y="0"/>
                  </a:moveTo>
                  <a:lnTo>
                    <a:pt x="6479" y="0"/>
                  </a:lnTo>
                  <a:cubicBezTo>
                    <a:pt x="2900" y="0"/>
                    <a:pt x="0" y="2900"/>
                    <a:pt x="0" y="6479"/>
                  </a:cubicBezTo>
                  <a:lnTo>
                    <a:pt x="0" y="15119"/>
                  </a:lnTo>
                  <a:cubicBezTo>
                    <a:pt x="0" y="18698"/>
                    <a:pt x="2900" y="21600"/>
                    <a:pt x="6479" y="21600"/>
                  </a:cubicBezTo>
                  <a:lnTo>
                    <a:pt x="15119" y="21600"/>
                  </a:lnTo>
                  <a:cubicBezTo>
                    <a:pt x="18698" y="21600"/>
                    <a:pt x="21600" y="18698"/>
                    <a:pt x="21600" y="15119"/>
                  </a:cubicBezTo>
                  <a:lnTo>
                    <a:pt x="21600" y="6479"/>
                  </a:lnTo>
                  <a:cubicBezTo>
                    <a:pt x="21600" y="2900"/>
                    <a:pt x="18698" y="0"/>
                    <a:pt x="15119" y="0"/>
                  </a:cubicBezTo>
                  <a:close/>
                </a:path>
              </a:pathLst>
            </a:custGeom>
            <a:solidFill>
              <a:srgbClr val="ED3B51"/>
            </a:solidFill>
            <a:ln>
              <a:noFill/>
            </a:ln>
            <a:effectLst>
              <a:outerShdw blurRad="12700" dist="76200" dir="2820004" algn="ctr" rotWithShape="0">
                <a:srgbClr val="000000">
                  <a:alpha val="12000"/>
                </a:srgbClr>
              </a:outerShdw>
            </a:effectLst>
          </p:spPr>
          <p:txBody>
            <a:bodyPr lIns="38100" tIns="38100" rIns="38100" bIns="38100" anchor="ctr"/>
            <a:lstStyle/>
            <a:p>
              <a:pPr defTabSz="457200">
                <a:defRPr/>
              </a:pPr>
              <a:endParaRPr lang="id-ID" sz="3000">
                <a:solidFill>
                  <a:srgbClr val="FF0000"/>
                </a:solidFill>
              </a:endParaRPr>
            </a:p>
          </p:txBody>
        </p:sp>
      </p:grpSp>
      <p:grpSp>
        <p:nvGrpSpPr>
          <p:cNvPr id="21507" name="Group 20"/>
          <p:cNvGrpSpPr/>
          <p:nvPr/>
        </p:nvGrpSpPr>
        <p:grpSpPr bwMode="auto">
          <a:xfrm>
            <a:off x="1225581" y="3390900"/>
            <a:ext cx="5549838" cy="8420100"/>
            <a:chOff x="1225682" y="3390526"/>
            <a:chExt cx="5549639" cy="8420474"/>
          </a:xfrm>
        </p:grpSpPr>
        <p:graphicFrame>
          <p:nvGraphicFramePr>
            <p:cNvPr id="2" name="Chart 5"/>
            <p:cNvGraphicFramePr/>
            <p:nvPr/>
          </p:nvGraphicFramePr>
          <p:xfrm>
            <a:off x="1225682" y="4064122"/>
            <a:ext cx="5549639" cy="6978408"/>
          </p:xfrm>
          <a:graphic>
            <a:graphicData uri="http://schemas.openxmlformats.org/drawingml/2006/chart">
              <c:chart xmlns:c="http://schemas.openxmlformats.org/drawingml/2006/chart" xmlns:r="http://schemas.openxmlformats.org/officeDocument/2006/relationships" r:id="rId3"/>
            </a:graphicData>
          </a:graphic>
        </p:graphicFrame>
        <p:sp>
          <p:nvSpPr>
            <p:cNvPr id="22534" name="AutoShape 1"/>
            <p:cNvSpPr/>
            <p:nvPr/>
          </p:nvSpPr>
          <p:spPr bwMode="auto">
            <a:xfrm>
              <a:off x="2006600" y="11290300"/>
              <a:ext cx="4025900" cy="5207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p:spPr>
          <p:txBody>
            <a:bodyPr lIns="50800" tIns="50800" rIns="50800" bIns="50800" anchor="ctr"/>
            <a:lstStyle/>
            <a:p>
              <a:r>
                <a:rPr lang="id-ID" sz="2700" b="1" dirty="0">
                  <a:solidFill>
                    <a:schemeClr val="bg1"/>
                  </a:solidFill>
                  <a:latin typeface="微软雅黑" panose="020B0503020204020204" charset="-122"/>
                  <a:cs typeface="Lato" charset="0"/>
                  <a:sym typeface="Lato" charset="0"/>
                </a:rPr>
                <a:t>Twitter Data</a:t>
              </a:r>
              <a:endParaRPr lang="id-ID" dirty="0">
                <a:solidFill>
                  <a:schemeClr val="bg1"/>
                </a:solidFill>
                <a:latin typeface="微软雅黑" panose="020B0503020204020204" charset="-122"/>
                <a:cs typeface="Open Sans" charset="0"/>
              </a:endParaRPr>
            </a:p>
          </p:txBody>
        </p:sp>
        <p:sp>
          <p:nvSpPr>
            <p:cNvPr id="22535" name="AutoShape 10"/>
            <p:cNvSpPr/>
            <p:nvPr/>
          </p:nvSpPr>
          <p:spPr bwMode="auto">
            <a:xfrm>
              <a:off x="4876791" y="3426951"/>
              <a:ext cx="1701800" cy="1701800"/>
            </a:xfrm>
            <a:prstGeom prst="wedgeEllipseCallout">
              <a:avLst>
                <a:gd name="adj1" fmla="val -2611"/>
                <a:gd name="adj2" fmla="val 61236"/>
              </a:avLst>
            </a:prstGeom>
            <a:solidFill>
              <a:schemeClr val="bg1"/>
            </a:solidFill>
            <a:ln w="12700">
              <a:solidFill>
                <a:srgbClr val="000000">
                  <a:alpha val="0"/>
                </a:srgbClr>
              </a:solidFill>
              <a:miter lim="0"/>
            </a:ln>
          </p:spPr>
          <p:txBody>
            <a:bodyPr lIns="0" tIns="0" rIns="0" bIns="0" anchor="ctr"/>
            <a:lstStyle/>
            <a:p>
              <a:endParaRPr lang="id-ID" sz="2300" b="1">
                <a:solidFill>
                  <a:srgbClr val="28313B"/>
                </a:solidFill>
                <a:latin typeface="Lato" charset="0"/>
                <a:cs typeface="Lato" charset="0"/>
                <a:sym typeface="Lato" charset="0"/>
              </a:endParaRPr>
            </a:p>
          </p:txBody>
        </p:sp>
        <p:sp>
          <p:nvSpPr>
            <p:cNvPr id="22536" name="AutoShape 12"/>
            <p:cNvSpPr/>
            <p:nvPr/>
          </p:nvSpPr>
          <p:spPr bwMode="auto">
            <a:xfrm>
              <a:off x="5003791" y="3390526"/>
              <a:ext cx="1498600" cy="16383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p:spPr>
          <p:txBody>
            <a:bodyPr lIns="0" tIns="0" rIns="0" bIns="0" anchor="ctr"/>
            <a:lstStyle/>
            <a:p>
              <a:r>
                <a:rPr lang="id-ID" sz="6400">
                  <a:solidFill>
                    <a:srgbClr val="33BCDB"/>
                  </a:solidFill>
                  <a:latin typeface="黑体" panose="02010609060101010101" charset="-122"/>
                  <a:ea typeface="黑体" panose="02010609060101010101" charset="-122"/>
                  <a:cs typeface="Sosa" charset="0"/>
                  <a:sym typeface="Sosa" charset="0"/>
                </a:rPr>
                <a:t>t</a:t>
              </a:r>
              <a:endParaRPr lang="id-ID">
                <a:solidFill>
                  <a:srgbClr val="33BCDB"/>
                </a:solidFill>
                <a:latin typeface="黑体" panose="02010609060101010101" charset="-122"/>
                <a:ea typeface="黑体" panose="02010609060101010101" charset="-122"/>
              </a:endParaRPr>
            </a:p>
          </p:txBody>
        </p:sp>
      </p:grpSp>
      <p:sp>
        <p:nvSpPr>
          <p:cNvPr id="22532" name="Rectangle 4"/>
          <p:cNvSpPr/>
          <p:nvPr/>
        </p:nvSpPr>
        <p:spPr bwMode="auto">
          <a:xfrm>
            <a:off x="1358900" y="919803"/>
            <a:ext cx="6232475"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竞争对手数据</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fade">
                                      <p:cBhvr>
                                        <p:cTn id="7" dur="1000"/>
                                        <p:tgtEl>
                                          <p:spTgt spid="21507"/>
                                        </p:tgtEl>
                                      </p:cBhvr>
                                    </p:animEffect>
                                    <p:anim calcmode="lin" valueType="num">
                                      <p:cBhvr>
                                        <p:cTn id="8" dur="1000" fill="hold"/>
                                        <p:tgtEl>
                                          <p:spTgt spid="21507"/>
                                        </p:tgtEl>
                                        <p:attrNameLst>
                                          <p:attrName>ppt_x</p:attrName>
                                        </p:attrNameLst>
                                      </p:cBhvr>
                                      <p:tavLst>
                                        <p:tav tm="0">
                                          <p:val>
                                            <p:strVal val="#ppt_x"/>
                                          </p:val>
                                        </p:tav>
                                        <p:tav tm="100000">
                                          <p:val>
                                            <p:strVal val="#ppt_x"/>
                                          </p:val>
                                        </p:tav>
                                      </p:tavLst>
                                    </p:anim>
                                    <p:anim calcmode="lin" valueType="num">
                                      <p:cBhvr>
                                        <p:cTn id="9" dur="900" decel="100000" fill="hold"/>
                                        <p:tgtEl>
                                          <p:spTgt spid="2150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1507"/>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21505"/>
                                        </p:tgtEl>
                                        <p:attrNameLst>
                                          <p:attrName>style.visibility</p:attrName>
                                        </p:attrNameLst>
                                      </p:cBhvr>
                                      <p:to>
                                        <p:strVal val="visible"/>
                                      </p:to>
                                    </p:set>
                                    <p:animEffect transition="in" filter="fade">
                                      <p:cBhvr>
                                        <p:cTn id="15" dur="1000"/>
                                        <p:tgtEl>
                                          <p:spTgt spid="21505"/>
                                        </p:tgtEl>
                                      </p:cBhvr>
                                    </p:animEffect>
                                    <p:anim calcmode="lin" valueType="num">
                                      <p:cBhvr>
                                        <p:cTn id="16" dur="1000" fill="hold"/>
                                        <p:tgtEl>
                                          <p:spTgt spid="21505"/>
                                        </p:tgtEl>
                                        <p:attrNameLst>
                                          <p:attrName>ppt_x</p:attrName>
                                        </p:attrNameLst>
                                      </p:cBhvr>
                                      <p:tavLst>
                                        <p:tav tm="0">
                                          <p:val>
                                            <p:strVal val="#ppt_x"/>
                                          </p:val>
                                        </p:tav>
                                        <p:tav tm="100000">
                                          <p:val>
                                            <p:strVal val="#ppt_x"/>
                                          </p:val>
                                        </p:tav>
                                      </p:tavLst>
                                    </p:anim>
                                    <p:anim calcmode="lin" valueType="num">
                                      <p:cBhvr>
                                        <p:cTn id="17" dur="900" decel="100000" fill="hold"/>
                                        <p:tgtEl>
                                          <p:spTgt spid="21505"/>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21505"/>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nodeType="clickEffect">
                                  <p:stCondLst>
                                    <p:cond delay="0"/>
                                  </p:stCondLst>
                                  <p:childTnLst>
                                    <p:set>
                                      <p:cBhvr>
                                        <p:cTn id="22" dur="1" fill="hold">
                                          <p:stCondLst>
                                            <p:cond delay="0"/>
                                          </p:stCondLst>
                                        </p:cTn>
                                        <p:tgtEl>
                                          <p:spTgt spid="21506"/>
                                        </p:tgtEl>
                                        <p:attrNameLst>
                                          <p:attrName>style.visibility</p:attrName>
                                        </p:attrNameLst>
                                      </p:cBhvr>
                                      <p:to>
                                        <p:strVal val="visible"/>
                                      </p:to>
                                    </p:set>
                                    <p:animEffect transition="in" filter="fade">
                                      <p:cBhvr>
                                        <p:cTn id="23" dur="1000"/>
                                        <p:tgtEl>
                                          <p:spTgt spid="21506"/>
                                        </p:tgtEl>
                                      </p:cBhvr>
                                    </p:animEffect>
                                    <p:anim calcmode="lin" valueType="num">
                                      <p:cBhvr>
                                        <p:cTn id="24" dur="1000" fill="hold"/>
                                        <p:tgtEl>
                                          <p:spTgt spid="21506"/>
                                        </p:tgtEl>
                                        <p:attrNameLst>
                                          <p:attrName>ppt_x</p:attrName>
                                        </p:attrNameLst>
                                      </p:cBhvr>
                                      <p:tavLst>
                                        <p:tav tm="0">
                                          <p:val>
                                            <p:strVal val="#ppt_x"/>
                                          </p:val>
                                        </p:tav>
                                        <p:tav tm="100000">
                                          <p:val>
                                            <p:strVal val="#ppt_x"/>
                                          </p:val>
                                        </p:tav>
                                      </p:tavLst>
                                    </p:anim>
                                    <p:anim calcmode="lin" valueType="num">
                                      <p:cBhvr>
                                        <p:cTn id="25" dur="900" decel="100000" fill="hold"/>
                                        <p:tgtEl>
                                          <p:spTgt spid="21506"/>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2150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29" name="Group 2"/>
          <p:cNvGrpSpPr/>
          <p:nvPr/>
        </p:nvGrpSpPr>
        <p:grpSpPr bwMode="auto">
          <a:xfrm>
            <a:off x="6413500" y="2741613"/>
            <a:ext cx="9244013" cy="8397235"/>
            <a:chOff x="6413500" y="2741613"/>
            <a:chExt cx="9244013" cy="8397235"/>
          </a:xfrm>
        </p:grpSpPr>
        <p:sp>
          <p:nvSpPr>
            <p:cNvPr id="23555" name="Rectangle 1"/>
            <p:cNvSpPr/>
            <p:nvPr/>
          </p:nvSpPr>
          <p:spPr bwMode="auto">
            <a:xfrm>
              <a:off x="9071793" y="9892353"/>
              <a:ext cx="6232476" cy="1246495"/>
            </a:xfrm>
            <a:prstGeom prst="rect">
              <a:avLst/>
            </a:prstGeom>
            <a:noFill/>
            <a:ln>
              <a:noFill/>
            </a:ln>
          </p:spPr>
          <p:txBody>
            <a:bodyPr wrap="none" lIns="0" tIns="0" rIns="0" bIns="0" anchor="ctr">
              <a:spAutoFit/>
            </a:bodyPr>
            <a:lstStyle/>
            <a:p>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电子商务商城</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23556" name="Group 48"/>
            <p:cNvGrpSpPr/>
            <p:nvPr/>
          </p:nvGrpSpPr>
          <p:grpSpPr bwMode="auto">
            <a:xfrm>
              <a:off x="6413500" y="2741613"/>
              <a:ext cx="9244013" cy="6731000"/>
              <a:chOff x="0" y="0"/>
              <a:chExt cx="5823" cy="4239"/>
            </a:xfrm>
          </p:grpSpPr>
          <p:grpSp>
            <p:nvGrpSpPr>
              <p:cNvPr id="23560" name="Group 46"/>
              <p:cNvGrpSpPr/>
              <p:nvPr/>
            </p:nvGrpSpPr>
            <p:grpSpPr bwMode="auto">
              <a:xfrm>
                <a:off x="0" y="0"/>
                <a:ext cx="5823" cy="4239"/>
                <a:chOff x="0" y="0"/>
                <a:chExt cx="5823" cy="4239"/>
              </a:xfrm>
            </p:grpSpPr>
            <p:sp>
              <p:nvSpPr>
                <p:cNvPr id="23562" name="AutoShape 2"/>
                <p:cNvSpPr/>
                <p:nvPr/>
              </p:nvSpPr>
              <p:spPr bwMode="auto">
                <a:xfrm>
                  <a:off x="1458" y="2224"/>
                  <a:ext cx="4357" cy="2015"/>
                </a:xfrm>
                <a:custGeom>
                  <a:avLst/>
                  <a:gdLst>
                    <a:gd name="T0" fmla="*/ 0 w 21600"/>
                    <a:gd name="T1" fmla="*/ 0 h 21600"/>
                    <a:gd name="T2" fmla="*/ 18 w 21600"/>
                    <a:gd name="T3" fmla="*/ 2 h 21600"/>
                    <a:gd name="T4" fmla="*/ 36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873"/>
                        <a:pt x="6977" y="21600"/>
                        <a:pt x="10800" y="21600"/>
                      </a:cubicBezTo>
                      <a:cubicBezTo>
                        <a:pt x="14893" y="21600"/>
                        <a:pt x="21597" y="11873"/>
                        <a:pt x="21600" y="0"/>
                      </a:cubicBezTo>
                      <a:cubicBezTo>
                        <a:pt x="21600" y="0"/>
                        <a:pt x="0" y="0"/>
                        <a:pt x="0" y="0"/>
                      </a:cubicBezTo>
                      <a:close/>
                      <a:moveTo>
                        <a:pt x="0" y="0"/>
                      </a:moveTo>
                    </a:path>
                  </a:pathLst>
                </a:custGeom>
                <a:solidFill>
                  <a:srgbClr val="4E6074"/>
                </a:solidFill>
                <a:ln>
                  <a:noFill/>
                </a:ln>
              </p:spPr>
              <p:txBody>
                <a:bodyPr lIns="0" tIns="0" rIns="0" bIns="0"/>
                <a:lstStyle/>
                <a:p>
                  <a:endParaRPr lang="en-US"/>
                </a:p>
              </p:txBody>
            </p:sp>
            <p:sp>
              <p:nvSpPr>
                <p:cNvPr id="23563" name="AutoShape 3"/>
                <p:cNvSpPr/>
                <p:nvPr/>
              </p:nvSpPr>
              <p:spPr bwMode="auto">
                <a:xfrm>
                  <a:off x="1458" y="2232"/>
                  <a:ext cx="4357" cy="2001"/>
                </a:xfrm>
                <a:custGeom>
                  <a:avLst/>
                  <a:gdLst>
                    <a:gd name="T0" fmla="*/ 0 w 21600"/>
                    <a:gd name="T1" fmla="*/ 0 h 21600"/>
                    <a:gd name="T2" fmla="*/ 3 w 21600"/>
                    <a:gd name="T3" fmla="*/ 0 h 21600"/>
                    <a:gd name="T4" fmla="*/ 32 w 21600"/>
                    <a:gd name="T5" fmla="*/ 0 h 21600"/>
                    <a:gd name="T6" fmla="*/ 19 w 21600"/>
                    <a:gd name="T7" fmla="*/ 2 h 21600"/>
                    <a:gd name="T8" fmla="*/ 36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44"/>
                        <a:pt x="1898" y="118"/>
                        <a:pt x="1920" y="593"/>
                      </a:cubicBezTo>
                      <a:lnTo>
                        <a:pt x="19154" y="1338"/>
                      </a:lnTo>
                      <a:cubicBezTo>
                        <a:pt x="19152" y="10542"/>
                        <a:pt x="15259" y="18403"/>
                        <a:pt x="11594" y="21600"/>
                      </a:cubicBezTo>
                      <a:cubicBezTo>
                        <a:pt x="15704" y="20494"/>
                        <a:pt x="21598" y="11186"/>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23564" name="AutoShape 4"/>
                <p:cNvSpPr/>
                <p:nvPr/>
              </p:nvSpPr>
              <p:spPr bwMode="auto">
                <a:xfrm>
                  <a:off x="1466" y="1793"/>
                  <a:ext cx="4357" cy="927"/>
                </a:xfrm>
                <a:custGeom>
                  <a:avLst/>
                  <a:gdLst>
                    <a:gd name="T0" fmla="*/ 36 w 21600"/>
                    <a:gd name="T1" fmla="*/ 0 h 21600"/>
                    <a:gd name="T2" fmla="*/ 18 w 21600"/>
                    <a:gd name="T3" fmla="*/ 0 h 21600"/>
                    <a:gd name="T4" fmla="*/ 0 w 21600"/>
                    <a:gd name="T5" fmla="*/ 0 h 21600"/>
                    <a:gd name="T6" fmla="*/ 18 w 21600"/>
                    <a:gd name="T7" fmla="*/ 0 h 21600"/>
                    <a:gd name="T8" fmla="*/ 36 w 21600"/>
                    <a:gd name="T9" fmla="*/ 0 h 21600"/>
                    <a:gd name="T10" fmla="*/ 36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394654"/>
                </a:solidFill>
                <a:ln>
                  <a:noFill/>
                </a:ln>
              </p:spPr>
              <p:txBody>
                <a:bodyPr lIns="0" tIns="0" rIns="0" bIns="0"/>
                <a:lstStyle/>
                <a:p>
                  <a:endParaRPr lang="en-US"/>
                </a:p>
              </p:txBody>
            </p:sp>
            <p:sp>
              <p:nvSpPr>
                <p:cNvPr id="23565" name="AutoShape 5"/>
                <p:cNvSpPr/>
                <p:nvPr/>
              </p:nvSpPr>
              <p:spPr bwMode="auto">
                <a:xfrm>
                  <a:off x="1323" y="0"/>
                  <a:ext cx="413" cy="2172"/>
                </a:xfrm>
                <a:custGeom>
                  <a:avLst/>
                  <a:gdLst>
                    <a:gd name="T0" fmla="*/ 0 w 21415"/>
                    <a:gd name="T1" fmla="*/ 2 h 21554"/>
                    <a:gd name="T2" fmla="*/ 0 w 21415"/>
                    <a:gd name="T3" fmla="*/ 2 h 21554"/>
                    <a:gd name="T4" fmla="*/ 0 w 21415"/>
                    <a:gd name="T5" fmla="*/ 2 h 21554"/>
                    <a:gd name="T6" fmla="*/ 0 w 21415"/>
                    <a:gd name="T7" fmla="*/ 0 h 21554"/>
                    <a:gd name="T8" fmla="*/ 0 w 21415"/>
                    <a:gd name="T9" fmla="*/ 0 h 21554"/>
                    <a:gd name="T10" fmla="*/ 0 w 21415"/>
                    <a:gd name="T11" fmla="*/ 0 h 21554"/>
                    <a:gd name="T12" fmla="*/ 0 w 21415"/>
                    <a:gd name="T13" fmla="*/ 0 h 21554"/>
                    <a:gd name="T14" fmla="*/ 0 w 21415"/>
                    <a:gd name="T15" fmla="*/ 2 h 21554"/>
                    <a:gd name="T16" fmla="*/ 0 w 21415"/>
                    <a:gd name="T17" fmla="*/ 2 h 215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15" h="21554">
                      <a:moveTo>
                        <a:pt x="19562" y="21373"/>
                      </a:moveTo>
                      <a:cubicBezTo>
                        <a:pt x="19678" y="21498"/>
                        <a:pt x="20183" y="21577"/>
                        <a:pt x="20688" y="21548"/>
                      </a:cubicBezTo>
                      <a:cubicBezTo>
                        <a:pt x="21193" y="21519"/>
                        <a:pt x="21508" y="21393"/>
                        <a:pt x="21391" y="21267"/>
                      </a:cubicBezTo>
                      <a:lnTo>
                        <a:pt x="2277" y="637"/>
                      </a:lnTo>
                      <a:lnTo>
                        <a:pt x="1854" y="181"/>
                      </a:lnTo>
                      <a:cubicBezTo>
                        <a:pt x="1738" y="55"/>
                        <a:pt x="1234" y="-23"/>
                        <a:pt x="728" y="6"/>
                      </a:cubicBezTo>
                      <a:cubicBezTo>
                        <a:pt x="223" y="35"/>
                        <a:pt x="-92" y="161"/>
                        <a:pt x="25" y="287"/>
                      </a:cubicBezTo>
                      <a:cubicBezTo>
                        <a:pt x="25" y="287"/>
                        <a:pt x="19562" y="21373"/>
                        <a:pt x="19562" y="21373"/>
                      </a:cubicBezTo>
                      <a:close/>
                      <a:moveTo>
                        <a:pt x="19562" y="21373"/>
                      </a:moveTo>
                    </a:path>
                  </a:pathLst>
                </a:custGeom>
                <a:solidFill>
                  <a:srgbClr val="F6F6F6"/>
                </a:solidFill>
                <a:ln>
                  <a:noFill/>
                </a:ln>
              </p:spPr>
              <p:txBody>
                <a:bodyPr lIns="0" tIns="0" rIns="0" bIns="0"/>
                <a:lstStyle/>
                <a:p>
                  <a:endParaRPr lang="en-US"/>
                </a:p>
              </p:txBody>
            </p:sp>
            <p:sp>
              <p:nvSpPr>
                <p:cNvPr id="23566" name="AutoShape 6"/>
                <p:cNvSpPr/>
                <p:nvPr/>
              </p:nvSpPr>
              <p:spPr bwMode="auto">
                <a:xfrm>
                  <a:off x="0" y="223"/>
                  <a:ext cx="1524" cy="1023"/>
                </a:xfrm>
                <a:custGeom>
                  <a:avLst/>
                  <a:gdLst>
                    <a:gd name="T0" fmla="*/ 0 w 21600"/>
                    <a:gd name="T1" fmla="*/ 0 h 20347"/>
                    <a:gd name="T2" fmla="*/ 0 w 21600"/>
                    <a:gd name="T3" fmla="*/ 0 h 20347"/>
                    <a:gd name="T4" fmla="*/ 0 w 21600"/>
                    <a:gd name="T5" fmla="*/ 0 h 20347"/>
                    <a:gd name="T6" fmla="*/ 0 w 21600"/>
                    <a:gd name="T7" fmla="*/ 0 h 20347"/>
                    <a:gd name="T8" fmla="*/ 0 w 21600"/>
                    <a:gd name="T9" fmla="*/ 0 h 20347"/>
                    <a:gd name="T10" fmla="*/ 0 w 21600"/>
                    <a:gd name="T11" fmla="*/ 0 h 20347"/>
                    <a:gd name="T12" fmla="*/ 1 w 21600"/>
                    <a:gd name="T13" fmla="*/ 0 h 20347"/>
                    <a:gd name="T14" fmla="*/ 1 w 21600"/>
                    <a:gd name="T15" fmla="*/ 0 h 20347"/>
                    <a:gd name="T16" fmla="*/ 0 w 21600"/>
                    <a:gd name="T17" fmla="*/ 0 h 20347"/>
                    <a:gd name="T18" fmla="*/ 0 w 21600"/>
                    <a:gd name="T19" fmla="*/ 0 h 20347"/>
                    <a:gd name="T20" fmla="*/ 0 w 21600"/>
                    <a:gd name="T21" fmla="*/ 0 h 20347"/>
                    <a:gd name="T22" fmla="*/ 0 w 21600"/>
                    <a:gd name="T23" fmla="*/ 0 h 20347"/>
                    <a:gd name="T24" fmla="*/ 0 w 21600"/>
                    <a:gd name="T25" fmla="*/ 0 h 203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0347">
                      <a:moveTo>
                        <a:pt x="547" y="11356"/>
                      </a:moveTo>
                      <a:cubicBezTo>
                        <a:pt x="2078" y="11867"/>
                        <a:pt x="4635" y="10353"/>
                        <a:pt x="6611" y="8797"/>
                      </a:cubicBezTo>
                      <a:cubicBezTo>
                        <a:pt x="8588" y="7242"/>
                        <a:pt x="10170" y="3085"/>
                        <a:pt x="12945" y="1072"/>
                      </a:cubicBezTo>
                      <a:cubicBezTo>
                        <a:pt x="15719" y="-941"/>
                        <a:pt x="19721" y="499"/>
                        <a:pt x="19721" y="499"/>
                      </a:cubicBezTo>
                      <a:lnTo>
                        <a:pt x="19722" y="508"/>
                      </a:lnTo>
                      <a:cubicBezTo>
                        <a:pt x="19487" y="1602"/>
                        <a:pt x="19336" y="3291"/>
                        <a:pt x="19585" y="5799"/>
                      </a:cubicBezTo>
                      <a:cubicBezTo>
                        <a:pt x="20078" y="10768"/>
                        <a:pt x="19523" y="15085"/>
                        <a:pt x="21552" y="19014"/>
                      </a:cubicBezTo>
                      <a:lnTo>
                        <a:pt x="21600" y="19500"/>
                      </a:lnTo>
                      <a:cubicBezTo>
                        <a:pt x="21600" y="19500"/>
                        <a:pt x="20987" y="17292"/>
                        <a:pt x="17207" y="17082"/>
                      </a:cubicBezTo>
                      <a:cubicBezTo>
                        <a:pt x="13427" y="16872"/>
                        <a:pt x="12720" y="20659"/>
                        <a:pt x="6949" y="20326"/>
                      </a:cubicBezTo>
                      <a:cubicBezTo>
                        <a:pt x="1642" y="20020"/>
                        <a:pt x="198" y="12389"/>
                        <a:pt x="0" y="11162"/>
                      </a:cubicBezTo>
                      <a:cubicBezTo>
                        <a:pt x="131" y="11213"/>
                        <a:pt x="309" y="11276"/>
                        <a:pt x="547" y="11356"/>
                      </a:cubicBezTo>
                      <a:close/>
                      <a:moveTo>
                        <a:pt x="547" y="11356"/>
                      </a:moveTo>
                    </a:path>
                  </a:pathLst>
                </a:custGeom>
                <a:solidFill>
                  <a:srgbClr val="F6981F"/>
                </a:solidFill>
                <a:ln>
                  <a:noFill/>
                </a:ln>
              </p:spPr>
              <p:txBody>
                <a:bodyPr lIns="0" tIns="0" rIns="0" bIns="0"/>
                <a:lstStyle/>
                <a:p>
                  <a:endParaRPr lang="en-US"/>
                </a:p>
              </p:txBody>
            </p:sp>
            <p:sp>
              <p:nvSpPr>
                <p:cNvPr id="23567" name="AutoShape 7"/>
                <p:cNvSpPr/>
                <p:nvPr/>
              </p:nvSpPr>
              <p:spPr bwMode="auto">
                <a:xfrm>
                  <a:off x="23" y="503"/>
                  <a:ext cx="1111" cy="746"/>
                </a:xfrm>
                <a:custGeom>
                  <a:avLst/>
                  <a:gdLst>
                    <a:gd name="T0" fmla="*/ 0 w 21600"/>
                    <a:gd name="T1" fmla="*/ 0 h 21222"/>
                    <a:gd name="T2" fmla="*/ 0 w 21600"/>
                    <a:gd name="T3" fmla="*/ 0 h 21222"/>
                    <a:gd name="T4" fmla="*/ 0 w 21600"/>
                    <a:gd name="T5" fmla="*/ 0 h 21222"/>
                    <a:gd name="T6" fmla="*/ 0 w 21600"/>
                    <a:gd name="T7" fmla="*/ 0 h 21222"/>
                    <a:gd name="T8" fmla="*/ 0 w 21600"/>
                    <a:gd name="T9" fmla="*/ 0 h 21222"/>
                    <a:gd name="T10" fmla="*/ 0 w 21600"/>
                    <a:gd name="T11" fmla="*/ 0 h 21222"/>
                    <a:gd name="T12" fmla="*/ 0 w 21600"/>
                    <a:gd name="T13" fmla="*/ 0 h 21222"/>
                    <a:gd name="T14" fmla="*/ 0 w 21600"/>
                    <a:gd name="T15" fmla="*/ 0 h 21222"/>
                    <a:gd name="T16" fmla="*/ 0 w 21600"/>
                    <a:gd name="T17" fmla="*/ 0 h 212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222">
                      <a:moveTo>
                        <a:pt x="9069" y="4694"/>
                      </a:moveTo>
                      <a:cubicBezTo>
                        <a:pt x="10299" y="3685"/>
                        <a:pt x="11418" y="1908"/>
                        <a:pt x="12628" y="0"/>
                      </a:cubicBezTo>
                      <a:cubicBezTo>
                        <a:pt x="12325" y="3050"/>
                        <a:pt x="12652" y="6597"/>
                        <a:pt x="14400" y="10125"/>
                      </a:cubicBezTo>
                      <a:cubicBezTo>
                        <a:pt x="16332" y="14026"/>
                        <a:pt x="19184" y="15871"/>
                        <a:pt x="21600" y="16739"/>
                      </a:cubicBezTo>
                      <a:cubicBezTo>
                        <a:pt x="17997" y="17681"/>
                        <a:pt x="16313" y="21600"/>
                        <a:pt x="9531" y="21192"/>
                      </a:cubicBezTo>
                      <a:cubicBezTo>
                        <a:pt x="2253" y="20754"/>
                        <a:pt x="272" y="9834"/>
                        <a:pt x="0" y="8078"/>
                      </a:cubicBezTo>
                      <a:cubicBezTo>
                        <a:pt x="179" y="8151"/>
                        <a:pt x="423" y="8241"/>
                        <a:pt x="750" y="8355"/>
                      </a:cubicBezTo>
                      <a:cubicBezTo>
                        <a:pt x="2850" y="9087"/>
                        <a:pt x="6358" y="6921"/>
                        <a:pt x="9069" y="4694"/>
                      </a:cubicBezTo>
                      <a:close/>
                      <a:moveTo>
                        <a:pt x="9069" y="4694"/>
                      </a:moveTo>
                    </a:path>
                  </a:pathLst>
                </a:custGeom>
                <a:solidFill>
                  <a:srgbClr val="F66600"/>
                </a:solidFill>
                <a:ln>
                  <a:noFill/>
                </a:ln>
              </p:spPr>
              <p:txBody>
                <a:bodyPr lIns="0" tIns="0" rIns="0" bIns="0"/>
                <a:lstStyle/>
                <a:p>
                  <a:endParaRPr lang="en-US"/>
                </a:p>
              </p:txBody>
            </p:sp>
            <p:grpSp>
              <p:nvGrpSpPr>
                <p:cNvPr id="23568" name="Group 19"/>
                <p:cNvGrpSpPr/>
                <p:nvPr/>
              </p:nvGrpSpPr>
              <p:grpSpPr bwMode="auto">
                <a:xfrm>
                  <a:off x="2200" y="912"/>
                  <a:ext cx="965" cy="1339"/>
                  <a:chOff x="0" y="0"/>
                  <a:chExt cx="964" cy="1339"/>
                </a:xfrm>
              </p:grpSpPr>
              <p:sp>
                <p:nvSpPr>
                  <p:cNvPr id="23595" name="AutoShape 8"/>
                  <p:cNvSpPr/>
                  <p:nvPr/>
                </p:nvSpPr>
                <p:spPr bwMode="auto">
                  <a:xfrm>
                    <a:off x="293" y="0"/>
                    <a:ext cx="360" cy="376"/>
                  </a:xfrm>
                  <a:custGeom>
                    <a:avLst/>
                    <a:gdLst>
                      <a:gd name="T0" fmla="*/ 0 w 21377"/>
                      <a:gd name="T1" fmla="*/ 0 h 21387"/>
                      <a:gd name="T2" fmla="*/ 0 w 21377"/>
                      <a:gd name="T3" fmla="*/ 0 h 21387"/>
                      <a:gd name="T4" fmla="*/ 0 w 21377"/>
                      <a:gd name="T5" fmla="*/ 0 h 21387"/>
                      <a:gd name="T6" fmla="*/ 0 w 21377"/>
                      <a:gd name="T7" fmla="*/ 0 h 21387"/>
                      <a:gd name="T8" fmla="*/ 0 w 21377"/>
                      <a:gd name="T9" fmla="*/ 0 h 21387"/>
                      <a:gd name="T10" fmla="*/ 0 w 21377"/>
                      <a:gd name="T11" fmla="*/ 0 h 21387"/>
                      <a:gd name="T12" fmla="*/ 0 w 21377"/>
                      <a:gd name="T13" fmla="*/ 0 h 21387"/>
                      <a:gd name="T14" fmla="*/ 0 w 21377"/>
                      <a:gd name="T15" fmla="*/ 0 h 21387"/>
                      <a:gd name="T16" fmla="*/ 0 w 21377"/>
                      <a:gd name="T17" fmla="*/ 0 h 21387"/>
                      <a:gd name="T18" fmla="*/ 0 w 21377"/>
                      <a:gd name="T19" fmla="*/ 0 h 21387"/>
                      <a:gd name="T20" fmla="*/ 0 w 21377"/>
                      <a:gd name="T21" fmla="*/ 0 h 21387"/>
                      <a:gd name="T22" fmla="*/ 0 w 21377"/>
                      <a:gd name="T23" fmla="*/ 0 h 21387"/>
                      <a:gd name="T24" fmla="*/ 0 w 21377"/>
                      <a:gd name="T25" fmla="*/ 0 h 21387"/>
                      <a:gd name="T26" fmla="*/ 0 w 21377"/>
                      <a:gd name="T27" fmla="*/ 0 h 21387"/>
                      <a:gd name="T28" fmla="*/ 0 w 21377"/>
                      <a:gd name="T29" fmla="*/ 0 h 21387"/>
                      <a:gd name="T30" fmla="*/ 0 w 21377"/>
                      <a:gd name="T31" fmla="*/ 0 h 21387"/>
                      <a:gd name="T32" fmla="*/ 0 w 21377"/>
                      <a:gd name="T33" fmla="*/ 0 h 21387"/>
                      <a:gd name="T34" fmla="*/ 0 w 21377"/>
                      <a:gd name="T35" fmla="*/ 0 h 21387"/>
                      <a:gd name="T36" fmla="*/ 0 w 21377"/>
                      <a:gd name="T37" fmla="*/ 0 h 21387"/>
                      <a:gd name="T38" fmla="*/ 0 w 21377"/>
                      <a:gd name="T39" fmla="*/ 0 h 21387"/>
                      <a:gd name="T40" fmla="*/ 0 w 21377"/>
                      <a:gd name="T41" fmla="*/ 0 h 21387"/>
                      <a:gd name="T42" fmla="*/ 0 w 21377"/>
                      <a:gd name="T43" fmla="*/ 0 h 21387"/>
                      <a:gd name="T44" fmla="*/ 0 w 21377"/>
                      <a:gd name="T45" fmla="*/ 0 h 21387"/>
                      <a:gd name="T46" fmla="*/ 0 w 21377"/>
                      <a:gd name="T47" fmla="*/ 0 h 213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7" h="21387">
                        <a:moveTo>
                          <a:pt x="20032" y="21102"/>
                        </a:moveTo>
                        <a:cubicBezTo>
                          <a:pt x="20032" y="21102"/>
                          <a:pt x="20033" y="21099"/>
                          <a:pt x="20037" y="21081"/>
                        </a:cubicBezTo>
                        <a:cubicBezTo>
                          <a:pt x="20039" y="21063"/>
                          <a:pt x="20044" y="21036"/>
                          <a:pt x="20049" y="21002"/>
                        </a:cubicBezTo>
                        <a:cubicBezTo>
                          <a:pt x="20059" y="20935"/>
                          <a:pt x="20069" y="20843"/>
                          <a:pt x="20081" y="20730"/>
                        </a:cubicBezTo>
                        <a:cubicBezTo>
                          <a:pt x="20328" y="18530"/>
                          <a:pt x="20571" y="8872"/>
                          <a:pt x="17109" y="4068"/>
                        </a:cubicBezTo>
                        <a:cubicBezTo>
                          <a:pt x="15962" y="2465"/>
                          <a:pt x="14486" y="1405"/>
                          <a:pt x="12439" y="1179"/>
                        </a:cubicBezTo>
                        <a:cubicBezTo>
                          <a:pt x="12411" y="1176"/>
                          <a:pt x="12378" y="1173"/>
                          <a:pt x="12344" y="1169"/>
                        </a:cubicBezTo>
                        <a:cubicBezTo>
                          <a:pt x="10448" y="1001"/>
                          <a:pt x="8906" y="1689"/>
                          <a:pt x="7542" y="2949"/>
                        </a:cubicBezTo>
                        <a:cubicBezTo>
                          <a:pt x="6185" y="4208"/>
                          <a:pt x="5063" y="6047"/>
                          <a:pt x="4177" y="8046"/>
                        </a:cubicBezTo>
                        <a:cubicBezTo>
                          <a:pt x="2399" y="12045"/>
                          <a:pt x="1557" y="16657"/>
                          <a:pt x="1277" y="18493"/>
                        </a:cubicBezTo>
                        <a:cubicBezTo>
                          <a:pt x="1197" y="19018"/>
                          <a:pt x="1163" y="19310"/>
                          <a:pt x="1163" y="19310"/>
                        </a:cubicBezTo>
                        <a:lnTo>
                          <a:pt x="1163" y="19311"/>
                        </a:lnTo>
                        <a:lnTo>
                          <a:pt x="0" y="19186"/>
                        </a:lnTo>
                        <a:cubicBezTo>
                          <a:pt x="2" y="19169"/>
                          <a:pt x="328" y="16402"/>
                          <a:pt x="1245" y="12976"/>
                        </a:cubicBezTo>
                        <a:cubicBezTo>
                          <a:pt x="2167" y="9549"/>
                          <a:pt x="3657" y="5462"/>
                          <a:pt x="6101" y="2767"/>
                        </a:cubicBezTo>
                        <a:cubicBezTo>
                          <a:pt x="7722" y="973"/>
                          <a:pt x="9861" y="-213"/>
                          <a:pt x="12459" y="33"/>
                        </a:cubicBezTo>
                        <a:cubicBezTo>
                          <a:pt x="12497" y="36"/>
                          <a:pt x="12538" y="40"/>
                          <a:pt x="12579" y="45"/>
                        </a:cubicBezTo>
                        <a:cubicBezTo>
                          <a:pt x="14996" y="300"/>
                          <a:pt x="16806" y="1622"/>
                          <a:pt x="18072" y="3414"/>
                        </a:cubicBezTo>
                        <a:cubicBezTo>
                          <a:pt x="19345" y="5210"/>
                          <a:pt x="20128" y="7481"/>
                          <a:pt x="20621" y="9798"/>
                        </a:cubicBezTo>
                        <a:cubicBezTo>
                          <a:pt x="21600" y="14434"/>
                          <a:pt x="21404" y="19257"/>
                          <a:pt x="21246" y="20838"/>
                        </a:cubicBezTo>
                        <a:cubicBezTo>
                          <a:pt x="21218" y="21093"/>
                          <a:pt x="21200" y="21242"/>
                          <a:pt x="21164" y="21387"/>
                        </a:cubicBezTo>
                        <a:lnTo>
                          <a:pt x="20032" y="21102"/>
                        </a:lnTo>
                        <a:cubicBezTo>
                          <a:pt x="20032" y="21102"/>
                          <a:pt x="20032" y="21102"/>
                          <a:pt x="20032" y="21102"/>
                        </a:cubicBezTo>
                        <a:close/>
                        <a:moveTo>
                          <a:pt x="20032" y="21102"/>
                        </a:moveTo>
                      </a:path>
                    </a:pathLst>
                  </a:custGeom>
                  <a:solidFill>
                    <a:srgbClr val="000000"/>
                  </a:solidFill>
                  <a:ln>
                    <a:noFill/>
                  </a:ln>
                </p:spPr>
                <p:txBody>
                  <a:bodyPr lIns="0" tIns="0" rIns="0" bIns="0"/>
                  <a:lstStyle/>
                  <a:p>
                    <a:endParaRPr lang="en-US"/>
                  </a:p>
                </p:txBody>
              </p:sp>
              <p:sp>
                <p:nvSpPr>
                  <p:cNvPr id="23596" name="AutoShape 9"/>
                  <p:cNvSpPr/>
                  <p:nvPr/>
                </p:nvSpPr>
                <p:spPr bwMode="auto">
                  <a:xfrm>
                    <a:off x="24" y="291"/>
                    <a:ext cx="940" cy="10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222" y="311"/>
                        </a:moveTo>
                        <a:lnTo>
                          <a:pt x="2749" y="623"/>
                        </a:lnTo>
                        <a:lnTo>
                          <a:pt x="3404" y="0"/>
                        </a:lnTo>
                        <a:lnTo>
                          <a:pt x="20509" y="233"/>
                        </a:lnTo>
                        <a:lnTo>
                          <a:pt x="21600" y="20471"/>
                        </a:lnTo>
                        <a:lnTo>
                          <a:pt x="2836" y="21600"/>
                        </a:lnTo>
                        <a:lnTo>
                          <a:pt x="0" y="20121"/>
                        </a:lnTo>
                        <a:cubicBezTo>
                          <a:pt x="0" y="20121"/>
                          <a:pt x="1222" y="311"/>
                          <a:pt x="1222" y="311"/>
                        </a:cubicBezTo>
                        <a:close/>
                        <a:moveTo>
                          <a:pt x="1222" y="311"/>
                        </a:moveTo>
                      </a:path>
                    </a:pathLst>
                  </a:custGeom>
                  <a:gradFill rotWithShape="0">
                    <a:gsLst>
                      <a:gs pos="0">
                        <a:srgbClr val="1A75BA"/>
                      </a:gs>
                      <a:gs pos="100000">
                        <a:srgbClr val="115080"/>
                      </a:gs>
                    </a:gsLst>
                    <a:lin ang="4140000" scaled="1"/>
                  </a:gradFill>
                  <a:ln>
                    <a:noFill/>
                  </a:ln>
                </p:spPr>
                <p:txBody>
                  <a:bodyPr lIns="0" tIns="0" rIns="0" bIns="0"/>
                  <a:lstStyle/>
                  <a:p>
                    <a:endParaRPr lang="en-US"/>
                  </a:p>
                </p:txBody>
              </p:sp>
              <p:sp>
                <p:nvSpPr>
                  <p:cNvPr id="23597" name="AutoShape 10"/>
                  <p:cNvSpPr/>
                  <p:nvPr/>
                </p:nvSpPr>
                <p:spPr bwMode="auto">
                  <a:xfrm>
                    <a:off x="110" y="281"/>
                    <a:ext cx="59" cy="105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lnTo>
                          <a:pt x="13237" y="21600"/>
                        </a:lnTo>
                        <a:lnTo>
                          <a:pt x="0" y="19710"/>
                        </a:lnTo>
                        <a:lnTo>
                          <a:pt x="11845" y="733"/>
                        </a:lnTo>
                        <a:lnTo>
                          <a:pt x="13934" y="39"/>
                        </a:lnTo>
                        <a:cubicBezTo>
                          <a:pt x="13934" y="39"/>
                          <a:pt x="21600" y="0"/>
                          <a:pt x="21600" y="0"/>
                        </a:cubicBezTo>
                        <a:close/>
                        <a:moveTo>
                          <a:pt x="21600" y="0"/>
                        </a:moveTo>
                      </a:path>
                    </a:pathLst>
                  </a:custGeom>
                  <a:solidFill>
                    <a:srgbClr val="0E3D60"/>
                  </a:solidFill>
                  <a:ln>
                    <a:noFill/>
                  </a:ln>
                </p:spPr>
                <p:txBody>
                  <a:bodyPr lIns="0" tIns="0" rIns="0" bIns="0"/>
                  <a:lstStyle/>
                  <a:p>
                    <a:endParaRPr lang="en-US"/>
                  </a:p>
                </p:txBody>
              </p:sp>
              <p:sp>
                <p:nvSpPr>
                  <p:cNvPr id="23598" name="AutoShape 11"/>
                  <p:cNvSpPr/>
                  <p:nvPr/>
                </p:nvSpPr>
                <p:spPr bwMode="auto">
                  <a:xfrm>
                    <a:off x="0" y="281"/>
                    <a:ext cx="142" cy="9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3744" y="21600"/>
                        </a:moveTo>
                        <a:lnTo>
                          <a:pt x="16416" y="21185"/>
                        </a:lnTo>
                        <a:lnTo>
                          <a:pt x="21600" y="539"/>
                        </a:lnTo>
                        <a:lnTo>
                          <a:pt x="8641" y="0"/>
                        </a:lnTo>
                        <a:lnTo>
                          <a:pt x="0" y="21310"/>
                        </a:lnTo>
                        <a:cubicBezTo>
                          <a:pt x="0" y="21310"/>
                          <a:pt x="3744" y="21600"/>
                          <a:pt x="3744" y="21600"/>
                        </a:cubicBezTo>
                        <a:close/>
                        <a:moveTo>
                          <a:pt x="3744" y="21600"/>
                        </a:moveTo>
                      </a:path>
                    </a:pathLst>
                  </a:custGeom>
                  <a:solidFill>
                    <a:srgbClr val="135282"/>
                  </a:solidFill>
                  <a:ln>
                    <a:noFill/>
                  </a:ln>
                </p:spPr>
                <p:txBody>
                  <a:bodyPr lIns="0" tIns="0" rIns="0" bIns="0"/>
                  <a:lstStyle/>
                  <a:p>
                    <a:endParaRPr lang="en-US"/>
                  </a:p>
                </p:txBody>
              </p:sp>
              <p:sp>
                <p:nvSpPr>
                  <p:cNvPr id="23599" name="AutoShape 12"/>
                  <p:cNvSpPr/>
                  <p:nvPr/>
                </p:nvSpPr>
                <p:spPr bwMode="auto">
                  <a:xfrm>
                    <a:off x="370" y="348"/>
                    <a:ext cx="29" cy="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8"/>
                        </a:moveTo>
                        <a:cubicBezTo>
                          <a:pt x="21600" y="16763"/>
                          <a:pt x="16763" y="21600"/>
                          <a:pt x="10798" y="21600"/>
                        </a:cubicBezTo>
                        <a:cubicBezTo>
                          <a:pt x="4834" y="21600"/>
                          <a:pt x="0" y="16763"/>
                          <a:pt x="0" y="10798"/>
                        </a:cubicBezTo>
                        <a:cubicBezTo>
                          <a:pt x="0" y="4834"/>
                          <a:pt x="4834" y="0"/>
                          <a:pt x="10798" y="0"/>
                        </a:cubicBezTo>
                        <a:cubicBezTo>
                          <a:pt x="16763" y="0"/>
                          <a:pt x="21600" y="4834"/>
                          <a:pt x="21600" y="10798"/>
                        </a:cubicBezTo>
                        <a:close/>
                        <a:moveTo>
                          <a:pt x="21600" y="10798"/>
                        </a:moveTo>
                      </a:path>
                    </a:pathLst>
                  </a:custGeom>
                  <a:solidFill>
                    <a:srgbClr val="231F1F"/>
                  </a:solidFill>
                  <a:ln>
                    <a:noFill/>
                  </a:ln>
                </p:spPr>
                <p:txBody>
                  <a:bodyPr lIns="0" tIns="0" rIns="0" bIns="0"/>
                  <a:lstStyle/>
                  <a:p>
                    <a:endParaRPr lang="en-US"/>
                  </a:p>
                </p:txBody>
              </p:sp>
              <p:sp>
                <p:nvSpPr>
                  <p:cNvPr id="23600" name="AutoShape 13"/>
                  <p:cNvSpPr/>
                  <p:nvPr/>
                </p:nvSpPr>
                <p:spPr bwMode="auto">
                  <a:xfrm>
                    <a:off x="696" y="343"/>
                    <a:ext cx="30" cy="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7"/>
                        </a:moveTo>
                        <a:cubicBezTo>
                          <a:pt x="21600" y="16763"/>
                          <a:pt x="16757" y="21600"/>
                          <a:pt x="10797" y="21600"/>
                        </a:cubicBezTo>
                        <a:cubicBezTo>
                          <a:pt x="4833" y="21600"/>
                          <a:pt x="0" y="16763"/>
                          <a:pt x="0" y="10797"/>
                        </a:cubicBezTo>
                        <a:cubicBezTo>
                          <a:pt x="0" y="4832"/>
                          <a:pt x="4833" y="0"/>
                          <a:pt x="10797" y="0"/>
                        </a:cubicBezTo>
                        <a:cubicBezTo>
                          <a:pt x="16757" y="0"/>
                          <a:pt x="21600" y="4832"/>
                          <a:pt x="21600" y="10797"/>
                        </a:cubicBezTo>
                        <a:close/>
                        <a:moveTo>
                          <a:pt x="21600" y="10797"/>
                        </a:moveTo>
                      </a:path>
                    </a:pathLst>
                  </a:custGeom>
                  <a:solidFill>
                    <a:srgbClr val="231F1F"/>
                  </a:solidFill>
                  <a:ln>
                    <a:noFill/>
                  </a:ln>
                </p:spPr>
                <p:txBody>
                  <a:bodyPr lIns="0" tIns="0" rIns="0" bIns="0"/>
                  <a:lstStyle/>
                  <a:p>
                    <a:endParaRPr lang="en-US"/>
                  </a:p>
                </p:txBody>
              </p:sp>
              <p:sp>
                <p:nvSpPr>
                  <p:cNvPr id="23601" name="AutoShape 14"/>
                  <p:cNvSpPr/>
                  <p:nvPr/>
                </p:nvSpPr>
                <p:spPr bwMode="auto">
                  <a:xfrm>
                    <a:off x="360" y="339"/>
                    <a:ext cx="45"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9"/>
                        </a:moveTo>
                        <a:cubicBezTo>
                          <a:pt x="7108" y="17489"/>
                          <a:pt x="4112" y="14493"/>
                          <a:pt x="4112" y="10803"/>
                        </a:cubicBezTo>
                        <a:cubicBezTo>
                          <a:pt x="4112" y="7105"/>
                          <a:pt x="7108" y="4109"/>
                          <a:pt x="10798" y="4109"/>
                        </a:cubicBezTo>
                        <a:cubicBezTo>
                          <a:pt x="14495" y="4109"/>
                          <a:pt x="17488" y="7105"/>
                          <a:pt x="17488" y="10803"/>
                        </a:cubicBezTo>
                        <a:cubicBezTo>
                          <a:pt x="17488" y="14493"/>
                          <a:pt x="14495" y="17489"/>
                          <a:pt x="10798" y="17489"/>
                        </a:cubicBezTo>
                        <a:close/>
                        <a:moveTo>
                          <a:pt x="10798" y="0"/>
                        </a:moveTo>
                        <a:cubicBezTo>
                          <a:pt x="4833" y="0"/>
                          <a:pt x="0" y="4833"/>
                          <a:pt x="0" y="10803"/>
                        </a:cubicBezTo>
                        <a:cubicBezTo>
                          <a:pt x="0" y="16764"/>
                          <a:pt x="4833" y="21600"/>
                          <a:pt x="10798" y="21600"/>
                        </a:cubicBezTo>
                        <a:cubicBezTo>
                          <a:pt x="16765" y="21600"/>
                          <a:pt x="21600" y="16764"/>
                          <a:pt x="21600" y="10803"/>
                        </a:cubicBezTo>
                        <a:cubicBezTo>
                          <a:pt x="21600" y="4833"/>
                          <a:pt x="16765" y="0"/>
                          <a:pt x="10798" y="0"/>
                        </a:cubicBezTo>
                        <a:close/>
                        <a:moveTo>
                          <a:pt x="10798" y="0"/>
                        </a:moveTo>
                      </a:path>
                    </a:pathLst>
                  </a:custGeom>
                  <a:solidFill>
                    <a:srgbClr val="231F1F"/>
                  </a:solidFill>
                  <a:ln>
                    <a:noFill/>
                  </a:ln>
                </p:spPr>
                <p:txBody>
                  <a:bodyPr lIns="0" tIns="0" rIns="0" bIns="0"/>
                  <a:lstStyle/>
                  <a:p>
                    <a:endParaRPr lang="en-US"/>
                  </a:p>
                </p:txBody>
              </p:sp>
              <p:sp>
                <p:nvSpPr>
                  <p:cNvPr id="23602" name="AutoShape 15"/>
                  <p:cNvSpPr/>
                  <p:nvPr/>
                </p:nvSpPr>
                <p:spPr bwMode="auto">
                  <a:xfrm>
                    <a:off x="360" y="339"/>
                    <a:ext cx="45"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2" y="17488"/>
                        </a:moveTo>
                        <a:cubicBezTo>
                          <a:pt x="7110" y="17488"/>
                          <a:pt x="4112" y="14494"/>
                          <a:pt x="4112" y="10801"/>
                        </a:cubicBezTo>
                        <a:cubicBezTo>
                          <a:pt x="4112" y="7103"/>
                          <a:pt x="7110" y="4111"/>
                          <a:pt x="10802" y="4111"/>
                        </a:cubicBezTo>
                        <a:cubicBezTo>
                          <a:pt x="14499" y="4111"/>
                          <a:pt x="17493" y="7103"/>
                          <a:pt x="17493" y="10801"/>
                        </a:cubicBezTo>
                        <a:cubicBezTo>
                          <a:pt x="17493" y="14494"/>
                          <a:pt x="14499" y="17488"/>
                          <a:pt x="10802" y="17488"/>
                        </a:cubicBezTo>
                        <a:close/>
                        <a:moveTo>
                          <a:pt x="10802" y="0"/>
                        </a:moveTo>
                        <a:cubicBezTo>
                          <a:pt x="4840" y="0"/>
                          <a:pt x="0" y="4833"/>
                          <a:pt x="0" y="10801"/>
                        </a:cubicBezTo>
                        <a:cubicBezTo>
                          <a:pt x="0" y="16763"/>
                          <a:pt x="4840" y="21600"/>
                          <a:pt x="10802" y="21600"/>
                        </a:cubicBezTo>
                        <a:cubicBezTo>
                          <a:pt x="16767" y="21600"/>
                          <a:pt x="21600" y="16763"/>
                          <a:pt x="21600" y="10801"/>
                        </a:cubicBezTo>
                        <a:cubicBezTo>
                          <a:pt x="21600" y="4833"/>
                          <a:pt x="16767" y="0"/>
                          <a:pt x="10802" y="0"/>
                        </a:cubicBezTo>
                        <a:close/>
                        <a:moveTo>
                          <a:pt x="10802"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23603" name="AutoShape 16"/>
                  <p:cNvSpPr/>
                  <p:nvPr/>
                </p:nvSpPr>
                <p:spPr bwMode="auto">
                  <a:xfrm>
                    <a:off x="687" y="339"/>
                    <a:ext cx="45"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4"/>
                        </a:moveTo>
                        <a:cubicBezTo>
                          <a:pt x="7105" y="17484"/>
                          <a:pt x="4112" y="14494"/>
                          <a:pt x="4112" y="10799"/>
                        </a:cubicBezTo>
                        <a:cubicBezTo>
                          <a:pt x="4112" y="7102"/>
                          <a:pt x="7105" y="4108"/>
                          <a:pt x="10798" y="4108"/>
                        </a:cubicBezTo>
                        <a:cubicBezTo>
                          <a:pt x="14495" y="4108"/>
                          <a:pt x="17488" y="7102"/>
                          <a:pt x="17488" y="10799"/>
                        </a:cubicBezTo>
                        <a:cubicBezTo>
                          <a:pt x="17488" y="14494"/>
                          <a:pt x="14495" y="17484"/>
                          <a:pt x="10798" y="17484"/>
                        </a:cubicBezTo>
                        <a:close/>
                        <a:moveTo>
                          <a:pt x="10798" y="0"/>
                        </a:moveTo>
                        <a:cubicBezTo>
                          <a:pt x="4835" y="0"/>
                          <a:pt x="0" y="4833"/>
                          <a:pt x="0" y="10799"/>
                        </a:cubicBezTo>
                        <a:cubicBezTo>
                          <a:pt x="0" y="16763"/>
                          <a:pt x="4835" y="21600"/>
                          <a:pt x="10798" y="21600"/>
                        </a:cubicBezTo>
                        <a:cubicBezTo>
                          <a:pt x="16762" y="21600"/>
                          <a:pt x="21600" y="16763"/>
                          <a:pt x="21600" y="10799"/>
                        </a:cubicBezTo>
                        <a:cubicBezTo>
                          <a:pt x="21600" y="4833"/>
                          <a:pt x="16762" y="0"/>
                          <a:pt x="10798" y="0"/>
                        </a:cubicBezTo>
                        <a:close/>
                        <a:moveTo>
                          <a:pt x="10798" y="0"/>
                        </a:moveTo>
                      </a:path>
                    </a:pathLst>
                  </a:custGeom>
                  <a:solidFill>
                    <a:srgbClr val="231F1F"/>
                  </a:solidFill>
                  <a:ln>
                    <a:noFill/>
                  </a:ln>
                </p:spPr>
                <p:txBody>
                  <a:bodyPr lIns="0" tIns="0" rIns="0" bIns="0"/>
                  <a:lstStyle/>
                  <a:p>
                    <a:endParaRPr lang="en-US"/>
                  </a:p>
                </p:txBody>
              </p:sp>
              <p:sp>
                <p:nvSpPr>
                  <p:cNvPr id="23604" name="AutoShape 17"/>
                  <p:cNvSpPr/>
                  <p:nvPr/>
                </p:nvSpPr>
                <p:spPr bwMode="auto">
                  <a:xfrm>
                    <a:off x="687" y="334"/>
                    <a:ext cx="45"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8"/>
                        </a:moveTo>
                        <a:cubicBezTo>
                          <a:pt x="7101" y="17488"/>
                          <a:pt x="4112" y="14495"/>
                          <a:pt x="4112" y="10799"/>
                        </a:cubicBezTo>
                        <a:cubicBezTo>
                          <a:pt x="4112" y="7106"/>
                          <a:pt x="7101" y="4112"/>
                          <a:pt x="10798" y="4112"/>
                        </a:cubicBezTo>
                        <a:cubicBezTo>
                          <a:pt x="14495" y="4112"/>
                          <a:pt x="17491" y="7106"/>
                          <a:pt x="17491" y="10799"/>
                        </a:cubicBezTo>
                        <a:cubicBezTo>
                          <a:pt x="17491" y="14495"/>
                          <a:pt x="14495" y="17488"/>
                          <a:pt x="10798" y="17488"/>
                        </a:cubicBezTo>
                        <a:close/>
                        <a:moveTo>
                          <a:pt x="10798" y="0"/>
                        </a:moveTo>
                        <a:cubicBezTo>
                          <a:pt x="4833" y="0"/>
                          <a:pt x="0" y="4837"/>
                          <a:pt x="0" y="10799"/>
                        </a:cubicBezTo>
                        <a:cubicBezTo>
                          <a:pt x="0" y="16763"/>
                          <a:pt x="4833" y="21600"/>
                          <a:pt x="10798" y="21600"/>
                        </a:cubicBezTo>
                        <a:cubicBezTo>
                          <a:pt x="16767" y="21600"/>
                          <a:pt x="21600" y="16763"/>
                          <a:pt x="21600" y="10799"/>
                        </a:cubicBezTo>
                        <a:cubicBezTo>
                          <a:pt x="21600" y="4837"/>
                          <a:pt x="16767" y="0"/>
                          <a:pt x="10798" y="0"/>
                        </a:cubicBezTo>
                        <a:close/>
                        <a:moveTo>
                          <a:pt x="10798"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23605" name="AutoShape 18"/>
                  <p:cNvSpPr/>
                  <p:nvPr/>
                </p:nvSpPr>
                <p:spPr bwMode="auto">
                  <a:xfrm>
                    <a:off x="374" y="28"/>
                    <a:ext cx="347" cy="338"/>
                  </a:xfrm>
                  <a:custGeom>
                    <a:avLst/>
                    <a:gdLst>
                      <a:gd name="T0" fmla="*/ 0 w 21600"/>
                      <a:gd name="T1" fmla="*/ 0 h 21593"/>
                      <a:gd name="T2" fmla="*/ 0 w 21600"/>
                      <a:gd name="T3" fmla="*/ 0 h 21593"/>
                      <a:gd name="T4" fmla="*/ 0 w 21600"/>
                      <a:gd name="T5" fmla="*/ 0 h 21593"/>
                      <a:gd name="T6" fmla="*/ 0 w 21600"/>
                      <a:gd name="T7" fmla="*/ 0 h 21593"/>
                      <a:gd name="T8" fmla="*/ 0 w 21600"/>
                      <a:gd name="T9" fmla="*/ 0 h 21593"/>
                      <a:gd name="T10" fmla="*/ 0 w 21600"/>
                      <a:gd name="T11" fmla="*/ 0 h 21593"/>
                      <a:gd name="T12" fmla="*/ 0 w 21600"/>
                      <a:gd name="T13" fmla="*/ 0 h 21593"/>
                      <a:gd name="T14" fmla="*/ 0 w 21600"/>
                      <a:gd name="T15" fmla="*/ 0 h 21593"/>
                      <a:gd name="T16" fmla="*/ 0 w 21600"/>
                      <a:gd name="T17" fmla="*/ 0 h 21593"/>
                      <a:gd name="T18" fmla="*/ 0 w 21600"/>
                      <a:gd name="T19" fmla="*/ 0 h 21593"/>
                      <a:gd name="T20" fmla="*/ 0 w 21600"/>
                      <a:gd name="T21" fmla="*/ 0 h 21593"/>
                      <a:gd name="T22" fmla="*/ 0 w 21600"/>
                      <a:gd name="T23" fmla="*/ 0 h 21593"/>
                      <a:gd name="T24" fmla="*/ 0 w 21600"/>
                      <a:gd name="T25" fmla="*/ 0 h 21593"/>
                      <a:gd name="T26" fmla="*/ 0 w 21600"/>
                      <a:gd name="T27" fmla="*/ 0 h 21593"/>
                      <a:gd name="T28" fmla="*/ 0 w 21600"/>
                      <a:gd name="T29" fmla="*/ 0 h 21593"/>
                      <a:gd name="T30" fmla="*/ 0 w 21600"/>
                      <a:gd name="T31" fmla="*/ 0 h 21593"/>
                      <a:gd name="T32" fmla="*/ 0 w 21600"/>
                      <a:gd name="T33" fmla="*/ 0 h 21593"/>
                      <a:gd name="T34" fmla="*/ 0 w 21600"/>
                      <a:gd name="T35" fmla="*/ 0 h 21593"/>
                      <a:gd name="T36" fmla="*/ 0 w 21600"/>
                      <a:gd name="T37" fmla="*/ 0 h 21593"/>
                      <a:gd name="T38" fmla="*/ 0 w 21600"/>
                      <a:gd name="T39" fmla="*/ 0 h 21593"/>
                      <a:gd name="T40" fmla="*/ 0 w 21600"/>
                      <a:gd name="T41" fmla="*/ 0 h 21593"/>
                      <a:gd name="T42" fmla="*/ 0 w 21600"/>
                      <a:gd name="T43" fmla="*/ 0 h 21593"/>
                      <a:gd name="T44" fmla="*/ 0 w 21600"/>
                      <a:gd name="T45" fmla="*/ 0 h 21593"/>
                      <a:gd name="T46" fmla="*/ 0 w 21600"/>
                      <a:gd name="T47" fmla="*/ 0 h 2159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593">
                        <a:moveTo>
                          <a:pt x="20404" y="21403"/>
                        </a:moveTo>
                        <a:cubicBezTo>
                          <a:pt x="20403" y="21403"/>
                          <a:pt x="20404" y="21400"/>
                          <a:pt x="20405" y="21380"/>
                        </a:cubicBezTo>
                        <a:cubicBezTo>
                          <a:pt x="20407" y="21361"/>
                          <a:pt x="20409" y="21332"/>
                          <a:pt x="20410" y="21297"/>
                        </a:cubicBezTo>
                        <a:cubicBezTo>
                          <a:pt x="20413" y="21225"/>
                          <a:pt x="20414" y="21128"/>
                          <a:pt x="20414" y="21008"/>
                        </a:cubicBezTo>
                        <a:cubicBezTo>
                          <a:pt x="20438" y="18673"/>
                          <a:pt x="19689" y="8502"/>
                          <a:pt x="15704" y="3790"/>
                        </a:cubicBezTo>
                        <a:cubicBezTo>
                          <a:pt x="14382" y="2216"/>
                          <a:pt x="12785" y="1246"/>
                          <a:pt x="10697" y="1206"/>
                        </a:cubicBezTo>
                        <a:cubicBezTo>
                          <a:pt x="10668" y="1205"/>
                          <a:pt x="10635" y="1205"/>
                          <a:pt x="10599" y="1205"/>
                        </a:cubicBezTo>
                        <a:cubicBezTo>
                          <a:pt x="8670" y="1211"/>
                          <a:pt x="7186" y="2084"/>
                          <a:pt x="5938" y="3539"/>
                        </a:cubicBezTo>
                        <a:cubicBezTo>
                          <a:pt x="4700" y="4993"/>
                          <a:pt x="3757" y="7034"/>
                          <a:pt x="3068" y="9220"/>
                        </a:cubicBezTo>
                        <a:cubicBezTo>
                          <a:pt x="1687" y="13594"/>
                          <a:pt x="1311" y="18520"/>
                          <a:pt x="1217" y="20476"/>
                        </a:cubicBezTo>
                        <a:cubicBezTo>
                          <a:pt x="1191" y="21035"/>
                          <a:pt x="1186" y="21346"/>
                          <a:pt x="1186" y="21346"/>
                        </a:cubicBezTo>
                        <a:lnTo>
                          <a:pt x="1186" y="21347"/>
                        </a:lnTo>
                        <a:lnTo>
                          <a:pt x="0" y="21328"/>
                        </a:lnTo>
                        <a:cubicBezTo>
                          <a:pt x="0" y="21310"/>
                          <a:pt x="45" y="18371"/>
                          <a:pt x="617" y="14683"/>
                        </a:cubicBezTo>
                        <a:cubicBezTo>
                          <a:pt x="1196" y="10992"/>
                          <a:pt x="2278" y="6556"/>
                          <a:pt x="4468" y="3487"/>
                        </a:cubicBezTo>
                        <a:cubicBezTo>
                          <a:pt x="5918" y="1446"/>
                          <a:pt x="7953" y="-7"/>
                          <a:pt x="10599" y="0"/>
                        </a:cubicBezTo>
                        <a:cubicBezTo>
                          <a:pt x="10637" y="0"/>
                          <a:pt x="10680" y="0"/>
                          <a:pt x="10721" y="1"/>
                        </a:cubicBezTo>
                        <a:cubicBezTo>
                          <a:pt x="13186" y="36"/>
                          <a:pt x="15147" y="1249"/>
                          <a:pt x="16609" y="3010"/>
                        </a:cubicBezTo>
                        <a:cubicBezTo>
                          <a:pt x="18077" y="4774"/>
                          <a:pt x="19101" y="7084"/>
                          <a:pt x="19836" y="9470"/>
                        </a:cubicBezTo>
                        <a:cubicBezTo>
                          <a:pt x="21299" y="14246"/>
                          <a:pt x="21598" y="19332"/>
                          <a:pt x="21600" y="21008"/>
                        </a:cubicBezTo>
                        <a:cubicBezTo>
                          <a:pt x="21599" y="21279"/>
                          <a:pt x="21596" y="21438"/>
                          <a:pt x="21574" y="21593"/>
                        </a:cubicBezTo>
                        <a:lnTo>
                          <a:pt x="20404" y="21403"/>
                        </a:lnTo>
                        <a:cubicBezTo>
                          <a:pt x="20404" y="21403"/>
                          <a:pt x="20404" y="21403"/>
                          <a:pt x="20404" y="21403"/>
                        </a:cubicBezTo>
                        <a:close/>
                        <a:moveTo>
                          <a:pt x="20404" y="21403"/>
                        </a:moveTo>
                      </a:path>
                    </a:pathLst>
                  </a:custGeom>
                  <a:solidFill>
                    <a:srgbClr val="000000"/>
                  </a:solidFill>
                  <a:ln>
                    <a:noFill/>
                  </a:ln>
                </p:spPr>
                <p:txBody>
                  <a:bodyPr lIns="0" tIns="0" rIns="0" bIns="0"/>
                  <a:lstStyle/>
                  <a:p>
                    <a:endParaRPr lang="en-US"/>
                  </a:p>
                </p:txBody>
              </p:sp>
            </p:grpSp>
            <p:sp>
              <p:nvSpPr>
                <p:cNvPr id="23569" name="AutoShape 20"/>
                <p:cNvSpPr/>
                <p:nvPr/>
              </p:nvSpPr>
              <p:spPr bwMode="auto">
                <a:xfrm>
                  <a:off x="1650" y="0"/>
                  <a:ext cx="3993" cy="2553"/>
                </a:xfrm>
                <a:custGeom>
                  <a:avLst/>
                  <a:gdLst>
                    <a:gd name="T0" fmla="*/ 25 w 21600"/>
                    <a:gd name="T1" fmla="*/ 3 h 21600"/>
                    <a:gd name="T2" fmla="*/ 25 w 21600"/>
                    <a:gd name="T3" fmla="*/ 3 h 21600"/>
                    <a:gd name="T4" fmla="*/ 25 w 21600"/>
                    <a:gd name="T5" fmla="*/ 3 h 21600"/>
                    <a:gd name="T6" fmla="*/ 25 w 21600"/>
                    <a:gd name="T7" fmla="*/ 3 h 21600"/>
                    <a:gd name="T8" fmla="*/ 13 w 21600"/>
                    <a:gd name="T9" fmla="*/ 0 h 21600"/>
                    <a:gd name="T10" fmla="*/ 0 w 21600"/>
                    <a:gd name="T11" fmla="*/ 3 h 21600"/>
                    <a:gd name="T12" fmla="*/ 0 w 21600"/>
                    <a:gd name="T13" fmla="*/ 3 h 21600"/>
                    <a:gd name="T14" fmla="*/ 0 w 21600"/>
                    <a:gd name="T15" fmla="*/ 3 h 21600"/>
                    <a:gd name="T16" fmla="*/ 0 w 21600"/>
                    <a:gd name="T17" fmla="*/ 3 h 21600"/>
                    <a:gd name="T18" fmla="*/ 0 w 21600"/>
                    <a:gd name="T19" fmla="*/ 3 h 21600"/>
                    <a:gd name="T20" fmla="*/ 0 w 21600"/>
                    <a:gd name="T21" fmla="*/ 4 h 21600"/>
                    <a:gd name="T22" fmla="*/ 13 w 21600"/>
                    <a:gd name="T23" fmla="*/ 4 h 21600"/>
                    <a:gd name="T24" fmla="*/ 25 w 21600"/>
                    <a:gd name="T25" fmla="*/ 4 h 21600"/>
                    <a:gd name="T26" fmla="*/ 25 w 21600"/>
                    <a:gd name="T27" fmla="*/ 3 h 21600"/>
                    <a:gd name="T28" fmla="*/ 25 w 21600"/>
                    <a:gd name="T29" fmla="*/ 3 h 21600"/>
                    <a:gd name="T30" fmla="*/ 25 w 21600"/>
                    <a:gd name="T31" fmla="*/ 3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600">
                      <a:moveTo>
                        <a:pt x="21596" y="16462"/>
                      </a:moveTo>
                      <a:cubicBezTo>
                        <a:pt x="21595" y="16387"/>
                        <a:pt x="21593" y="16313"/>
                        <a:pt x="21591" y="16238"/>
                      </a:cubicBezTo>
                      <a:cubicBezTo>
                        <a:pt x="21590" y="16194"/>
                        <a:pt x="21589" y="16149"/>
                        <a:pt x="21588" y="16105"/>
                      </a:cubicBezTo>
                      <a:cubicBezTo>
                        <a:pt x="21588" y="16104"/>
                        <a:pt x="21588" y="16104"/>
                        <a:pt x="21588" y="16104"/>
                      </a:cubicBezTo>
                      <a:cubicBezTo>
                        <a:pt x="21326" y="7141"/>
                        <a:pt x="16597" y="0"/>
                        <a:pt x="10800" y="0"/>
                      </a:cubicBezTo>
                      <a:cubicBezTo>
                        <a:pt x="5006" y="0"/>
                        <a:pt x="278" y="7135"/>
                        <a:pt x="13" y="16092"/>
                      </a:cubicBezTo>
                      <a:cubicBezTo>
                        <a:pt x="13" y="16092"/>
                        <a:pt x="12" y="16092"/>
                        <a:pt x="12" y="16092"/>
                      </a:cubicBezTo>
                      <a:cubicBezTo>
                        <a:pt x="11" y="16139"/>
                        <a:pt x="10" y="16185"/>
                        <a:pt x="9" y="16231"/>
                      </a:cubicBezTo>
                      <a:cubicBezTo>
                        <a:pt x="7" y="16307"/>
                        <a:pt x="5" y="16382"/>
                        <a:pt x="4" y="16458"/>
                      </a:cubicBezTo>
                      <a:cubicBezTo>
                        <a:pt x="2" y="16601"/>
                        <a:pt x="0" y="16744"/>
                        <a:pt x="0" y="16888"/>
                      </a:cubicBezTo>
                      <a:cubicBezTo>
                        <a:pt x="0" y="17720"/>
                        <a:pt x="39" y="18538"/>
                        <a:pt x="114" y="19338"/>
                      </a:cubicBezTo>
                      <a:cubicBezTo>
                        <a:pt x="1992" y="20674"/>
                        <a:pt x="6067" y="21600"/>
                        <a:pt x="10792" y="21600"/>
                      </a:cubicBezTo>
                      <a:cubicBezTo>
                        <a:pt x="15531" y="21600"/>
                        <a:pt x="19617" y="20669"/>
                        <a:pt x="21488" y="19326"/>
                      </a:cubicBezTo>
                      <a:cubicBezTo>
                        <a:pt x="21561" y="18530"/>
                        <a:pt x="21600" y="17716"/>
                        <a:pt x="21600" y="16888"/>
                      </a:cubicBezTo>
                      <a:cubicBezTo>
                        <a:pt x="21600" y="16745"/>
                        <a:pt x="21598" y="16603"/>
                        <a:pt x="21596" y="16462"/>
                      </a:cubicBezTo>
                      <a:close/>
                      <a:moveTo>
                        <a:pt x="21596" y="16462"/>
                      </a:moveTo>
                    </a:path>
                  </a:pathLst>
                </a:custGeom>
                <a:solidFill>
                  <a:srgbClr val="FBF4F8">
                    <a:alpha val="20000"/>
                  </a:srgbClr>
                </a:solidFill>
                <a:ln w="635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23570" name="Group 32"/>
                <p:cNvGrpSpPr/>
                <p:nvPr/>
              </p:nvGrpSpPr>
              <p:grpSpPr bwMode="auto">
                <a:xfrm>
                  <a:off x="4305" y="1007"/>
                  <a:ext cx="813" cy="1140"/>
                  <a:chOff x="0" y="0"/>
                  <a:chExt cx="813" cy="1139"/>
                </a:xfrm>
              </p:grpSpPr>
              <p:sp>
                <p:nvSpPr>
                  <p:cNvPr id="23584" name="AutoShape 21"/>
                  <p:cNvSpPr/>
                  <p:nvPr/>
                </p:nvSpPr>
                <p:spPr bwMode="auto">
                  <a:xfrm>
                    <a:off x="247" y="0"/>
                    <a:ext cx="303" cy="320"/>
                  </a:xfrm>
                  <a:custGeom>
                    <a:avLst/>
                    <a:gdLst>
                      <a:gd name="T0" fmla="*/ 0 w 21377"/>
                      <a:gd name="T1" fmla="*/ 0 h 21387"/>
                      <a:gd name="T2" fmla="*/ 0 w 21377"/>
                      <a:gd name="T3" fmla="*/ 0 h 21387"/>
                      <a:gd name="T4" fmla="*/ 0 w 21377"/>
                      <a:gd name="T5" fmla="*/ 0 h 21387"/>
                      <a:gd name="T6" fmla="*/ 0 w 21377"/>
                      <a:gd name="T7" fmla="*/ 0 h 21387"/>
                      <a:gd name="T8" fmla="*/ 0 w 21377"/>
                      <a:gd name="T9" fmla="*/ 0 h 21387"/>
                      <a:gd name="T10" fmla="*/ 0 w 21377"/>
                      <a:gd name="T11" fmla="*/ 0 h 21387"/>
                      <a:gd name="T12" fmla="*/ 0 w 21377"/>
                      <a:gd name="T13" fmla="*/ 0 h 21387"/>
                      <a:gd name="T14" fmla="*/ 0 w 21377"/>
                      <a:gd name="T15" fmla="*/ 0 h 21387"/>
                      <a:gd name="T16" fmla="*/ 0 w 21377"/>
                      <a:gd name="T17" fmla="*/ 0 h 21387"/>
                      <a:gd name="T18" fmla="*/ 0 w 21377"/>
                      <a:gd name="T19" fmla="*/ 0 h 21387"/>
                      <a:gd name="T20" fmla="*/ 0 w 21377"/>
                      <a:gd name="T21" fmla="*/ 0 h 21387"/>
                      <a:gd name="T22" fmla="*/ 0 w 21377"/>
                      <a:gd name="T23" fmla="*/ 0 h 21387"/>
                      <a:gd name="T24" fmla="*/ 0 w 21377"/>
                      <a:gd name="T25" fmla="*/ 0 h 21387"/>
                      <a:gd name="T26" fmla="*/ 0 w 21377"/>
                      <a:gd name="T27" fmla="*/ 0 h 21387"/>
                      <a:gd name="T28" fmla="*/ 0 w 21377"/>
                      <a:gd name="T29" fmla="*/ 0 h 21387"/>
                      <a:gd name="T30" fmla="*/ 0 w 21377"/>
                      <a:gd name="T31" fmla="*/ 0 h 21387"/>
                      <a:gd name="T32" fmla="*/ 0 w 21377"/>
                      <a:gd name="T33" fmla="*/ 0 h 21387"/>
                      <a:gd name="T34" fmla="*/ 0 w 21377"/>
                      <a:gd name="T35" fmla="*/ 0 h 21387"/>
                      <a:gd name="T36" fmla="*/ 0 w 21377"/>
                      <a:gd name="T37" fmla="*/ 0 h 21387"/>
                      <a:gd name="T38" fmla="*/ 0 w 21377"/>
                      <a:gd name="T39" fmla="*/ 0 h 21387"/>
                      <a:gd name="T40" fmla="*/ 0 w 21377"/>
                      <a:gd name="T41" fmla="*/ 0 h 21387"/>
                      <a:gd name="T42" fmla="*/ 0 w 21377"/>
                      <a:gd name="T43" fmla="*/ 0 h 21387"/>
                      <a:gd name="T44" fmla="*/ 0 w 21377"/>
                      <a:gd name="T45" fmla="*/ 0 h 21387"/>
                      <a:gd name="T46" fmla="*/ 0 w 21377"/>
                      <a:gd name="T47" fmla="*/ 0 h 213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7" h="21387">
                        <a:moveTo>
                          <a:pt x="20032" y="21102"/>
                        </a:moveTo>
                        <a:cubicBezTo>
                          <a:pt x="20032" y="21102"/>
                          <a:pt x="20033" y="21099"/>
                          <a:pt x="20037" y="21081"/>
                        </a:cubicBezTo>
                        <a:cubicBezTo>
                          <a:pt x="20039" y="21063"/>
                          <a:pt x="20044" y="21036"/>
                          <a:pt x="20049" y="21002"/>
                        </a:cubicBezTo>
                        <a:cubicBezTo>
                          <a:pt x="20059" y="20935"/>
                          <a:pt x="20069" y="20843"/>
                          <a:pt x="20081" y="20730"/>
                        </a:cubicBezTo>
                        <a:cubicBezTo>
                          <a:pt x="20328" y="18530"/>
                          <a:pt x="20571" y="8872"/>
                          <a:pt x="17109" y="4068"/>
                        </a:cubicBezTo>
                        <a:cubicBezTo>
                          <a:pt x="15962" y="2465"/>
                          <a:pt x="14486" y="1405"/>
                          <a:pt x="12439" y="1179"/>
                        </a:cubicBezTo>
                        <a:cubicBezTo>
                          <a:pt x="12411" y="1176"/>
                          <a:pt x="12378" y="1173"/>
                          <a:pt x="12344" y="1169"/>
                        </a:cubicBezTo>
                        <a:cubicBezTo>
                          <a:pt x="10448" y="1001"/>
                          <a:pt x="8906" y="1689"/>
                          <a:pt x="7542" y="2949"/>
                        </a:cubicBezTo>
                        <a:cubicBezTo>
                          <a:pt x="6185" y="4208"/>
                          <a:pt x="5063" y="6047"/>
                          <a:pt x="4177" y="8046"/>
                        </a:cubicBezTo>
                        <a:cubicBezTo>
                          <a:pt x="2399" y="12045"/>
                          <a:pt x="1557" y="16657"/>
                          <a:pt x="1277" y="18493"/>
                        </a:cubicBezTo>
                        <a:cubicBezTo>
                          <a:pt x="1197" y="19018"/>
                          <a:pt x="1163" y="19310"/>
                          <a:pt x="1163" y="19310"/>
                        </a:cubicBezTo>
                        <a:lnTo>
                          <a:pt x="1163" y="19311"/>
                        </a:lnTo>
                        <a:lnTo>
                          <a:pt x="0" y="19186"/>
                        </a:lnTo>
                        <a:cubicBezTo>
                          <a:pt x="2" y="19169"/>
                          <a:pt x="328" y="16402"/>
                          <a:pt x="1245" y="12976"/>
                        </a:cubicBezTo>
                        <a:cubicBezTo>
                          <a:pt x="2167" y="9549"/>
                          <a:pt x="3657" y="5462"/>
                          <a:pt x="6101" y="2767"/>
                        </a:cubicBezTo>
                        <a:cubicBezTo>
                          <a:pt x="7722" y="973"/>
                          <a:pt x="9861" y="-213"/>
                          <a:pt x="12459" y="33"/>
                        </a:cubicBezTo>
                        <a:cubicBezTo>
                          <a:pt x="12497" y="36"/>
                          <a:pt x="12538" y="40"/>
                          <a:pt x="12579" y="45"/>
                        </a:cubicBezTo>
                        <a:cubicBezTo>
                          <a:pt x="14996" y="300"/>
                          <a:pt x="16806" y="1622"/>
                          <a:pt x="18072" y="3414"/>
                        </a:cubicBezTo>
                        <a:cubicBezTo>
                          <a:pt x="19345" y="5210"/>
                          <a:pt x="20128" y="7481"/>
                          <a:pt x="20621" y="9798"/>
                        </a:cubicBezTo>
                        <a:cubicBezTo>
                          <a:pt x="21600" y="14434"/>
                          <a:pt x="21404" y="19257"/>
                          <a:pt x="21246" y="20838"/>
                        </a:cubicBezTo>
                        <a:cubicBezTo>
                          <a:pt x="21218" y="21093"/>
                          <a:pt x="21200" y="21242"/>
                          <a:pt x="21164" y="21387"/>
                        </a:cubicBezTo>
                        <a:lnTo>
                          <a:pt x="20032" y="21102"/>
                        </a:lnTo>
                        <a:cubicBezTo>
                          <a:pt x="20032" y="21102"/>
                          <a:pt x="20032" y="21102"/>
                          <a:pt x="20032" y="21102"/>
                        </a:cubicBezTo>
                        <a:close/>
                        <a:moveTo>
                          <a:pt x="20032" y="21102"/>
                        </a:moveTo>
                      </a:path>
                    </a:pathLst>
                  </a:custGeom>
                  <a:solidFill>
                    <a:srgbClr val="000000"/>
                  </a:solidFill>
                  <a:ln>
                    <a:noFill/>
                  </a:ln>
                </p:spPr>
                <p:txBody>
                  <a:bodyPr lIns="0" tIns="0" rIns="0" bIns="0"/>
                  <a:lstStyle/>
                  <a:p>
                    <a:endParaRPr lang="en-US"/>
                  </a:p>
                </p:txBody>
              </p:sp>
              <p:sp>
                <p:nvSpPr>
                  <p:cNvPr id="23585" name="AutoShape 22"/>
                  <p:cNvSpPr/>
                  <p:nvPr/>
                </p:nvSpPr>
                <p:spPr bwMode="auto">
                  <a:xfrm>
                    <a:off x="20" y="247"/>
                    <a:ext cx="793" cy="8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222" y="311"/>
                        </a:moveTo>
                        <a:lnTo>
                          <a:pt x="2749" y="623"/>
                        </a:lnTo>
                        <a:lnTo>
                          <a:pt x="3404" y="0"/>
                        </a:lnTo>
                        <a:lnTo>
                          <a:pt x="20509" y="233"/>
                        </a:lnTo>
                        <a:lnTo>
                          <a:pt x="21600" y="20471"/>
                        </a:lnTo>
                        <a:lnTo>
                          <a:pt x="2836" y="21600"/>
                        </a:lnTo>
                        <a:lnTo>
                          <a:pt x="0" y="20121"/>
                        </a:lnTo>
                        <a:cubicBezTo>
                          <a:pt x="0" y="20121"/>
                          <a:pt x="1222" y="311"/>
                          <a:pt x="1222" y="311"/>
                        </a:cubicBezTo>
                        <a:close/>
                        <a:moveTo>
                          <a:pt x="1222" y="311"/>
                        </a:moveTo>
                      </a:path>
                    </a:pathLst>
                  </a:custGeom>
                  <a:solidFill>
                    <a:srgbClr val="7DB546"/>
                  </a:solidFill>
                  <a:ln>
                    <a:noFill/>
                  </a:ln>
                </p:spPr>
                <p:txBody>
                  <a:bodyPr lIns="0" tIns="0" rIns="0" bIns="0"/>
                  <a:lstStyle/>
                  <a:p>
                    <a:endParaRPr lang="en-US"/>
                  </a:p>
                </p:txBody>
              </p:sp>
              <p:sp>
                <p:nvSpPr>
                  <p:cNvPr id="23586" name="AutoShape 23"/>
                  <p:cNvSpPr/>
                  <p:nvPr/>
                </p:nvSpPr>
                <p:spPr bwMode="auto">
                  <a:xfrm>
                    <a:off x="93" y="239"/>
                    <a:ext cx="49" cy="9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lnTo>
                          <a:pt x="13237" y="21600"/>
                        </a:lnTo>
                        <a:lnTo>
                          <a:pt x="0" y="19710"/>
                        </a:lnTo>
                        <a:lnTo>
                          <a:pt x="11845" y="733"/>
                        </a:lnTo>
                        <a:lnTo>
                          <a:pt x="13934" y="39"/>
                        </a:lnTo>
                        <a:cubicBezTo>
                          <a:pt x="13934" y="39"/>
                          <a:pt x="21600" y="0"/>
                          <a:pt x="21600" y="0"/>
                        </a:cubicBezTo>
                        <a:close/>
                        <a:moveTo>
                          <a:pt x="21600" y="0"/>
                        </a:moveTo>
                      </a:path>
                    </a:pathLst>
                  </a:custGeom>
                  <a:solidFill>
                    <a:srgbClr val="6FA783"/>
                  </a:solidFill>
                  <a:ln>
                    <a:noFill/>
                  </a:ln>
                </p:spPr>
                <p:txBody>
                  <a:bodyPr lIns="0" tIns="0" rIns="0" bIns="0"/>
                  <a:lstStyle/>
                  <a:p>
                    <a:endParaRPr lang="en-US"/>
                  </a:p>
                </p:txBody>
              </p:sp>
              <p:sp>
                <p:nvSpPr>
                  <p:cNvPr id="23587" name="AutoShape 24"/>
                  <p:cNvSpPr/>
                  <p:nvPr/>
                </p:nvSpPr>
                <p:spPr bwMode="auto">
                  <a:xfrm>
                    <a:off x="0" y="239"/>
                    <a:ext cx="120" cy="8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3744" y="21600"/>
                        </a:moveTo>
                        <a:lnTo>
                          <a:pt x="16416" y="21185"/>
                        </a:lnTo>
                        <a:lnTo>
                          <a:pt x="21600" y="539"/>
                        </a:lnTo>
                        <a:lnTo>
                          <a:pt x="8641" y="0"/>
                        </a:lnTo>
                        <a:lnTo>
                          <a:pt x="0" y="21310"/>
                        </a:lnTo>
                        <a:cubicBezTo>
                          <a:pt x="0" y="21310"/>
                          <a:pt x="3744" y="21600"/>
                          <a:pt x="3744" y="21600"/>
                        </a:cubicBezTo>
                        <a:close/>
                        <a:moveTo>
                          <a:pt x="3744" y="21600"/>
                        </a:moveTo>
                      </a:path>
                    </a:pathLst>
                  </a:custGeom>
                  <a:solidFill>
                    <a:srgbClr val="608C36"/>
                  </a:solidFill>
                  <a:ln>
                    <a:noFill/>
                  </a:ln>
                </p:spPr>
                <p:txBody>
                  <a:bodyPr lIns="0" tIns="0" rIns="0" bIns="0"/>
                  <a:lstStyle/>
                  <a:p>
                    <a:endParaRPr lang="en-US"/>
                  </a:p>
                </p:txBody>
              </p:sp>
              <p:sp>
                <p:nvSpPr>
                  <p:cNvPr id="23588" name="AutoShape 25"/>
                  <p:cNvSpPr/>
                  <p:nvPr/>
                </p:nvSpPr>
                <p:spPr bwMode="auto">
                  <a:xfrm>
                    <a:off x="311" y="296"/>
                    <a:ext cx="2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8"/>
                        </a:moveTo>
                        <a:cubicBezTo>
                          <a:pt x="21600" y="16763"/>
                          <a:pt x="16763" y="21600"/>
                          <a:pt x="10798" y="21600"/>
                        </a:cubicBezTo>
                        <a:cubicBezTo>
                          <a:pt x="4834" y="21600"/>
                          <a:pt x="0" y="16763"/>
                          <a:pt x="0" y="10798"/>
                        </a:cubicBezTo>
                        <a:cubicBezTo>
                          <a:pt x="0" y="4834"/>
                          <a:pt x="4834" y="0"/>
                          <a:pt x="10798" y="0"/>
                        </a:cubicBezTo>
                        <a:cubicBezTo>
                          <a:pt x="16763" y="0"/>
                          <a:pt x="21600" y="4834"/>
                          <a:pt x="21600" y="10798"/>
                        </a:cubicBezTo>
                        <a:close/>
                        <a:moveTo>
                          <a:pt x="21600" y="10798"/>
                        </a:moveTo>
                      </a:path>
                    </a:pathLst>
                  </a:custGeom>
                  <a:solidFill>
                    <a:srgbClr val="231F1F"/>
                  </a:solidFill>
                  <a:ln>
                    <a:noFill/>
                  </a:ln>
                </p:spPr>
                <p:txBody>
                  <a:bodyPr lIns="0" tIns="0" rIns="0" bIns="0"/>
                  <a:lstStyle/>
                  <a:p>
                    <a:endParaRPr lang="en-US"/>
                  </a:p>
                </p:txBody>
              </p:sp>
              <p:sp>
                <p:nvSpPr>
                  <p:cNvPr id="23589" name="AutoShape 26"/>
                  <p:cNvSpPr/>
                  <p:nvPr/>
                </p:nvSpPr>
                <p:spPr bwMode="auto">
                  <a:xfrm>
                    <a:off x="587" y="292"/>
                    <a:ext cx="2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7"/>
                        </a:moveTo>
                        <a:cubicBezTo>
                          <a:pt x="21600" y="16763"/>
                          <a:pt x="16757" y="21600"/>
                          <a:pt x="10797" y="21600"/>
                        </a:cubicBezTo>
                        <a:cubicBezTo>
                          <a:pt x="4833" y="21600"/>
                          <a:pt x="0" y="16763"/>
                          <a:pt x="0" y="10797"/>
                        </a:cubicBezTo>
                        <a:cubicBezTo>
                          <a:pt x="0" y="4832"/>
                          <a:pt x="4833" y="0"/>
                          <a:pt x="10797" y="0"/>
                        </a:cubicBezTo>
                        <a:cubicBezTo>
                          <a:pt x="16757" y="0"/>
                          <a:pt x="21600" y="4832"/>
                          <a:pt x="21600" y="10797"/>
                        </a:cubicBezTo>
                        <a:close/>
                        <a:moveTo>
                          <a:pt x="21600" y="10797"/>
                        </a:moveTo>
                      </a:path>
                    </a:pathLst>
                  </a:custGeom>
                  <a:solidFill>
                    <a:srgbClr val="231F1F"/>
                  </a:solidFill>
                  <a:ln>
                    <a:noFill/>
                  </a:ln>
                </p:spPr>
                <p:txBody>
                  <a:bodyPr lIns="0" tIns="0" rIns="0" bIns="0"/>
                  <a:lstStyle/>
                  <a:p>
                    <a:endParaRPr lang="en-US"/>
                  </a:p>
                </p:txBody>
              </p:sp>
              <p:sp>
                <p:nvSpPr>
                  <p:cNvPr id="23590" name="AutoShape 27"/>
                  <p:cNvSpPr/>
                  <p:nvPr/>
                </p:nvSpPr>
                <p:spPr bwMode="auto">
                  <a:xfrm>
                    <a:off x="303" y="288"/>
                    <a:ext cx="38"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9"/>
                        </a:moveTo>
                        <a:cubicBezTo>
                          <a:pt x="7108" y="17489"/>
                          <a:pt x="4112" y="14493"/>
                          <a:pt x="4112" y="10803"/>
                        </a:cubicBezTo>
                        <a:cubicBezTo>
                          <a:pt x="4112" y="7105"/>
                          <a:pt x="7108" y="4109"/>
                          <a:pt x="10798" y="4109"/>
                        </a:cubicBezTo>
                        <a:cubicBezTo>
                          <a:pt x="14495" y="4109"/>
                          <a:pt x="17488" y="7105"/>
                          <a:pt x="17488" y="10803"/>
                        </a:cubicBezTo>
                        <a:cubicBezTo>
                          <a:pt x="17488" y="14493"/>
                          <a:pt x="14495" y="17489"/>
                          <a:pt x="10798" y="17489"/>
                        </a:cubicBezTo>
                        <a:close/>
                        <a:moveTo>
                          <a:pt x="10798" y="0"/>
                        </a:moveTo>
                        <a:cubicBezTo>
                          <a:pt x="4833" y="0"/>
                          <a:pt x="0" y="4833"/>
                          <a:pt x="0" y="10803"/>
                        </a:cubicBezTo>
                        <a:cubicBezTo>
                          <a:pt x="0" y="16764"/>
                          <a:pt x="4833" y="21600"/>
                          <a:pt x="10798" y="21600"/>
                        </a:cubicBezTo>
                        <a:cubicBezTo>
                          <a:pt x="16765" y="21600"/>
                          <a:pt x="21600" y="16764"/>
                          <a:pt x="21600" y="10803"/>
                        </a:cubicBezTo>
                        <a:cubicBezTo>
                          <a:pt x="21600" y="4833"/>
                          <a:pt x="16765" y="0"/>
                          <a:pt x="10798" y="0"/>
                        </a:cubicBezTo>
                        <a:close/>
                        <a:moveTo>
                          <a:pt x="10798" y="0"/>
                        </a:moveTo>
                      </a:path>
                    </a:pathLst>
                  </a:custGeom>
                  <a:solidFill>
                    <a:srgbClr val="231F1F"/>
                  </a:solidFill>
                  <a:ln>
                    <a:noFill/>
                  </a:ln>
                </p:spPr>
                <p:txBody>
                  <a:bodyPr lIns="0" tIns="0" rIns="0" bIns="0"/>
                  <a:lstStyle/>
                  <a:p>
                    <a:endParaRPr lang="en-US"/>
                  </a:p>
                </p:txBody>
              </p:sp>
              <p:sp>
                <p:nvSpPr>
                  <p:cNvPr id="23591" name="AutoShape 28"/>
                  <p:cNvSpPr/>
                  <p:nvPr/>
                </p:nvSpPr>
                <p:spPr bwMode="auto">
                  <a:xfrm>
                    <a:off x="303" y="288"/>
                    <a:ext cx="38"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2" y="17488"/>
                        </a:moveTo>
                        <a:cubicBezTo>
                          <a:pt x="7110" y="17488"/>
                          <a:pt x="4112" y="14494"/>
                          <a:pt x="4112" y="10801"/>
                        </a:cubicBezTo>
                        <a:cubicBezTo>
                          <a:pt x="4112" y="7103"/>
                          <a:pt x="7110" y="4111"/>
                          <a:pt x="10802" y="4111"/>
                        </a:cubicBezTo>
                        <a:cubicBezTo>
                          <a:pt x="14499" y="4111"/>
                          <a:pt x="17493" y="7103"/>
                          <a:pt x="17493" y="10801"/>
                        </a:cubicBezTo>
                        <a:cubicBezTo>
                          <a:pt x="17493" y="14494"/>
                          <a:pt x="14499" y="17488"/>
                          <a:pt x="10802" y="17488"/>
                        </a:cubicBezTo>
                        <a:close/>
                        <a:moveTo>
                          <a:pt x="10802" y="0"/>
                        </a:moveTo>
                        <a:cubicBezTo>
                          <a:pt x="4840" y="0"/>
                          <a:pt x="0" y="4833"/>
                          <a:pt x="0" y="10801"/>
                        </a:cubicBezTo>
                        <a:cubicBezTo>
                          <a:pt x="0" y="16763"/>
                          <a:pt x="4840" y="21600"/>
                          <a:pt x="10802" y="21600"/>
                        </a:cubicBezTo>
                        <a:cubicBezTo>
                          <a:pt x="16767" y="21600"/>
                          <a:pt x="21600" y="16763"/>
                          <a:pt x="21600" y="10801"/>
                        </a:cubicBezTo>
                        <a:cubicBezTo>
                          <a:pt x="21600" y="4833"/>
                          <a:pt x="16767" y="0"/>
                          <a:pt x="10802" y="0"/>
                        </a:cubicBezTo>
                        <a:close/>
                        <a:moveTo>
                          <a:pt x="10802"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23592" name="AutoShape 29"/>
                  <p:cNvSpPr/>
                  <p:nvPr/>
                </p:nvSpPr>
                <p:spPr bwMode="auto">
                  <a:xfrm>
                    <a:off x="579" y="288"/>
                    <a:ext cx="38"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4"/>
                        </a:moveTo>
                        <a:cubicBezTo>
                          <a:pt x="7105" y="17484"/>
                          <a:pt x="4112" y="14494"/>
                          <a:pt x="4112" y="10799"/>
                        </a:cubicBezTo>
                        <a:cubicBezTo>
                          <a:pt x="4112" y="7102"/>
                          <a:pt x="7105" y="4108"/>
                          <a:pt x="10798" y="4108"/>
                        </a:cubicBezTo>
                        <a:cubicBezTo>
                          <a:pt x="14495" y="4108"/>
                          <a:pt x="17488" y="7102"/>
                          <a:pt x="17488" y="10799"/>
                        </a:cubicBezTo>
                        <a:cubicBezTo>
                          <a:pt x="17488" y="14494"/>
                          <a:pt x="14495" y="17484"/>
                          <a:pt x="10798" y="17484"/>
                        </a:cubicBezTo>
                        <a:close/>
                        <a:moveTo>
                          <a:pt x="10798" y="0"/>
                        </a:moveTo>
                        <a:cubicBezTo>
                          <a:pt x="4835" y="0"/>
                          <a:pt x="0" y="4833"/>
                          <a:pt x="0" y="10799"/>
                        </a:cubicBezTo>
                        <a:cubicBezTo>
                          <a:pt x="0" y="16763"/>
                          <a:pt x="4835" y="21600"/>
                          <a:pt x="10798" y="21600"/>
                        </a:cubicBezTo>
                        <a:cubicBezTo>
                          <a:pt x="16762" y="21600"/>
                          <a:pt x="21600" y="16763"/>
                          <a:pt x="21600" y="10799"/>
                        </a:cubicBezTo>
                        <a:cubicBezTo>
                          <a:pt x="21600" y="4833"/>
                          <a:pt x="16762" y="0"/>
                          <a:pt x="10798" y="0"/>
                        </a:cubicBezTo>
                        <a:close/>
                        <a:moveTo>
                          <a:pt x="10798" y="0"/>
                        </a:moveTo>
                      </a:path>
                    </a:pathLst>
                  </a:custGeom>
                  <a:solidFill>
                    <a:srgbClr val="231F1F"/>
                  </a:solidFill>
                  <a:ln>
                    <a:noFill/>
                  </a:ln>
                </p:spPr>
                <p:txBody>
                  <a:bodyPr lIns="0" tIns="0" rIns="0" bIns="0"/>
                  <a:lstStyle/>
                  <a:p>
                    <a:endParaRPr lang="en-US"/>
                  </a:p>
                </p:txBody>
              </p:sp>
              <p:sp>
                <p:nvSpPr>
                  <p:cNvPr id="23593" name="AutoShape 30"/>
                  <p:cNvSpPr/>
                  <p:nvPr/>
                </p:nvSpPr>
                <p:spPr bwMode="auto">
                  <a:xfrm>
                    <a:off x="579" y="284"/>
                    <a:ext cx="38"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8"/>
                        </a:moveTo>
                        <a:cubicBezTo>
                          <a:pt x="7101" y="17488"/>
                          <a:pt x="4112" y="14495"/>
                          <a:pt x="4112" y="10799"/>
                        </a:cubicBezTo>
                        <a:cubicBezTo>
                          <a:pt x="4112" y="7106"/>
                          <a:pt x="7101" y="4112"/>
                          <a:pt x="10798" y="4112"/>
                        </a:cubicBezTo>
                        <a:cubicBezTo>
                          <a:pt x="14495" y="4112"/>
                          <a:pt x="17491" y="7106"/>
                          <a:pt x="17491" y="10799"/>
                        </a:cubicBezTo>
                        <a:cubicBezTo>
                          <a:pt x="17491" y="14495"/>
                          <a:pt x="14495" y="17488"/>
                          <a:pt x="10798" y="17488"/>
                        </a:cubicBezTo>
                        <a:close/>
                        <a:moveTo>
                          <a:pt x="10798" y="0"/>
                        </a:moveTo>
                        <a:cubicBezTo>
                          <a:pt x="4833" y="0"/>
                          <a:pt x="0" y="4837"/>
                          <a:pt x="0" y="10799"/>
                        </a:cubicBezTo>
                        <a:cubicBezTo>
                          <a:pt x="0" y="16763"/>
                          <a:pt x="4833" y="21600"/>
                          <a:pt x="10798" y="21600"/>
                        </a:cubicBezTo>
                        <a:cubicBezTo>
                          <a:pt x="16767" y="21600"/>
                          <a:pt x="21600" y="16763"/>
                          <a:pt x="21600" y="10799"/>
                        </a:cubicBezTo>
                        <a:cubicBezTo>
                          <a:pt x="21600" y="4837"/>
                          <a:pt x="16767" y="0"/>
                          <a:pt x="10798" y="0"/>
                        </a:cubicBezTo>
                        <a:close/>
                        <a:moveTo>
                          <a:pt x="10798"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23594" name="AutoShape 31"/>
                  <p:cNvSpPr/>
                  <p:nvPr/>
                </p:nvSpPr>
                <p:spPr bwMode="auto">
                  <a:xfrm>
                    <a:off x="316" y="24"/>
                    <a:ext cx="291" cy="288"/>
                  </a:xfrm>
                  <a:custGeom>
                    <a:avLst/>
                    <a:gdLst>
                      <a:gd name="T0" fmla="*/ 0 w 21600"/>
                      <a:gd name="T1" fmla="*/ 0 h 21593"/>
                      <a:gd name="T2" fmla="*/ 0 w 21600"/>
                      <a:gd name="T3" fmla="*/ 0 h 21593"/>
                      <a:gd name="T4" fmla="*/ 0 w 21600"/>
                      <a:gd name="T5" fmla="*/ 0 h 21593"/>
                      <a:gd name="T6" fmla="*/ 0 w 21600"/>
                      <a:gd name="T7" fmla="*/ 0 h 21593"/>
                      <a:gd name="T8" fmla="*/ 0 w 21600"/>
                      <a:gd name="T9" fmla="*/ 0 h 21593"/>
                      <a:gd name="T10" fmla="*/ 0 w 21600"/>
                      <a:gd name="T11" fmla="*/ 0 h 21593"/>
                      <a:gd name="T12" fmla="*/ 0 w 21600"/>
                      <a:gd name="T13" fmla="*/ 0 h 21593"/>
                      <a:gd name="T14" fmla="*/ 0 w 21600"/>
                      <a:gd name="T15" fmla="*/ 0 h 21593"/>
                      <a:gd name="T16" fmla="*/ 0 w 21600"/>
                      <a:gd name="T17" fmla="*/ 0 h 21593"/>
                      <a:gd name="T18" fmla="*/ 0 w 21600"/>
                      <a:gd name="T19" fmla="*/ 0 h 21593"/>
                      <a:gd name="T20" fmla="*/ 0 w 21600"/>
                      <a:gd name="T21" fmla="*/ 0 h 21593"/>
                      <a:gd name="T22" fmla="*/ 0 w 21600"/>
                      <a:gd name="T23" fmla="*/ 0 h 21593"/>
                      <a:gd name="T24" fmla="*/ 0 w 21600"/>
                      <a:gd name="T25" fmla="*/ 0 h 21593"/>
                      <a:gd name="T26" fmla="*/ 0 w 21600"/>
                      <a:gd name="T27" fmla="*/ 0 h 21593"/>
                      <a:gd name="T28" fmla="*/ 0 w 21600"/>
                      <a:gd name="T29" fmla="*/ 0 h 21593"/>
                      <a:gd name="T30" fmla="*/ 0 w 21600"/>
                      <a:gd name="T31" fmla="*/ 0 h 21593"/>
                      <a:gd name="T32" fmla="*/ 0 w 21600"/>
                      <a:gd name="T33" fmla="*/ 0 h 21593"/>
                      <a:gd name="T34" fmla="*/ 0 w 21600"/>
                      <a:gd name="T35" fmla="*/ 0 h 21593"/>
                      <a:gd name="T36" fmla="*/ 0 w 21600"/>
                      <a:gd name="T37" fmla="*/ 0 h 21593"/>
                      <a:gd name="T38" fmla="*/ 0 w 21600"/>
                      <a:gd name="T39" fmla="*/ 0 h 21593"/>
                      <a:gd name="T40" fmla="*/ 0 w 21600"/>
                      <a:gd name="T41" fmla="*/ 0 h 21593"/>
                      <a:gd name="T42" fmla="*/ 0 w 21600"/>
                      <a:gd name="T43" fmla="*/ 0 h 21593"/>
                      <a:gd name="T44" fmla="*/ 0 w 21600"/>
                      <a:gd name="T45" fmla="*/ 0 h 21593"/>
                      <a:gd name="T46" fmla="*/ 0 w 21600"/>
                      <a:gd name="T47" fmla="*/ 0 h 2159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593">
                        <a:moveTo>
                          <a:pt x="20404" y="21403"/>
                        </a:moveTo>
                        <a:cubicBezTo>
                          <a:pt x="20403" y="21403"/>
                          <a:pt x="20404" y="21400"/>
                          <a:pt x="20405" y="21380"/>
                        </a:cubicBezTo>
                        <a:cubicBezTo>
                          <a:pt x="20407" y="21361"/>
                          <a:pt x="20409" y="21332"/>
                          <a:pt x="20410" y="21297"/>
                        </a:cubicBezTo>
                        <a:cubicBezTo>
                          <a:pt x="20413" y="21225"/>
                          <a:pt x="20414" y="21128"/>
                          <a:pt x="20414" y="21008"/>
                        </a:cubicBezTo>
                        <a:cubicBezTo>
                          <a:pt x="20438" y="18673"/>
                          <a:pt x="19689" y="8502"/>
                          <a:pt x="15704" y="3790"/>
                        </a:cubicBezTo>
                        <a:cubicBezTo>
                          <a:pt x="14382" y="2216"/>
                          <a:pt x="12785" y="1246"/>
                          <a:pt x="10697" y="1206"/>
                        </a:cubicBezTo>
                        <a:cubicBezTo>
                          <a:pt x="10668" y="1205"/>
                          <a:pt x="10635" y="1205"/>
                          <a:pt x="10599" y="1205"/>
                        </a:cubicBezTo>
                        <a:cubicBezTo>
                          <a:pt x="8670" y="1211"/>
                          <a:pt x="7186" y="2084"/>
                          <a:pt x="5938" y="3539"/>
                        </a:cubicBezTo>
                        <a:cubicBezTo>
                          <a:pt x="4700" y="4993"/>
                          <a:pt x="3757" y="7034"/>
                          <a:pt x="3068" y="9220"/>
                        </a:cubicBezTo>
                        <a:cubicBezTo>
                          <a:pt x="1687" y="13594"/>
                          <a:pt x="1311" y="18520"/>
                          <a:pt x="1217" y="20476"/>
                        </a:cubicBezTo>
                        <a:cubicBezTo>
                          <a:pt x="1191" y="21035"/>
                          <a:pt x="1186" y="21346"/>
                          <a:pt x="1186" y="21346"/>
                        </a:cubicBezTo>
                        <a:lnTo>
                          <a:pt x="1186" y="21347"/>
                        </a:lnTo>
                        <a:lnTo>
                          <a:pt x="0" y="21328"/>
                        </a:lnTo>
                        <a:cubicBezTo>
                          <a:pt x="0" y="21310"/>
                          <a:pt x="45" y="18371"/>
                          <a:pt x="617" y="14683"/>
                        </a:cubicBezTo>
                        <a:cubicBezTo>
                          <a:pt x="1196" y="10992"/>
                          <a:pt x="2278" y="6556"/>
                          <a:pt x="4468" y="3487"/>
                        </a:cubicBezTo>
                        <a:cubicBezTo>
                          <a:pt x="5918" y="1446"/>
                          <a:pt x="7953" y="-7"/>
                          <a:pt x="10599" y="0"/>
                        </a:cubicBezTo>
                        <a:cubicBezTo>
                          <a:pt x="10637" y="0"/>
                          <a:pt x="10680" y="0"/>
                          <a:pt x="10721" y="1"/>
                        </a:cubicBezTo>
                        <a:cubicBezTo>
                          <a:pt x="13186" y="36"/>
                          <a:pt x="15147" y="1249"/>
                          <a:pt x="16609" y="3010"/>
                        </a:cubicBezTo>
                        <a:cubicBezTo>
                          <a:pt x="18078" y="4774"/>
                          <a:pt x="19101" y="7084"/>
                          <a:pt x="19836" y="9470"/>
                        </a:cubicBezTo>
                        <a:cubicBezTo>
                          <a:pt x="21299" y="14246"/>
                          <a:pt x="21598" y="19332"/>
                          <a:pt x="21600" y="21008"/>
                        </a:cubicBezTo>
                        <a:cubicBezTo>
                          <a:pt x="21599" y="21279"/>
                          <a:pt x="21596" y="21438"/>
                          <a:pt x="21574" y="21593"/>
                        </a:cubicBezTo>
                        <a:lnTo>
                          <a:pt x="20404" y="21403"/>
                        </a:lnTo>
                        <a:cubicBezTo>
                          <a:pt x="20404" y="21403"/>
                          <a:pt x="20404" y="21403"/>
                          <a:pt x="20404" y="21403"/>
                        </a:cubicBezTo>
                        <a:close/>
                        <a:moveTo>
                          <a:pt x="20404" y="21403"/>
                        </a:moveTo>
                      </a:path>
                    </a:pathLst>
                  </a:custGeom>
                  <a:solidFill>
                    <a:srgbClr val="000000"/>
                  </a:solidFill>
                  <a:ln>
                    <a:noFill/>
                  </a:ln>
                </p:spPr>
                <p:txBody>
                  <a:bodyPr lIns="0" tIns="0" rIns="0" bIns="0"/>
                  <a:lstStyle/>
                  <a:p>
                    <a:endParaRPr lang="en-US"/>
                  </a:p>
                </p:txBody>
              </p:sp>
            </p:grpSp>
            <p:grpSp>
              <p:nvGrpSpPr>
                <p:cNvPr id="23571" name="Group 44"/>
                <p:cNvGrpSpPr/>
                <p:nvPr/>
              </p:nvGrpSpPr>
              <p:grpSpPr bwMode="auto">
                <a:xfrm flipH="1">
                  <a:off x="3013" y="561"/>
                  <a:ext cx="1355" cy="1897"/>
                  <a:chOff x="0" y="0"/>
                  <a:chExt cx="1355" cy="1897"/>
                </a:xfrm>
              </p:grpSpPr>
              <p:sp>
                <p:nvSpPr>
                  <p:cNvPr id="23573" name="AutoShape 33"/>
                  <p:cNvSpPr/>
                  <p:nvPr/>
                </p:nvSpPr>
                <p:spPr bwMode="auto">
                  <a:xfrm>
                    <a:off x="411" y="0"/>
                    <a:ext cx="506" cy="533"/>
                  </a:xfrm>
                  <a:custGeom>
                    <a:avLst/>
                    <a:gdLst>
                      <a:gd name="T0" fmla="*/ 0 w 21377"/>
                      <a:gd name="T1" fmla="*/ 0 h 21387"/>
                      <a:gd name="T2" fmla="*/ 0 w 21377"/>
                      <a:gd name="T3" fmla="*/ 0 h 21387"/>
                      <a:gd name="T4" fmla="*/ 0 w 21377"/>
                      <a:gd name="T5" fmla="*/ 0 h 21387"/>
                      <a:gd name="T6" fmla="*/ 0 w 21377"/>
                      <a:gd name="T7" fmla="*/ 0 h 21387"/>
                      <a:gd name="T8" fmla="*/ 0 w 21377"/>
                      <a:gd name="T9" fmla="*/ 0 h 21387"/>
                      <a:gd name="T10" fmla="*/ 0 w 21377"/>
                      <a:gd name="T11" fmla="*/ 0 h 21387"/>
                      <a:gd name="T12" fmla="*/ 0 w 21377"/>
                      <a:gd name="T13" fmla="*/ 0 h 21387"/>
                      <a:gd name="T14" fmla="*/ 0 w 21377"/>
                      <a:gd name="T15" fmla="*/ 0 h 21387"/>
                      <a:gd name="T16" fmla="*/ 0 w 21377"/>
                      <a:gd name="T17" fmla="*/ 0 h 21387"/>
                      <a:gd name="T18" fmla="*/ 0 w 21377"/>
                      <a:gd name="T19" fmla="*/ 0 h 21387"/>
                      <a:gd name="T20" fmla="*/ 0 w 21377"/>
                      <a:gd name="T21" fmla="*/ 0 h 21387"/>
                      <a:gd name="T22" fmla="*/ 0 w 21377"/>
                      <a:gd name="T23" fmla="*/ 0 h 21387"/>
                      <a:gd name="T24" fmla="*/ 0 w 21377"/>
                      <a:gd name="T25" fmla="*/ 0 h 21387"/>
                      <a:gd name="T26" fmla="*/ 0 w 21377"/>
                      <a:gd name="T27" fmla="*/ 0 h 21387"/>
                      <a:gd name="T28" fmla="*/ 0 w 21377"/>
                      <a:gd name="T29" fmla="*/ 0 h 21387"/>
                      <a:gd name="T30" fmla="*/ 0 w 21377"/>
                      <a:gd name="T31" fmla="*/ 0 h 21387"/>
                      <a:gd name="T32" fmla="*/ 0 w 21377"/>
                      <a:gd name="T33" fmla="*/ 0 h 21387"/>
                      <a:gd name="T34" fmla="*/ 0 w 21377"/>
                      <a:gd name="T35" fmla="*/ 0 h 21387"/>
                      <a:gd name="T36" fmla="*/ 0 w 21377"/>
                      <a:gd name="T37" fmla="*/ 0 h 21387"/>
                      <a:gd name="T38" fmla="*/ 0 w 21377"/>
                      <a:gd name="T39" fmla="*/ 0 h 21387"/>
                      <a:gd name="T40" fmla="*/ 0 w 21377"/>
                      <a:gd name="T41" fmla="*/ 0 h 21387"/>
                      <a:gd name="T42" fmla="*/ 0 w 21377"/>
                      <a:gd name="T43" fmla="*/ 0 h 21387"/>
                      <a:gd name="T44" fmla="*/ 0 w 21377"/>
                      <a:gd name="T45" fmla="*/ 0 h 21387"/>
                      <a:gd name="T46" fmla="*/ 0 w 21377"/>
                      <a:gd name="T47" fmla="*/ 0 h 213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7" h="21387">
                        <a:moveTo>
                          <a:pt x="20032" y="21102"/>
                        </a:moveTo>
                        <a:cubicBezTo>
                          <a:pt x="20032" y="21102"/>
                          <a:pt x="20033" y="21099"/>
                          <a:pt x="20037" y="21081"/>
                        </a:cubicBezTo>
                        <a:cubicBezTo>
                          <a:pt x="20039" y="21063"/>
                          <a:pt x="20044" y="21036"/>
                          <a:pt x="20049" y="21002"/>
                        </a:cubicBezTo>
                        <a:cubicBezTo>
                          <a:pt x="20059" y="20935"/>
                          <a:pt x="20069" y="20843"/>
                          <a:pt x="20081" y="20730"/>
                        </a:cubicBezTo>
                        <a:cubicBezTo>
                          <a:pt x="20328" y="18530"/>
                          <a:pt x="20571" y="8872"/>
                          <a:pt x="17109" y="4068"/>
                        </a:cubicBezTo>
                        <a:cubicBezTo>
                          <a:pt x="15962" y="2465"/>
                          <a:pt x="14486" y="1405"/>
                          <a:pt x="12439" y="1179"/>
                        </a:cubicBezTo>
                        <a:cubicBezTo>
                          <a:pt x="12411" y="1176"/>
                          <a:pt x="12378" y="1173"/>
                          <a:pt x="12344" y="1169"/>
                        </a:cubicBezTo>
                        <a:cubicBezTo>
                          <a:pt x="10448" y="1001"/>
                          <a:pt x="8906" y="1689"/>
                          <a:pt x="7542" y="2949"/>
                        </a:cubicBezTo>
                        <a:cubicBezTo>
                          <a:pt x="6185" y="4208"/>
                          <a:pt x="5063" y="6047"/>
                          <a:pt x="4177" y="8046"/>
                        </a:cubicBezTo>
                        <a:cubicBezTo>
                          <a:pt x="2399" y="12045"/>
                          <a:pt x="1557" y="16657"/>
                          <a:pt x="1277" y="18493"/>
                        </a:cubicBezTo>
                        <a:cubicBezTo>
                          <a:pt x="1197" y="19018"/>
                          <a:pt x="1163" y="19310"/>
                          <a:pt x="1163" y="19310"/>
                        </a:cubicBezTo>
                        <a:lnTo>
                          <a:pt x="1163" y="19311"/>
                        </a:lnTo>
                        <a:lnTo>
                          <a:pt x="0" y="19186"/>
                        </a:lnTo>
                        <a:cubicBezTo>
                          <a:pt x="2" y="19169"/>
                          <a:pt x="328" y="16402"/>
                          <a:pt x="1245" y="12976"/>
                        </a:cubicBezTo>
                        <a:cubicBezTo>
                          <a:pt x="2167" y="9549"/>
                          <a:pt x="3657" y="5462"/>
                          <a:pt x="6101" y="2767"/>
                        </a:cubicBezTo>
                        <a:cubicBezTo>
                          <a:pt x="7722" y="973"/>
                          <a:pt x="9861" y="-213"/>
                          <a:pt x="12459" y="33"/>
                        </a:cubicBezTo>
                        <a:cubicBezTo>
                          <a:pt x="12497" y="36"/>
                          <a:pt x="12538" y="40"/>
                          <a:pt x="12579" y="45"/>
                        </a:cubicBezTo>
                        <a:cubicBezTo>
                          <a:pt x="14996" y="300"/>
                          <a:pt x="16806" y="1622"/>
                          <a:pt x="18072" y="3414"/>
                        </a:cubicBezTo>
                        <a:cubicBezTo>
                          <a:pt x="19345" y="5210"/>
                          <a:pt x="20128" y="7481"/>
                          <a:pt x="20621" y="9798"/>
                        </a:cubicBezTo>
                        <a:cubicBezTo>
                          <a:pt x="21600" y="14434"/>
                          <a:pt x="21404" y="19257"/>
                          <a:pt x="21246" y="20838"/>
                        </a:cubicBezTo>
                        <a:cubicBezTo>
                          <a:pt x="21218" y="21093"/>
                          <a:pt x="21200" y="21242"/>
                          <a:pt x="21164" y="21387"/>
                        </a:cubicBezTo>
                        <a:lnTo>
                          <a:pt x="20032" y="21102"/>
                        </a:lnTo>
                        <a:cubicBezTo>
                          <a:pt x="20032" y="21102"/>
                          <a:pt x="20032" y="21102"/>
                          <a:pt x="20032" y="21102"/>
                        </a:cubicBezTo>
                        <a:close/>
                        <a:moveTo>
                          <a:pt x="20032" y="21102"/>
                        </a:moveTo>
                      </a:path>
                    </a:pathLst>
                  </a:custGeom>
                  <a:solidFill>
                    <a:srgbClr val="000000"/>
                  </a:solidFill>
                  <a:ln>
                    <a:noFill/>
                  </a:ln>
                </p:spPr>
                <p:txBody>
                  <a:bodyPr lIns="0" tIns="0" rIns="0" bIns="0"/>
                  <a:lstStyle/>
                  <a:p>
                    <a:endParaRPr lang="en-US"/>
                  </a:p>
                </p:txBody>
              </p:sp>
              <p:sp>
                <p:nvSpPr>
                  <p:cNvPr id="23574" name="AutoShape 34"/>
                  <p:cNvSpPr/>
                  <p:nvPr/>
                </p:nvSpPr>
                <p:spPr bwMode="auto">
                  <a:xfrm>
                    <a:off x="33" y="412"/>
                    <a:ext cx="1322" cy="14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222" y="311"/>
                        </a:moveTo>
                        <a:lnTo>
                          <a:pt x="2749" y="623"/>
                        </a:lnTo>
                        <a:lnTo>
                          <a:pt x="3404" y="0"/>
                        </a:lnTo>
                        <a:lnTo>
                          <a:pt x="20509" y="233"/>
                        </a:lnTo>
                        <a:lnTo>
                          <a:pt x="21600" y="20471"/>
                        </a:lnTo>
                        <a:lnTo>
                          <a:pt x="2836" y="21600"/>
                        </a:lnTo>
                        <a:lnTo>
                          <a:pt x="0" y="20121"/>
                        </a:lnTo>
                        <a:cubicBezTo>
                          <a:pt x="0" y="20121"/>
                          <a:pt x="1222" y="311"/>
                          <a:pt x="1222" y="311"/>
                        </a:cubicBezTo>
                        <a:close/>
                        <a:moveTo>
                          <a:pt x="1222" y="311"/>
                        </a:moveTo>
                      </a:path>
                    </a:pathLst>
                  </a:custGeom>
                  <a:solidFill>
                    <a:srgbClr val="EDDBB3"/>
                  </a:solidFill>
                  <a:ln>
                    <a:noFill/>
                  </a:ln>
                </p:spPr>
                <p:txBody>
                  <a:bodyPr lIns="0" tIns="0" rIns="0" bIns="0"/>
                  <a:lstStyle/>
                  <a:p>
                    <a:endParaRPr lang="en-US"/>
                  </a:p>
                </p:txBody>
              </p:sp>
              <p:sp>
                <p:nvSpPr>
                  <p:cNvPr id="23575" name="AutoShape 35"/>
                  <p:cNvSpPr/>
                  <p:nvPr/>
                </p:nvSpPr>
                <p:spPr bwMode="auto">
                  <a:xfrm>
                    <a:off x="156" y="429"/>
                    <a:ext cx="81" cy="146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0"/>
                        </a:moveTo>
                        <a:lnTo>
                          <a:pt x="13237" y="21600"/>
                        </a:lnTo>
                        <a:lnTo>
                          <a:pt x="0" y="19710"/>
                        </a:lnTo>
                        <a:lnTo>
                          <a:pt x="11845" y="733"/>
                        </a:lnTo>
                        <a:lnTo>
                          <a:pt x="13934" y="39"/>
                        </a:lnTo>
                        <a:cubicBezTo>
                          <a:pt x="13934" y="39"/>
                          <a:pt x="21600" y="0"/>
                          <a:pt x="21600" y="0"/>
                        </a:cubicBezTo>
                        <a:close/>
                        <a:moveTo>
                          <a:pt x="21600" y="0"/>
                        </a:moveTo>
                      </a:path>
                    </a:pathLst>
                  </a:custGeom>
                  <a:solidFill>
                    <a:srgbClr val="A79B7F"/>
                  </a:solidFill>
                  <a:ln>
                    <a:noFill/>
                  </a:ln>
                </p:spPr>
                <p:txBody>
                  <a:bodyPr lIns="0" tIns="0" rIns="0" bIns="0"/>
                  <a:lstStyle/>
                  <a:p>
                    <a:endParaRPr lang="en-US"/>
                  </a:p>
                </p:txBody>
              </p:sp>
              <p:sp>
                <p:nvSpPr>
                  <p:cNvPr id="23576" name="AutoShape 36"/>
                  <p:cNvSpPr/>
                  <p:nvPr/>
                </p:nvSpPr>
                <p:spPr bwMode="auto">
                  <a:xfrm>
                    <a:off x="0" y="399"/>
                    <a:ext cx="200" cy="139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3744" y="21600"/>
                        </a:moveTo>
                        <a:lnTo>
                          <a:pt x="16416" y="21185"/>
                        </a:lnTo>
                        <a:lnTo>
                          <a:pt x="21600" y="539"/>
                        </a:lnTo>
                        <a:lnTo>
                          <a:pt x="8641" y="0"/>
                        </a:lnTo>
                        <a:lnTo>
                          <a:pt x="0" y="21310"/>
                        </a:lnTo>
                        <a:cubicBezTo>
                          <a:pt x="0" y="21310"/>
                          <a:pt x="3744" y="21600"/>
                          <a:pt x="3744" y="21600"/>
                        </a:cubicBezTo>
                        <a:close/>
                        <a:moveTo>
                          <a:pt x="3744" y="21600"/>
                        </a:moveTo>
                      </a:path>
                    </a:pathLst>
                  </a:custGeom>
                  <a:solidFill>
                    <a:srgbClr val="A3987C"/>
                  </a:solidFill>
                  <a:ln>
                    <a:noFill/>
                  </a:ln>
                </p:spPr>
                <p:txBody>
                  <a:bodyPr lIns="0" tIns="0" rIns="0" bIns="0"/>
                  <a:lstStyle/>
                  <a:p>
                    <a:endParaRPr lang="en-US"/>
                  </a:p>
                </p:txBody>
              </p:sp>
              <p:sp>
                <p:nvSpPr>
                  <p:cNvPr id="23577" name="AutoShape 37"/>
                  <p:cNvSpPr/>
                  <p:nvPr/>
                </p:nvSpPr>
                <p:spPr bwMode="auto">
                  <a:xfrm>
                    <a:off x="519" y="493"/>
                    <a:ext cx="41" cy="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8"/>
                        </a:moveTo>
                        <a:cubicBezTo>
                          <a:pt x="21600" y="16763"/>
                          <a:pt x="16763" y="21600"/>
                          <a:pt x="10798" y="21600"/>
                        </a:cubicBezTo>
                        <a:cubicBezTo>
                          <a:pt x="4834" y="21600"/>
                          <a:pt x="0" y="16763"/>
                          <a:pt x="0" y="10798"/>
                        </a:cubicBezTo>
                        <a:cubicBezTo>
                          <a:pt x="0" y="4834"/>
                          <a:pt x="4834" y="0"/>
                          <a:pt x="10798" y="0"/>
                        </a:cubicBezTo>
                        <a:cubicBezTo>
                          <a:pt x="16763" y="0"/>
                          <a:pt x="21600" y="4834"/>
                          <a:pt x="21600" y="10798"/>
                        </a:cubicBezTo>
                        <a:close/>
                        <a:moveTo>
                          <a:pt x="21600" y="10798"/>
                        </a:moveTo>
                      </a:path>
                    </a:pathLst>
                  </a:custGeom>
                  <a:solidFill>
                    <a:srgbClr val="231F1F"/>
                  </a:solidFill>
                  <a:ln>
                    <a:noFill/>
                  </a:ln>
                </p:spPr>
                <p:txBody>
                  <a:bodyPr lIns="0" tIns="0" rIns="0" bIns="0"/>
                  <a:lstStyle/>
                  <a:p>
                    <a:endParaRPr lang="en-US"/>
                  </a:p>
                </p:txBody>
              </p:sp>
              <p:sp>
                <p:nvSpPr>
                  <p:cNvPr id="23578" name="AutoShape 38"/>
                  <p:cNvSpPr/>
                  <p:nvPr/>
                </p:nvSpPr>
                <p:spPr bwMode="auto">
                  <a:xfrm>
                    <a:off x="979" y="487"/>
                    <a:ext cx="41" cy="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797"/>
                        </a:moveTo>
                        <a:cubicBezTo>
                          <a:pt x="21600" y="16763"/>
                          <a:pt x="16757" y="21600"/>
                          <a:pt x="10797" y="21600"/>
                        </a:cubicBezTo>
                        <a:cubicBezTo>
                          <a:pt x="4833" y="21600"/>
                          <a:pt x="0" y="16763"/>
                          <a:pt x="0" y="10797"/>
                        </a:cubicBezTo>
                        <a:cubicBezTo>
                          <a:pt x="0" y="4832"/>
                          <a:pt x="4833" y="0"/>
                          <a:pt x="10797" y="0"/>
                        </a:cubicBezTo>
                        <a:cubicBezTo>
                          <a:pt x="16757" y="0"/>
                          <a:pt x="21600" y="4832"/>
                          <a:pt x="21600" y="10797"/>
                        </a:cubicBezTo>
                        <a:close/>
                        <a:moveTo>
                          <a:pt x="21600" y="10797"/>
                        </a:moveTo>
                      </a:path>
                    </a:pathLst>
                  </a:custGeom>
                  <a:solidFill>
                    <a:srgbClr val="231F1F"/>
                  </a:solidFill>
                  <a:ln>
                    <a:noFill/>
                  </a:ln>
                </p:spPr>
                <p:txBody>
                  <a:bodyPr lIns="0" tIns="0" rIns="0" bIns="0"/>
                  <a:lstStyle/>
                  <a:p>
                    <a:endParaRPr lang="en-US"/>
                  </a:p>
                </p:txBody>
              </p:sp>
              <p:sp>
                <p:nvSpPr>
                  <p:cNvPr id="23579" name="AutoShape 39"/>
                  <p:cNvSpPr/>
                  <p:nvPr/>
                </p:nvSpPr>
                <p:spPr bwMode="auto">
                  <a:xfrm>
                    <a:off x="506" y="480"/>
                    <a:ext cx="63" cy="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9"/>
                        </a:moveTo>
                        <a:cubicBezTo>
                          <a:pt x="7108" y="17489"/>
                          <a:pt x="4112" y="14493"/>
                          <a:pt x="4112" y="10803"/>
                        </a:cubicBezTo>
                        <a:cubicBezTo>
                          <a:pt x="4112" y="7105"/>
                          <a:pt x="7108" y="4109"/>
                          <a:pt x="10798" y="4109"/>
                        </a:cubicBezTo>
                        <a:cubicBezTo>
                          <a:pt x="14495" y="4109"/>
                          <a:pt x="17488" y="7105"/>
                          <a:pt x="17488" y="10803"/>
                        </a:cubicBezTo>
                        <a:cubicBezTo>
                          <a:pt x="17488" y="14493"/>
                          <a:pt x="14495" y="17489"/>
                          <a:pt x="10798" y="17489"/>
                        </a:cubicBezTo>
                        <a:close/>
                        <a:moveTo>
                          <a:pt x="10798" y="0"/>
                        </a:moveTo>
                        <a:cubicBezTo>
                          <a:pt x="4833" y="0"/>
                          <a:pt x="0" y="4833"/>
                          <a:pt x="0" y="10803"/>
                        </a:cubicBezTo>
                        <a:cubicBezTo>
                          <a:pt x="0" y="16764"/>
                          <a:pt x="4833" y="21600"/>
                          <a:pt x="10798" y="21600"/>
                        </a:cubicBezTo>
                        <a:cubicBezTo>
                          <a:pt x="16765" y="21600"/>
                          <a:pt x="21600" y="16764"/>
                          <a:pt x="21600" y="10803"/>
                        </a:cubicBezTo>
                        <a:cubicBezTo>
                          <a:pt x="21600" y="4833"/>
                          <a:pt x="16765" y="0"/>
                          <a:pt x="10798" y="0"/>
                        </a:cubicBezTo>
                        <a:close/>
                        <a:moveTo>
                          <a:pt x="10798" y="0"/>
                        </a:moveTo>
                      </a:path>
                    </a:pathLst>
                  </a:custGeom>
                  <a:solidFill>
                    <a:srgbClr val="231F1F"/>
                  </a:solidFill>
                  <a:ln>
                    <a:noFill/>
                  </a:ln>
                </p:spPr>
                <p:txBody>
                  <a:bodyPr lIns="0" tIns="0" rIns="0" bIns="0"/>
                  <a:lstStyle/>
                  <a:p>
                    <a:endParaRPr lang="en-US"/>
                  </a:p>
                </p:txBody>
              </p:sp>
              <p:sp>
                <p:nvSpPr>
                  <p:cNvPr id="23580" name="AutoShape 40"/>
                  <p:cNvSpPr/>
                  <p:nvPr/>
                </p:nvSpPr>
                <p:spPr bwMode="auto">
                  <a:xfrm>
                    <a:off x="506" y="480"/>
                    <a:ext cx="63" cy="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2" y="17488"/>
                        </a:moveTo>
                        <a:cubicBezTo>
                          <a:pt x="7110" y="17488"/>
                          <a:pt x="4112" y="14494"/>
                          <a:pt x="4112" y="10801"/>
                        </a:cubicBezTo>
                        <a:cubicBezTo>
                          <a:pt x="4112" y="7103"/>
                          <a:pt x="7110" y="4111"/>
                          <a:pt x="10802" y="4111"/>
                        </a:cubicBezTo>
                        <a:cubicBezTo>
                          <a:pt x="14499" y="4111"/>
                          <a:pt x="17493" y="7103"/>
                          <a:pt x="17493" y="10801"/>
                        </a:cubicBezTo>
                        <a:cubicBezTo>
                          <a:pt x="17493" y="14494"/>
                          <a:pt x="14499" y="17488"/>
                          <a:pt x="10802" y="17488"/>
                        </a:cubicBezTo>
                        <a:close/>
                        <a:moveTo>
                          <a:pt x="10802" y="0"/>
                        </a:moveTo>
                        <a:cubicBezTo>
                          <a:pt x="4840" y="0"/>
                          <a:pt x="0" y="4833"/>
                          <a:pt x="0" y="10801"/>
                        </a:cubicBezTo>
                        <a:cubicBezTo>
                          <a:pt x="0" y="16763"/>
                          <a:pt x="4840" y="21600"/>
                          <a:pt x="10802" y="21600"/>
                        </a:cubicBezTo>
                        <a:cubicBezTo>
                          <a:pt x="16767" y="21600"/>
                          <a:pt x="21600" y="16763"/>
                          <a:pt x="21600" y="10801"/>
                        </a:cubicBezTo>
                        <a:cubicBezTo>
                          <a:pt x="21600" y="4833"/>
                          <a:pt x="16767" y="0"/>
                          <a:pt x="10802" y="0"/>
                        </a:cubicBezTo>
                        <a:close/>
                        <a:moveTo>
                          <a:pt x="10802"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23581" name="AutoShape 41"/>
                  <p:cNvSpPr/>
                  <p:nvPr/>
                </p:nvSpPr>
                <p:spPr bwMode="auto">
                  <a:xfrm>
                    <a:off x="965" y="480"/>
                    <a:ext cx="63" cy="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4"/>
                        </a:moveTo>
                        <a:cubicBezTo>
                          <a:pt x="7105" y="17484"/>
                          <a:pt x="4112" y="14494"/>
                          <a:pt x="4112" y="10799"/>
                        </a:cubicBezTo>
                        <a:cubicBezTo>
                          <a:pt x="4112" y="7102"/>
                          <a:pt x="7105" y="4108"/>
                          <a:pt x="10798" y="4108"/>
                        </a:cubicBezTo>
                        <a:cubicBezTo>
                          <a:pt x="14495" y="4108"/>
                          <a:pt x="17488" y="7102"/>
                          <a:pt x="17488" y="10799"/>
                        </a:cubicBezTo>
                        <a:cubicBezTo>
                          <a:pt x="17488" y="14494"/>
                          <a:pt x="14495" y="17484"/>
                          <a:pt x="10798" y="17484"/>
                        </a:cubicBezTo>
                        <a:close/>
                        <a:moveTo>
                          <a:pt x="10798" y="0"/>
                        </a:moveTo>
                        <a:cubicBezTo>
                          <a:pt x="4835" y="0"/>
                          <a:pt x="0" y="4833"/>
                          <a:pt x="0" y="10799"/>
                        </a:cubicBezTo>
                        <a:cubicBezTo>
                          <a:pt x="0" y="16763"/>
                          <a:pt x="4835" y="21600"/>
                          <a:pt x="10798" y="21600"/>
                        </a:cubicBezTo>
                        <a:cubicBezTo>
                          <a:pt x="16762" y="21600"/>
                          <a:pt x="21600" y="16763"/>
                          <a:pt x="21600" y="10799"/>
                        </a:cubicBezTo>
                        <a:cubicBezTo>
                          <a:pt x="21600" y="4833"/>
                          <a:pt x="16762" y="0"/>
                          <a:pt x="10798" y="0"/>
                        </a:cubicBezTo>
                        <a:close/>
                        <a:moveTo>
                          <a:pt x="10798" y="0"/>
                        </a:moveTo>
                      </a:path>
                    </a:pathLst>
                  </a:custGeom>
                  <a:solidFill>
                    <a:srgbClr val="231F1F"/>
                  </a:solidFill>
                  <a:ln>
                    <a:noFill/>
                  </a:ln>
                </p:spPr>
                <p:txBody>
                  <a:bodyPr lIns="0" tIns="0" rIns="0" bIns="0"/>
                  <a:lstStyle/>
                  <a:p>
                    <a:endParaRPr lang="en-US"/>
                  </a:p>
                </p:txBody>
              </p:sp>
              <p:sp>
                <p:nvSpPr>
                  <p:cNvPr id="23582" name="AutoShape 42"/>
                  <p:cNvSpPr/>
                  <p:nvPr/>
                </p:nvSpPr>
                <p:spPr bwMode="auto">
                  <a:xfrm>
                    <a:off x="965" y="473"/>
                    <a:ext cx="63" cy="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798" y="17488"/>
                        </a:moveTo>
                        <a:cubicBezTo>
                          <a:pt x="7101" y="17488"/>
                          <a:pt x="4112" y="14495"/>
                          <a:pt x="4112" y="10799"/>
                        </a:cubicBezTo>
                        <a:cubicBezTo>
                          <a:pt x="4112" y="7106"/>
                          <a:pt x="7101" y="4112"/>
                          <a:pt x="10798" y="4112"/>
                        </a:cubicBezTo>
                        <a:cubicBezTo>
                          <a:pt x="14495" y="4112"/>
                          <a:pt x="17491" y="7106"/>
                          <a:pt x="17491" y="10799"/>
                        </a:cubicBezTo>
                        <a:cubicBezTo>
                          <a:pt x="17491" y="14495"/>
                          <a:pt x="14495" y="17488"/>
                          <a:pt x="10798" y="17488"/>
                        </a:cubicBezTo>
                        <a:close/>
                        <a:moveTo>
                          <a:pt x="10798" y="0"/>
                        </a:moveTo>
                        <a:cubicBezTo>
                          <a:pt x="4833" y="0"/>
                          <a:pt x="0" y="4837"/>
                          <a:pt x="0" y="10799"/>
                        </a:cubicBezTo>
                        <a:cubicBezTo>
                          <a:pt x="0" y="16763"/>
                          <a:pt x="4833" y="21600"/>
                          <a:pt x="10798" y="21600"/>
                        </a:cubicBezTo>
                        <a:cubicBezTo>
                          <a:pt x="16767" y="21600"/>
                          <a:pt x="21600" y="16763"/>
                          <a:pt x="21600" y="10799"/>
                        </a:cubicBezTo>
                        <a:cubicBezTo>
                          <a:pt x="21600" y="4837"/>
                          <a:pt x="16767" y="0"/>
                          <a:pt x="10798" y="0"/>
                        </a:cubicBezTo>
                        <a:close/>
                        <a:moveTo>
                          <a:pt x="10798" y="0"/>
                        </a:moveTo>
                      </a:path>
                    </a:pathLst>
                  </a:custGeom>
                  <a:gradFill rotWithShape="0">
                    <a:gsLst>
                      <a:gs pos="0">
                        <a:srgbClr val="000000"/>
                      </a:gs>
                      <a:gs pos="100000">
                        <a:srgbClr val="000000"/>
                      </a:gs>
                    </a:gsLst>
                    <a:lin ang="0" scaled="1"/>
                  </a:gradFill>
                  <a:ln>
                    <a:noFill/>
                  </a:ln>
                </p:spPr>
                <p:txBody>
                  <a:bodyPr lIns="0" tIns="0" rIns="0" bIns="0"/>
                  <a:lstStyle/>
                  <a:p>
                    <a:endParaRPr lang="en-US"/>
                  </a:p>
                </p:txBody>
              </p:sp>
              <p:sp>
                <p:nvSpPr>
                  <p:cNvPr id="23583" name="AutoShape 43"/>
                  <p:cNvSpPr/>
                  <p:nvPr/>
                </p:nvSpPr>
                <p:spPr bwMode="auto">
                  <a:xfrm>
                    <a:off x="526" y="40"/>
                    <a:ext cx="486" cy="479"/>
                  </a:xfrm>
                  <a:custGeom>
                    <a:avLst/>
                    <a:gdLst>
                      <a:gd name="T0" fmla="*/ 0 w 21600"/>
                      <a:gd name="T1" fmla="*/ 0 h 21593"/>
                      <a:gd name="T2" fmla="*/ 0 w 21600"/>
                      <a:gd name="T3" fmla="*/ 0 h 21593"/>
                      <a:gd name="T4" fmla="*/ 0 w 21600"/>
                      <a:gd name="T5" fmla="*/ 0 h 21593"/>
                      <a:gd name="T6" fmla="*/ 0 w 21600"/>
                      <a:gd name="T7" fmla="*/ 0 h 21593"/>
                      <a:gd name="T8" fmla="*/ 0 w 21600"/>
                      <a:gd name="T9" fmla="*/ 0 h 21593"/>
                      <a:gd name="T10" fmla="*/ 0 w 21600"/>
                      <a:gd name="T11" fmla="*/ 0 h 21593"/>
                      <a:gd name="T12" fmla="*/ 0 w 21600"/>
                      <a:gd name="T13" fmla="*/ 0 h 21593"/>
                      <a:gd name="T14" fmla="*/ 0 w 21600"/>
                      <a:gd name="T15" fmla="*/ 0 h 21593"/>
                      <a:gd name="T16" fmla="*/ 0 w 21600"/>
                      <a:gd name="T17" fmla="*/ 0 h 21593"/>
                      <a:gd name="T18" fmla="*/ 0 w 21600"/>
                      <a:gd name="T19" fmla="*/ 0 h 21593"/>
                      <a:gd name="T20" fmla="*/ 0 w 21600"/>
                      <a:gd name="T21" fmla="*/ 0 h 21593"/>
                      <a:gd name="T22" fmla="*/ 0 w 21600"/>
                      <a:gd name="T23" fmla="*/ 0 h 21593"/>
                      <a:gd name="T24" fmla="*/ 0 w 21600"/>
                      <a:gd name="T25" fmla="*/ 0 h 21593"/>
                      <a:gd name="T26" fmla="*/ 0 w 21600"/>
                      <a:gd name="T27" fmla="*/ 0 h 21593"/>
                      <a:gd name="T28" fmla="*/ 0 w 21600"/>
                      <a:gd name="T29" fmla="*/ 0 h 21593"/>
                      <a:gd name="T30" fmla="*/ 0 w 21600"/>
                      <a:gd name="T31" fmla="*/ 0 h 21593"/>
                      <a:gd name="T32" fmla="*/ 0 w 21600"/>
                      <a:gd name="T33" fmla="*/ 0 h 21593"/>
                      <a:gd name="T34" fmla="*/ 0 w 21600"/>
                      <a:gd name="T35" fmla="*/ 0 h 21593"/>
                      <a:gd name="T36" fmla="*/ 0 w 21600"/>
                      <a:gd name="T37" fmla="*/ 0 h 21593"/>
                      <a:gd name="T38" fmla="*/ 0 w 21600"/>
                      <a:gd name="T39" fmla="*/ 0 h 21593"/>
                      <a:gd name="T40" fmla="*/ 0 w 21600"/>
                      <a:gd name="T41" fmla="*/ 0 h 21593"/>
                      <a:gd name="T42" fmla="*/ 0 w 21600"/>
                      <a:gd name="T43" fmla="*/ 0 h 21593"/>
                      <a:gd name="T44" fmla="*/ 0 w 21600"/>
                      <a:gd name="T45" fmla="*/ 0 h 21593"/>
                      <a:gd name="T46" fmla="*/ 0 w 21600"/>
                      <a:gd name="T47" fmla="*/ 0 h 2159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593">
                        <a:moveTo>
                          <a:pt x="20404" y="21403"/>
                        </a:moveTo>
                        <a:cubicBezTo>
                          <a:pt x="20403" y="21403"/>
                          <a:pt x="20404" y="21400"/>
                          <a:pt x="20405" y="21380"/>
                        </a:cubicBezTo>
                        <a:cubicBezTo>
                          <a:pt x="20407" y="21361"/>
                          <a:pt x="20409" y="21332"/>
                          <a:pt x="20410" y="21297"/>
                        </a:cubicBezTo>
                        <a:cubicBezTo>
                          <a:pt x="20413" y="21225"/>
                          <a:pt x="20414" y="21128"/>
                          <a:pt x="20414" y="21008"/>
                        </a:cubicBezTo>
                        <a:cubicBezTo>
                          <a:pt x="20438" y="18673"/>
                          <a:pt x="19689" y="8502"/>
                          <a:pt x="15704" y="3790"/>
                        </a:cubicBezTo>
                        <a:cubicBezTo>
                          <a:pt x="14382" y="2216"/>
                          <a:pt x="12785" y="1246"/>
                          <a:pt x="10697" y="1206"/>
                        </a:cubicBezTo>
                        <a:cubicBezTo>
                          <a:pt x="10668" y="1205"/>
                          <a:pt x="10635" y="1205"/>
                          <a:pt x="10599" y="1205"/>
                        </a:cubicBezTo>
                        <a:cubicBezTo>
                          <a:pt x="8670" y="1211"/>
                          <a:pt x="7186" y="2084"/>
                          <a:pt x="5938" y="3539"/>
                        </a:cubicBezTo>
                        <a:cubicBezTo>
                          <a:pt x="4700" y="4993"/>
                          <a:pt x="3757" y="7034"/>
                          <a:pt x="3068" y="9220"/>
                        </a:cubicBezTo>
                        <a:cubicBezTo>
                          <a:pt x="1687" y="13594"/>
                          <a:pt x="1311" y="18520"/>
                          <a:pt x="1217" y="20476"/>
                        </a:cubicBezTo>
                        <a:cubicBezTo>
                          <a:pt x="1191" y="21035"/>
                          <a:pt x="1186" y="21346"/>
                          <a:pt x="1186" y="21346"/>
                        </a:cubicBezTo>
                        <a:lnTo>
                          <a:pt x="1186" y="21347"/>
                        </a:lnTo>
                        <a:lnTo>
                          <a:pt x="0" y="21328"/>
                        </a:lnTo>
                        <a:cubicBezTo>
                          <a:pt x="0" y="21310"/>
                          <a:pt x="45" y="18371"/>
                          <a:pt x="617" y="14683"/>
                        </a:cubicBezTo>
                        <a:cubicBezTo>
                          <a:pt x="1196" y="10992"/>
                          <a:pt x="2278" y="6556"/>
                          <a:pt x="4468" y="3487"/>
                        </a:cubicBezTo>
                        <a:cubicBezTo>
                          <a:pt x="5918" y="1446"/>
                          <a:pt x="7953" y="-7"/>
                          <a:pt x="10599" y="0"/>
                        </a:cubicBezTo>
                        <a:cubicBezTo>
                          <a:pt x="10637" y="0"/>
                          <a:pt x="10680" y="0"/>
                          <a:pt x="10721" y="1"/>
                        </a:cubicBezTo>
                        <a:cubicBezTo>
                          <a:pt x="13186" y="36"/>
                          <a:pt x="15147" y="1249"/>
                          <a:pt x="16609" y="3010"/>
                        </a:cubicBezTo>
                        <a:cubicBezTo>
                          <a:pt x="18078" y="4774"/>
                          <a:pt x="19101" y="7084"/>
                          <a:pt x="19836" y="9470"/>
                        </a:cubicBezTo>
                        <a:cubicBezTo>
                          <a:pt x="21299" y="14246"/>
                          <a:pt x="21598" y="19332"/>
                          <a:pt x="21600" y="21008"/>
                        </a:cubicBezTo>
                        <a:cubicBezTo>
                          <a:pt x="21599" y="21279"/>
                          <a:pt x="21596" y="21438"/>
                          <a:pt x="21574" y="21593"/>
                        </a:cubicBezTo>
                        <a:lnTo>
                          <a:pt x="20404" y="21403"/>
                        </a:lnTo>
                        <a:cubicBezTo>
                          <a:pt x="20404" y="21403"/>
                          <a:pt x="20404" y="21403"/>
                          <a:pt x="20404" y="21403"/>
                        </a:cubicBezTo>
                        <a:close/>
                        <a:moveTo>
                          <a:pt x="20404" y="21403"/>
                        </a:moveTo>
                      </a:path>
                    </a:pathLst>
                  </a:custGeom>
                  <a:solidFill>
                    <a:srgbClr val="000000"/>
                  </a:solidFill>
                  <a:ln>
                    <a:noFill/>
                  </a:ln>
                </p:spPr>
                <p:txBody>
                  <a:bodyPr lIns="0" tIns="0" rIns="0" bIns="0"/>
                  <a:lstStyle/>
                  <a:p>
                    <a:endParaRPr lang="en-US"/>
                  </a:p>
                </p:txBody>
              </p:sp>
            </p:grpSp>
            <p:sp>
              <p:nvSpPr>
                <p:cNvPr id="23572" name="AutoShape 45"/>
                <p:cNvSpPr/>
                <p:nvPr/>
              </p:nvSpPr>
              <p:spPr bwMode="auto">
                <a:xfrm>
                  <a:off x="3571" y="255"/>
                  <a:ext cx="1753" cy="1897"/>
                </a:xfrm>
                <a:custGeom>
                  <a:avLst/>
                  <a:gdLst>
                    <a:gd name="T0" fmla="*/ 0 w 20988"/>
                    <a:gd name="T1" fmla="*/ 0 h 20468"/>
                    <a:gd name="T2" fmla="*/ 0 w 20988"/>
                    <a:gd name="T3" fmla="*/ 0 h 20468"/>
                    <a:gd name="T4" fmla="*/ 1 w 20988"/>
                    <a:gd name="T5" fmla="*/ 0 h 20468"/>
                    <a:gd name="T6" fmla="*/ 1 w 20988"/>
                    <a:gd name="T7" fmla="*/ 1 h 20468"/>
                    <a:gd name="T8" fmla="*/ 1 w 20988"/>
                    <a:gd name="T9" fmla="*/ 1 h 20468"/>
                    <a:gd name="T10" fmla="*/ 1 w 20988"/>
                    <a:gd name="T11" fmla="*/ 1 h 20468"/>
                    <a:gd name="T12" fmla="*/ 0 w 20988"/>
                    <a:gd name="T13" fmla="*/ 0 h 20468"/>
                    <a:gd name="T14" fmla="*/ 0 w 20988"/>
                    <a:gd name="T15" fmla="*/ 0 h 20468"/>
                    <a:gd name="T16" fmla="*/ 0 w 20988"/>
                    <a:gd name="T17" fmla="*/ 0 h 204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988" h="20468">
                      <a:moveTo>
                        <a:pt x="2915" y="115"/>
                      </a:moveTo>
                      <a:cubicBezTo>
                        <a:pt x="2915" y="115"/>
                        <a:pt x="6339" y="607"/>
                        <a:pt x="7907" y="1198"/>
                      </a:cubicBezTo>
                      <a:cubicBezTo>
                        <a:pt x="9443" y="1778"/>
                        <a:pt x="12129" y="2357"/>
                        <a:pt x="15441" y="5274"/>
                      </a:cubicBezTo>
                      <a:cubicBezTo>
                        <a:pt x="20244" y="9504"/>
                        <a:pt x="20988" y="13637"/>
                        <a:pt x="20988" y="16630"/>
                      </a:cubicBezTo>
                      <a:cubicBezTo>
                        <a:pt x="20988" y="19623"/>
                        <a:pt x="17767" y="21235"/>
                        <a:pt x="16156" y="20106"/>
                      </a:cubicBezTo>
                      <a:cubicBezTo>
                        <a:pt x="14546" y="18978"/>
                        <a:pt x="13830" y="11844"/>
                        <a:pt x="10430" y="8015"/>
                      </a:cubicBezTo>
                      <a:cubicBezTo>
                        <a:pt x="7179" y="4352"/>
                        <a:pt x="4703" y="2807"/>
                        <a:pt x="588" y="1243"/>
                      </a:cubicBezTo>
                      <a:cubicBezTo>
                        <a:pt x="-612" y="787"/>
                        <a:pt x="-42" y="-365"/>
                        <a:pt x="2915" y="115"/>
                      </a:cubicBezTo>
                      <a:close/>
                      <a:moveTo>
                        <a:pt x="2915" y="115"/>
                      </a:moveTo>
                    </a:path>
                  </a:pathLst>
                </a:custGeom>
                <a:solidFill>
                  <a:srgbClr val="FBF4F8">
                    <a:alpha val="49803"/>
                  </a:srgbClr>
                </a:solidFill>
                <a:ln>
                  <a:noFill/>
                </a:ln>
              </p:spPr>
              <p:txBody>
                <a:bodyPr lIns="0" tIns="0" rIns="0" bIns="0"/>
                <a:lstStyle/>
                <a:p>
                  <a:endParaRPr lang="en-US"/>
                </a:p>
              </p:txBody>
            </p:sp>
          </p:grpSp>
          <p:sp>
            <p:nvSpPr>
              <p:cNvPr id="23561" name="Rectangle 47"/>
              <p:cNvSpPr/>
              <p:nvPr/>
            </p:nvSpPr>
            <p:spPr bwMode="auto">
              <a:xfrm>
                <a:off x="3090" y="1009"/>
                <a:ext cx="904" cy="960"/>
              </a:xfrm>
              <a:prstGeom prst="rect">
                <a:avLst/>
              </a:prstGeom>
              <a:noFill/>
              <a:ln>
                <a:noFill/>
              </a:ln>
            </p:spPr>
            <p:txBody>
              <a:bodyPr lIns="0" tIns="0" rIns="0" bIns="0" anchor="ctr"/>
              <a:lstStyle/>
              <a:p>
                <a:pPr>
                  <a:lnSpc>
                    <a:spcPct val="170000"/>
                  </a:lnSpc>
                </a:pPr>
                <a:r>
                  <a:rPr lang="en-US" sz="7200">
                    <a:solidFill>
                      <a:srgbClr val="928768"/>
                    </a:solidFill>
                    <a:latin typeface="FontAwesome Regular" charset="0"/>
                    <a:ea typeface="MS PGothic" panose="020B0600070205080204" charset="-128"/>
                    <a:cs typeface="MS PGothic" panose="020B0600070205080204" charset="-128"/>
                    <a:sym typeface="FontAwesome Regular" charset="0"/>
                  </a:rPr>
                  <a:t></a:t>
                </a:r>
                <a:endParaRPr lang="en-US" sz="7200">
                  <a:solidFill>
                    <a:srgbClr val="928768"/>
                  </a:solidFill>
                  <a:latin typeface="FontAwesome Regular" charset="0"/>
                  <a:ea typeface="MS PGothic" panose="020B0600070205080204" charset="-128"/>
                  <a:cs typeface="MS PGothic" panose="020B0600070205080204" charset="-128"/>
                  <a:sym typeface="FontAwesome Regular" charset="0"/>
                </a:endParaRPr>
              </a:p>
            </p:txBody>
          </p:sp>
        </p:grpSp>
        <p:sp>
          <p:nvSpPr>
            <p:cNvPr id="19505" name="AutoShape 49"/>
            <p:cNvSpPr/>
            <p:nvPr/>
          </p:nvSpPr>
          <p:spPr bwMode="auto">
            <a:xfrm>
              <a:off x="10947400" y="7493000"/>
              <a:ext cx="2654300" cy="965200"/>
            </a:xfrm>
            <a:prstGeom prst="roundRect">
              <a:avLst>
                <a:gd name="adj" fmla="val 19736"/>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23558" name="AutoShape 50"/>
            <p:cNvSpPr/>
            <p:nvPr/>
          </p:nvSpPr>
          <p:spPr bwMode="auto">
            <a:xfrm>
              <a:off x="10947400" y="7493000"/>
              <a:ext cx="2654300" cy="838200"/>
            </a:xfrm>
            <a:prstGeom prst="roundRect">
              <a:avLst>
                <a:gd name="adj" fmla="val 22727"/>
              </a:avLst>
            </a:prstGeom>
            <a:solidFill>
              <a:srgbClr val="FFFF33"/>
            </a:solidFill>
            <a:ln w="25400">
              <a:solidFill>
                <a:schemeClr val="tx1">
                  <a:alpha val="0"/>
                </a:schemeClr>
              </a:solidFill>
              <a:miter lim="800000"/>
            </a:ln>
          </p:spPr>
          <p:txBody>
            <a:bodyPr lIns="0" tIns="0" rIns="0" bIns="0"/>
            <a:lstStyle/>
            <a:p>
              <a:endParaRPr lang="en-US"/>
            </a:p>
          </p:txBody>
        </p:sp>
        <p:sp>
          <p:nvSpPr>
            <p:cNvPr id="23559" name="Rectangle 51"/>
            <p:cNvSpPr/>
            <p:nvPr/>
          </p:nvSpPr>
          <p:spPr bwMode="auto">
            <a:xfrm>
              <a:off x="11684000" y="7635101"/>
              <a:ext cx="1057982" cy="553998"/>
            </a:xfrm>
            <a:prstGeom prst="rect">
              <a:avLst/>
            </a:prstGeom>
            <a:noFill/>
            <a:ln>
              <a:noFill/>
            </a:ln>
          </p:spPr>
          <p:txBody>
            <a:bodyPr wrap="none" lIns="0" tIns="0" rIns="0" bIns="0" anchor="ctr">
              <a:spAutoFit/>
            </a:bodyPr>
            <a:lstStyle/>
            <a:p>
              <a:pPr algn="l"/>
              <a:r>
                <a:rPr lang="en-US" sz="36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rPr>
                <a:t>BUY!</a:t>
              </a:r>
              <a:endParaRPr lang="en-US" sz="36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endParaRPr>
            </a:p>
          </p:txBody>
        </p:sp>
      </p:grpSp>
      <p:sp>
        <p:nvSpPr>
          <p:cNvPr id="22530" name="Line 52"/>
          <p:cNvSpPr>
            <a:spLocks noChangeShapeType="1"/>
          </p:cNvSpPr>
          <p:nvPr/>
        </p:nvSpPr>
        <p:spPr bwMode="auto">
          <a:xfrm>
            <a:off x="16849725" y="7404100"/>
            <a:ext cx="8570913" cy="0"/>
          </a:xfrm>
          <a:prstGeom prst="line">
            <a:avLst/>
          </a:prstGeom>
          <a:noFill/>
          <a:ln w="38100">
            <a:solidFill>
              <a:srgbClr val="FFFFFF"/>
            </a:solidFill>
            <a:miter lim="800000"/>
            <a:headEnd type="oval" w="med" len="med"/>
            <a:tailEnd type="oval" w="med" len="med"/>
          </a:ln>
        </p:spPr>
        <p:txBody>
          <a:bodyPr lIns="0" tIns="0" rIns="0" bIns="0"/>
          <a:lstStyle/>
          <a:p>
            <a:endParaRPr lang="en-US"/>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2529"/>
                                        </p:tgtEl>
                                        <p:attrNameLst>
                                          <p:attrName>style.visibility</p:attrName>
                                        </p:attrNameLst>
                                      </p:cBhvr>
                                      <p:to>
                                        <p:strVal val="visible"/>
                                      </p:to>
                                    </p:set>
                                    <p:anim calcmode="lin" valueType="num">
                                      <p:cBhvr>
                                        <p:cTn id="7" dur="500" fill="hold"/>
                                        <p:tgtEl>
                                          <p:spTgt spid="22529"/>
                                        </p:tgtEl>
                                        <p:attrNameLst>
                                          <p:attrName>ppt_w</p:attrName>
                                        </p:attrNameLst>
                                      </p:cBhvr>
                                      <p:tavLst>
                                        <p:tav tm="0">
                                          <p:val>
                                            <p:fltVal val="0"/>
                                          </p:val>
                                        </p:tav>
                                        <p:tav tm="100000">
                                          <p:val>
                                            <p:strVal val="#ppt_w"/>
                                          </p:val>
                                        </p:tav>
                                      </p:tavLst>
                                    </p:anim>
                                    <p:anim calcmode="lin" valueType="num">
                                      <p:cBhvr>
                                        <p:cTn id="8" dur="500" fill="hold"/>
                                        <p:tgtEl>
                                          <p:spTgt spid="22529"/>
                                        </p:tgtEl>
                                        <p:attrNameLst>
                                          <p:attrName>ppt_h</p:attrName>
                                        </p:attrNameLst>
                                      </p:cBhvr>
                                      <p:tavLst>
                                        <p:tav tm="0">
                                          <p:val>
                                            <p:fltVal val="0"/>
                                          </p:val>
                                        </p:tav>
                                        <p:tav tm="100000">
                                          <p:val>
                                            <p:strVal val="#ppt_h"/>
                                          </p:val>
                                        </p:tav>
                                      </p:tavLst>
                                    </p:anim>
                                    <p:anim calcmode="lin" valueType="num">
                                      <p:cBhvr>
                                        <p:cTn id="9" dur="500" fill="hold"/>
                                        <p:tgtEl>
                                          <p:spTgt spid="22529"/>
                                        </p:tgtEl>
                                        <p:attrNameLst>
                                          <p:attrName>style.rotation</p:attrName>
                                        </p:attrNameLst>
                                      </p:cBhvr>
                                      <p:tavLst>
                                        <p:tav tm="0">
                                          <p:val>
                                            <p:fltVal val="360"/>
                                          </p:val>
                                        </p:tav>
                                        <p:tav tm="100000">
                                          <p:val>
                                            <p:fltVal val="0"/>
                                          </p:val>
                                        </p:tav>
                                      </p:tavLst>
                                    </p:anim>
                                    <p:animEffect transition="in" filter="fade">
                                      <p:cBhvr>
                                        <p:cTn id="10" dur="500"/>
                                        <p:tgtEl>
                                          <p:spTgt spid="2252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530"/>
                                        </p:tgtEl>
                                        <p:attrNameLst>
                                          <p:attrName>style.visibility</p:attrName>
                                        </p:attrNameLst>
                                      </p:cBhvr>
                                      <p:to>
                                        <p:strVal val="visible"/>
                                      </p:to>
                                    </p:set>
                                    <p:animEffect transition="in" filter="wipe(left)">
                                      <p:cBhvr>
                                        <p:cTn id="15" dur="500"/>
                                        <p:tgtEl>
                                          <p:spTgt spid="22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Line 1"/>
          <p:cNvSpPr>
            <a:spLocks noChangeShapeType="1"/>
          </p:cNvSpPr>
          <p:nvPr/>
        </p:nvSpPr>
        <p:spPr bwMode="auto">
          <a:xfrm>
            <a:off x="-4560888" y="7404100"/>
            <a:ext cx="16706851" cy="0"/>
          </a:xfrm>
          <a:prstGeom prst="line">
            <a:avLst/>
          </a:prstGeom>
          <a:noFill/>
          <a:ln w="38100">
            <a:solidFill>
              <a:srgbClr val="FFFFFF"/>
            </a:solidFill>
            <a:miter lim="800000"/>
            <a:headEnd type="oval" w="med" len="med"/>
            <a:tailEnd type="oval" w="med" len="med"/>
          </a:ln>
        </p:spPr>
        <p:txBody>
          <a:bodyPr lIns="0" tIns="0" rIns="0" bIns="0"/>
          <a:lstStyle/>
          <a:p>
            <a:endParaRPr lang="en-US"/>
          </a:p>
        </p:txBody>
      </p:sp>
      <p:sp>
        <p:nvSpPr>
          <p:cNvPr id="23554" name="Rectangle 2"/>
          <p:cNvSpPr/>
          <p:nvPr/>
        </p:nvSpPr>
        <p:spPr bwMode="auto">
          <a:xfrm>
            <a:off x="12901613" y="5181600"/>
            <a:ext cx="8309967"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电子商务业务介绍</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3555" name="Rectangle 3"/>
          <p:cNvSpPr/>
          <p:nvPr/>
        </p:nvSpPr>
        <p:spPr bwMode="auto">
          <a:xfrm>
            <a:off x="12903200" y="7391400"/>
            <a:ext cx="9652000" cy="3009900"/>
          </a:xfrm>
          <a:prstGeom prst="rect">
            <a:avLst/>
          </a:prstGeom>
          <a:noFill/>
          <a:ln>
            <a:noFill/>
          </a:ln>
        </p:spPr>
        <p:txBody>
          <a:bodyPr lIns="0" tIns="0" rIns="0" bIns="0"/>
          <a:lstStyle/>
          <a:p>
            <a:pPr algn="l"/>
            <a:r>
              <a:rPr lang="en-US" sz="2400">
                <a:solidFill>
                  <a:srgbClr val="FFFFFF"/>
                </a:solidFill>
                <a:latin typeface="Open Sans Light" charset="0"/>
                <a:ea typeface="MS PGothic" panose="020B0600070205080204" charset="-128"/>
                <a:cs typeface="MS PGothic" panose="020B0600070205080204" charset="-128"/>
                <a:sym typeface="Open Sans" charset="0"/>
              </a:rPr>
              <a:t>Praesent commodo cursus magna, vel scelerisque nisl consectetur et. Nulla vitae elit libero, a pharetra augue. Donec sed odio dui. Cras mattis consectetur purus sit amet fermentum. Cras justo odio, dapibus ac facilisis in, egestas eget quam.Praesent commodo cursus magna, vel scelerisque nisl consectetur et. Nulla vitae elit libero, a pharetra augue. </a:t>
            </a:r>
            <a:endParaRPr lang="en-US" sz="2400">
              <a:solidFill>
                <a:srgbClr val="FFFFFF"/>
              </a:solidFill>
              <a:latin typeface="Open Sans Light" charset="0"/>
              <a:ea typeface="MS PGothic" panose="020B0600070205080204" charset="-128"/>
              <a:cs typeface="MS PGothic" panose="020B0600070205080204" charset="-128"/>
              <a:sym typeface="Open Sans" charset="0"/>
            </a:endParaRPr>
          </a:p>
        </p:txBody>
      </p:sp>
      <p:grpSp>
        <p:nvGrpSpPr>
          <p:cNvPr id="23556" name="Group 45"/>
          <p:cNvGrpSpPr/>
          <p:nvPr/>
        </p:nvGrpSpPr>
        <p:grpSpPr bwMode="auto">
          <a:xfrm rot="2744935">
            <a:off x="5357812" y="1358901"/>
            <a:ext cx="5946775" cy="5575300"/>
            <a:chOff x="0" y="0"/>
            <a:chExt cx="3746" cy="3511"/>
          </a:xfrm>
        </p:grpSpPr>
        <p:sp>
          <p:nvSpPr>
            <p:cNvPr id="24581" name="AutoShape 4"/>
            <p:cNvSpPr/>
            <p:nvPr/>
          </p:nvSpPr>
          <p:spPr bwMode="auto">
            <a:xfrm>
              <a:off x="1284" y="822"/>
              <a:ext cx="1593" cy="1971"/>
            </a:xfrm>
            <a:custGeom>
              <a:avLst/>
              <a:gdLst>
                <a:gd name="T0" fmla="*/ 1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1 w 21600"/>
                <a:gd name="T15" fmla="*/ 0 h 21600"/>
                <a:gd name="T16" fmla="*/ 1 w 21600"/>
                <a:gd name="T17" fmla="*/ 1 h 21600"/>
                <a:gd name="T18" fmla="*/ 1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24582" name="AutoShape 5"/>
            <p:cNvSpPr/>
            <p:nvPr/>
          </p:nvSpPr>
          <p:spPr bwMode="auto">
            <a:xfrm>
              <a:off x="1465" y="912"/>
              <a:ext cx="1240" cy="2599"/>
            </a:xfrm>
            <a:custGeom>
              <a:avLst/>
              <a:gdLst>
                <a:gd name="T0" fmla="*/ 0 w 21600"/>
                <a:gd name="T1" fmla="*/ 0 h 21600"/>
                <a:gd name="T2" fmla="*/ 0 w 21600"/>
                <a:gd name="T3" fmla="*/ 1 h 21600"/>
                <a:gd name="T4" fmla="*/ 0 w 21600"/>
                <a:gd name="T5" fmla="*/ 1 h 21600"/>
                <a:gd name="T6" fmla="*/ 0 w 21600"/>
                <a:gd name="T7" fmla="*/ 1 h 21600"/>
                <a:gd name="T8" fmla="*/ 0 w 21600"/>
                <a:gd name="T9" fmla="*/ 2 h 21600"/>
                <a:gd name="T10" fmla="*/ 0 w 21600"/>
                <a:gd name="T11" fmla="*/ 2 h 21600"/>
                <a:gd name="T12" fmla="*/ 0 w 21600"/>
                <a:gd name="T13" fmla="*/ 3 h 21600"/>
                <a:gd name="T14" fmla="*/ 0 w 21600"/>
                <a:gd name="T15" fmla="*/ 4 h 21600"/>
                <a:gd name="T16" fmla="*/ 0 w 21600"/>
                <a:gd name="T17" fmla="*/ 5 h 21600"/>
                <a:gd name="T18" fmla="*/ 0 w 21600"/>
                <a:gd name="T19" fmla="*/ 4 h 21600"/>
                <a:gd name="T20" fmla="*/ 0 w 21600"/>
                <a:gd name="T21" fmla="*/ 3 h 21600"/>
                <a:gd name="T22" fmla="*/ 0 w 21600"/>
                <a:gd name="T23" fmla="*/ 3 h 21600"/>
                <a:gd name="T24" fmla="*/ 0 w 21600"/>
                <a:gd name="T25" fmla="*/ 4 h 21600"/>
                <a:gd name="T26" fmla="*/ 0 w 21600"/>
                <a:gd name="T27" fmla="*/ 5 h 21600"/>
                <a:gd name="T28" fmla="*/ 0 w 21600"/>
                <a:gd name="T29" fmla="*/ 4 h 21600"/>
                <a:gd name="T30" fmla="*/ 0 w 21600"/>
                <a:gd name="T31" fmla="*/ 3 h 21600"/>
                <a:gd name="T32" fmla="*/ 0 w 21600"/>
                <a:gd name="T33" fmla="*/ 2 h 21600"/>
                <a:gd name="T34" fmla="*/ 0 w 21600"/>
                <a:gd name="T35" fmla="*/ 2 h 21600"/>
                <a:gd name="T36" fmla="*/ 0 w 21600"/>
                <a:gd name="T37" fmla="*/ 1 h 21600"/>
                <a:gd name="T38" fmla="*/ 0 w 21600"/>
                <a:gd name="T39" fmla="*/ 1 h 21600"/>
                <a:gd name="T40" fmla="*/ 0 w 21600"/>
                <a:gd name="T41" fmla="*/ 1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24583" name="AutoShape 6"/>
            <p:cNvSpPr/>
            <p:nvPr/>
          </p:nvSpPr>
          <p:spPr bwMode="auto">
            <a:xfrm>
              <a:off x="2352" y="289"/>
              <a:ext cx="870" cy="1204"/>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24584" name="AutoShape 7"/>
            <p:cNvSpPr/>
            <p:nvPr/>
          </p:nvSpPr>
          <p:spPr bwMode="auto">
            <a:xfrm>
              <a:off x="2461" y="1066"/>
              <a:ext cx="1285" cy="535"/>
            </a:xfrm>
            <a:custGeom>
              <a:avLst/>
              <a:gdLst>
                <a:gd name="T0" fmla="*/ 0 w 21114"/>
                <a:gd name="T1" fmla="*/ 0 h 20825"/>
                <a:gd name="T2" fmla="*/ 0 w 21114"/>
                <a:gd name="T3" fmla="*/ 0 h 20825"/>
                <a:gd name="T4" fmla="*/ 0 w 21114"/>
                <a:gd name="T5" fmla="*/ 0 h 20825"/>
                <a:gd name="T6" fmla="*/ 0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0 w 21114"/>
                <a:gd name="T19" fmla="*/ 0 h 20825"/>
                <a:gd name="T20" fmla="*/ 0 w 21114"/>
                <a:gd name="T21" fmla="*/ 0 h 20825"/>
                <a:gd name="T22" fmla="*/ 0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4"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24585" name="AutoShape 8"/>
            <p:cNvSpPr/>
            <p:nvPr/>
          </p:nvSpPr>
          <p:spPr bwMode="auto">
            <a:xfrm>
              <a:off x="1529" y="0"/>
              <a:ext cx="1095" cy="1609"/>
            </a:xfrm>
            <a:custGeom>
              <a:avLst/>
              <a:gdLst>
                <a:gd name="T0" fmla="*/ 0 w 21600"/>
                <a:gd name="T1" fmla="*/ 0 h 21600"/>
                <a:gd name="T2" fmla="*/ 0 w 21600"/>
                <a:gd name="T3" fmla="*/ 1 h 21600"/>
                <a:gd name="T4" fmla="*/ 0 w 21600"/>
                <a:gd name="T5" fmla="*/ 1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24586" name="AutoShape 9"/>
            <p:cNvSpPr/>
            <p:nvPr/>
          </p:nvSpPr>
          <p:spPr bwMode="auto">
            <a:xfrm>
              <a:off x="1637" y="352"/>
              <a:ext cx="887" cy="75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24587" name="AutoShape 10"/>
            <p:cNvSpPr/>
            <p:nvPr/>
          </p:nvSpPr>
          <p:spPr bwMode="auto">
            <a:xfrm>
              <a:off x="2633" y="325"/>
              <a:ext cx="46" cy="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24588" name="AutoShape 11"/>
            <p:cNvSpPr/>
            <p:nvPr/>
          </p:nvSpPr>
          <p:spPr bwMode="auto">
            <a:xfrm>
              <a:off x="3085" y="696"/>
              <a:ext cx="45"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24589" name="AutoShape 12"/>
            <p:cNvSpPr/>
            <p:nvPr/>
          </p:nvSpPr>
          <p:spPr bwMode="auto">
            <a:xfrm>
              <a:off x="2940" y="433"/>
              <a:ext cx="69"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24590" name="AutoShape 13"/>
            <p:cNvSpPr/>
            <p:nvPr/>
          </p:nvSpPr>
          <p:spPr bwMode="auto">
            <a:xfrm>
              <a:off x="2895" y="388"/>
              <a:ext cx="81" cy="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24591" name="AutoShape 14"/>
            <p:cNvSpPr/>
            <p:nvPr/>
          </p:nvSpPr>
          <p:spPr bwMode="auto">
            <a:xfrm>
              <a:off x="3058" y="596"/>
              <a:ext cx="86" cy="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24592" name="AutoShape 15"/>
            <p:cNvSpPr/>
            <p:nvPr/>
          </p:nvSpPr>
          <p:spPr bwMode="auto">
            <a:xfrm>
              <a:off x="2877" y="1138"/>
              <a:ext cx="41" cy="4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24593" name="AutoShape 16"/>
            <p:cNvSpPr/>
            <p:nvPr/>
          </p:nvSpPr>
          <p:spPr bwMode="auto">
            <a:xfrm>
              <a:off x="2696" y="325"/>
              <a:ext cx="38"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24594" name="AutoShape 17"/>
            <p:cNvSpPr/>
            <p:nvPr/>
          </p:nvSpPr>
          <p:spPr bwMode="auto">
            <a:xfrm>
              <a:off x="2977" y="1039"/>
              <a:ext cx="29" cy="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24595" name="AutoShape 18"/>
            <p:cNvSpPr/>
            <p:nvPr/>
          </p:nvSpPr>
          <p:spPr bwMode="auto">
            <a:xfrm>
              <a:off x="2759" y="352"/>
              <a:ext cx="49"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24596" name="AutoShape 19"/>
            <p:cNvSpPr/>
            <p:nvPr/>
          </p:nvSpPr>
          <p:spPr bwMode="auto">
            <a:xfrm>
              <a:off x="3013" y="976"/>
              <a:ext cx="30" cy="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24597" name="AutoShape 20"/>
            <p:cNvSpPr/>
            <p:nvPr/>
          </p:nvSpPr>
          <p:spPr bwMode="auto">
            <a:xfrm>
              <a:off x="2931" y="1084"/>
              <a:ext cx="54" cy="6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24598" name="AutoShape 21"/>
            <p:cNvSpPr/>
            <p:nvPr/>
          </p:nvSpPr>
          <p:spPr bwMode="auto">
            <a:xfrm>
              <a:off x="3076" y="831"/>
              <a:ext cx="56"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24599" name="AutoShape 22"/>
            <p:cNvSpPr/>
            <p:nvPr/>
          </p:nvSpPr>
          <p:spPr bwMode="auto">
            <a:xfrm>
              <a:off x="2823" y="352"/>
              <a:ext cx="98" cy="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24600" name="AutoShape 23"/>
            <p:cNvSpPr/>
            <p:nvPr/>
          </p:nvSpPr>
          <p:spPr bwMode="auto">
            <a:xfrm>
              <a:off x="3049" y="912"/>
              <a:ext cx="33" cy="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24601" name="AutoShape 24"/>
            <p:cNvSpPr/>
            <p:nvPr/>
          </p:nvSpPr>
          <p:spPr bwMode="auto">
            <a:xfrm>
              <a:off x="3085" y="768"/>
              <a:ext cx="65"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24602" name="AutoShape 25"/>
            <p:cNvSpPr/>
            <p:nvPr/>
          </p:nvSpPr>
          <p:spPr bwMode="auto">
            <a:xfrm>
              <a:off x="3076" y="623"/>
              <a:ext cx="94"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24603" name="AutoShape 26"/>
            <p:cNvSpPr/>
            <p:nvPr/>
          </p:nvSpPr>
          <p:spPr bwMode="auto">
            <a:xfrm>
              <a:off x="2986" y="461"/>
              <a:ext cx="115"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24604" name="AutoShape 27"/>
            <p:cNvSpPr/>
            <p:nvPr/>
          </p:nvSpPr>
          <p:spPr bwMode="auto">
            <a:xfrm>
              <a:off x="3022" y="515"/>
              <a:ext cx="95"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24605" name="AutoShape 28"/>
            <p:cNvSpPr/>
            <p:nvPr/>
          </p:nvSpPr>
          <p:spPr bwMode="auto">
            <a:xfrm>
              <a:off x="1963" y="406"/>
              <a:ext cx="522" cy="602"/>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sp>
          <p:nvSpPr>
            <p:cNvPr id="24606" name="AutoShape 29"/>
            <p:cNvSpPr/>
            <p:nvPr/>
          </p:nvSpPr>
          <p:spPr bwMode="auto">
            <a:xfrm>
              <a:off x="1565" y="2901"/>
              <a:ext cx="368" cy="15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24607" name="AutoShape 30"/>
            <p:cNvSpPr/>
            <p:nvPr/>
          </p:nvSpPr>
          <p:spPr bwMode="auto">
            <a:xfrm>
              <a:off x="2253" y="2901"/>
              <a:ext cx="367" cy="15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24608" name="AutoShape 31"/>
            <p:cNvSpPr/>
            <p:nvPr/>
          </p:nvSpPr>
          <p:spPr bwMode="auto">
            <a:xfrm>
              <a:off x="1592" y="2404"/>
              <a:ext cx="391" cy="135"/>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24609" name="AutoShape 32"/>
            <p:cNvSpPr/>
            <p:nvPr/>
          </p:nvSpPr>
          <p:spPr bwMode="auto">
            <a:xfrm>
              <a:off x="2180" y="2404"/>
              <a:ext cx="380" cy="125"/>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24610" name="AutoShape 33"/>
            <p:cNvSpPr/>
            <p:nvPr/>
          </p:nvSpPr>
          <p:spPr bwMode="auto">
            <a:xfrm>
              <a:off x="1637" y="1862"/>
              <a:ext cx="860" cy="5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24611" name="AutoShape 34"/>
            <p:cNvSpPr/>
            <p:nvPr/>
          </p:nvSpPr>
          <p:spPr bwMode="auto">
            <a:xfrm>
              <a:off x="1637" y="1934"/>
              <a:ext cx="860" cy="5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24612" name="AutoShape 35"/>
            <p:cNvSpPr/>
            <p:nvPr/>
          </p:nvSpPr>
          <p:spPr bwMode="auto">
            <a:xfrm>
              <a:off x="1800" y="2142"/>
              <a:ext cx="109" cy="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24613" name="AutoShape 36"/>
            <p:cNvSpPr/>
            <p:nvPr/>
          </p:nvSpPr>
          <p:spPr bwMode="auto">
            <a:xfrm>
              <a:off x="1945" y="2142"/>
              <a:ext cx="103"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24614" name="AutoShape 37"/>
            <p:cNvSpPr/>
            <p:nvPr/>
          </p:nvSpPr>
          <p:spPr bwMode="auto">
            <a:xfrm>
              <a:off x="2081" y="2142"/>
              <a:ext cx="103"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24615" name="AutoShape 38"/>
            <p:cNvSpPr/>
            <p:nvPr/>
          </p:nvSpPr>
          <p:spPr bwMode="auto">
            <a:xfrm>
              <a:off x="2225" y="2142"/>
              <a:ext cx="109" cy="10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24616" name="AutoShape 39"/>
            <p:cNvSpPr/>
            <p:nvPr/>
          </p:nvSpPr>
          <p:spPr bwMode="auto">
            <a:xfrm>
              <a:off x="1800" y="2305"/>
              <a:ext cx="516"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24617" name="AutoShape 40"/>
            <p:cNvSpPr/>
            <p:nvPr/>
          </p:nvSpPr>
          <p:spPr bwMode="auto">
            <a:xfrm>
              <a:off x="1836" y="2386"/>
              <a:ext cx="444" cy="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24618" name="Group 43"/>
            <p:cNvGrpSpPr/>
            <p:nvPr/>
          </p:nvGrpSpPr>
          <p:grpSpPr bwMode="auto">
            <a:xfrm rot="12873250" flipH="1">
              <a:off x="316" y="424"/>
              <a:ext cx="1630" cy="1623"/>
              <a:chOff x="0" y="0"/>
              <a:chExt cx="1630" cy="1622"/>
            </a:xfrm>
          </p:grpSpPr>
          <p:sp>
            <p:nvSpPr>
              <p:cNvPr id="24620" name="AutoShape 41"/>
              <p:cNvSpPr/>
              <p:nvPr/>
            </p:nvSpPr>
            <p:spPr bwMode="auto">
              <a:xfrm rot="2744935">
                <a:off x="344" y="132"/>
                <a:ext cx="942" cy="1358"/>
              </a:xfrm>
              <a:custGeom>
                <a:avLst/>
                <a:gdLst>
                  <a:gd name="T0" fmla="*/ 0 w 19330"/>
                  <a:gd name="T1" fmla="*/ 0 h 20287"/>
                  <a:gd name="T2" fmla="*/ 0 w 19330"/>
                  <a:gd name="T3" fmla="*/ 0 h 20287"/>
                  <a:gd name="T4" fmla="*/ 0 w 19330"/>
                  <a:gd name="T5" fmla="*/ 0 h 20287"/>
                  <a:gd name="T6" fmla="*/ 0 w 19330"/>
                  <a:gd name="T7" fmla="*/ 0 h 20287"/>
                  <a:gd name="T8" fmla="*/ 0 w 19330"/>
                  <a:gd name="T9" fmla="*/ 0 h 20287"/>
                  <a:gd name="T10" fmla="*/ 0 w 19330"/>
                  <a:gd name="T11" fmla="*/ 0 h 20287"/>
                  <a:gd name="T12" fmla="*/ 0 w 19330"/>
                  <a:gd name="T13" fmla="*/ 0 h 20287"/>
                  <a:gd name="T14" fmla="*/ 0 w 19330"/>
                  <a:gd name="T15" fmla="*/ 0 h 20287"/>
                  <a:gd name="T16" fmla="*/ 0 w 19330"/>
                  <a:gd name="T17" fmla="*/ 0 h 20287"/>
                  <a:gd name="T18" fmla="*/ 0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7"/>
                    </a:cubicBezTo>
                    <a:cubicBezTo>
                      <a:pt x="2635"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24621" name="AutoShape 42"/>
              <p:cNvSpPr/>
              <p:nvPr/>
            </p:nvSpPr>
            <p:spPr bwMode="auto">
              <a:xfrm rot="2744935">
                <a:off x="756" y="464"/>
                <a:ext cx="124" cy="126"/>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2"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sp>
          <p:nvSpPr>
            <p:cNvPr id="24619" name="AutoShape 44"/>
            <p:cNvSpPr/>
            <p:nvPr/>
          </p:nvSpPr>
          <p:spPr bwMode="auto">
            <a:xfrm>
              <a:off x="2678" y="1410"/>
              <a:ext cx="130" cy="114"/>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553"/>
                                        </p:tgtEl>
                                        <p:attrNameLst>
                                          <p:attrName>style.visibility</p:attrName>
                                        </p:attrNameLst>
                                      </p:cBhvr>
                                      <p:to>
                                        <p:strVal val="visible"/>
                                      </p:to>
                                    </p:set>
                                    <p:animEffect transition="in" filter="wipe(left)">
                                      <p:cBhvr>
                                        <p:cTn id="7" dur="500"/>
                                        <p:tgtEl>
                                          <p:spTgt spid="23553"/>
                                        </p:tgtEl>
                                      </p:cBhvr>
                                    </p:animEffect>
                                  </p:childTnLst>
                                </p:cTn>
                              </p:par>
                              <p:par>
                                <p:cTn id="8" presetID="2" presetClass="entr" presetSubtype="8" fill="hold" nodeType="withEffect">
                                  <p:stCondLst>
                                    <p:cond delay="0"/>
                                  </p:stCondLst>
                                  <p:childTnLst>
                                    <p:set>
                                      <p:cBhvr>
                                        <p:cTn id="9" dur="1" fill="hold">
                                          <p:stCondLst>
                                            <p:cond delay="0"/>
                                          </p:stCondLst>
                                        </p:cTn>
                                        <p:tgtEl>
                                          <p:spTgt spid="23556"/>
                                        </p:tgtEl>
                                        <p:attrNameLst>
                                          <p:attrName>style.visibility</p:attrName>
                                        </p:attrNameLst>
                                      </p:cBhvr>
                                      <p:to>
                                        <p:strVal val="visible"/>
                                      </p:to>
                                    </p:set>
                                    <p:anim calcmode="lin" valueType="num">
                                      <p:cBhvr additive="base">
                                        <p:cTn id="10" dur="500" fill="hold"/>
                                        <p:tgtEl>
                                          <p:spTgt spid="23556"/>
                                        </p:tgtEl>
                                        <p:attrNameLst>
                                          <p:attrName>ppt_x</p:attrName>
                                        </p:attrNameLst>
                                      </p:cBhvr>
                                      <p:tavLst>
                                        <p:tav tm="0">
                                          <p:val>
                                            <p:strVal val="0-#ppt_w/2"/>
                                          </p:val>
                                        </p:tav>
                                        <p:tav tm="100000">
                                          <p:val>
                                            <p:strVal val="#ppt_x"/>
                                          </p:val>
                                        </p:tav>
                                      </p:tavLst>
                                    </p:anim>
                                    <p:anim calcmode="lin" valueType="num">
                                      <p:cBhvr additive="base">
                                        <p:cTn id="11" dur="500" fill="hold"/>
                                        <p:tgtEl>
                                          <p:spTgt spid="23556"/>
                                        </p:tgtEl>
                                        <p:attrNameLst>
                                          <p:attrName>ppt_y</p:attrName>
                                        </p:attrNameLst>
                                      </p:cBhvr>
                                      <p:tavLst>
                                        <p:tav tm="0">
                                          <p:val>
                                            <p:strVal val="#ppt_y"/>
                                          </p:val>
                                        </p:tav>
                                        <p:tav tm="100000">
                                          <p:val>
                                            <p:strVal val="#ppt_y"/>
                                          </p:val>
                                        </p:tav>
                                      </p:tavLst>
                                    </p:anim>
                                  </p:childTnLst>
                                </p:cTn>
                              </p:par>
                              <p:par>
                                <p:cTn id="12" presetID="42" presetClass="entr" presetSubtype="0" fill="hold" grpId="0" nodeType="withEffect">
                                  <p:stCondLst>
                                    <p:cond delay="500"/>
                                  </p:stCondLst>
                                  <p:childTnLst>
                                    <p:set>
                                      <p:cBhvr>
                                        <p:cTn id="13" dur="1" fill="hold">
                                          <p:stCondLst>
                                            <p:cond delay="0"/>
                                          </p:stCondLst>
                                        </p:cTn>
                                        <p:tgtEl>
                                          <p:spTgt spid="23555"/>
                                        </p:tgtEl>
                                        <p:attrNameLst>
                                          <p:attrName>style.visibility</p:attrName>
                                        </p:attrNameLst>
                                      </p:cBhvr>
                                      <p:to>
                                        <p:strVal val="visible"/>
                                      </p:to>
                                    </p:set>
                                    <p:animEffect transition="in" filter="fade">
                                      <p:cBhvr>
                                        <p:cTn id="14" dur="1000"/>
                                        <p:tgtEl>
                                          <p:spTgt spid="23555"/>
                                        </p:tgtEl>
                                      </p:cBhvr>
                                    </p:animEffect>
                                    <p:anim calcmode="lin" valueType="num">
                                      <p:cBhvr>
                                        <p:cTn id="15" dur="1000" fill="hold"/>
                                        <p:tgtEl>
                                          <p:spTgt spid="23555"/>
                                        </p:tgtEl>
                                        <p:attrNameLst>
                                          <p:attrName>ppt_x</p:attrName>
                                        </p:attrNameLst>
                                      </p:cBhvr>
                                      <p:tavLst>
                                        <p:tav tm="0">
                                          <p:val>
                                            <p:strVal val="#ppt_x"/>
                                          </p:val>
                                        </p:tav>
                                        <p:tav tm="100000">
                                          <p:val>
                                            <p:strVal val="#ppt_x"/>
                                          </p:val>
                                        </p:tav>
                                      </p:tavLst>
                                    </p:anim>
                                    <p:anim calcmode="lin" valueType="num">
                                      <p:cBhvr>
                                        <p:cTn id="16" dur="1000" fill="hold"/>
                                        <p:tgtEl>
                                          <p:spTgt spid="2355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800"/>
                                  </p:stCondLst>
                                  <p:childTnLst>
                                    <p:set>
                                      <p:cBhvr>
                                        <p:cTn id="18" dur="1" fill="hold">
                                          <p:stCondLst>
                                            <p:cond delay="0"/>
                                          </p:stCondLst>
                                        </p:cTn>
                                        <p:tgtEl>
                                          <p:spTgt spid="23554"/>
                                        </p:tgtEl>
                                        <p:attrNameLst>
                                          <p:attrName>style.visibility</p:attrName>
                                        </p:attrNameLst>
                                      </p:cBhvr>
                                      <p:to>
                                        <p:strVal val="visible"/>
                                      </p:to>
                                    </p:set>
                                    <p:animEffect transition="in" filter="fade">
                                      <p:cBhvr>
                                        <p:cTn id="19" dur="1000"/>
                                        <p:tgtEl>
                                          <p:spTgt spid="23554"/>
                                        </p:tgtEl>
                                      </p:cBhvr>
                                    </p:animEffect>
                                    <p:anim calcmode="lin" valueType="num">
                                      <p:cBhvr>
                                        <p:cTn id="20" dur="1000" fill="hold"/>
                                        <p:tgtEl>
                                          <p:spTgt spid="23554"/>
                                        </p:tgtEl>
                                        <p:attrNameLst>
                                          <p:attrName>ppt_x</p:attrName>
                                        </p:attrNameLst>
                                      </p:cBhvr>
                                      <p:tavLst>
                                        <p:tav tm="0">
                                          <p:val>
                                            <p:strVal val="#ppt_x"/>
                                          </p:val>
                                        </p:tav>
                                        <p:tav tm="100000">
                                          <p:val>
                                            <p:strVal val="#ppt_x"/>
                                          </p:val>
                                        </p:tav>
                                      </p:tavLst>
                                    </p:anim>
                                    <p:anim calcmode="lin" valueType="num">
                                      <p:cBhvr>
                                        <p:cTn id="21" dur="1000" fill="hold"/>
                                        <p:tgtEl>
                                          <p:spTgt spid="235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3" grpId="0" animBg="1"/>
      <p:bldP spid="23554" grpId="0"/>
      <p:bldP spid="235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7" name="Group 6"/>
          <p:cNvGrpSpPr/>
          <p:nvPr/>
        </p:nvGrpSpPr>
        <p:grpSpPr bwMode="auto">
          <a:xfrm>
            <a:off x="14300200" y="2514600"/>
            <a:ext cx="4749800" cy="9855200"/>
            <a:chOff x="0" y="0"/>
            <a:chExt cx="2992" cy="6208"/>
          </a:xfrm>
        </p:grpSpPr>
        <p:grpSp>
          <p:nvGrpSpPr>
            <p:cNvPr id="25665" name="Group 3"/>
            <p:cNvGrpSpPr/>
            <p:nvPr/>
          </p:nvGrpSpPr>
          <p:grpSpPr bwMode="auto">
            <a:xfrm>
              <a:off x="0" y="0"/>
              <a:ext cx="2992" cy="6208"/>
              <a:chOff x="0" y="0"/>
              <a:chExt cx="2992" cy="6208"/>
            </a:xfrm>
          </p:grpSpPr>
          <p:sp>
            <p:nvSpPr>
              <p:cNvPr id="25668" name="AutoShape 1"/>
              <p:cNvSpPr/>
              <p:nvPr/>
            </p:nvSpPr>
            <p:spPr bwMode="auto">
              <a:xfrm>
                <a:off x="0" y="0"/>
                <a:ext cx="2992" cy="6208"/>
              </a:xfrm>
              <a:custGeom>
                <a:avLst/>
                <a:gdLst>
                  <a:gd name="T0" fmla="*/ 7 w 21600"/>
                  <a:gd name="T1" fmla="*/ 0 h 21600"/>
                  <a:gd name="T2" fmla="*/ 1 w 21600"/>
                  <a:gd name="T3" fmla="*/ 0 h 21600"/>
                  <a:gd name="T4" fmla="*/ 0 w 21600"/>
                  <a:gd name="T5" fmla="*/ 10 h 21600"/>
                  <a:gd name="T6" fmla="*/ 0 w 21600"/>
                  <a:gd name="T7" fmla="*/ 40 h 21600"/>
                  <a:gd name="T8" fmla="*/ 0 w 21600"/>
                  <a:gd name="T9" fmla="*/ 107 h 21600"/>
                  <a:gd name="T10" fmla="*/ 0 w 21600"/>
                  <a:gd name="T11" fmla="*/ 137 h 21600"/>
                  <a:gd name="T12" fmla="*/ 1 w 21600"/>
                  <a:gd name="T13" fmla="*/ 147 h 21600"/>
                  <a:gd name="T14" fmla="*/ 7 w 21600"/>
                  <a:gd name="T15" fmla="*/ 147 h 21600"/>
                  <a:gd name="T16" fmla="*/ 8 w 21600"/>
                  <a:gd name="T17" fmla="*/ 137 h 21600"/>
                  <a:gd name="T18" fmla="*/ 8 w 21600"/>
                  <a:gd name="T19" fmla="*/ 107 h 21600"/>
                  <a:gd name="T20" fmla="*/ 8 w 21600"/>
                  <a:gd name="T21" fmla="*/ 40 h 21600"/>
                  <a:gd name="T22" fmla="*/ 8 w 21600"/>
                  <a:gd name="T23" fmla="*/ 10 h 21600"/>
                  <a:gd name="T24" fmla="*/ 7 w 21600"/>
                  <a:gd name="T25" fmla="*/ 0 h 21600"/>
                  <a:gd name="T26" fmla="*/ 7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584" y="0"/>
                    </a:moveTo>
                    <a:lnTo>
                      <a:pt x="3016" y="0"/>
                    </a:lnTo>
                    <a:cubicBezTo>
                      <a:pt x="1350" y="0"/>
                      <a:pt x="0" y="651"/>
                      <a:pt x="0" y="1454"/>
                    </a:cubicBezTo>
                    <a:lnTo>
                      <a:pt x="0" y="5872"/>
                    </a:lnTo>
                    <a:lnTo>
                      <a:pt x="0" y="15728"/>
                    </a:lnTo>
                    <a:lnTo>
                      <a:pt x="0" y="20146"/>
                    </a:lnTo>
                    <a:cubicBezTo>
                      <a:pt x="0" y="20949"/>
                      <a:pt x="1350" y="21600"/>
                      <a:pt x="3016" y="21600"/>
                    </a:cubicBezTo>
                    <a:lnTo>
                      <a:pt x="18584" y="21600"/>
                    </a:lnTo>
                    <a:cubicBezTo>
                      <a:pt x="20250" y="21600"/>
                      <a:pt x="21600" y="20949"/>
                      <a:pt x="21600" y="20146"/>
                    </a:cubicBezTo>
                    <a:lnTo>
                      <a:pt x="21600" y="15728"/>
                    </a:lnTo>
                    <a:lnTo>
                      <a:pt x="21600" y="5872"/>
                    </a:lnTo>
                    <a:lnTo>
                      <a:pt x="21600" y="1454"/>
                    </a:lnTo>
                    <a:cubicBezTo>
                      <a:pt x="21600" y="651"/>
                      <a:pt x="20250" y="0"/>
                      <a:pt x="18584" y="0"/>
                    </a:cubicBezTo>
                    <a:close/>
                    <a:moveTo>
                      <a:pt x="18584" y="0"/>
                    </a:moveTo>
                  </a:path>
                </a:pathLst>
              </a:custGeom>
              <a:solidFill>
                <a:srgbClr val="CDCDCD"/>
              </a:solidFill>
              <a:ln>
                <a:noFill/>
              </a:ln>
            </p:spPr>
            <p:txBody>
              <a:bodyPr lIns="0" tIns="0" rIns="0" bIns="0"/>
              <a:lstStyle/>
              <a:p>
                <a:endParaRPr lang="en-US"/>
              </a:p>
            </p:txBody>
          </p:sp>
          <p:sp>
            <p:nvSpPr>
              <p:cNvPr id="25669" name="AutoShape 2"/>
              <p:cNvSpPr/>
              <p:nvPr/>
            </p:nvSpPr>
            <p:spPr bwMode="auto">
              <a:xfrm>
                <a:off x="103" y="512"/>
                <a:ext cx="2777" cy="5072"/>
              </a:xfrm>
              <a:custGeom>
                <a:avLst/>
                <a:gdLst>
                  <a:gd name="T0" fmla="*/ 6 w 21600"/>
                  <a:gd name="T1" fmla="*/ 65 h 21600"/>
                  <a:gd name="T2" fmla="*/ 6 w 21600"/>
                  <a:gd name="T3" fmla="*/ 66 h 21600"/>
                  <a:gd name="T4" fmla="*/ 0 w 21600"/>
                  <a:gd name="T5" fmla="*/ 66 h 21600"/>
                  <a:gd name="T6" fmla="*/ 0 w 21600"/>
                  <a:gd name="T7" fmla="*/ 65 h 21600"/>
                  <a:gd name="T8" fmla="*/ 0 w 21600"/>
                  <a:gd name="T9" fmla="*/ 1 h 21600"/>
                  <a:gd name="T10" fmla="*/ 0 w 21600"/>
                  <a:gd name="T11" fmla="*/ 0 h 21600"/>
                  <a:gd name="T12" fmla="*/ 6 w 21600"/>
                  <a:gd name="T13" fmla="*/ 0 h 21600"/>
                  <a:gd name="T14" fmla="*/ 6 w 21600"/>
                  <a:gd name="T15" fmla="*/ 1 h 21600"/>
                  <a:gd name="T16" fmla="*/ 6 w 21600"/>
                  <a:gd name="T17" fmla="*/ 65 h 21600"/>
                  <a:gd name="T18" fmla="*/ 6 w 21600"/>
                  <a:gd name="T19" fmla="*/ 65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1221"/>
                    </a:moveTo>
                    <a:cubicBezTo>
                      <a:pt x="21600" y="21430"/>
                      <a:pt x="21290" y="21600"/>
                      <a:pt x="20907" y="21600"/>
                    </a:cubicBezTo>
                    <a:lnTo>
                      <a:pt x="693" y="21600"/>
                    </a:lnTo>
                    <a:cubicBezTo>
                      <a:pt x="310" y="21600"/>
                      <a:pt x="0" y="21430"/>
                      <a:pt x="0" y="21221"/>
                    </a:cubicBezTo>
                    <a:lnTo>
                      <a:pt x="0" y="380"/>
                    </a:lnTo>
                    <a:cubicBezTo>
                      <a:pt x="0" y="170"/>
                      <a:pt x="310" y="0"/>
                      <a:pt x="693" y="0"/>
                    </a:cubicBezTo>
                    <a:lnTo>
                      <a:pt x="20907" y="0"/>
                    </a:lnTo>
                    <a:cubicBezTo>
                      <a:pt x="21290" y="0"/>
                      <a:pt x="21600" y="170"/>
                      <a:pt x="21600" y="380"/>
                    </a:cubicBezTo>
                    <a:cubicBezTo>
                      <a:pt x="21600" y="380"/>
                      <a:pt x="21600" y="21221"/>
                      <a:pt x="21600" y="21221"/>
                    </a:cubicBezTo>
                    <a:close/>
                    <a:moveTo>
                      <a:pt x="21600" y="21221"/>
                    </a:moveTo>
                  </a:path>
                </a:pathLst>
              </a:custGeom>
              <a:solidFill>
                <a:srgbClr val="323E4A"/>
              </a:solidFill>
              <a:ln>
                <a:noFill/>
              </a:ln>
            </p:spPr>
            <p:txBody>
              <a:bodyPr lIns="0" tIns="0" rIns="0" bIns="0"/>
              <a:lstStyle/>
              <a:p>
                <a:endParaRPr lang="en-US"/>
              </a:p>
            </p:txBody>
          </p:sp>
        </p:grpSp>
        <p:sp>
          <p:nvSpPr>
            <p:cNvPr id="25667" name="Rectangle 5"/>
            <p:cNvSpPr/>
            <p:nvPr/>
          </p:nvSpPr>
          <p:spPr bwMode="auto">
            <a:xfrm>
              <a:off x="505" y="3458"/>
              <a:ext cx="1893" cy="465"/>
            </a:xfrm>
            <a:prstGeom prst="rect">
              <a:avLst/>
            </a:prstGeom>
            <a:noFill/>
            <a:ln>
              <a:noFill/>
            </a:ln>
          </p:spPr>
          <p:txBody>
            <a:bodyPr wrap="none" lIns="0" tIns="0" rIns="0" bIns="0" anchor="ctr">
              <a:spAutoFit/>
            </a:bodyPr>
            <a:lstStyle/>
            <a:p>
              <a:r>
                <a:rPr lang="en-US" sz="4800" dirty="0" err="1">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WowShop</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sp>
        <p:nvSpPr>
          <p:cNvPr id="25602" name="Rectangle 7"/>
          <p:cNvSpPr/>
          <p:nvPr/>
        </p:nvSpPr>
        <p:spPr bwMode="auto">
          <a:xfrm>
            <a:off x="1358900" y="919803"/>
            <a:ext cx="6155531"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手机</a:t>
            </a:r>
            <a:r>
              <a:rPr lang="en-US" altLang="zh-CN"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APP</a:t>
            </a:r>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购物</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24579" name="Group 6"/>
          <p:cNvGrpSpPr/>
          <p:nvPr/>
        </p:nvGrpSpPr>
        <p:grpSpPr bwMode="auto">
          <a:xfrm>
            <a:off x="2933700" y="3627438"/>
            <a:ext cx="7969250" cy="8526462"/>
            <a:chOff x="2933700" y="3627438"/>
            <a:chExt cx="7969250" cy="8526462"/>
          </a:xfrm>
        </p:grpSpPr>
        <p:grpSp>
          <p:nvGrpSpPr>
            <p:cNvPr id="25658" name="Group 62"/>
            <p:cNvGrpSpPr/>
            <p:nvPr/>
          </p:nvGrpSpPr>
          <p:grpSpPr bwMode="auto">
            <a:xfrm>
              <a:off x="6140450" y="3627438"/>
              <a:ext cx="4762500" cy="3098800"/>
              <a:chOff x="0" y="0"/>
              <a:chExt cx="3000" cy="1952"/>
            </a:xfrm>
          </p:grpSpPr>
          <p:sp>
            <p:nvSpPr>
              <p:cNvPr id="25663" name="Freeform 60"/>
              <p:cNvSpPr/>
              <p:nvPr/>
            </p:nvSpPr>
            <p:spPr bwMode="auto">
              <a:xfrm>
                <a:off x="88" y="88"/>
                <a:ext cx="2832" cy="1784"/>
              </a:xfrm>
              <a:custGeom>
                <a:avLst/>
                <a:gdLst>
                  <a:gd name="T0" fmla="*/ 1 w 18725"/>
                  <a:gd name="T1" fmla="*/ 0 h 17428"/>
                  <a:gd name="T2" fmla="*/ 0 w 18725"/>
                  <a:gd name="T3" fmla="*/ 0 h 17428"/>
                  <a:gd name="T4" fmla="*/ 1 w 18725"/>
                  <a:gd name="T5" fmla="*/ 0 h 17428"/>
                  <a:gd name="T6" fmla="*/ 1 w 18725"/>
                  <a:gd name="T7" fmla="*/ 0 h 17428"/>
                  <a:gd name="T8" fmla="*/ 0 w 18725"/>
                  <a:gd name="T9" fmla="*/ 0 h 17428"/>
                  <a:gd name="T10" fmla="*/ 0 w 18725"/>
                  <a:gd name="T11" fmla="*/ 0 h 17428"/>
                  <a:gd name="T12" fmla="*/ 1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25664" name="Picture 61"/>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3000" cy="1952"/>
              </a:xfrm>
              <a:prstGeom prst="rect">
                <a:avLst/>
              </a:prstGeom>
              <a:noFill/>
              <a:ln>
                <a:noFill/>
              </a:ln>
            </p:spPr>
          </p:pic>
        </p:grpSp>
        <p:sp>
          <p:nvSpPr>
            <p:cNvPr id="25659" name="Rectangle 63"/>
            <p:cNvSpPr/>
            <p:nvPr/>
          </p:nvSpPr>
          <p:spPr bwMode="auto">
            <a:xfrm>
              <a:off x="7358624" y="3959305"/>
              <a:ext cx="2896626" cy="2215991"/>
            </a:xfrm>
            <a:prstGeom prst="rect">
              <a:avLst/>
            </a:prstGeom>
            <a:noFill/>
            <a:ln>
              <a:noFill/>
            </a:ln>
          </p:spPr>
          <p:txBody>
            <a:bodyPr wrap="none" lIns="0" tIns="0" rIns="0" bIns="0" anchor="ctr">
              <a:spAutoFit/>
            </a:bodyPr>
            <a:lstStyle/>
            <a:p>
              <a:pPr algn="r"/>
              <a:r>
                <a:rPr lang="en-US" sz="14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40</a:t>
              </a:r>
              <a:r>
                <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a:t>
              </a:r>
              <a:endPar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5660" name="Rectangle 64"/>
            <p:cNvSpPr/>
            <p:nvPr/>
          </p:nvSpPr>
          <p:spPr bwMode="auto">
            <a:xfrm>
              <a:off x="3014857" y="7772400"/>
              <a:ext cx="7607300" cy="914400"/>
            </a:xfrm>
            <a:prstGeom prst="rect">
              <a:avLst/>
            </a:prstGeom>
            <a:noFill/>
            <a:ln>
              <a:noFill/>
            </a:ln>
          </p:spPr>
          <p:txBody>
            <a:bodyPr lIns="0" tIns="0" rIns="0" bIns="0"/>
            <a:lstStyle/>
            <a:p>
              <a:pPr algn="r"/>
              <a:r>
                <a:rPr lang="zh-CN" altLang="en-US" sz="2400" b="1" dirty="0">
                  <a:solidFill>
                    <a:srgbClr val="FFFFFF"/>
                  </a:solidFill>
                  <a:latin typeface="Open Sans Bold" charset="0"/>
                  <a:ea typeface="MS PGothic" panose="020B0600070205080204" charset="-128"/>
                  <a:cs typeface="MS PGothic" panose="020B0600070205080204" charset="-128"/>
                  <a:sym typeface="Open Sans Bold" charset="0"/>
                </a:rPr>
                <a:t>点击输入标题点击输入标题</a:t>
              </a:r>
              <a:endParaRPr lang="en-US" altLang="zh-CN" sz="2400" b="1" dirty="0">
                <a:solidFill>
                  <a:srgbClr val="FFFFFF"/>
                </a:solidFill>
                <a:latin typeface="Open Sans Bold" charset="0"/>
                <a:ea typeface="MS PGothic" panose="020B0600070205080204" charset="-128"/>
                <a:cs typeface="MS PGothic" panose="020B0600070205080204" charset="-128"/>
                <a:sym typeface="Open Sans Bold" charset="0"/>
              </a:endParaRPr>
            </a:p>
            <a:p>
              <a:pPr algn="r"/>
              <a:endParaRPr lang="en-US" sz="2400" b="1" dirty="0">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25661" name="Rectangle 65"/>
            <p:cNvSpPr/>
            <p:nvPr/>
          </p:nvSpPr>
          <p:spPr bwMode="auto">
            <a:xfrm>
              <a:off x="3048000" y="9144000"/>
              <a:ext cx="7607300" cy="3009900"/>
            </a:xfrm>
            <a:prstGeom prst="rect">
              <a:avLst/>
            </a:prstGeom>
            <a:noFill/>
            <a:ln>
              <a:noFill/>
            </a:ln>
          </p:spPr>
          <p:txBody>
            <a:bodyPr lIns="0" tIns="0" rIns="0" bIns="0"/>
            <a:lstStyle/>
            <a:p>
              <a:pPr algn="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Praesent</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commodo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cursus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magna,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vel</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scelerisque</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nisl</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consectetur</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et.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Nulla</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vitae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elit</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libero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pharetra</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augue</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Donec</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sed</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odio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dui.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Cras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mattis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consectetur</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purus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sit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amet</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fermentum</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Cras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justo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odio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dapibus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ac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facilisis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in,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egestas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eget</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quam.Praesent</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commodo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cursus</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magna,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vel</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scelerisque</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nisl</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consectetur</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et.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Nulla</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vitae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elit</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libero</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pharetra</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r>
                <a:rPr lang="en-US" sz="2400" dirty="0" err="1">
                  <a:solidFill>
                    <a:srgbClr val="FFFFFF"/>
                  </a:solidFill>
                  <a:latin typeface="Open Sans Light" charset="0"/>
                  <a:ea typeface="MS PGothic" panose="020B0600070205080204" charset="-128"/>
                  <a:cs typeface="MS PGothic" panose="020B0600070205080204" charset="-128"/>
                  <a:sym typeface="Open Sans" charset="0"/>
                </a:rPr>
                <a:t>augue</a:t>
              </a:r>
              <a:r>
                <a:rPr lang="en-US" sz="2400" dirty="0">
                  <a:solidFill>
                    <a:srgbClr val="FFFFFF"/>
                  </a:solidFill>
                  <a:latin typeface="Open Sans Light" charset="0"/>
                  <a:ea typeface="MS PGothic" panose="020B0600070205080204" charset="-128"/>
                  <a:cs typeface="MS PGothic" panose="020B0600070205080204" charset="-128"/>
                  <a:sym typeface="Open Sans" charset="0"/>
                </a:rPr>
                <a:t>. </a:t>
              </a:r>
              <a:endParaRPr lang="en-US" sz="2400" dirty="0">
                <a:solidFill>
                  <a:srgbClr val="FFFFFF"/>
                </a:solidFill>
                <a:latin typeface="Open Sans Light" charset="0"/>
                <a:ea typeface="MS PGothic" panose="020B0600070205080204" charset="-128"/>
                <a:cs typeface="MS PGothic" panose="020B0600070205080204" charset="-128"/>
                <a:sym typeface="Open Sans" charset="0"/>
              </a:endParaRPr>
            </a:p>
          </p:txBody>
        </p:sp>
        <p:sp>
          <p:nvSpPr>
            <p:cNvPr id="25662" name="Line 66"/>
            <p:cNvSpPr>
              <a:spLocks noChangeShapeType="1"/>
            </p:cNvSpPr>
            <p:nvPr/>
          </p:nvSpPr>
          <p:spPr bwMode="auto">
            <a:xfrm>
              <a:off x="2933700" y="8559800"/>
              <a:ext cx="7721600" cy="0"/>
            </a:xfrm>
            <a:prstGeom prst="line">
              <a:avLst/>
            </a:prstGeom>
            <a:noFill/>
            <a:ln w="12700">
              <a:solidFill>
                <a:srgbClr val="FFFFFF">
                  <a:alpha val="70195"/>
                </a:srgbClr>
              </a:solidFill>
              <a:miter lim="800000"/>
            </a:ln>
          </p:spPr>
          <p:txBody>
            <a:bodyPr lIns="0" tIns="0" rIns="0" bIns="0"/>
            <a:lstStyle/>
            <a:p>
              <a:endParaRPr lang="en-US"/>
            </a:p>
          </p:txBody>
        </p:sp>
      </p:grpSp>
      <p:grpSp>
        <p:nvGrpSpPr>
          <p:cNvPr id="24580" name="Group 7"/>
          <p:cNvGrpSpPr/>
          <p:nvPr/>
        </p:nvGrpSpPr>
        <p:grpSpPr bwMode="auto">
          <a:xfrm>
            <a:off x="16916400" y="1752600"/>
            <a:ext cx="5118100" cy="10617200"/>
            <a:chOff x="16916400" y="1752600"/>
            <a:chExt cx="5118100" cy="10617200"/>
          </a:xfrm>
        </p:grpSpPr>
        <p:sp>
          <p:nvSpPr>
            <p:cNvPr id="25605" name="AutoShape 8"/>
            <p:cNvSpPr/>
            <p:nvPr/>
          </p:nvSpPr>
          <p:spPr bwMode="auto">
            <a:xfrm>
              <a:off x="16916400" y="1752600"/>
              <a:ext cx="5118100" cy="10617200"/>
            </a:xfrm>
            <a:custGeom>
              <a:avLst/>
              <a:gdLst>
                <a:gd name="T0" fmla="*/ 2147483647 w 21600"/>
                <a:gd name="T1" fmla="*/ 0 h 21600"/>
                <a:gd name="T2" fmla="*/ 2147483647 w 21600"/>
                <a:gd name="T3" fmla="*/ 0 h 21600"/>
                <a:gd name="T4" fmla="*/ 0 w 21600"/>
                <a:gd name="T5" fmla="*/ 2147483647 h 21600"/>
                <a:gd name="T6" fmla="*/ 0 w 21600"/>
                <a:gd name="T7" fmla="*/ 2147483647 h 21600"/>
                <a:gd name="T8" fmla="*/ 0 w 21600"/>
                <a:gd name="T9" fmla="*/ 2147483647 h 21600"/>
                <a:gd name="T10" fmla="*/ 0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0 h 21600"/>
                <a:gd name="T26" fmla="*/ 2147483647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584" y="0"/>
                  </a:moveTo>
                  <a:lnTo>
                    <a:pt x="3016" y="0"/>
                  </a:lnTo>
                  <a:cubicBezTo>
                    <a:pt x="1350" y="0"/>
                    <a:pt x="0" y="651"/>
                    <a:pt x="0" y="1454"/>
                  </a:cubicBezTo>
                  <a:lnTo>
                    <a:pt x="0" y="5872"/>
                  </a:lnTo>
                  <a:lnTo>
                    <a:pt x="0" y="15728"/>
                  </a:lnTo>
                  <a:lnTo>
                    <a:pt x="0" y="20146"/>
                  </a:lnTo>
                  <a:cubicBezTo>
                    <a:pt x="0" y="20949"/>
                    <a:pt x="1350" y="21600"/>
                    <a:pt x="3016" y="21600"/>
                  </a:cubicBezTo>
                  <a:lnTo>
                    <a:pt x="18584" y="21600"/>
                  </a:lnTo>
                  <a:cubicBezTo>
                    <a:pt x="20250" y="21600"/>
                    <a:pt x="21600" y="20949"/>
                    <a:pt x="21600" y="20146"/>
                  </a:cubicBezTo>
                  <a:lnTo>
                    <a:pt x="21600" y="15728"/>
                  </a:lnTo>
                  <a:lnTo>
                    <a:pt x="21600" y="5872"/>
                  </a:lnTo>
                  <a:lnTo>
                    <a:pt x="21600" y="1454"/>
                  </a:lnTo>
                  <a:cubicBezTo>
                    <a:pt x="21600" y="651"/>
                    <a:pt x="20250" y="0"/>
                    <a:pt x="18584" y="0"/>
                  </a:cubicBezTo>
                  <a:close/>
                  <a:moveTo>
                    <a:pt x="18584" y="0"/>
                  </a:moveTo>
                </a:path>
              </a:pathLst>
            </a:custGeom>
            <a:solidFill>
              <a:srgbClr val="FBF4F8"/>
            </a:solidFill>
            <a:ln>
              <a:noFill/>
            </a:ln>
          </p:spPr>
          <p:txBody>
            <a:bodyPr lIns="0" tIns="0" rIns="0" bIns="0"/>
            <a:lstStyle/>
            <a:p>
              <a:endParaRPr lang="en-US"/>
            </a:p>
          </p:txBody>
        </p:sp>
        <p:sp>
          <p:nvSpPr>
            <p:cNvPr id="25606" name="AutoShape 9"/>
            <p:cNvSpPr/>
            <p:nvPr/>
          </p:nvSpPr>
          <p:spPr bwMode="auto">
            <a:xfrm>
              <a:off x="17094200" y="2628900"/>
              <a:ext cx="4749800" cy="86741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1220"/>
                  </a:moveTo>
                  <a:cubicBezTo>
                    <a:pt x="21600" y="21430"/>
                    <a:pt x="21290" y="21600"/>
                    <a:pt x="20907" y="21600"/>
                  </a:cubicBezTo>
                  <a:lnTo>
                    <a:pt x="693" y="21600"/>
                  </a:lnTo>
                  <a:cubicBezTo>
                    <a:pt x="310" y="21600"/>
                    <a:pt x="0" y="21430"/>
                    <a:pt x="0" y="21220"/>
                  </a:cubicBezTo>
                  <a:lnTo>
                    <a:pt x="0" y="380"/>
                  </a:lnTo>
                  <a:cubicBezTo>
                    <a:pt x="0" y="170"/>
                    <a:pt x="310" y="0"/>
                    <a:pt x="693" y="0"/>
                  </a:cubicBezTo>
                  <a:lnTo>
                    <a:pt x="20907" y="0"/>
                  </a:lnTo>
                  <a:cubicBezTo>
                    <a:pt x="21290" y="0"/>
                    <a:pt x="21600" y="170"/>
                    <a:pt x="21600" y="380"/>
                  </a:cubicBezTo>
                  <a:cubicBezTo>
                    <a:pt x="21600" y="380"/>
                    <a:pt x="21600" y="21220"/>
                    <a:pt x="21600" y="21220"/>
                  </a:cubicBezTo>
                  <a:close/>
                  <a:moveTo>
                    <a:pt x="21600" y="21220"/>
                  </a:moveTo>
                </a:path>
              </a:pathLst>
            </a:custGeom>
            <a:solidFill>
              <a:srgbClr val="368FE2"/>
            </a:solidFill>
            <a:ln>
              <a:noFill/>
            </a:ln>
          </p:spPr>
          <p:txBody>
            <a:bodyPr lIns="0" tIns="0" rIns="0" bIns="0"/>
            <a:lstStyle/>
            <a:p>
              <a:endParaRPr lang="en-US"/>
            </a:p>
          </p:txBody>
        </p:sp>
        <p:sp>
          <p:nvSpPr>
            <p:cNvPr id="25607" name="AutoShape 10"/>
            <p:cNvSpPr/>
            <p:nvPr/>
          </p:nvSpPr>
          <p:spPr bwMode="auto">
            <a:xfrm>
              <a:off x="18592800" y="2159000"/>
              <a:ext cx="990600" cy="139700"/>
            </a:xfrm>
            <a:custGeom>
              <a:avLst/>
              <a:gdLst>
                <a:gd name="T0" fmla="*/ 2147483647 w 21600"/>
                <a:gd name="T1" fmla="*/ 18897051 h 21600"/>
                <a:gd name="T2" fmla="*/ 2147483647 w 21600"/>
                <a:gd name="T3" fmla="*/ 37794147 h 21600"/>
                <a:gd name="T4" fmla="*/ 2147483647 w 21600"/>
                <a:gd name="T5" fmla="*/ 37794147 h 21600"/>
                <a:gd name="T6" fmla="*/ 0 w 21600"/>
                <a:gd name="T7" fmla="*/ 18897051 h 21600"/>
                <a:gd name="T8" fmla="*/ 2147483647 w 21600"/>
                <a:gd name="T9" fmla="*/ 0 h 21600"/>
                <a:gd name="T10" fmla="*/ 2147483647 w 21600"/>
                <a:gd name="T11" fmla="*/ 0 h 21600"/>
                <a:gd name="T12" fmla="*/ 2147483647 w 21600"/>
                <a:gd name="T13" fmla="*/ 18897051 h 21600"/>
                <a:gd name="T14" fmla="*/ 2147483647 w 21600"/>
                <a:gd name="T15" fmla="*/ 18897051 h 21600"/>
                <a:gd name="T16" fmla="*/ 2147483647 w 21600"/>
                <a:gd name="T17" fmla="*/ 18897051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21600" y="10800"/>
                  </a:moveTo>
                  <a:cubicBezTo>
                    <a:pt x="21600" y="16764"/>
                    <a:pt x="20918" y="21600"/>
                    <a:pt x="20077" y="21600"/>
                  </a:cubicBezTo>
                  <a:lnTo>
                    <a:pt x="1523" y="21600"/>
                  </a:lnTo>
                  <a:cubicBezTo>
                    <a:pt x="682" y="21600"/>
                    <a:pt x="0" y="16764"/>
                    <a:pt x="0" y="10800"/>
                  </a:cubicBezTo>
                  <a:cubicBezTo>
                    <a:pt x="0" y="4836"/>
                    <a:pt x="682" y="0"/>
                    <a:pt x="1523" y="0"/>
                  </a:cubicBezTo>
                  <a:lnTo>
                    <a:pt x="20077" y="0"/>
                  </a:lnTo>
                  <a:cubicBezTo>
                    <a:pt x="20918" y="0"/>
                    <a:pt x="21600" y="4836"/>
                    <a:pt x="21600" y="10800"/>
                  </a:cubicBezTo>
                  <a:cubicBezTo>
                    <a:pt x="21600" y="10800"/>
                    <a:pt x="21600" y="10800"/>
                    <a:pt x="21600" y="10800"/>
                  </a:cubicBezTo>
                  <a:close/>
                  <a:moveTo>
                    <a:pt x="21600" y="10800"/>
                  </a:moveTo>
                </a:path>
              </a:pathLst>
            </a:custGeom>
            <a:solidFill>
              <a:srgbClr val="A8A7A7"/>
            </a:solidFill>
            <a:ln>
              <a:noFill/>
            </a:ln>
          </p:spPr>
          <p:txBody>
            <a:bodyPr lIns="0" tIns="0" rIns="0" bIns="0"/>
            <a:lstStyle/>
            <a:p>
              <a:endParaRPr lang="en-US"/>
            </a:p>
          </p:txBody>
        </p:sp>
        <p:grpSp>
          <p:nvGrpSpPr>
            <p:cNvPr id="25608" name="Group 14"/>
            <p:cNvGrpSpPr/>
            <p:nvPr/>
          </p:nvGrpSpPr>
          <p:grpSpPr bwMode="auto">
            <a:xfrm>
              <a:off x="17411700" y="3916363"/>
              <a:ext cx="1625600" cy="1739900"/>
              <a:chOff x="0" y="0"/>
              <a:chExt cx="1024" cy="1096"/>
            </a:xfrm>
          </p:grpSpPr>
          <p:sp>
            <p:nvSpPr>
              <p:cNvPr id="25655" name="AutoShape 11"/>
              <p:cNvSpPr/>
              <p:nvPr/>
            </p:nvSpPr>
            <p:spPr bwMode="auto">
              <a:xfrm>
                <a:off x="241" y="295"/>
                <a:ext cx="554" cy="801"/>
              </a:xfrm>
              <a:prstGeom prst="roundRect">
                <a:avLst>
                  <a:gd name="adj" fmla="val 12245"/>
                </a:avLst>
              </a:prstGeom>
              <a:solidFill>
                <a:srgbClr val="E8E8EA"/>
              </a:solidFill>
              <a:ln w="25400">
                <a:solidFill>
                  <a:schemeClr val="tx1">
                    <a:alpha val="0"/>
                  </a:schemeClr>
                </a:solidFill>
                <a:miter lim="800000"/>
              </a:ln>
            </p:spPr>
            <p:txBody>
              <a:bodyPr lIns="0" tIns="0" rIns="0" bIns="0"/>
              <a:lstStyle/>
              <a:p>
                <a:endParaRPr lang="en-US"/>
              </a:p>
            </p:txBody>
          </p:sp>
          <p:sp>
            <p:nvSpPr>
              <p:cNvPr id="25656" name="AutoShape 12"/>
              <p:cNvSpPr/>
              <p:nvPr/>
            </p:nvSpPr>
            <p:spPr bwMode="auto">
              <a:xfrm>
                <a:off x="0" y="295"/>
                <a:ext cx="1024" cy="235"/>
              </a:xfrm>
              <a:prstGeom prst="roundRect">
                <a:avLst>
                  <a:gd name="adj" fmla="val 18065"/>
                </a:avLst>
              </a:prstGeom>
              <a:solidFill>
                <a:srgbClr val="E8E8EA"/>
              </a:solidFill>
              <a:ln w="25400">
                <a:solidFill>
                  <a:schemeClr val="tx1">
                    <a:alpha val="0"/>
                  </a:schemeClr>
                </a:solidFill>
                <a:miter lim="800000"/>
              </a:ln>
            </p:spPr>
            <p:txBody>
              <a:bodyPr lIns="0" tIns="0" rIns="0" bIns="0"/>
              <a:lstStyle/>
              <a:p>
                <a:endParaRPr lang="en-US"/>
              </a:p>
            </p:txBody>
          </p:sp>
          <p:sp>
            <p:nvSpPr>
              <p:cNvPr id="25657" name="Oval 13"/>
              <p:cNvSpPr/>
              <p:nvPr/>
            </p:nvSpPr>
            <p:spPr bwMode="auto">
              <a:xfrm>
                <a:off x="307" y="0"/>
                <a:ext cx="426" cy="427"/>
              </a:xfrm>
              <a:prstGeom prst="ellipse">
                <a:avLst/>
              </a:prstGeom>
              <a:solidFill>
                <a:srgbClr val="368FE2"/>
              </a:solidFill>
              <a:ln w="25400">
                <a:solidFill>
                  <a:schemeClr val="tx1">
                    <a:alpha val="0"/>
                  </a:schemeClr>
                </a:solidFill>
                <a:miter lim="800000"/>
              </a:ln>
            </p:spPr>
            <p:txBody>
              <a:bodyPr lIns="0" tIns="0" rIns="0" bIns="0"/>
              <a:lstStyle/>
              <a:p>
                <a:endParaRPr lang="en-US"/>
              </a:p>
            </p:txBody>
          </p:sp>
        </p:grpSp>
        <p:grpSp>
          <p:nvGrpSpPr>
            <p:cNvPr id="25609" name="Group 19"/>
            <p:cNvGrpSpPr/>
            <p:nvPr/>
          </p:nvGrpSpPr>
          <p:grpSpPr bwMode="auto">
            <a:xfrm>
              <a:off x="19392900" y="4965700"/>
              <a:ext cx="2044700" cy="736600"/>
              <a:chOff x="0" y="0"/>
              <a:chExt cx="1288" cy="464"/>
            </a:xfrm>
          </p:grpSpPr>
          <p:grpSp>
            <p:nvGrpSpPr>
              <p:cNvPr id="25651" name="Group 17"/>
              <p:cNvGrpSpPr/>
              <p:nvPr/>
            </p:nvGrpSpPr>
            <p:grpSpPr bwMode="auto">
              <a:xfrm>
                <a:off x="0" y="0"/>
                <a:ext cx="1288" cy="464"/>
                <a:chOff x="0" y="0"/>
                <a:chExt cx="1288" cy="464"/>
              </a:xfrm>
            </p:grpSpPr>
            <p:sp>
              <p:nvSpPr>
                <p:cNvPr id="2" name="AutoShape 15"/>
                <p:cNvSpPr/>
                <p:nvPr/>
              </p:nvSpPr>
              <p:spPr bwMode="auto">
                <a:xfrm>
                  <a:off x="0" y="0"/>
                  <a:ext cx="1288" cy="464"/>
                </a:xfrm>
                <a:prstGeom prst="roundRect">
                  <a:avLst>
                    <a:gd name="adj" fmla="val 25861"/>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25654" name="AutoShape 16"/>
                <p:cNvSpPr/>
                <p:nvPr/>
              </p:nvSpPr>
              <p:spPr bwMode="auto">
                <a:xfrm>
                  <a:off x="0" y="0"/>
                  <a:ext cx="1288" cy="402"/>
                </a:xfrm>
                <a:prstGeom prst="roundRect">
                  <a:avLst>
                    <a:gd name="adj" fmla="val 29778"/>
                  </a:avLst>
                </a:prstGeom>
                <a:solidFill>
                  <a:srgbClr val="FFFF33"/>
                </a:solidFill>
                <a:ln w="25400">
                  <a:solidFill>
                    <a:schemeClr val="tx1">
                      <a:alpha val="0"/>
                    </a:schemeClr>
                  </a:solidFill>
                  <a:miter lim="800000"/>
                </a:ln>
              </p:spPr>
              <p:txBody>
                <a:bodyPr lIns="0" tIns="0" rIns="0" bIns="0"/>
                <a:lstStyle/>
                <a:p>
                  <a:endParaRPr lang="en-US"/>
                </a:p>
              </p:txBody>
            </p:sp>
          </p:grpSp>
          <p:sp>
            <p:nvSpPr>
              <p:cNvPr id="25652" name="Rectangle 18"/>
              <p:cNvSpPr/>
              <p:nvPr/>
            </p:nvSpPr>
            <p:spPr bwMode="auto">
              <a:xfrm>
                <a:off x="448" y="117"/>
                <a:ext cx="333" cy="174"/>
              </a:xfrm>
              <a:prstGeom prst="rect">
                <a:avLst/>
              </a:prstGeom>
              <a:noFill/>
              <a:ln>
                <a:noFill/>
              </a:ln>
            </p:spPr>
            <p:txBody>
              <a:bodyPr wrap="none" lIns="0" tIns="0" rIns="0" bIns="0" anchor="ctr">
                <a:spAutoFit/>
              </a:bodyPr>
              <a:lstStyle/>
              <a:p>
                <a:pPr algn="l"/>
                <a:r>
                  <a:rPr lang="en-US" sz="18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rPr>
                  <a:t>BUY!</a:t>
                </a:r>
                <a:endParaRPr lang="en-US" sz="1800" dirty="0">
                  <a:solidFill>
                    <a:srgbClr val="343434"/>
                  </a:solidFill>
                  <a:latin typeface="微软雅黑" panose="020B0503020204020204" charset="-122"/>
                  <a:ea typeface="MS PGothic" panose="020B0600070205080204" charset="-128"/>
                  <a:cs typeface="MS PGothic" panose="020B0600070205080204" charset="-128"/>
                  <a:sym typeface="Diavlo Black Regular" charset="0"/>
                </a:endParaRPr>
              </a:p>
            </p:txBody>
          </p:sp>
        </p:grpSp>
        <p:sp>
          <p:nvSpPr>
            <p:cNvPr id="25610" name="Rectangle 20"/>
            <p:cNvSpPr/>
            <p:nvPr/>
          </p:nvSpPr>
          <p:spPr bwMode="auto">
            <a:xfrm>
              <a:off x="17913350" y="4705350"/>
              <a:ext cx="622300" cy="622300"/>
            </a:xfrm>
            <a:prstGeom prst="rect">
              <a:avLst/>
            </a:prstGeom>
            <a:noFill/>
            <a:ln>
              <a:noFill/>
            </a:ln>
          </p:spPr>
          <p:txBody>
            <a:bodyPr wrap="none" lIns="0" tIns="0" rIns="0" bIns="0" anchor="ctr">
              <a:spAutoFit/>
            </a:bodyPr>
            <a:lstStyle/>
            <a:p>
              <a:pPr>
                <a:lnSpc>
                  <a:spcPct val="170000"/>
                </a:lnSpc>
              </a:pPr>
              <a:r>
                <a:rPr lang="en-US" sz="4200">
                  <a:solidFill>
                    <a:srgbClr val="219271"/>
                  </a:solidFill>
                  <a:latin typeface="FontAwesome Regular" charset="0"/>
                  <a:ea typeface="MS PGothic" panose="020B0600070205080204" charset="-128"/>
                  <a:cs typeface="MS PGothic" panose="020B0600070205080204" charset="-128"/>
                  <a:sym typeface="FontAwesome Regular" charset="0"/>
                </a:rPr>
                <a:t></a:t>
              </a:r>
              <a:endParaRPr lang="en-US" sz="4200">
                <a:solidFill>
                  <a:srgbClr val="219271"/>
                </a:solidFill>
                <a:latin typeface="FontAwesome Regular" charset="0"/>
                <a:ea typeface="MS PGothic" panose="020B0600070205080204" charset="-128"/>
                <a:cs typeface="MS PGothic" panose="020B0600070205080204" charset="-128"/>
                <a:sym typeface="FontAwesome Regular" charset="0"/>
              </a:endParaRPr>
            </a:p>
          </p:txBody>
        </p:sp>
        <p:sp>
          <p:nvSpPr>
            <p:cNvPr id="25611" name="Rectangle 21"/>
            <p:cNvSpPr/>
            <p:nvPr/>
          </p:nvSpPr>
          <p:spPr bwMode="auto">
            <a:xfrm>
              <a:off x="19380200" y="4165312"/>
              <a:ext cx="1780937" cy="584775"/>
            </a:xfrm>
            <a:prstGeom prst="rect">
              <a:avLst/>
            </a:prstGeom>
            <a:noFill/>
            <a:ln>
              <a:noFill/>
            </a:ln>
          </p:spPr>
          <p:txBody>
            <a:bodyPr wrap="none" lIns="0" tIns="0" rIns="0" bIns="0" anchor="ctr">
              <a:spAutoFit/>
            </a:bodyPr>
            <a:lstStyle/>
            <a:p>
              <a:pPr algn="l"/>
              <a:r>
                <a:rPr lang="en-US" sz="2400" dirty="0">
                  <a:solidFill>
                    <a:srgbClr val="FFFFFF"/>
                  </a:solidFill>
                  <a:latin typeface="Open Sans Bold" charset="0"/>
                  <a:ea typeface="MS PGothic" panose="020B0600070205080204" charset="-128"/>
                  <a:cs typeface="MS PGothic" panose="020B0600070205080204" charset="-128"/>
                  <a:sym typeface="Open Sans Bold" charset="0"/>
                </a:rPr>
                <a:t>Leaf t-shirt!</a:t>
              </a:r>
              <a:endParaRPr lang="en-US" sz="2400" dirty="0">
                <a:solidFill>
                  <a:srgbClr val="FFFFFF"/>
                </a:solidFill>
                <a:latin typeface="Open Sans Bold" charset="0"/>
                <a:ea typeface="MS PGothic" panose="020B0600070205080204" charset="-128"/>
                <a:cs typeface="MS PGothic" panose="020B0600070205080204" charset="-128"/>
                <a:sym typeface="Open Sans Bold" charset="0"/>
              </a:endParaRPr>
            </a:p>
            <a:p>
              <a:pPr algn="l"/>
              <a:r>
                <a:rPr lang="en-US" sz="1400" dirty="0">
                  <a:solidFill>
                    <a:srgbClr val="FFFFFF"/>
                  </a:solidFill>
                  <a:latin typeface="微软雅黑" panose="020B0503020204020204" charset="-122"/>
                  <a:ea typeface="MS PGothic" panose="020B0600070205080204" charset="-128"/>
                  <a:cs typeface="MS PGothic" panose="020B0600070205080204" charset="-128"/>
                  <a:sym typeface="Open Sans" charset="0"/>
                </a:rPr>
                <a:t>cool for all purpose!</a:t>
              </a:r>
              <a:endParaRPr lang="en-US" sz="1400" dirty="0">
                <a:solidFill>
                  <a:srgbClr val="FFFFFF"/>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25612" name="Rectangle 22"/>
            <p:cNvSpPr/>
            <p:nvPr/>
          </p:nvSpPr>
          <p:spPr bwMode="auto">
            <a:xfrm>
              <a:off x="18148300" y="2863334"/>
              <a:ext cx="1729641" cy="369332"/>
            </a:xfrm>
            <a:prstGeom prst="rect">
              <a:avLst/>
            </a:prstGeom>
            <a:noFill/>
            <a:ln>
              <a:noFill/>
            </a:ln>
          </p:spPr>
          <p:txBody>
            <a:bodyPr wrap="none" lIns="0" tIns="0" rIns="0" bIns="0" anchor="ctr">
              <a:spAutoFit/>
            </a:bodyPr>
            <a:lstStyle/>
            <a:p>
              <a:pPr algn="l"/>
              <a:r>
                <a:rPr lang="en-US" sz="2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WOWSHOP</a:t>
              </a:r>
              <a:endParaRPr lang="en-US" sz="2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5613" name="Line 23"/>
            <p:cNvSpPr>
              <a:spLocks noChangeShapeType="1"/>
            </p:cNvSpPr>
            <p:nvPr/>
          </p:nvSpPr>
          <p:spPr bwMode="auto">
            <a:xfrm>
              <a:off x="17106900" y="3454400"/>
              <a:ext cx="4749800" cy="0"/>
            </a:xfrm>
            <a:prstGeom prst="line">
              <a:avLst/>
            </a:prstGeom>
            <a:noFill/>
            <a:ln w="25400">
              <a:solidFill>
                <a:srgbClr val="FFFFFF"/>
              </a:solidFill>
              <a:miter lim="800000"/>
            </a:ln>
          </p:spPr>
          <p:txBody>
            <a:bodyPr lIns="0" tIns="0" rIns="0" bIns="0"/>
            <a:lstStyle/>
            <a:p>
              <a:endParaRPr lang="en-US"/>
            </a:p>
          </p:txBody>
        </p:sp>
        <p:grpSp>
          <p:nvGrpSpPr>
            <p:cNvPr id="25614" name="Group 35"/>
            <p:cNvGrpSpPr/>
            <p:nvPr/>
          </p:nvGrpSpPr>
          <p:grpSpPr bwMode="auto">
            <a:xfrm>
              <a:off x="17449800" y="6273800"/>
              <a:ext cx="4013200" cy="1739900"/>
              <a:chOff x="0" y="0"/>
              <a:chExt cx="2528" cy="1096"/>
            </a:xfrm>
          </p:grpSpPr>
          <p:grpSp>
            <p:nvGrpSpPr>
              <p:cNvPr id="25640" name="Group 27"/>
              <p:cNvGrpSpPr/>
              <p:nvPr/>
            </p:nvGrpSpPr>
            <p:grpSpPr bwMode="auto">
              <a:xfrm>
                <a:off x="0" y="0"/>
                <a:ext cx="1024" cy="1096"/>
                <a:chOff x="0" y="0"/>
                <a:chExt cx="1024" cy="1096"/>
              </a:xfrm>
            </p:grpSpPr>
            <p:sp>
              <p:nvSpPr>
                <p:cNvPr id="25648" name="AutoShape 24"/>
                <p:cNvSpPr/>
                <p:nvPr/>
              </p:nvSpPr>
              <p:spPr bwMode="auto">
                <a:xfrm>
                  <a:off x="241" y="295"/>
                  <a:ext cx="554" cy="801"/>
                </a:xfrm>
                <a:prstGeom prst="roundRect">
                  <a:avLst>
                    <a:gd name="adj" fmla="val 12245"/>
                  </a:avLst>
                </a:prstGeom>
                <a:solidFill>
                  <a:srgbClr val="495869"/>
                </a:solidFill>
                <a:ln w="25400">
                  <a:solidFill>
                    <a:schemeClr val="tx1">
                      <a:alpha val="0"/>
                    </a:schemeClr>
                  </a:solidFill>
                  <a:miter lim="800000"/>
                </a:ln>
              </p:spPr>
              <p:txBody>
                <a:bodyPr lIns="0" tIns="0" rIns="0" bIns="0"/>
                <a:lstStyle/>
                <a:p>
                  <a:endParaRPr lang="en-US"/>
                </a:p>
              </p:txBody>
            </p:sp>
            <p:sp>
              <p:nvSpPr>
                <p:cNvPr id="25649" name="AutoShape 25"/>
                <p:cNvSpPr/>
                <p:nvPr/>
              </p:nvSpPr>
              <p:spPr bwMode="auto">
                <a:xfrm>
                  <a:off x="0" y="295"/>
                  <a:ext cx="1024" cy="235"/>
                </a:xfrm>
                <a:prstGeom prst="roundRect">
                  <a:avLst>
                    <a:gd name="adj" fmla="val 18065"/>
                  </a:avLst>
                </a:prstGeom>
                <a:solidFill>
                  <a:srgbClr val="495869"/>
                </a:solidFill>
                <a:ln w="25400">
                  <a:solidFill>
                    <a:schemeClr val="tx1">
                      <a:alpha val="0"/>
                    </a:schemeClr>
                  </a:solidFill>
                  <a:miter lim="800000"/>
                </a:ln>
              </p:spPr>
              <p:txBody>
                <a:bodyPr lIns="0" tIns="0" rIns="0" bIns="0"/>
                <a:lstStyle/>
                <a:p>
                  <a:endParaRPr lang="en-US"/>
                </a:p>
              </p:txBody>
            </p:sp>
            <p:sp>
              <p:nvSpPr>
                <p:cNvPr id="25650" name="Oval 26"/>
                <p:cNvSpPr/>
                <p:nvPr/>
              </p:nvSpPr>
              <p:spPr bwMode="auto">
                <a:xfrm>
                  <a:off x="307" y="0"/>
                  <a:ext cx="426" cy="427"/>
                </a:xfrm>
                <a:prstGeom prst="ellipse">
                  <a:avLst/>
                </a:prstGeom>
                <a:solidFill>
                  <a:srgbClr val="368FE2"/>
                </a:solidFill>
                <a:ln w="25400">
                  <a:solidFill>
                    <a:schemeClr val="tx1">
                      <a:alpha val="0"/>
                    </a:schemeClr>
                  </a:solidFill>
                  <a:miter lim="800000"/>
                </a:ln>
              </p:spPr>
              <p:txBody>
                <a:bodyPr lIns="0" tIns="0" rIns="0" bIns="0"/>
                <a:lstStyle/>
                <a:p>
                  <a:endParaRPr lang="en-US"/>
                </a:p>
              </p:txBody>
            </p:sp>
          </p:grpSp>
          <p:sp>
            <p:nvSpPr>
              <p:cNvPr id="25641" name="Rectangle 28"/>
              <p:cNvSpPr/>
              <p:nvPr/>
            </p:nvSpPr>
            <p:spPr bwMode="auto">
              <a:xfrm>
                <a:off x="320" y="504"/>
                <a:ext cx="392" cy="392"/>
              </a:xfrm>
              <a:prstGeom prst="rect">
                <a:avLst/>
              </a:prstGeom>
              <a:noFill/>
              <a:ln>
                <a:noFill/>
              </a:ln>
            </p:spPr>
            <p:txBody>
              <a:bodyPr wrap="none" lIns="0" tIns="0" rIns="0" bIns="0" anchor="ctr">
                <a:spAutoFit/>
              </a:bodyPr>
              <a:lstStyle/>
              <a:p>
                <a:pPr>
                  <a:lnSpc>
                    <a:spcPct val="170000"/>
                  </a:lnSpc>
                </a:pPr>
                <a:r>
                  <a:rPr lang="en-US" sz="4200">
                    <a:solidFill>
                      <a:srgbClr val="FFFFFF"/>
                    </a:solidFill>
                    <a:latin typeface="FontAwesome Regular" charset="0"/>
                    <a:ea typeface="MS PGothic" panose="020B0600070205080204" charset="-128"/>
                    <a:cs typeface="MS PGothic" panose="020B0600070205080204" charset="-128"/>
                    <a:sym typeface="FontAwesome Regular" charset="0"/>
                  </a:rPr>
                  <a:t></a:t>
                </a:r>
                <a:endParaRPr lang="en-US" sz="4200">
                  <a:solidFill>
                    <a:srgbClr val="FFFFFF"/>
                  </a:solidFill>
                  <a:latin typeface="FontAwesome Regular" charset="0"/>
                  <a:ea typeface="MS PGothic" panose="020B0600070205080204" charset="-128"/>
                  <a:cs typeface="MS PGothic" panose="020B0600070205080204" charset="-128"/>
                  <a:sym typeface="FontAwesome Regular" charset="0"/>
                </a:endParaRPr>
              </a:p>
            </p:txBody>
          </p:sp>
          <p:grpSp>
            <p:nvGrpSpPr>
              <p:cNvPr id="25642" name="Group 34"/>
              <p:cNvGrpSpPr/>
              <p:nvPr/>
            </p:nvGrpSpPr>
            <p:grpSpPr bwMode="auto">
              <a:xfrm>
                <a:off x="1504" y="0"/>
                <a:ext cx="1024" cy="1096"/>
                <a:chOff x="0" y="0"/>
                <a:chExt cx="1024" cy="1096"/>
              </a:xfrm>
            </p:grpSpPr>
            <p:grpSp>
              <p:nvGrpSpPr>
                <p:cNvPr id="25643" name="Group 32"/>
                <p:cNvGrpSpPr/>
                <p:nvPr/>
              </p:nvGrpSpPr>
              <p:grpSpPr bwMode="auto">
                <a:xfrm>
                  <a:off x="0" y="0"/>
                  <a:ext cx="1024" cy="1096"/>
                  <a:chOff x="0" y="0"/>
                  <a:chExt cx="1024" cy="1096"/>
                </a:xfrm>
              </p:grpSpPr>
              <p:sp>
                <p:nvSpPr>
                  <p:cNvPr id="25645" name="AutoShape 29"/>
                  <p:cNvSpPr/>
                  <p:nvPr/>
                </p:nvSpPr>
                <p:spPr bwMode="auto">
                  <a:xfrm>
                    <a:off x="241" y="295"/>
                    <a:ext cx="554" cy="801"/>
                  </a:xfrm>
                  <a:prstGeom prst="roundRect">
                    <a:avLst>
                      <a:gd name="adj" fmla="val 12245"/>
                    </a:avLst>
                  </a:prstGeom>
                  <a:solidFill>
                    <a:srgbClr val="1A1A1A"/>
                  </a:solidFill>
                  <a:ln w="25400">
                    <a:solidFill>
                      <a:schemeClr val="tx1">
                        <a:alpha val="0"/>
                      </a:schemeClr>
                    </a:solidFill>
                    <a:miter lim="800000"/>
                  </a:ln>
                </p:spPr>
                <p:txBody>
                  <a:bodyPr lIns="0" tIns="0" rIns="0" bIns="0"/>
                  <a:lstStyle/>
                  <a:p>
                    <a:endParaRPr lang="en-US"/>
                  </a:p>
                </p:txBody>
              </p:sp>
              <p:sp>
                <p:nvSpPr>
                  <p:cNvPr id="25646" name="AutoShape 30"/>
                  <p:cNvSpPr/>
                  <p:nvPr/>
                </p:nvSpPr>
                <p:spPr bwMode="auto">
                  <a:xfrm>
                    <a:off x="0" y="295"/>
                    <a:ext cx="1024" cy="235"/>
                  </a:xfrm>
                  <a:prstGeom prst="roundRect">
                    <a:avLst>
                      <a:gd name="adj" fmla="val 18065"/>
                    </a:avLst>
                  </a:prstGeom>
                  <a:solidFill>
                    <a:srgbClr val="1A1A1A"/>
                  </a:solidFill>
                  <a:ln w="25400">
                    <a:solidFill>
                      <a:schemeClr val="tx1">
                        <a:alpha val="0"/>
                      </a:schemeClr>
                    </a:solidFill>
                    <a:miter lim="800000"/>
                  </a:ln>
                </p:spPr>
                <p:txBody>
                  <a:bodyPr lIns="0" tIns="0" rIns="0" bIns="0"/>
                  <a:lstStyle/>
                  <a:p>
                    <a:endParaRPr lang="en-US"/>
                  </a:p>
                </p:txBody>
              </p:sp>
              <p:sp>
                <p:nvSpPr>
                  <p:cNvPr id="25647" name="Oval 31"/>
                  <p:cNvSpPr/>
                  <p:nvPr/>
                </p:nvSpPr>
                <p:spPr bwMode="auto">
                  <a:xfrm>
                    <a:off x="307" y="0"/>
                    <a:ext cx="426" cy="427"/>
                  </a:xfrm>
                  <a:prstGeom prst="ellipse">
                    <a:avLst/>
                  </a:prstGeom>
                  <a:solidFill>
                    <a:srgbClr val="368FE2"/>
                  </a:solidFill>
                  <a:ln w="25400">
                    <a:solidFill>
                      <a:schemeClr val="tx1">
                        <a:alpha val="0"/>
                      </a:schemeClr>
                    </a:solidFill>
                    <a:miter lim="800000"/>
                  </a:ln>
                </p:spPr>
                <p:txBody>
                  <a:bodyPr lIns="0" tIns="0" rIns="0" bIns="0"/>
                  <a:lstStyle/>
                  <a:p>
                    <a:endParaRPr lang="en-US"/>
                  </a:p>
                </p:txBody>
              </p:sp>
            </p:grpSp>
            <p:sp>
              <p:nvSpPr>
                <p:cNvPr id="25644" name="Rectangle 33"/>
                <p:cNvSpPr/>
                <p:nvPr/>
              </p:nvSpPr>
              <p:spPr bwMode="auto">
                <a:xfrm>
                  <a:off x="320" y="504"/>
                  <a:ext cx="392" cy="392"/>
                </a:xfrm>
                <a:prstGeom prst="rect">
                  <a:avLst/>
                </a:prstGeom>
                <a:noFill/>
                <a:ln>
                  <a:noFill/>
                </a:ln>
              </p:spPr>
              <p:txBody>
                <a:bodyPr wrap="none" lIns="0" tIns="0" rIns="0" bIns="0" anchor="ctr">
                  <a:spAutoFit/>
                </a:bodyPr>
                <a:lstStyle/>
                <a:p>
                  <a:pPr>
                    <a:lnSpc>
                      <a:spcPct val="170000"/>
                    </a:lnSpc>
                  </a:pPr>
                  <a:r>
                    <a:rPr lang="en-US" sz="4200">
                      <a:solidFill>
                        <a:srgbClr val="219271"/>
                      </a:solidFill>
                      <a:latin typeface="FontAwesome Regular" charset="0"/>
                      <a:ea typeface="MS PGothic" panose="020B0600070205080204" charset="-128"/>
                      <a:cs typeface="MS PGothic" panose="020B0600070205080204" charset="-128"/>
                      <a:sym typeface="FontAwesome Regular" charset="0"/>
                    </a:rPr>
                    <a:t></a:t>
                  </a:r>
                  <a:endParaRPr lang="en-US" sz="4200">
                    <a:solidFill>
                      <a:srgbClr val="219271"/>
                    </a:solidFill>
                    <a:latin typeface="FontAwesome Regular" charset="0"/>
                    <a:ea typeface="MS PGothic" panose="020B0600070205080204" charset="-128"/>
                    <a:cs typeface="MS PGothic" panose="020B0600070205080204" charset="-128"/>
                    <a:sym typeface="FontAwesome Regular" charset="0"/>
                  </a:endParaRPr>
                </a:p>
              </p:txBody>
            </p:sp>
          </p:grpSp>
        </p:grpSp>
        <p:grpSp>
          <p:nvGrpSpPr>
            <p:cNvPr id="25615" name="Group 47"/>
            <p:cNvGrpSpPr/>
            <p:nvPr/>
          </p:nvGrpSpPr>
          <p:grpSpPr bwMode="auto">
            <a:xfrm>
              <a:off x="17500600" y="8686800"/>
              <a:ext cx="4013200" cy="1739900"/>
              <a:chOff x="0" y="0"/>
              <a:chExt cx="2528" cy="1096"/>
            </a:xfrm>
          </p:grpSpPr>
          <p:grpSp>
            <p:nvGrpSpPr>
              <p:cNvPr id="25629" name="Group 39"/>
              <p:cNvGrpSpPr/>
              <p:nvPr/>
            </p:nvGrpSpPr>
            <p:grpSpPr bwMode="auto">
              <a:xfrm>
                <a:off x="0" y="0"/>
                <a:ext cx="1024" cy="1096"/>
                <a:chOff x="0" y="0"/>
                <a:chExt cx="1024" cy="1096"/>
              </a:xfrm>
            </p:grpSpPr>
            <p:sp>
              <p:nvSpPr>
                <p:cNvPr id="25637" name="AutoShape 36"/>
                <p:cNvSpPr/>
                <p:nvPr/>
              </p:nvSpPr>
              <p:spPr bwMode="auto">
                <a:xfrm>
                  <a:off x="241" y="295"/>
                  <a:ext cx="554" cy="801"/>
                </a:xfrm>
                <a:prstGeom prst="roundRect">
                  <a:avLst>
                    <a:gd name="adj" fmla="val 12245"/>
                  </a:avLst>
                </a:prstGeom>
                <a:solidFill>
                  <a:srgbClr val="7DBD94"/>
                </a:solidFill>
                <a:ln w="25400">
                  <a:solidFill>
                    <a:schemeClr val="tx1">
                      <a:alpha val="0"/>
                    </a:schemeClr>
                  </a:solidFill>
                  <a:miter lim="800000"/>
                </a:ln>
              </p:spPr>
              <p:txBody>
                <a:bodyPr lIns="0" tIns="0" rIns="0" bIns="0"/>
                <a:lstStyle/>
                <a:p>
                  <a:endParaRPr lang="en-US"/>
                </a:p>
              </p:txBody>
            </p:sp>
            <p:sp>
              <p:nvSpPr>
                <p:cNvPr id="25638" name="AutoShape 37"/>
                <p:cNvSpPr/>
                <p:nvPr/>
              </p:nvSpPr>
              <p:spPr bwMode="auto">
                <a:xfrm>
                  <a:off x="0" y="295"/>
                  <a:ext cx="1024" cy="235"/>
                </a:xfrm>
                <a:prstGeom prst="roundRect">
                  <a:avLst>
                    <a:gd name="adj" fmla="val 18065"/>
                  </a:avLst>
                </a:prstGeom>
                <a:solidFill>
                  <a:srgbClr val="7DBD94"/>
                </a:solidFill>
                <a:ln w="25400">
                  <a:solidFill>
                    <a:schemeClr val="tx1">
                      <a:alpha val="0"/>
                    </a:schemeClr>
                  </a:solidFill>
                  <a:miter lim="800000"/>
                </a:ln>
              </p:spPr>
              <p:txBody>
                <a:bodyPr lIns="0" tIns="0" rIns="0" bIns="0"/>
                <a:lstStyle/>
                <a:p>
                  <a:endParaRPr lang="en-US"/>
                </a:p>
              </p:txBody>
            </p:sp>
            <p:sp>
              <p:nvSpPr>
                <p:cNvPr id="25639" name="Oval 38"/>
                <p:cNvSpPr/>
                <p:nvPr/>
              </p:nvSpPr>
              <p:spPr bwMode="auto">
                <a:xfrm>
                  <a:off x="307" y="0"/>
                  <a:ext cx="426" cy="427"/>
                </a:xfrm>
                <a:prstGeom prst="ellipse">
                  <a:avLst/>
                </a:prstGeom>
                <a:solidFill>
                  <a:srgbClr val="368FE2"/>
                </a:solidFill>
                <a:ln w="25400">
                  <a:solidFill>
                    <a:schemeClr val="tx1">
                      <a:alpha val="0"/>
                    </a:schemeClr>
                  </a:solidFill>
                  <a:miter lim="800000"/>
                </a:ln>
              </p:spPr>
              <p:txBody>
                <a:bodyPr lIns="0" tIns="0" rIns="0" bIns="0"/>
                <a:lstStyle/>
                <a:p>
                  <a:endParaRPr lang="en-US"/>
                </a:p>
              </p:txBody>
            </p:sp>
          </p:grpSp>
          <p:sp>
            <p:nvSpPr>
              <p:cNvPr id="25630" name="Rectangle 40"/>
              <p:cNvSpPr/>
              <p:nvPr/>
            </p:nvSpPr>
            <p:spPr bwMode="auto">
              <a:xfrm>
                <a:off x="320" y="504"/>
                <a:ext cx="392" cy="392"/>
              </a:xfrm>
              <a:prstGeom prst="rect">
                <a:avLst/>
              </a:prstGeom>
              <a:noFill/>
              <a:ln>
                <a:noFill/>
              </a:ln>
            </p:spPr>
            <p:txBody>
              <a:bodyPr wrap="none" lIns="0" tIns="0" rIns="0" bIns="0" anchor="ctr">
                <a:spAutoFit/>
              </a:bodyPr>
              <a:lstStyle/>
              <a:p>
                <a:pPr>
                  <a:lnSpc>
                    <a:spcPct val="170000"/>
                  </a:lnSpc>
                </a:pPr>
                <a:r>
                  <a:rPr lang="en-US" sz="4200">
                    <a:solidFill>
                      <a:srgbClr val="FFFFFF"/>
                    </a:solidFill>
                    <a:latin typeface="FontAwesome Regular" charset="0"/>
                    <a:ea typeface="MS PGothic" panose="020B0600070205080204" charset="-128"/>
                    <a:cs typeface="MS PGothic" panose="020B0600070205080204" charset="-128"/>
                    <a:sym typeface="FontAwesome Regular" charset="0"/>
                  </a:rPr>
                  <a:t></a:t>
                </a:r>
                <a:endParaRPr lang="en-US" sz="4200">
                  <a:solidFill>
                    <a:srgbClr val="FFFFFF"/>
                  </a:solidFill>
                  <a:latin typeface="FontAwesome Regular" charset="0"/>
                  <a:ea typeface="MS PGothic" panose="020B0600070205080204" charset="-128"/>
                  <a:cs typeface="MS PGothic" panose="020B0600070205080204" charset="-128"/>
                  <a:sym typeface="FontAwesome Regular" charset="0"/>
                </a:endParaRPr>
              </a:p>
            </p:txBody>
          </p:sp>
          <p:grpSp>
            <p:nvGrpSpPr>
              <p:cNvPr id="25631" name="Group 46"/>
              <p:cNvGrpSpPr/>
              <p:nvPr/>
            </p:nvGrpSpPr>
            <p:grpSpPr bwMode="auto">
              <a:xfrm>
                <a:off x="1504" y="0"/>
                <a:ext cx="1024" cy="1096"/>
                <a:chOff x="0" y="0"/>
                <a:chExt cx="1024" cy="1096"/>
              </a:xfrm>
            </p:grpSpPr>
            <p:grpSp>
              <p:nvGrpSpPr>
                <p:cNvPr id="25632" name="Group 44"/>
                <p:cNvGrpSpPr/>
                <p:nvPr/>
              </p:nvGrpSpPr>
              <p:grpSpPr bwMode="auto">
                <a:xfrm>
                  <a:off x="0" y="0"/>
                  <a:ext cx="1024" cy="1096"/>
                  <a:chOff x="0" y="0"/>
                  <a:chExt cx="1024" cy="1096"/>
                </a:xfrm>
              </p:grpSpPr>
              <p:sp>
                <p:nvSpPr>
                  <p:cNvPr id="25634" name="AutoShape 41"/>
                  <p:cNvSpPr/>
                  <p:nvPr/>
                </p:nvSpPr>
                <p:spPr bwMode="auto">
                  <a:xfrm>
                    <a:off x="241" y="295"/>
                    <a:ext cx="554" cy="801"/>
                  </a:xfrm>
                  <a:prstGeom prst="roundRect">
                    <a:avLst>
                      <a:gd name="adj" fmla="val 12245"/>
                    </a:avLst>
                  </a:prstGeom>
                  <a:solidFill>
                    <a:srgbClr val="FCBD00"/>
                  </a:solidFill>
                  <a:ln w="25400">
                    <a:solidFill>
                      <a:schemeClr val="tx1">
                        <a:alpha val="0"/>
                      </a:schemeClr>
                    </a:solidFill>
                    <a:miter lim="800000"/>
                  </a:ln>
                </p:spPr>
                <p:txBody>
                  <a:bodyPr lIns="0" tIns="0" rIns="0" bIns="0"/>
                  <a:lstStyle/>
                  <a:p>
                    <a:endParaRPr lang="en-US"/>
                  </a:p>
                </p:txBody>
              </p:sp>
              <p:sp>
                <p:nvSpPr>
                  <p:cNvPr id="25635" name="AutoShape 42"/>
                  <p:cNvSpPr/>
                  <p:nvPr/>
                </p:nvSpPr>
                <p:spPr bwMode="auto">
                  <a:xfrm>
                    <a:off x="0" y="295"/>
                    <a:ext cx="1024" cy="235"/>
                  </a:xfrm>
                  <a:prstGeom prst="roundRect">
                    <a:avLst>
                      <a:gd name="adj" fmla="val 18065"/>
                    </a:avLst>
                  </a:prstGeom>
                  <a:solidFill>
                    <a:srgbClr val="FCBD00"/>
                  </a:solidFill>
                  <a:ln w="25400">
                    <a:solidFill>
                      <a:schemeClr val="tx1">
                        <a:alpha val="0"/>
                      </a:schemeClr>
                    </a:solidFill>
                    <a:miter lim="800000"/>
                  </a:ln>
                </p:spPr>
                <p:txBody>
                  <a:bodyPr lIns="0" tIns="0" rIns="0" bIns="0"/>
                  <a:lstStyle/>
                  <a:p>
                    <a:endParaRPr lang="en-US"/>
                  </a:p>
                </p:txBody>
              </p:sp>
              <p:sp>
                <p:nvSpPr>
                  <p:cNvPr id="25636" name="Oval 43"/>
                  <p:cNvSpPr/>
                  <p:nvPr/>
                </p:nvSpPr>
                <p:spPr bwMode="auto">
                  <a:xfrm>
                    <a:off x="307" y="0"/>
                    <a:ext cx="426" cy="427"/>
                  </a:xfrm>
                  <a:prstGeom prst="ellipse">
                    <a:avLst/>
                  </a:prstGeom>
                  <a:solidFill>
                    <a:srgbClr val="368FE2"/>
                  </a:solidFill>
                  <a:ln w="25400">
                    <a:solidFill>
                      <a:schemeClr val="tx1">
                        <a:alpha val="0"/>
                      </a:schemeClr>
                    </a:solidFill>
                    <a:miter lim="800000"/>
                  </a:ln>
                </p:spPr>
                <p:txBody>
                  <a:bodyPr lIns="0" tIns="0" rIns="0" bIns="0"/>
                  <a:lstStyle/>
                  <a:p>
                    <a:endParaRPr lang="en-US"/>
                  </a:p>
                </p:txBody>
              </p:sp>
            </p:grpSp>
            <p:sp>
              <p:nvSpPr>
                <p:cNvPr id="25633" name="Rectangle 45"/>
                <p:cNvSpPr/>
                <p:nvPr/>
              </p:nvSpPr>
              <p:spPr bwMode="auto">
                <a:xfrm>
                  <a:off x="320" y="504"/>
                  <a:ext cx="392" cy="392"/>
                </a:xfrm>
                <a:prstGeom prst="rect">
                  <a:avLst/>
                </a:prstGeom>
                <a:noFill/>
                <a:ln>
                  <a:noFill/>
                </a:ln>
              </p:spPr>
              <p:txBody>
                <a:bodyPr wrap="none" lIns="0" tIns="0" rIns="0" bIns="0" anchor="ctr">
                  <a:spAutoFit/>
                </a:bodyPr>
                <a:lstStyle/>
                <a:p>
                  <a:pPr>
                    <a:lnSpc>
                      <a:spcPct val="170000"/>
                    </a:lnSpc>
                  </a:pPr>
                  <a:r>
                    <a:rPr lang="en-US" sz="4200">
                      <a:solidFill>
                        <a:srgbClr val="219271"/>
                      </a:solidFill>
                      <a:latin typeface="FontAwesome Regular" charset="0"/>
                      <a:ea typeface="MS PGothic" panose="020B0600070205080204" charset="-128"/>
                      <a:cs typeface="MS PGothic" panose="020B0600070205080204" charset="-128"/>
                      <a:sym typeface="FontAwesome Regular" charset="0"/>
                    </a:rPr>
                    <a:t></a:t>
                  </a:r>
                  <a:endParaRPr lang="en-US" sz="4200">
                    <a:solidFill>
                      <a:srgbClr val="219271"/>
                    </a:solidFill>
                    <a:latin typeface="FontAwesome Regular" charset="0"/>
                    <a:ea typeface="MS PGothic" panose="020B0600070205080204" charset="-128"/>
                    <a:cs typeface="MS PGothic" panose="020B0600070205080204" charset="-128"/>
                    <a:sym typeface="FontAwesome Regular" charset="0"/>
                  </a:endParaRPr>
                </a:p>
              </p:txBody>
            </p:sp>
          </p:grpSp>
        </p:grpSp>
        <p:grpSp>
          <p:nvGrpSpPr>
            <p:cNvPr id="25616" name="Group 50"/>
            <p:cNvGrpSpPr/>
            <p:nvPr/>
          </p:nvGrpSpPr>
          <p:grpSpPr bwMode="auto">
            <a:xfrm>
              <a:off x="17970500" y="8229600"/>
              <a:ext cx="596900" cy="228600"/>
              <a:chOff x="0" y="0"/>
              <a:chExt cx="376" cy="144"/>
            </a:xfrm>
          </p:grpSpPr>
          <p:sp>
            <p:nvSpPr>
              <p:cNvPr id="21552" name="AutoShape 48"/>
              <p:cNvSpPr/>
              <p:nvPr/>
            </p:nvSpPr>
            <p:spPr bwMode="auto">
              <a:xfrm>
                <a:off x="0" y="0"/>
                <a:ext cx="376" cy="144"/>
              </a:xfrm>
              <a:prstGeom prst="roundRect">
                <a:avLst>
                  <a:gd name="adj" fmla="val 50000"/>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25628" name="AutoShape 49"/>
              <p:cNvSpPr/>
              <p:nvPr/>
            </p:nvSpPr>
            <p:spPr bwMode="auto">
              <a:xfrm>
                <a:off x="0" y="0"/>
                <a:ext cx="376" cy="125"/>
              </a:xfrm>
              <a:prstGeom prst="roundRect">
                <a:avLst>
                  <a:gd name="adj" fmla="val 50000"/>
                </a:avLst>
              </a:prstGeom>
              <a:solidFill>
                <a:srgbClr val="FFFF33"/>
              </a:solidFill>
              <a:ln w="25400">
                <a:solidFill>
                  <a:schemeClr val="tx1">
                    <a:alpha val="0"/>
                  </a:schemeClr>
                </a:solidFill>
                <a:miter lim="800000"/>
              </a:ln>
            </p:spPr>
            <p:txBody>
              <a:bodyPr lIns="0" tIns="0" rIns="0" bIns="0"/>
              <a:lstStyle/>
              <a:p>
                <a:endParaRPr lang="en-US"/>
              </a:p>
            </p:txBody>
          </p:sp>
        </p:grpSp>
        <p:grpSp>
          <p:nvGrpSpPr>
            <p:cNvPr id="25617" name="Group 53"/>
            <p:cNvGrpSpPr/>
            <p:nvPr/>
          </p:nvGrpSpPr>
          <p:grpSpPr bwMode="auto">
            <a:xfrm>
              <a:off x="20383500" y="8229600"/>
              <a:ext cx="596900" cy="228600"/>
              <a:chOff x="0" y="0"/>
              <a:chExt cx="376" cy="144"/>
            </a:xfrm>
          </p:grpSpPr>
          <p:sp>
            <p:nvSpPr>
              <p:cNvPr id="21555" name="AutoShape 51"/>
              <p:cNvSpPr/>
              <p:nvPr/>
            </p:nvSpPr>
            <p:spPr bwMode="auto">
              <a:xfrm>
                <a:off x="0" y="0"/>
                <a:ext cx="376" cy="144"/>
              </a:xfrm>
              <a:prstGeom prst="roundRect">
                <a:avLst>
                  <a:gd name="adj" fmla="val 50000"/>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25626" name="AutoShape 52"/>
              <p:cNvSpPr/>
              <p:nvPr/>
            </p:nvSpPr>
            <p:spPr bwMode="auto">
              <a:xfrm>
                <a:off x="0" y="0"/>
                <a:ext cx="376" cy="125"/>
              </a:xfrm>
              <a:prstGeom prst="roundRect">
                <a:avLst>
                  <a:gd name="adj" fmla="val 50000"/>
                </a:avLst>
              </a:prstGeom>
              <a:solidFill>
                <a:srgbClr val="FFFF33"/>
              </a:solidFill>
              <a:ln w="25400">
                <a:solidFill>
                  <a:schemeClr val="tx1">
                    <a:alpha val="0"/>
                  </a:schemeClr>
                </a:solidFill>
                <a:miter lim="800000"/>
              </a:ln>
            </p:spPr>
            <p:txBody>
              <a:bodyPr lIns="0" tIns="0" rIns="0" bIns="0"/>
              <a:lstStyle/>
              <a:p>
                <a:endParaRPr lang="en-US"/>
              </a:p>
            </p:txBody>
          </p:sp>
        </p:grpSp>
        <p:grpSp>
          <p:nvGrpSpPr>
            <p:cNvPr id="25618" name="Group 56"/>
            <p:cNvGrpSpPr/>
            <p:nvPr/>
          </p:nvGrpSpPr>
          <p:grpSpPr bwMode="auto">
            <a:xfrm>
              <a:off x="18021300" y="10591800"/>
              <a:ext cx="596900" cy="228600"/>
              <a:chOff x="0" y="0"/>
              <a:chExt cx="376" cy="144"/>
            </a:xfrm>
          </p:grpSpPr>
          <p:sp>
            <p:nvSpPr>
              <p:cNvPr id="21558" name="AutoShape 54"/>
              <p:cNvSpPr/>
              <p:nvPr/>
            </p:nvSpPr>
            <p:spPr bwMode="auto">
              <a:xfrm>
                <a:off x="0" y="0"/>
                <a:ext cx="376" cy="144"/>
              </a:xfrm>
              <a:prstGeom prst="roundRect">
                <a:avLst>
                  <a:gd name="adj" fmla="val 50000"/>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25624" name="AutoShape 55"/>
              <p:cNvSpPr/>
              <p:nvPr/>
            </p:nvSpPr>
            <p:spPr bwMode="auto">
              <a:xfrm>
                <a:off x="0" y="0"/>
                <a:ext cx="376" cy="125"/>
              </a:xfrm>
              <a:prstGeom prst="roundRect">
                <a:avLst>
                  <a:gd name="adj" fmla="val 50000"/>
                </a:avLst>
              </a:prstGeom>
              <a:solidFill>
                <a:srgbClr val="FFFF33"/>
              </a:solidFill>
              <a:ln w="25400">
                <a:solidFill>
                  <a:schemeClr val="tx1">
                    <a:alpha val="0"/>
                  </a:schemeClr>
                </a:solidFill>
                <a:miter lim="800000"/>
              </a:ln>
            </p:spPr>
            <p:txBody>
              <a:bodyPr lIns="0" tIns="0" rIns="0" bIns="0"/>
              <a:lstStyle/>
              <a:p>
                <a:endParaRPr lang="en-US"/>
              </a:p>
            </p:txBody>
          </p:sp>
        </p:grpSp>
        <p:grpSp>
          <p:nvGrpSpPr>
            <p:cNvPr id="25619" name="Group 59"/>
            <p:cNvGrpSpPr/>
            <p:nvPr/>
          </p:nvGrpSpPr>
          <p:grpSpPr bwMode="auto">
            <a:xfrm>
              <a:off x="20434300" y="10591800"/>
              <a:ext cx="596900" cy="228600"/>
              <a:chOff x="0" y="0"/>
              <a:chExt cx="376" cy="144"/>
            </a:xfrm>
          </p:grpSpPr>
          <p:sp>
            <p:nvSpPr>
              <p:cNvPr id="21561" name="AutoShape 57"/>
              <p:cNvSpPr/>
              <p:nvPr/>
            </p:nvSpPr>
            <p:spPr bwMode="auto">
              <a:xfrm>
                <a:off x="0" y="0"/>
                <a:ext cx="376" cy="144"/>
              </a:xfrm>
              <a:prstGeom prst="roundRect">
                <a:avLst>
                  <a:gd name="adj" fmla="val 50000"/>
                </a:avLst>
              </a:prstGeom>
              <a:solidFill>
                <a:srgbClr val="FCBD00"/>
              </a:solidFill>
              <a:ln w="25400" cap="flat">
                <a:solidFill>
                  <a:schemeClr val="tx1">
                    <a:alpha val="0"/>
                  </a:schemeClr>
                </a:solidFill>
                <a:prstDash val="solid"/>
                <a:miter lim="800000"/>
                <a:headEnd type="none" w="med" len="med"/>
                <a:tailEnd type="none" w="med" len="med"/>
              </a:ln>
              <a:effectLst>
                <a:outerShdw blurRad="12700" dist="63499" dir="5400000" algn="ctr" rotWithShape="0">
                  <a:schemeClr val="bg2">
                    <a:alpha val="50000"/>
                  </a:schemeClr>
                </a:outerShdw>
              </a:effectLst>
            </p:spPr>
            <p:txBody>
              <a:bodyPr lIns="0" tIns="0" rIns="0" bIns="0"/>
              <a:lstStyle/>
              <a:p>
                <a:pPr>
                  <a:defRPr/>
                </a:pPr>
                <a:endParaRPr lang="en-US"/>
              </a:p>
            </p:txBody>
          </p:sp>
          <p:sp>
            <p:nvSpPr>
              <p:cNvPr id="25622" name="AutoShape 58"/>
              <p:cNvSpPr/>
              <p:nvPr/>
            </p:nvSpPr>
            <p:spPr bwMode="auto">
              <a:xfrm>
                <a:off x="0" y="0"/>
                <a:ext cx="376" cy="125"/>
              </a:xfrm>
              <a:prstGeom prst="roundRect">
                <a:avLst>
                  <a:gd name="adj" fmla="val 50000"/>
                </a:avLst>
              </a:prstGeom>
              <a:solidFill>
                <a:srgbClr val="FFFF33"/>
              </a:solidFill>
              <a:ln w="25400">
                <a:solidFill>
                  <a:schemeClr val="tx1">
                    <a:alpha val="0"/>
                  </a:schemeClr>
                </a:solidFill>
                <a:miter lim="800000"/>
              </a:ln>
            </p:spPr>
            <p:txBody>
              <a:bodyPr lIns="0" tIns="0" rIns="0" bIns="0"/>
              <a:lstStyle/>
              <a:p>
                <a:endParaRPr lang="en-US"/>
              </a:p>
            </p:txBody>
          </p:sp>
        </p:grpSp>
        <p:sp>
          <p:nvSpPr>
            <p:cNvPr id="25620" name="AutoShape 67"/>
            <p:cNvSpPr/>
            <p:nvPr/>
          </p:nvSpPr>
          <p:spPr bwMode="auto">
            <a:xfrm>
              <a:off x="19342100" y="11620500"/>
              <a:ext cx="279400" cy="279400"/>
            </a:xfrm>
            <a:prstGeom prst="roundRect">
              <a:avLst>
                <a:gd name="adj" fmla="val 25069"/>
              </a:avLst>
            </a:prstGeom>
            <a:noFill/>
            <a:ln w="25400">
              <a:solidFill>
                <a:srgbClr val="B3B3B3"/>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4577"/>
                                        </p:tgtEl>
                                        <p:attrNameLst>
                                          <p:attrName>style.visibility</p:attrName>
                                        </p:attrNameLst>
                                      </p:cBhvr>
                                      <p:to>
                                        <p:strVal val="visible"/>
                                      </p:to>
                                    </p:set>
                                    <p:animEffect transition="in" filter="fade">
                                      <p:cBhvr>
                                        <p:cTn id="7" dur="1000"/>
                                        <p:tgtEl>
                                          <p:spTgt spid="24577"/>
                                        </p:tgtEl>
                                      </p:cBhvr>
                                    </p:animEffect>
                                    <p:anim calcmode="lin" valueType="num">
                                      <p:cBhvr>
                                        <p:cTn id="8" dur="1000" fill="hold"/>
                                        <p:tgtEl>
                                          <p:spTgt spid="24577"/>
                                        </p:tgtEl>
                                        <p:attrNameLst>
                                          <p:attrName>ppt_x</p:attrName>
                                        </p:attrNameLst>
                                      </p:cBhvr>
                                      <p:tavLst>
                                        <p:tav tm="0">
                                          <p:val>
                                            <p:strVal val="#ppt_x"/>
                                          </p:val>
                                        </p:tav>
                                        <p:tav tm="100000">
                                          <p:val>
                                            <p:strVal val="#ppt_x"/>
                                          </p:val>
                                        </p:tav>
                                      </p:tavLst>
                                    </p:anim>
                                    <p:anim calcmode="lin" valueType="num">
                                      <p:cBhvr>
                                        <p:cTn id="9" dur="900" decel="100000" fill="hold"/>
                                        <p:tgtEl>
                                          <p:spTgt spid="2457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4577"/>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500"/>
                                  </p:stCondLst>
                                  <p:childTnLst>
                                    <p:set>
                                      <p:cBhvr>
                                        <p:cTn id="12" dur="1" fill="hold">
                                          <p:stCondLst>
                                            <p:cond delay="0"/>
                                          </p:stCondLst>
                                        </p:cTn>
                                        <p:tgtEl>
                                          <p:spTgt spid="24580"/>
                                        </p:tgtEl>
                                        <p:attrNameLst>
                                          <p:attrName>style.visibility</p:attrName>
                                        </p:attrNameLst>
                                      </p:cBhvr>
                                      <p:to>
                                        <p:strVal val="visible"/>
                                      </p:to>
                                    </p:set>
                                    <p:animEffect transition="in" filter="fade">
                                      <p:cBhvr>
                                        <p:cTn id="13" dur="1000"/>
                                        <p:tgtEl>
                                          <p:spTgt spid="24580"/>
                                        </p:tgtEl>
                                      </p:cBhvr>
                                    </p:animEffect>
                                    <p:anim calcmode="lin" valueType="num">
                                      <p:cBhvr>
                                        <p:cTn id="14" dur="1000" fill="hold"/>
                                        <p:tgtEl>
                                          <p:spTgt spid="24580"/>
                                        </p:tgtEl>
                                        <p:attrNameLst>
                                          <p:attrName>ppt_x</p:attrName>
                                        </p:attrNameLst>
                                      </p:cBhvr>
                                      <p:tavLst>
                                        <p:tav tm="0">
                                          <p:val>
                                            <p:strVal val="#ppt_x"/>
                                          </p:val>
                                        </p:tav>
                                        <p:tav tm="100000">
                                          <p:val>
                                            <p:strVal val="#ppt_x"/>
                                          </p:val>
                                        </p:tav>
                                      </p:tavLst>
                                    </p:anim>
                                    <p:anim calcmode="lin" valueType="num">
                                      <p:cBhvr>
                                        <p:cTn id="15" dur="900" decel="100000" fill="hold"/>
                                        <p:tgtEl>
                                          <p:spTgt spid="24580"/>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4580"/>
                                        </p:tgtEl>
                                        <p:attrNameLst>
                                          <p:attrName>ppt_y</p:attrName>
                                        </p:attrNameLst>
                                      </p:cBhvr>
                                      <p:tavLst>
                                        <p:tav tm="0">
                                          <p:val>
                                            <p:strVal val="#ppt_y-.03"/>
                                          </p:val>
                                        </p:tav>
                                        <p:tav tm="100000">
                                          <p:val>
                                            <p:strVal val="#ppt_y"/>
                                          </p:val>
                                        </p:tav>
                                      </p:tavLst>
                                    </p:anim>
                                  </p:childTnLst>
                                </p:cTn>
                              </p:par>
                              <p:par>
                                <p:cTn id="17" presetID="2" presetClass="entr" presetSubtype="8" fill="hold" nodeType="withEffect">
                                  <p:stCondLst>
                                    <p:cond delay="600"/>
                                  </p:stCondLst>
                                  <p:childTnLst>
                                    <p:set>
                                      <p:cBhvr>
                                        <p:cTn id="18" dur="1" fill="hold">
                                          <p:stCondLst>
                                            <p:cond delay="0"/>
                                          </p:stCondLst>
                                        </p:cTn>
                                        <p:tgtEl>
                                          <p:spTgt spid="24579"/>
                                        </p:tgtEl>
                                        <p:attrNameLst>
                                          <p:attrName>style.visibility</p:attrName>
                                        </p:attrNameLst>
                                      </p:cBhvr>
                                      <p:to>
                                        <p:strVal val="visible"/>
                                      </p:to>
                                    </p:set>
                                    <p:anim calcmode="lin" valueType="num">
                                      <p:cBhvr additive="base">
                                        <p:cTn id="19" dur="500" fill="hold"/>
                                        <p:tgtEl>
                                          <p:spTgt spid="24579"/>
                                        </p:tgtEl>
                                        <p:attrNameLst>
                                          <p:attrName>ppt_x</p:attrName>
                                        </p:attrNameLst>
                                      </p:cBhvr>
                                      <p:tavLst>
                                        <p:tav tm="0">
                                          <p:val>
                                            <p:strVal val="0-#ppt_w/2"/>
                                          </p:val>
                                        </p:tav>
                                        <p:tav tm="100000">
                                          <p:val>
                                            <p:strVal val="#ppt_x"/>
                                          </p:val>
                                        </p:tav>
                                      </p:tavLst>
                                    </p:anim>
                                    <p:anim calcmode="lin" valueType="num">
                                      <p:cBhvr additive="base">
                                        <p:cTn id="20"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863600" y="3340099"/>
            <a:ext cx="9415463" cy="2209800"/>
            <a:chOff x="863600" y="3340099"/>
            <a:chExt cx="9415463" cy="2209800"/>
          </a:xfrm>
        </p:grpSpPr>
        <p:sp>
          <p:nvSpPr>
            <p:cNvPr id="26668" name="AutoShape 1"/>
            <p:cNvSpPr/>
            <p:nvPr/>
          </p:nvSpPr>
          <p:spPr bwMode="auto">
            <a:xfrm>
              <a:off x="6430963" y="4083050"/>
              <a:ext cx="3848100" cy="13462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6995" y="21600"/>
                  </a:lnTo>
                  <a:lnTo>
                    <a:pt x="13385" y="21600"/>
                  </a:lnTo>
                  <a:lnTo>
                    <a:pt x="13385" y="0"/>
                  </a:lnTo>
                  <a:lnTo>
                    <a:pt x="0" y="0"/>
                  </a:lnTo>
                </a:path>
              </a:pathLst>
            </a:custGeom>
            <a:noFill/>
            <a:ln w="25400" cap="flat" cmpd="sng">
              <a:solidFill>
                <a:srgbClr val="30D4B4"/>
              </a:solidFill>
              <a:prstDash val="dash"/>
              <a:miter lim="0"/>
            </a:ln>
            <a:effectLst/>
          </p:spPr>
          <p:txBody>
            <a:bodyPr lIns="0" tIns="0" rIns="0" bIns="0" anchor="ctr"/>
            <a:lstStyle/>
            <a:p>
              <a:endParaRPr lang="en-US"/>
            </a:p>
          </p:txBody>
        </p:sp>
        <p:grpSp>
          <p:nvGrpSpPr>
            <p:cNvPr id="26669" name="Group 73"/>
            <p:cNvGrpSpPr/>
            <p:nvPr/>
          </p:nvGrpSpPr>
          <p:grpSpPr bwMode="auto">
            <a:xfrm>
              <a:off x="863600" y="3340099"/>
              <a:ext cx="5954713" cy="2209800"/>
              <a:chOff x="863600" y="3340245"/>
              <a:chExt cx="5954713" cy="2209655"/>
            </a:xfrm>
          </p:grpSpPr>
          <p:sp>
            <p:nvSpPr>
              <p:cNvPr id="44" name="AutoShape 16"/>
              <p:cNvSpPr/>
              <p:nvPr/>
            </p:nvSpPr>
            <p:spPr bwMode="auto">
              <a:xfrm>
                <a:off x="5472113" y="3397391"/>
                <a:ext cx="1346200" cy="1346112"/>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noFill/>
                <a:prstDash val="solid"/>
                <a:miter lim="0"/>
              </a:ln>
              <a:effectLst/>
            </p:spPr>
            <p:txBody>
              <a:bodyPr lIns="0" tIns="0" rIns="0" bIns="0" anchor="ctr"/>
              <a:lstStyle/>
              <a:p>
                <a:pPr defTabSz="584200">
                  <a:defRPr/>
                </a:pPr>
                <a:endParaRPr lang="id-ID" sz="4000">
                  <a:solidFill>
                    <a:srgbClr val="229272"/>
                  </a:solidFill>
                  <a:effectLst>
                    <a:outerShdw blurRad="38100" dist="38100" dir="2700000" algn="tl">
                      <a:srgbClr val="000000"/>
                    </a:outerShdw>
                  </a:effectLst>
                </a:endParaRPr>
              </a:p>
            </p:txBody>
          </p:sp>
          <p:sp>
            <p:nvSpPr>
              <p:cNvPr id="50" name="AutoShape 24"/>
              <p:cNvSpPr/>
              <p:nvPr/>
            </p:nvSpPr>
            <p:spPr bwMode="auto">
              <a:xfrm>
                <a:off x="863600" y="3340245"/>
                <a:ext cx="4305300" cy="22096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50800" tIns="50800" rIns="50800" bIns="50800" anchor="ctr"/>
              <a:lstStyle/>
              <a:p>
                <a:pPr algn="r">
                  <a:defRPr/>
                </a:pPr>
                <a:r>
                  <a:rPr lang="id-ID" sz="3600" b="1" dirty="0">
                    <a:solidFill>
                      <a:schemeClr val="accent3"/>
                    </a:solidFill>
                    <a:latin typeface="微软雅黑" panose="020B0503020204020204" charset="-122"/>
                    <a:ea typeface="Lato" charset="0"/>
                    <a:cs typeface="Open Sans"/>
                    <a:sym typeface="Lato" charset="0"/>
                  </a:rPr>
                  <a:t>874 MILLION PEOPLE </a:t>
                </a:r>
                <a:endParaRPr lang="id-ID" sz="3600" b="1" dirty="0">
                  <a:solidFill>
                    <a:schemeClr val="accent3"/>
                  </a:solidFill>
                  <a:latin typeface="微软雅黑" panose="020B0503020204020204" charset="-122"/>
                  <a:ea typeface="Lato" charset="0"/>
                  <a:cs typeface="Open Sans"/>
                  <a:sym typeface="Lato" charset="0"/>
                </a:endParaRPr>
              </a:p>
              <a:p>
                <a:pPr algn="r">
                  <a:defRPr/>
                </a:pPr>
                <a:r>
                  <a:rPr lang="id-ID" sz="2400" dirty="0">
                    <a:solidFill>
                      <a:schemeClr val="accent3"/>
                    </a:solidFill>
                    <a:latin typeface="微软雅黑" panose="020B0503020204020204" charset="-122"/>
                    <a:ea typeface="Lato" charset="0"/>
                    <a:cs typeface="Open Sans"/>
                    <a:sym typeface="Lato" charset="0"/>
                  </a:rPr>
                  <a:t>used facebook's mobile app</a:t>
                </a:r>
                <a:endParaRPr lang="id-ID" sz="2400" dirty="0">
                  <a:solidFill>
                    <a:schemeClr val="accent3"/>
                  </a:solidFill>
                  <a:latin typeface="微软雅黑" panose="020B0503020204020204" charset="-122"/>
                  <a:cs typeface="Open Sans"/>
                </a:endParaRPr>
              </a:p>
            </p:txBody>
          </p:sp>
        </p:grpSp>
      </p:grpSp>
      <p:grpSp>
        <p:nvGrpSpPr>
          <p:cNvPr id="3" name="Group 2"/>
          <p:cNvGrpSpPr/>
          <p:nvPr/>
        </p:nvGrpSpPr>
        <p:grpSpPr bwMode="auto">
          <a:xfrm>
            <a:off x="863600" y="6697663"/>
            <a:ext cx="9423400" cy="1347787"/>
            <a:chOff x="863600" y="6697663"/>
            <a:chExt cx="9423400" cy="1347787"/>
          </a:xfrm>
        </p:grpSpPr>
        <p:sp>
          <p:nvSpPr>
            <p:cNvPr id="26663" name="Line 3"/>
            <p:cNvSpPr>
              <a:spLocks noChangeShapeType="1"/>
            </p:cNvSpPr>
            <p:nvPr/>
          </p:nvSpPr>
          <p:spPr bwMode="auto">
            <a:xfrm flipH="1">
              <a:off x="6419850" y="7358063"/>
              <a:ext cx="3867150" cy="0"/>
            </a:xfrm>
            <a:prstGeom prst="line">
              <a:avLst/>
            </a:prstGeom>
            <a:noFill/>
            <a:ln w="25400">
              <a:solidFill>
                <a:srgbClr val="30D4B4"/>
              </a:solidFill>
              <a:prstDash val="dash"/>
              <a:round/>
            </a:ln>
            <a:effectLst/>
          </p:spPr>
          <p:txBody>
            <a:bodyPr lIns="0" tIns="0" rIns="0" bIns="0" anchor="ctr"/>
            <a:lstStyle/>
            <a:p>
              <a:endParaRPr lang="en-US"/>
            </a:p>
          </p:txBody>
        </p:sp>
        <p:grpSp>
          <p:nvGrpSpPr>
            <p:cNvPr id="26664" name="Group 74"/>
            <p:cNvGrpSpPr/>
            <p:nvPr/>
          </p:nvGrpSpPr>
          <p:grpSpPr bwMode="auto">
            <a:xfrm>
              <a:off x="863600" y="6697663"/>
              <a:ext cx="5954713" cy="1347787"/>
              <a:chOff x="863600" y="6697663"/>
              <a:chExt cx="5954713" cy="1347787"/>
            </a:xfrm>
          </p:grpSpPr>
          <p:sp>
            <p:nvSpPr>
              <p:cNvPr id="46" name="AutoShape 19"/>
              <p:cNvSpPr/>
              <p:nvPr/>
            </p:nvSpPr>
            <p:spPr bwMode="auto">
              <a:xfrm>
                <a:off x="5472113" y="6697663"/>
                <a:ext cx="1346200" cy="1347787"/>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noFill/>
                <a:prstDash val="solid"/>
                <a:miter lim="0"/>
              </a:ln>
              <a:effectLst/>
            </p:spPr>
            <p:txBody>
              <a:bodyPr lIns="0" tIns="0" rIns="0" bIns="0" anchor="ctr"/>
              <a:lstStyle/>
              <a:p>
                <a:pPr defTabSz="584200">
                  <a:defRPr/>
                </a:pPr>
                <a:endParaRPr lang="id-ID" sz="4000">
                  <a:solidFill>
                    <a:srgbClr val="229272"/>
                  </a:solidFill>
                  <a:effectLst>
                    <a:outerShdw blurRad="38100" dist="38100" dir="2700000" algn="tl">
                      <a:srgbClr val="000000"/>
                    </a:outerShdw>
                  </a:effectLst>
                </a:endParaRPr>
              </a:p>
            </p:txBody>
          </p:sp>
          <p:sp>
            <p:nvSpPr>
              <p:cNvPr id="47" name="AutoShape 20"/>
              <p:cNvSpPr/>
              <p:nvPr/>
            </p:nvSpPr>
            <p:spPr bwMode="auto">
              <a:xfrm rot="16199998">
                <a:off x="5834856" y="7079457"/>
                <a:ext cx="636587" cy="508000"/>
              </a:xfrm>
              <a:prstGeom prst="rightArrow">
                <a:avLst>
                  <a:gd name="adj1" fmla="val 26565"/>
                  <a:gd name="adj2" fmla="val 71279"/>
                </a:avLst>
              </a:prstGeom>
              <a:solidFill>
                <a:srgbClr val="229272"/>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229272"/>
                  </a:solidFill>
                  <a:effectLst>
                    <a:outerShdw blurRad="38100" dist="38100" dir="2700000" algn="tl">
                      <a:srgbClr val="C0C0C0"/>
                    </a:outerShdw>
                  </a:effectLst>
                </a:endParaRPr>
              </a:p>
            </p:txBody>
          </p:sp>
          <p:sp>
            <p:nvSpPr>
              <p:cNvPr id="51" name="AutoShape 25"/>
              <p:cNvSpPr/>
              <p:nvPr/>
            </p:nvSpPr>
            <p:spPr bwMode="auto">
              <a:xfrm>
                <a:off x="863600" y="6743700"/>
                <a:ext cx="4305300" cy="1155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50800" tIns="50800" rIns="50800" bIns="50800" anchor="ctr"/>
              <a:lstStyle/>
              <a:p>
                <a:pPr algn="r">
                  <a:defRPr/>
                </a:pPr>
                <a:r>
                  <a:rPr lang="id-ID" sz="3600" b="1" dirty="0">
                    <a:solidFill>
                      <a:schemeClr val="accent3"/>
                    </a:solidFill>
                    <a:latin typeface="微软雅黑" panose="020B0503020204020204" charset="-122"/>
                    <a:ea typeface="Lato" charset="0"/>
                    <a:cs typeface="Open Sans"/>
                    <a:sym typeface="Lato" charset="0"/>
                  </a:rPr>
                  <a:t>45% up</a:t>
                </a:r>
                <a:endParaRPr lang="id-ID" sz="3600" b="1" dirty="0">
                  <a:solidFill>
                    <a:schemeClr val="accent3"/>
                  </a:solidFill>
                  <a:latin typeface="微软雅黑" panose="020B0503020204020204" charset="-122"/>
                  <a:ea typeface="Lato" charset="0"/>
                  <a:cs typeface="Open Sans"/>
                  <a:sym typeface="Lato" charset="0"/>
                </a:endParaRPr>
              </a:p>
              <a:p>
                <a:pPr algn="r">
                  <a:defRPr/>
                </a:pPr>
                <a:r>
                  <a:rPr lang="id-ID" sz="2400" dirty="0">
                    <a:solidFill>
                      <a:schemeClr val="accent3"/>
                    </a:solidFill>
                    <a:latin typeface="微软雅黑" panose="020B0503020204020204" charset="-122"/>
                    <a:ea typeface="Lato" charset="0"/>
                    <a:cs typeface="Open Sans"/>
                    <a:sym typeface="Lato" charset="0"/>
                  </a:rPr>
                  <a:t>by the year before</a:t>
                </a:r>
                <a:endParaRPr lang="id-ID" sz="2400" dirty="0">
                  <a:solidFill>
                    <a:schemeClr val="accent3"/>
                  </a:solidFill>
                  <a:latin typeface="微软雅黑" panose="020B0503020204020204" charset="-122"/>
                  <a:cs typeface="Open Sans"/>
                </a:endParaRPr>
              </a:p>
            </p:txBody>
          </p:sp>
        </p:grpSp>
      </p:grpSp>
      <p:grpSp>
        <p:nvGrpSpPr>
          <p:cNvPr id="4" name="Group 3"/>
          <p:cNvGrpSpPr/>
          <p:nvPr/>
        </p:nvGrpSpPr>
        <p:grpSpPr bwMode="auto">
          <a:xfrm>
            <a:off x="863600" y="9074150"/>
            <a:ext cx="9424988" cy="2171700"/>
            <a:chOff x="863600" y="9074150"/>
            <a:chExt cx="9424988" cy="2171700"/>
          </a:xfrm>
        </p:grpSpPr>
        <p:sp>
          <p:nvSpPr>
            <p:cNvPr id="26658" name="AutoShape 2"/>
            <p:cNvSpPr/>
            <p:nvPr/>
          </p:nvSpPr>
          <p:spPr bwMode="auto">
            <a:xfrm rot="10800000" flipH="1">
              <a:off x="6440488" y="9074150"/>
              <a:ext cx="3848100" cy="13462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6995" y="21600"/>
                  </a:lnTo>
                  <a:lnTo>
                    <a:pt x="13385" y="21600"/>
                  </a:lnTo>
                  <a:lnTo>
                    <a:pt x="13385" y="0"/>
                  </a:lnTo>
                  <a:lnTo>
                    <a:pt x="0" y="0"/>
                  </a:lnTo>
                </a:path>
              </a:pathLst>
            </a:custGeom>
            <a:noFill/>
            <a:ln w="25400" cap="flat" cmpd="sng">
              <a:solidFill>
                <a:srgbClr val="30D4B4"/>
              </a:solidFill>
              <a:prstDash val="dash"/>
              <a:miter lim="0"/>
            </a:ln>
            <a:effectLst/>
          </p:spPr>
          <p:txBody>
            <a:bodyPr lIns="0" tIns="0" rIns="0" bIns="0" anchor="ctr"/>
            <a:lstStyle/>
            <a:p>
              <a:endParaRPr lang="en-US"/>
            </a:p>
          </p:txBody>
        </p:sp>
        <p:grpSp>
          <p:nvGrpSpPr>
            <p:cNvPr id="26659" name="Group 75"/>
            <p:cNvGrpSpPr/>
            <p:nvPr/>
          </p:nvGrpSpPr>
          <p:grpSpPr bwMode="auto">
            <a:xfrm>
              <a:off x="863600" y="9594850"/>
              <a:ext cx="5954713" cy="1651000"/>
              <a:chOff x="863600" y="9594850"/>
              <a:chExt cx="5954713" cy="1651000"/>
            </a:xfrm>
          </p:grpSpPr>
          <p:sp>
            <p:nvSpPr>
              <p:cNvPr id="48" name="AutoShape 22"/>
              <p:cNvSpPr/>
              <p:nvPr/>
            </p:nvSpPr>
            <p:spPr bwMode="auto">
              <a:xfrm>
                <a:off x="5472113" y="9758363"/>
                <a:ext cx="1346200" cy="1347787"/>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noFill/>
                <a:prstDash val="solid"/>
                <a:miter lim="0"/>
              </a:ln>
              <a:effectLst/>
            </p:spPr>
            <p:txBody>
              <a:bodyPr lIns="0" tIns="0" rIns="0" bIns="0" anchor="ctr"/>
              <a:lstStyle/>
              <a:p>
                <a:pPr defTabSz="584200">
                  <a:defRPr/>
                </a:pPr>
                <a:endParaRPr lang="id-ID" sz="4000">
                  <a:solidFill>
                    <a:srgbClr val="229272"/>
                  </a:solidFill>
                  <a:effectLst>
                    <a:outerShdw blurRad="38100" dist="38100" dir="2700000" algn="tl">
                      <a:srgbClr val="000000"/>
                    </a:outerShdw>
                  </a:effectLst>
                </a:endParaRPr>
              </a:p>
            </p:txBody>
          </p:sp>
          <p:sp>
            <p:nvSpPr>
              <p:cNvPr id="26661" name="AutoShape 23"/>
              <p:cNvSpPr/>
              <p:nvPr/>
            </p:nvSpPr>
            <p:spPr bwMode="auto">
              <a:xfrm>
                <a:off x="5782374" y="9807960"/>
                <a:ext cx="725678" cy="115705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p:spPr>
            <p:txBody>
              <a:bodyPr lIns="50800" tIns="50800" rIns="50800" bIns="50800" anchor="ctr"/>
              <a:lstStyle/>
              <a:p>
                <a:r>
                  <a:rPr lang="id-ID" sz="8300">
                    <a:solidFill>
                      <a:srgbClr val="229272"/>
                    </a:solidFill>
                    <a:latin typeface="Modern Pictograms" charset="0"/>
                    <a:cs typeface="Modern Pictograms" charset="0"/>
                    <a:sym typeface="Modern Pictograms" charset="0"/>
                  </a:rPr>
                  <a:t>O</a:t>
                </a:r>
                <a:endParaRPr lang="id-ID">
                  <a:solidFill>
                    <a:srgbClr val="229272"/>
                  </a:solidFill>
                </a:endParaRPr>
              </a:p>
            </p:txBody>
          </p:sp>
          <p:sp>
            <p:nvSpPr>
              <p:cNvPr id="52" name="AutoShape 26"/>
              <p:cNvSpPr/>
              <p:nvPr/>
            </p:nvSpPr>
            <p:spPr bwMode="auto">
              <a:xfrm>
                <a:off x="863600" y="9594850"/>
                <a:ext cx="4305300" cy="1651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p:spPr>
            <p:txBody>
              <a:bodyPr lIns="50800" tIns="50800" rIns="50800" bIns="50800" anchor="ctr"/>
              <a:lstStyle/>
              <a:p>
                <a:pPr algn="r">
                  <a:defRPr/>
                </a:pPr>
                <a:r>
                  <a:rPr lang="id-ID" sz="3600" b="1" dirty="0">
                    <a:solidFill>
                      <a:schemeClr val="accent3"/>
                    </a:solidFill>
                    <a:latin typeface="微软雅黑" panose="020B0503020204020204" charset="-122"/>
                    <a:ea typeface="Lato" charset="0"/>
                    <a:cs typeface="Open Sans"/>
                    <a:sym typeface="Lato" charset="0"/>
                  </a:rPr>
                  <a:t>Smartphone use</a:t>
                </a:r>
                <a:endParaRPr lang="id-ID" sz="3600" b="1" dirty="0">
                  <a:solidFill>
                    <a:schemeClr val="accent3"/>
                  </a:solidFill>
                  <a:latin typeface="微软雅黑" panose="020B0503020204020204" charset="-122"/>
                  <a:ea typeface="Lato" charset="0"/>
                  <a:cs typeface="Open Sans"/>
                  <a:sym typeface="Lato" charset="0"/>
                </a:endParaRPr>
              </a:p>
              <a:p>
                <a:pPr algn="r">
                  <a:defRPr/>
                </a:pPr>
                <a:r>
                  <a:rPr lang="id-ID" sz="2400" dirty="0">
                    <a:solidFill>
                      <a:schemeClr val="accent3"/>
                    </a:solidFill>
                    <a:latin typeface="微软雅黑" panose="020B0503020204020204" charset="-122"/>
                    <a:ea typeface="Lato" charset="0"/>
                    <a:cs typeface="Open Sans"/>
                    <a:sym typeface="Lato" charset="0"/>
                  </a:rPr>
                  <a:t>has reached critical mass in the U.S</a:t>
                </a:r>
                <a:endParaRPr lang="id-ID" sz="2400" dirty="0">
                  <a:solidFill>
                    <a:schemeClr val="accent3"/>
                  </a:solidFill>
                  <a:latin typeface="微软雅黑" panose="020B0503020204020204" charset="-122"/>
                  <a:cs typeface="Open Sans"/>
                </a:endParaRPr>
              </a:p>
            </p:txBody>
          </p:sp>
        </p:grpSp>
      </p:grpSp>
      <p:grpSp>
        <p:nvGrpSpPr>
          <p:cNvPr id="7" name="Group 6"/>
          <p:cNvGrpSpPr/>
          <p:nvPr/>
        </p:nvGrpSpPr>
        <p:grpSpPr bwMode="auto">
          <a:xfrm>
            <a:off x="13649325" y="3236913"/>
            <a:ext cx="9261475" cy="2376487"/>
            <a:chOff x="13649325" y="3236913"/>
            <a:chExt cx="9261475" cy="2376487"/>
          </a:xfrm>
        </p:grpSpPr>
        <p:sp>
          <p:nvSpPr>
            <p:cNvPr id="26653" name="AutoShape 4"/>
            <p:cNvSpPr/>
            <p:nvPr/>
          </p:nvSpPr>
          <p:spPr bwMode="auto">
            <a:xfrm flipH="1">
              <a:off x="13649325" y="4083050"/>
              <a:ext cx="3848100" cy="134461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6995" y="21600"/>
                  </a:lnTo>
                  <a:lnTo>
                    <a:pt x="13385" y="21600"/>
                  </a:lnTo>
                  <a:lnTo>
                    <a:pt x="13385" y="0"/>
                  </a:lnTo>
                  <a:lnTo>
                    <a:pt x="0" y="0"/>
                  </a:lnTo>
                </a:path>
              </a:pathLst>
            </a:custGeom>
            <a:noFill/>
            <a:ln w="25400" cap="flat" cmpd="sng">
              <a:solidFill>
                <a:srgbClr val="30D4B4"/>
              </a:solidFill>
              <a:prstDash val="dash"/>
              <a:miter lim="0"/>
            </a:ln>
            <a:effectLst/>
          </p:spPr>
          <p:txBody>
            <a:bodyPr lIns="0" tIns="0" rIns="0" bIns="0" anchor="ctr"/>
            <a:lstStyle/>
            <a:p>
              <a:endParaRPr lang="en-US"/>
            </a:p>
          </p:txBody>
        </p:sp>
        <p:grpSp>
          <p:nvGrpSpPr>
            <p:cNvPr id="26654" name="Group 76"/>
            <p:cNvGrpSpPr/>
            <p:nvPr/>
          </p:nvGrpSpPr>
          <p:grpSpPr bwMode="auto">
            <a:xfrm>
              <a:off x="16978313" y="3236913"/>
              <a:ext cx="5932487" cy="2376487"/>
              <a:chOff x="16978313" y="3237065"/>
              <a:chExt cx="5932487" cy="2376335"/>
            </a:xfrm>
          </p:grpSpPr>
          <p:sp>
            <p:nvSpPr>
              <p:cNvPr id="53" name="AutoShape 27"/>
              <p:cNvSpPr/>
              <p:nvPr/>
            </p:nvSpPr>
            <p:spPr bwMode="auto">
              <a:xfrm>
                <a:off x="18554700" y="3467237"/>
                <a:ext cx="4356100" cy="2146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50800" tIns="50800" rIns="50800" bIns="50800" anchor="ctr"/>
              <a:lstStyle/>
              <a:p>
                <a:pPr algn="l">
                  <a:defRPr/>
                </a:pPr>
                <a:r>
                  <a:rPr lang="id-ID" sz="3600" b="1" dirty="0">
                    <a:solidFill>
                      <a:schemeClr val="accent3"/>
                    </a:solidFill>
                    <a:latin typeface="微软雅黑" panose="020B0503020204020204" charset="-122"/>
                    <a:ea typeface="Lato" charset="0"/>
                    <a:cs typeface="Open Sans"/>
                    <a:sym typeface="Lato" charset="0"/>
                  </a:rPr>
                  <a:t>3M CONNECT</a:t>
                </a:r>
                <a:endParaRPr lang="id-ID" sz="3600" b="1" dirty="0">
                  <a:solidFill>
                    <a:schemeClr val="accent3"/>
                  </a:solidFill>
                  <a:latin typeface="微软雅黑" panose="020B0503020204020204" charset="-122"/>
                  <a:ea typeface="Lato" charset="0"/>
                  <a:cs typeface="Open Sans"/>
                  <a:sym typeface="Lato" charset="0"/>
                </a:endParaRPr>
              </a:p>
              <a:p>
                <a:pPr algn="l">
                  <a:defRPr/>
                </a:pPr>
                <a:r>
                  <a:rPr lang="id-ID" sz="2400" dirty="0">
                    <a:solidFill>
                      <a:schemeClr val="accent3"/>
                    </a:solidFill>
                    <a:latin typeface="微软雅黑" panose="020B0503020204020204" charset="-122"/>
                    <a:ea typeface="Lato" charset="0"/>
                    <a:cs typeface="Open Sans"/>
                    <a:sym typeface="Lato" charset="0"/>
                  </a:rPr>
                  <a:t>with smartphone and check their profile several times a day</a:t>
                </a:r>
                <a:endParaRPr lang="id-ID" sz="2400" dirty="0">
                  <a:solidFill>
                    <a:schemeClr val="accent3"/>
                  </a:solidFill>
                  <a:latin typeface="微软雅黑" panose="020B0503020204020204" charset="-122"/>
                  <a:cs typeface="Open Sans"/>
                </a:endParaRPr>
              </a:p>
            </p:txBody>
          </p:sp>
          <p:sp>
            <p:nvSpPr>
              <p:cNvPr id="54" name="AutoShape 29"/>
              <p:cNvSpPr/>
              <p:nvPr/>
            </p:nvSpPr>
            <p:spPr bwMode="auto">
              <a:xfrm>
                <a:off x="16978313" y="3397392"/>
                <a:ext cx="1346200" cy="134611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noFill/>
                <a:prstDash val="solid"/>
                <a:miter lim="0"/>
              </a:ln>
              <a:effectLst/>
            </p:spPr>
            <p:txBody>
              <a:bodyPr lIns="0" tIns="0" rIns="0" bIns="0" anchor="ctr"/>
              <a:lstStyle/>
              <a:p>
                <a:pPr defTabSz="584200">
                  <a:defRPr/>
                </a:pPr>
                <a:endParaRPr lang="id-ID" sz="4000">
                  <a:solidFill>
                    <a:schemeClr val="bg2">
                      <a:lumMod val="50000"/>
                      <a:lumOff val="50000"/>
                    </a:schemeClr>
                  </a:solidFill>
                  <a:effectLst>
                    <a:outerShdw blurRad="38100" dist="38100" dir="2700000" algn="tl">
                      <a:srgbClr val="000000"/>
                    </a:outerShdw>
                  </a:effectLst>
                </a:endParaRPr>
              </a:p>
            </p:txBody>
          </p:sp>
          <p:sp>
            <p:nvSpPr>
              <p:cNvPr id="26657" name="AutoShape 30"/>
              <p:cNvSpPr/>
              <p:nvPr/>
            </p:nvSpPr>
            <p:spPr bwMode="auto">
              <a:xfrm>
                <a:off x="17228504" y="3237065"/>
                <a:ext cx="845820" cy="1320799"/>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r>
                  <a:rPr lang="id-ID" sz="9600">
                    <a:solidFill>
                      <a:srgbClr val="229272"/>
                    </a:solidFill>
                    <a:latin typeface="Entypo" charset="0"/>
                    <a:cs typeface="Entypo" charset="0"/>
                    <a:sym typeface="Entypo" charset="0"/>
                  </a:rPr>
                  <a:t>,</a:t>
                </a:r>
                <a:endParaRPr lang="id-ID">
                  <a:solidFill>
                    <a:srgbClr val="229272"/>
                  </a:solidFill>
                </a:endParaRPr>
              </a:p>
            </p:txBody>
          </p:sp>
        </p:grpSp>
      </p:grpSp>
      <p:grpSp>
        <p:nvGrpSpPr>
          <p:cNvPr id="6" name="Group 5"/>
          <p:cNvGrpSpPr/>
          <p:nvPr/>
        </p:nvGrpSpPr>
        <p:grpSpPr bwMode="auto">
          <a:xfrm>
            <a:off x="13641388" y="6526213"/>
            <a:ext cx="9396412" cy="1506537"/>
            <a:chOff x="13641388" y="6526213"/>
            <a:chExt cx="9396412" cy="1506537"/>
          </a:xfrm>
        </p:grpSpPr>
        <p:sp>
          <p:nvSpPr>
            <p:cNvPr id="26648" name="Line 6"/>
            <p:cNvSpPr>
              <a:spLocks noChangeShapeType="1"/>
            </p:cNvSpPr>
            <p:nvPr/>
          </p:nvSpPr>
          <p:spPr bwMode="auto">
            <a:xfrm>
              <a:off x="13641388" y="7358063"/>
              <a:ext cx="3865562" cy="0"/>
            </a:xfrm>
            <a:prstGeom prst="line">
              <a:avLst/>
            </a:prstGeom>
            <a:noFill/>
            <a:ln w="25400">
              <a:solidFill>
                <a:srgbClr val="30D4B4"/>
              </a:solidFill>
              <a:prstDash val="dash"/>
              <a:round/>
            </a:ln>
            <a:effectLst/>
          </p:spPr>
          <p:txBody>
            <a:bodyPr lIns="0" tIns="0" rIns="0" bIns="0" anchor="ctr"/>
            <a:lstStyle/>
            <a:p>
              <a:endParaRPr lang="en-US"/>
            </a:p>
          </p:txBody>
        </p:sp>
        <p:grpSp>
          <p:nvGrpSpPr>
            <p:cNvPr id="26649" name="Group 77"/>
            <p:cNvGrpSpPr/>
            <p:nvPr/>
          </p:nvGrpSpPr>
          <p:grpSpPr bwMode="auto">
            <a:xfrm>
              <a:off x="17016413" y="6526213"/>
              <a:ext cx="6021387" cy="1506537"/>
              <a:chOff x="17016413" y="6526365"/>
              <a:chExt cx="6021387" cy="1506385"/>
            </a:xfrm>
          </p:grpSpPr>
          <p:sp>
            <p:nvSpPr>
              <p:cNvPr id="56" name="AutoShape 32"/>
              <p:cNvSpPr/>
              <p:nvPr/>
            </p:nvSpPr>
            <p:spPr bwMode="auto">
              <a:xfrm>
                <a:off x="17016413" y="6686686"/>
                <a:ext cx="1346200" cy="134606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noFill/>
                <a:prstDash val="solid"/>
                <a:miter lim="0"/>
              </a:ln>
              <a:effectLst/>
            </p:spPr>
            <p:txBody>
              <a:bodyPr lIns="0" tIns="0" rIns="0" bIns="0" anchor="ctr"/>
              <a:lstStyle/>
              <a:p>
                <a:pPr defTabSz="584200">
                  <a:defRPr/>
                </a:pPr>
                <a:endParaRPr lang="id-ID" sz="4000">
                  <a:solidFill>
                    <a:schemeClr val="bg2">
                      <a:lumMod val="50000"/>
                      <a:lumOff val="50000"/>
                    </a:schemeClr>
                  </a:solidFill>
                  <a:effectLst>
                    <a:outerShdw blurRad="38100" dist="38100" dir="2700000" algn="tl">
                      <a:srgbClr val="000000"/>
                    </a:outerShdw>
                  </a:effectLst>
                </a:endParaRPr>
              </a:p>
            </p:txBody>
          </p:sp>
          <p:sp>
            <p:nvSpPr>
              <p:cNvPr id="26651" name="AutoShape 33"/>
              <p:cNvSpPr/>
              <p:nvPr/>
            </p:nvSpPr>
            <p:spPr bwMode="auto">
              <a:xfrm>
                <a:off x="17266604" y="6526365"/>
                <a:ext cx="845820" cy="1320799"/>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r>
                  <a:rPr lang="id-ID" sz="9600">
                    <a:solidFill>
                      <a:srgbClr val="229272"/>
                    </a:solidFill>
                    <a:latin typeface="Entypo" charset="0"/>
                    <a:cs typeface="Entypo" charset="0"/>
                    <a:sym typeface="Entypo" charset="0"/>
                  </a:rPr>
                  <a:t>p</a:t>
                </a:r>
                <a:endParaRPr lang="id-ID">
                  <a:solidFill>
                    <a:srgbClr val="229272"/>
                  </a:solidFill>
                </a:endParaRPr>
              </a:p>
            </p:txBody>
          </p:sp>
          <p:sp>
            <p:nvSpPr>
              <p:cNvPr id="58" name="AutoShape 34"/>
              <p:cNvSpPr/>
              <p:nvPr/>
            </p:nvSpPr>
            <p:spPr bwMode="auto">
              <a:xfrm>
                <a:off x="18681700" y="6667638"/>
                <a:ext cx="4356100" cy="121907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50800" tIns="50800" rIns="50800" bIns="50800" anchor="ctr"/>
              <a:lstStyle/>
              <a:p>
                <a:pPr algn="l">
                  <a:defRPr/>
                </a:pPr>
                <a:r>
                  <a:rPr lang="id-ID" sz="3600" b="1" dirty="0">
                    <a:solidFill>
                      <a:schemeClr val="accent3"/>
                    </a:solidFill>
                    <a:latin typeface="微软雅黑" panose="020B0503020204020204" charset="-122"/>
                    <a:ea typeface="Lato" charset="0"/>
                    <a:cs typeface="Open Sans"/>
                    <a:sym typeface="Lato" charset="0"/>
                  </a:rPr>
                  <a:t>Photo </a:t>
                </a:r>
                <a:r>
                  <a:rPr lang="id-ID" sz="2400" dirty="0">
                    <a:solidFill>
                      <a:schemeClr val="accent3"/>
                    </a:solidFill>
                    <a:latin typeface="微软雅黑" panose="020B0503020204020204" charset="-122"/>
                    <a:ea typeface="Lato" charset="0"/>
                    <a:cs typeface="Open Sans"/>
                    <a:sym typeface="Lato" charset="0"/>
                  </a:rPr>
                  <a:t>is The Most Engages Post</a:t>
                </a:r>
                <a:endParaRPr lang="id-ID" sz="2400" dirty="0">
                  <a:solidFill>
                    <a:schemeClr val="accent3"/>
                  </a:solidFill>
                  <a:latin typeface="微软雅黑" panose="020B0503020204020204" charset="-122"/>
                  <a:cs typeface="Open Sans"/>
                </a:endParaRPr>
              </a:p>
            </p:txBody>
          </p:sp>
        </p:grpSp>
      </p:grpSp>
      <p:sp>
        <p:nvSpPr>
          <p:cNvPr id="26630" name="Rectangle 7"/>
          <p:cNvSpPr/>
          <p:nvPr/>
        </p:nvSpPr>
        <p:spPr bwMode="auto">
          <a:xfrm>
            <a:off x="1358900" y="919803"/>
            <a:ext cx="6155531" cy="1246495"/>
          </a:xfrm>
          <a:prstGeom prst="rect">
            <a:avLst/>
          </a:prstGeom>
          <a:noFill/>
          <a:ln>
            <a:noFill/>
          </a:ln>
        </p:spPr>
        <p:txBody>
          <a:bodyPr wrap="none" lIns="0" tIns="0" rIns="0" bIns="0" anchor="ctr">
            <a:spAutoFit/>
          </a:bodyPr>
          <a:lstStyle/>
          <a:p>
            <a:pPr algn="l"/>
            <a:r>
              <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APP</a:t>
            </a:r>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用户调查</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5" name="Group 4"/>
          <p:cNvGrpSpPr/>
          <p:nvPr/>
        </p:nvGrpSpPr>
        <p:grpSpPr bwMode="auto">
          <a:xfrm>
            <a:off x="13639800" y="9072563"/>
            <a:ext cx="9436100" cy="1995487"/>
            <a:chOff x="13639800" y="9072563"/>
            <a:chExt cx="9436100" cy="1995487"/>
          </a:xfrm>
        </p:grpSpPr>
        <p:sp>
          <p:nvSpPr>
            <p:cNvPr id="26635" name="AutoShape 5"/>
            <p:cNvSpPr/>
            <p:nvPr/>
          </p:nvSpPr>
          <p:spPr bwMode="auto">
            <a:xfrm rot="10800000">
              <a:off x="13639800" y="9072563"/>
              <a:ext cx="3848100" cy="13462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6995" y="21600"/>
                  </a:lnTo>
                  <a:lnTo>
                    <a:pt x="13385" y="21600"/>
                  </a:lnTo>
                  <a:lnTo>
                    <a:pt x="13385" y="0"/>
                  </a:lnTo>
                  <a:lnTo>
                    <a:pt x="0" y="0"/>
                  </a:lnTo>
                </a:path>
              </a:pathLst>
            </a:custGeom>
            <a:noFill/>
            <a:ln w="25400" cap="flat" cmpd="sng">
              <a:solidFill>
                <a:srgbClr val="30D4B4"/>
              </a:solidFill>
              <a:prstDash val="dash"/>
              <a:miter lim="0"/>
            </a:ln>
            <a:effectLst/>
          </p:spPr>
          <p:txBody>
            <a:bodyPr lIns="0" tIns="0" rIns="0" bIns="0" anchor="ctr"/>
            <a:lstStyle/>
            <a:p>
              <a:endParaRPr lang="en-US"/>
            </a:p>
          </p:txBody>
        </p:sp>
        <p:grpSp>
          <p:nvGrpSpPr>
            <p:cNvPr id="26636" name="Group 79"/>
            <p:cNvGrpSpPr/>
            <p:nvPr/>
          </p:nvGrpSpPr>
          <p:grpSpPr bwMode="auto">
            <a:xfrm>
              <a:off x="17054513" y="9709150"/>
              <a:ext cx="6021387" cy="1358900"/>
              <a:chOff x="17054513" y="9709150"/>
              <a:chExt cx="6021387" cy="1358900"/>
            </a:xfrm>
          </p:grpSpPr>
          <p:sp>
            <p:nvSpPr>
              <p:cNvPr id="81" name="AutoShape 36"/>
              <p:cNvSpPr/>
              <p:nvPr/>
            </p:nvSpPr>
            <p:spPr bwMode="auto">
              <a:xfrm>
                <a:off x="17054513" y="9720263"/>
                <a:ext cx="1346200" cy="1347787"/>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bg1"/>
              </a:solidFill>
              <a:ln w="25400" cap="flat" cmpd="sng">
                <a:noFill/>
                <a:prstDash val="solid"/>
                <a:miter lim="0"/>
              </a:ln>
              <a:effectLst/>
            </p:spPr>
            <p:txBody>
              <a:bodyPr lIns="0" tIns="0" rIns="0" bIns="0" anchor="ctr"/>
              <a:lstStyle/>
              <a:p>
                <a:pPr defTabSz="584200">
                  <a:defRPr/>
                </a:pPr>
                <a:endParaRPr lang="id-ID" sz="4000">
                  <a:solidFill>
                    <a:schemeClr val="bg2">
                      <a:lumMod val="50000"/>
                      <a:lumOff val="50000"/>
                    </a:schemeClr>
                  </a:solidFill>
                  <a:effectLst>
                    <a:outerShdw blurRad="38100" dist="38100" dir="2700000" algn="tl">
                      <a:srgbClr val="000000"/>
                    </a:outerShdw>
                  </a:effectLst>
                </a:endParaRPr>
              </a:p>
            </p:txBody>
          </p:sp>
          <p:sp>
            <p:nvSpPr>
              <p:cNvPr id="26638" name="AutoShape 37"/>
              <p:cNvSpPr/>
              <p:nvPr/>
            </p:nvSpPr>
            <p:spPr bwMode="auto">
              <a:xfrm>
                <a:off x="17364775" y="9744431"/>
                <a:ext cx="725678" cy="115706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p:spPr>
            <p:txBody>
              <a:bodyPr lIns="50800" tIns="50800" rIns="50800" bIns="50800" anchor="ctr"/>
              <a:lstStyle/>
              <a:p>
                <a:r>
                  <a:rPr lang="id-ID" sz="8300">
                    <a:solidFill>
                      <a:srgbClr val="229272"/>
                    </a:solidFill>
                    <a:latin typeface="Modern Pictograms" charset="0"/>
                    <a:cs typeface="Modern Pictograms" charset="0"/>
                    <a:sym typeface="Modern Pictograms" charset="0"/>
                  </a:rPr>
                  <a:t>O</a:t>
                </a:r>
                <a:endParaRPr lang="id-ID">
                  <a:solidFill>
                    <a:srgbClr val="229272"/>
                  </a:solidFill>
                </a:endParaRPr>
              </a:p>
            </p:txBody>
          </p:sp>
          <p:sp>
            <p:nvSpPr>
              <p:cNvPr id="83" name="AutoShape 38"/>
              <p:cNvSpPr/>
              <p:nvPr/>
            </p:nvSpPr>
            <p:spPr bwMode="auto">
              <a:xfrm>
                <a:off x="18719800" y="9709150"/>
                <a:ext cx="4356100" cy="1219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50800" tIns="50800" rIns="50800" bIns="50800" anchor="ctr"/>
              <a:lstStyle/>
              <a:p>
                <a:pPr algn="l">
                  <a:defRPr/>
                </a:pPr>
                <a:r>
                  <a:rPr lang="id-ID" sz="3600" b="1" dirty="0">
                    <a:solidFill>
                      <a:schemeClr val="accent3"/>
                    </a:solidFill>
                    <a:latin typeface="微软雅黑" panose="020B0503020204020204" charset="-122"/>
                    <a:ea typeface="Lato" charset="0"/>
                    <a:cs typeface="Open Sans"/>
                    <a:sym typeface="Lato" charset="0"/>
                  </a:rPr>
                  <a:t>Check their profile </a:t>
                </a:r>
                <a:r>
                  <a:rPr lang="id-ID" sz="2400" dirty="0">
                    <a:solidFill>
                      <a:schemeClr val="accent3"/>
                    </a:solidFill>
                    <a:latin typeface="微软雅黑" panose="020B0503020204020204" charset="-122"/>
                    <a:ea typeface="Lato" charset="0"/>
                    <a:cs typeface="Open Sans"/>
                    <a:sym typeface="Lato" charset="0"/>
                  </a:rPr>
                  <a:t>several times a day</a:t>
                </a:r>
                <a:endParaRPr lang="id-ID" sz="2400" dirty="0">
                  <a:solidFill>
                    <a:schemeClr val="accent3"/>
                  </a:solidFill>
                  <a:latin typeface="微软雅黑" panose="020B0503020204020204" charset="-122"/>
                  <a:cs typeface="Open Sans"/>
                </a:endParaRPr>
              </a:p>
            </p:txBody>
          </p:sp>
        </p:grpSp>
      </p:grpSp>
      <p:grpSp>
        <p:nvGrpSpPr>
          <p:cNvPr id="8" name="Group 7"/>
          <p:cNvGrpSpPr/>
          <p:nvPr/>
        </p:nvGrpSpPr>
        <p:grpSpPr>
          <a:xfrm>
            <a:off x="8688388" y="4445000"/>
            <a:ext cx="9863137" cy="12306300"/>
            <a:chOff x="8688388" y="4445000"/>
            <a:chExt cx="9863137" cy="12306300"/>
          </a:xfrm>
        </p:grpSpPr>
        <p:grpSp>
          <p:nvGrpSpPr>
            <p:cNvPr id="25612" name="Group 72"/>
            <p:cNvGrpSpPr/>
            <p:nvPr/>
          </p:nvGrpSpPr>
          <p:grpSpPr bwMode="auto">
            <a:xfrm>
              <a:off x="8688388" y="4445000"/>
              <a:ext cx="9863137" cy="12306300"/>
              <a:chOff x="8688388" y="4445000"/>
              <a:chExt cx="9863137" cy="12306300"/>
            </a:xfrm>
          </p:grpSpPr>
          <p:sp>
            <p:nvSpPr>
              <p:cNvPr id="33" name="AutoShape 7"/>
              <p:cNvSpPr/>
              <p:nvPr/>
            </p:nvSpPr>
            <p:spPr bwMode="auto">
              <a:xfrm>
                <a:off x="8688388" y="8199438"/>
                <a:ext cx="9863137" cy="8551862"/>
              </a:xfrm>
              <a:custGeom>
                <a:avLst/>
                <a:gdLst>
                  <a:gd name="T0" fmla="+- 0 10819 38"/>
                  <a:gd name="T1" fmla="*/ T0 w 21562"/>
                  <a:gd name="T2" fmla="+- 0 10898 197"/>
                  <a:gd name="T3" fmla="*/ 10898 h 21403"/>
                  <a:gd name="T4" fmla="+- 0 10819 38"/>
                  <a:gd name="T5" fmla="*/ T4 w 21562"/>
                  <a:gd name="T6" fmla="+- 0 10898 197"/>
                  <a:gd name="T7" fmla="*/ 10898 h 21403"/>
                  <a:gd name="T8" fmla="+- 0 10819 38"/>
                  <a:gd name="T9" fmla="*/ T8 w 21562"/>
                  <a:gd name="T10" fmla="+- 0 10898 197"/>
                  <a:gd name="T11" fmla="*/ 10898 h 21403"/>
                  <a:gd name="T12" fmla="+- 0 10819 38"/>
                  <a:gd name="T13" fmla="*/ T12 w 21562"/>
                  <a:gd name="T14" fmla="+- 0 10898 197"/>
                  <a:gd name="T15" fmla="*/ 10898 h 21403"/>
                </a:gdLst>
                <a:ahLst/>
                <a:cxnLst>
                  <a:cxn ang="0">
                    <a:pos x="T1" y="T3"/>
                  </a:cxn>
                  <a:cxn ang="0">
                    <a:pos x="T5" y="T7"/>
                  </a:cxn>
                  <a:cxn ang="0">
                    <a:pos x="T9" y="T11"/>
                  </a:cxn>
                  <a:cxn ang="0">
                    <a:pos x="T13" y="T15"/>
                  </a:cxn>
                </a:cxnLst>
                <a:rect l="0" t="0" r="r" b="b"/>
                <a:pathLst>
                  <a:path w="21562" h="21403">
                    <a:moveTo>
                      <a:pt x="12105" y="6073"/>
                    </a:moveTo>
                    <a:cubicBezTo>
                      <a:pt x="12105" y="6073"/>
                      <a:pt x="11246" y="5789"/>
                      <a:pt x="10959" y="5396"/>
                    </a:cubicBezTo>
                    <a:cubicBezTo>
                      <a:pt x="10959" y="5396"/>
                      <a:pt x="9976" y="6357"/>
                      <a:pt x="8716" y="6379"/>
                    </a:cubicBezTo>
                    <a:cubicBezTo>
                      <a:pt x="7456" y="6401"/>
                      <a:pt x="6888" y="5483"/>
                      <a:pt x="7117" y="5003"/>
                    </a:cubicBezTo>
                    <a:cubicBezTo>
                      <a:pt x="7346" y="4522"/>
                      <a:pt x="8169" y="4631"/>
                      <a:pt x="8799" y="3757"/>
                    </a:cubicBezTo>
                    <a:cubicBezTo>
                      <a:pt x="9429" y="2883"/>
                      <a:pt x="9793" y="1682"/>
                      <a:pt x="11283" y="2250"/>
                    </a:cubicBezTo>
                    <a:cubicBezTo>
                      <a:pt x="11547" y="2351"/>
                      <a:pt x="11842" y="2450"/>
                      <a:pt x="12148" y="2552"/>
                    </a:cubicBezTo>
                    <a:cubicBezTo>
                      <a:pt x="13568" y="3028"/>
                      <a:pt x="15255" y="3588"/>
                      <a:pt x="15522" y="4828"/>
                    </a:cubicBezTo>
                    <a:cubicBezTo>
                      <a:pt x="15847" y="6335"/>
                      <a:pt x="15847" y="8149"/>
                      <a:pt x="16420" y="9416"/>
                    </a:cubicBezTo>
                    <a:cubicBezTo>
                      <a:pt x="16992" y="10683"/>
                      <a:pt x="16725" y="11892"/>
                      <a:pt x="16725" y="11892"/>
                    </a:cubicBezTo>
                    <a:cubicBezTo>
                      <a:pt x="16725" y="11892"/>
                      <a:pt x="20607" y="21111"/>
                      <a:pt x="21562" y="21402"/>
                    </a:cubicBezTo>
                    <a:lnTo>
                      <a:pt x="12946" y="21385"/>
                    </a:lnTo>
                    <a:cubicBezTo>
                      <a:pt x="12946" y="21385"/>
                      <a:pt x="11742" y="16546"/>
                      <a:pt x="11417" y="15869"/>
                    </a:cubicBezTo>
                    <a:cubicBezTo>
                      <a:pt x="11417" y="15869"/>
                      <a:pt x="7389" y="15220"/>
                      <a:pt x="5842" y="12424"/>
                    </a:cubicBezTo>
                    <a:cubicBezTo>
                      <a:pt x="5842" y="12424"/>
                      <a:pt x="3551" y="10811"/>
                      <a:pt x="2367" y="10155"/>
                    </a:cubicBezTo>
                    <a:cubicBezTo>
                      <a:pt x="1183" y="9500"/>
                      <a:pt x="993" y="8540"/>
                      <a:pt x="1680" y="7797"/>
                    </a:cubicBezTo>
                    <a:cubicBezTo>
                      <a:pt x="1680" y="7797"/>
                      <a:pt x="725" y="6356"/>
                      <a:pt x="1756" y="5439"/>
                    </a:cubicBezTo>
                    <a:cubicBezTo>
                      <a:pt x="1756" y="5439"/>
                      <a:pt x="-38" y="4827"/>
                      <a:pt x="0" y="3691"/>
                    </a:cubicBezTo>
                    <a:cubicBezTo>
                      <a:pt x="38" y="2555"/>
                      <a:pt x="993" y="2337"/>
                      <a:pt x="2482" y="2730"/>
                    </a:cubicBezTo>
                    <a:cubicBezTo>
                      <a:pt x="2482" y="2730"/>
                      <a:pt x="381" y="2293"/>
                      <a:pt x="572" y="1157"/>
                    </a:cubicBezTo>
                    <a:cubicBezTo>
                      <a:pt x="763" y="21"/>
                      <a:pt x="1871" y="-197"/>
                      <a:pt x="2673" y="152"/>
                    </a:cubicBezTo>
                    <a:cubicBezTo>
                      <a:pt x="3475" y="502"/>
                      <a:pt x="12105" y="6073"/>
                      <a:pt x="12105" y="6073"/>
                    </a:cubicBezTo>
                    <a:close/>
                  </a:path>
                </a:pathLst>
              </a:custGeom>
              <a:solidFill>
                <a:schemeClr val="bg1">
                  <a:lumMod val="85000"/>
                </a:schemeClr>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40" name="AutoShape 8"/>
              <p:cNvSpPr/>
              <p:nvPr/>
            </p:nvSpPr>
            <p:spPr bwMode="auto">
              <a:xfrm>
                <a:off x="9974263" y="4445000"/>
                <a:ext cx="4206875" cy="8847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20550"/>
                    </a:moveTo>
                    <a:cubicBezTo>
                      <a:pt x="21599" y="21129"/>
                      <a:pt x="20616" y="21599"/>
                      <a:pt x="19403" y="21599"/>
                    </a:cubicBezTo>
                    <a:lnTo>
                      <a:pt x="2196" y="21599"/>
                    </a:lnTo>
                    <a:cubicBezTo>
                      <a:pt x="983" y="21599"/>
                      <a:pt x="0" y="21129"/>
                      <a:pt x="0" y="20550"/>
                    </a:cubicBezTo>
                    <a:lnTo>
                      <a:pt x="0" y="1049"/>
                    </a:lnTo>
                    <a:cubicBezTo>
                      <a:pt x="0" y="469"/>
                      <a:pt x="983" y="0"/>
                      <a:pt x="2196" y="0"/>
                    </a:cubicBezTo>
                    <a:lnTo>
                      <a:pt x="19403" y="0"/>
                    </a:lnTo>
                    <a:cubicBezTo>
                      <a:pt x="20616" y="0"/>
                      <a:pt x="21599" y="469"/>
                      <a:pt x="21599" y="1049"/>
                    </a:cubicBezTo>
                    <a:cubicBezTo>
                      <a:pt x="21599" y="1049"/>
                      <a:pt x="21599" y="20550"/>
                      <a:pt x="21599" y="20550"/>
                    </a:cubicBezTo>
                    <a:close/>
                  </a:path>
                </a:pathLst>
              </a:custGeom>
              <a:solidFill>
                <a:srgbClr val="FFFFFF">
                  <a:alpha val="59999"/>
                </a:srgbClr>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C0C0C0"/>
                    </a:outerShdw>
                  </a:effectLst>
                </a:endParaRPr>
              </a:p>
            </p:txBody>
          </p:sp>
          <p:sp>
            <p:nvSpPr>
              <p:cNvPr id="41" name="AutoShape 9"/>
              <p:cNvSpPr/>
              <p:nvPr/>
            </p:nvSpPr>
            <p:spPr bwMode="auto">
              <a:xfrm>
                <a:off x="9974263" y="4457700"/>
                <a:ext cx="4197350" cy="88455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20551"/>
                    </a:moveTo>
                    <a:cubicBezTo>
                      <a:pt x="21600" y="21131"/>
                      <a:pt x="20634" y="21600"/>
                      <a:pt x="19418" y="21600"/>
                    </a:cubicBezTo>
                    <a:lnTo>
                      <a:pt x="2172" y="21600"/>
                    </a:lnTo>
                    <a:cubicBezTo>
                      <a:pt x="957" y="21600"/>
                      <a:pt x="0" y="21131"/>
                      <a:pt x="0" y="20551"/>
                    </a:cubicBezTo>
                    <a:lnTo>
                      <a:pt x="0" y="1047"/>
                    </a:lnTo>
                    <a:cubicBezTo>
                      <a:pt x="0" y="468"/>
                      <a:pt x="957" y="0"/>
                      <a:pt x="2172" y="0"/>
                    </a:cubicBezTo>
                    <a:lnTo>
                      <a:pt x="19418" y="0"/>
                    </a:lnTo>
                    <a:cubicBezTo>
                      <a:pt x="20634" y="0"/>
                      <a:pt x="21600" y="468"/>
                      <a:pt x="21600" y="1047"/>
                    </a:cubicBezTo>
                    <a:cubicBezTo>
                      <a:pt x="21600" y="1047"/>
                      <a:pt x="21600" y="20551"/>
                      <a:pt x="21600" y="20551"/>
                    </a:cubicBezTo>
                    <a:close/>
                  </a:path>
                </a:pathLst>
              </a:custGeom>
              <a:solidFill>
                <a:schemeClr val="tx1">
                  <a:lumMod val="85000"/>
                  <a:lumOff val="15000"/>
                </a:schemeClr>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42" name="AutoShape 11"/>
              <p:cNvSpPr/>
              <p:nvPr/>
            </p:nvSpPr>
            <p:spPr bwMode="auto">
              <a:xfrm>
                <a:off x="11628438" y="12080875"/>
                <a:ext cx="871537" cy="871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10801"/>
                    </a:moveTo>
                    <a:cubicBezTo>
                      <a:pt x="21599" y="4834"/>
                      <a:pt x="16762" y="0"/>
                      <a:pt x="10798" y="0"/>
                    </a:cubicBezTo>
                    <a:cubicBezTo>
                      <a:pt x="4832" y="0"/>
                      <a:pt x="0" y="4834"/>
                      <a:pt x="0" y="10801"/>
                    </a:cubicBezTo>
                    <a:cubicBezTo>
                      <a:pt x="0" y="16763"/>
                      <a:pt x="4832" y="21600"/>
                      <a:pt x="10798" y="21600"/>
                    </a:cubicBezTo>
                    <a:cubicBezTo>
                      <a:pt x="16762" y="21600"/>
                      <a:pt x="21599" y="16763"/>
                      <a:pt x="21599" y="10801"/>
                    </a:cubicBezTo>
                    <a:close/>
                  </a:path>
                </a:pathLst>
              </a:custGeom>
              <a:solidFill>
                <a:schemeClr val="accent6">
                  <a:lumMod val="50000"/>
                  <a:alpha val="50000"/>
                </a:schemeClr>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63" name="Rectangle 62"/>
              <p:cNvSpPr/>
              <p:nvPr/>
            </p:nvSpPr>
            <p:spPr bwMode="auto">
              <a:xfrm>
                <a:off x="10210800" y="5619750"/>
                <a:ext cx="3733800" cy="6118225"/>
              </a:xfrm>
              <a:prstGeom prst="rect">
                <a:avLst/>
              </a:prstGeom>
              <a:solidFill>
                <a:srgbClr val="8DCB52"/>
              </a:solidFill>
              <a:ln w="25400" cap="flat" cmpd="sng" algn="ctr">
                <a:noFill/>
                <a:prstDash val="solid"/>
                <a:miter lim="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pPr marL="342900" defTabSz="825500" hangingPunct="0">
                  <a:defRPr/>
                </a:pPr>
                <a:endParaRPr lang="id-ID" sz="5600">
                  <a:ea typeface="Gill Sans" charset="0"/>
                  <a:cs typeface="Gill Sans" charset="0"/>
                </a:endParaRPr>
              </a:p>
            </p:txBody>
          </p:sp>
        </p:grpSp>
        <p:sp>
          <p:nvSpPr>
            <p:cNvPr id="71" name="AutoShape 12"/>
            <p:cNvSpPr/>
            <p:nvPr/>
          </p:nvSpPr>
          <p:spPr bwMode="auto">
            <a:xfrm>
              <a:off x="11922125" y="9031288"/>
              <a:ext cx="3867150" cy="1709737"/>
            </a:xfrm>
            <a:custGeom>
              <a:avLst/>
              <a:gdLst>
                <a:gd name="T0" fmla="+- 0 11024 449"/>
                <a:gd name="T1" fmla="*/ T0 w 21151"/>
                <a:gd name="T2" fmla="+- 0 11714 1927"/>
                <a:gd name="T3" fmla="*/ 11714 h 19575"/>
                <a:gd name="T4" fmla="+- 0 11024 449"/>
                <a:gd name="T5" fmla="*/ T4 w 21151"/>
                <a:gd name="T6" fmla="+- 0 11714 1927"/>
                <a:gd name="T7" fmla="*/ 11714 h 19575"/>
                <a:gd name="T8" fmla="+- 0 11024 449"/>
                <a:gd name="T9" fmla="*/ T8 w 21151"/>
                <a:gd name="T10" fmla="+- 0 11714 1927"/>
                <a:gd name="T11" fmla="*/ 11714 h 19575"/>
                <a:gd name="T12" fmla="+- 0 11024 449"/>
                <a:gd name="T13" fmla="*/ T12 w 21151"/>
                <a:gd name="T14" fmla="+- 0 11714 1927"/>
                <a:gd name="T15" fmla="*/ 11714 h 19575"/>
              </a:gdLst>
              <a:ahLst/>
              <a:cxnLst>
                <a:cxn ang="0">
                  <a:pos x="T1" y="T3"/>
                </a:cxn>
                <a:cxn ang="0">
                  <a:pos x="T5" y="T7"/>
                </a:cxn>
                <a:cxn ang="0">
                  <a:pos x="T9" y="T11"/>
                </a:cxn>
                <a:cxn ang="0">
                  <a:pos x="T13" y="T15"/>
                </a:cxn>
              </a:cxnLst>
              <a:rect l="0" t="0" r="r" b="b"/>
              <a:pathLst>
                <a:path w="21151" h="19575">
                  <a:moveTo>
                    <a:pt x="12602" y="18173"/>
                  </a:moveTo>
                  <a:cubicBezTo>
                    <a:pt x="12602" y="18173"/>
                    <a:pt x="10453" y="16873"/>
                    <a:pt x="9736" y="15073"/>
                  </a:cubicBezTo>
                  <a:cubicBezTo>
                    <a:pt x="9736" y="15073"/>
                    <a:pt x="7277" y="19473"/>
                    <a:pt x="4124" y="19573"/>
                  </a:cubicBezTo>
                  <a:cubicBezTo>
                    <a:pt x="972" y="19673"/>
                    <a:pt x="-449" y="15472"/>
                    <a:pt x="124" y="13273"/>
                  </a:cubicBezTo>
                  <a:cubicBezTo>
                    <a:pt x="697" y="11073"/>
                    <a:pt x="2757" y="11572"/>
                    <a:pt x="4333" y="7573"/>
                  </a:cubicBezTo>
                  <a:cubicBezTo>
                    <a:pt x="5909" y="3572"/>
                    <a:pt x="6820" y="-1927"/>
                    <a:pt x="10545" y="672"/>
                  </a:cubicBezTo>
                  <a:cubicBezTo>
                    <a:pt x="11208" y="1135"/>
                    <a:pt x="11943" y="1587"/>
                    <a:pt x="12711" y="2058"/>
                  </a:cubicBezTo>
                  <a:cubicBezTo>
                    <a:pt x="16261" y="4234"/>
                    <a:pt x="20483" y="6799"/>
                    <a:pt x="21151" y="12473"/>
                  </a:cubicBezTo>
                </a:path>
              </a:pathLst>
            </a:custGeom>
            <a:solidFill>
              <a:schemeClr val="bg1">
                <a:lumMod val="85000"/>
              </a:schemeClr>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grpSp>
      <p:sp>
        <p:nvSpPr>
          <p:cNvPr id="70" name="AutoShape 13"/>
          <p:cNvSpPr/>
          <p:nvPr/>
        </p:nvSpPr>
        <p:spPr bwMode="auto">
          <a:xfrm>
            <a:off x="6337300" y="7562850"/>
            <a:ext cx="6513513" cy="9277350"/>
          </a:xfrm>
          <a:custGeom>
            <a:avLst/>
            <a:gdLst>
              <a:gd name="T0" fmla="*/ 10464 w 20929"/>
              <a:gd name="T1" fmla="+- 0 10951 303"/>
              <a:gd name="T2" fmla="*/ 10951 h 21297"/>
              <a:gd name="T3" fmla="*/ 10464 w 20929"/>
              <a:gd name="T4" fmla="+- 0 10951 303"/>
              <a:gd name="T5" fmla="*/ 10951 h 21297"/>
              <a:gd name="T6" fmla="*/ 10464 w 20929"/>
              <a:gd name="T7" fmla="+- 0 10951 303"/>
              <a:gd name="T8" fmla="*/ 10951 h 21297"/>
              <a:gd name="T9" fmla="*/ 10464 w 20929"/>
              <a:gd name="T10" fmla="+- 0 10951 303"/>
              <a:gd name="T11" fmla="*/ 10951 h 21297"/>
            </a:gdLst>
            <a:ahLst/>
            <a:cxnLst>
              <a:cxn ang="0">
                <a:pos x="T0" y="T2"/>
              </a:cxn>
              <a:cxn ang="0">
                <a:pos x="T3" y="T5"/>
              </a:cxn>
              <a:cxn ang="0">
                <a:pos x="T6" y="T8"/>
              </a:cxn>
              <a:cxn ang="0">
                <a:pos x="T9" y="T11"/>
              </a:cxn>
            </a:cxnLst>
            <a:rect l="0" t="0" r="r" b="b"/>
            <a:pathLst>
              <a:path w="20929" h="21297">
                <a:moveTo>
                  <a:pt x="15718" y="11321"/>
                </a:moveTo>
                <a:cubicBezTo>
                  <a:pt x="15718" y="11321"/>
                  <a:pt x="15756" y="8420"/>
                  <a:pt x="15967" y="7173"/>
                </a:cubicBezTo>
                <a:cubicBezTo>
                  <a:pt x="16177" y="5927"/>
                  <a:pt x="18527" y="1437"/>
                  <a:pt x="18076" y="577"/>
                </a:cubicBezTo>
                <a:cubicBezTo>
                  <a:pt x="17625" y="-282"/>
                  <a:pt x="16514" y="-303"/>
                  <a:pt x="15671" y="1351"/>
                </a:cubicBezTo>
                <a:cubicBezTo>
                  <a:pt x="14829" y="3005"/>
                  <a:pt x="13295" y="6207"/>
                  <a:pt x="13295" y="6207"/>
                </a:cubicBezTo>
                <a:cubicBezTo>
                  <a:pt x="13295" y="6207"/>
                  <a:pt x="12303" y="5498"/>
                  <a:pt x="11160" y="6121"/>
                </a:cubicBezTo>
                <a:cubicBezTo>
                  <a:pt x="10017" y="6744"/>
                  <a:pt x="10378" y="7346"/>
                  <a:pt x="9085" y="7582"/>
                </a:cubicBezTo>
                <a:cubicBezTo>
                  <a:pt x="7791" y="7818"/>
                  <a:pt x="7310" y="7410"/>
                  <a:pt x="6377" y="8055"/>
                </a:cubicBezTo>
                <a:cubicBezTo>
                  <a:pt x="5445" y="8699"/>
                  <a:pt x="4572" y="7990"/>
                  <a:pt x="4091" y="9494"/>
                </a:cubicBezTo>
                <a:cubicBezTo>
                  <a:pt x="3610" y="10998"/>
                  <a:pt x="4211" y="11836"/>
                  <a:pt x="4061" y="13963"/>
                </a:cubicBezTo>
                <a:cubicBezTo>
                  <a:pt x="3910" y="16091"/>
                  <a:pt x="3369" y="16824"/>
                  <a:pt x="3369" y="16824"/>
                </a:cubicBezTo>
                <a:lnTo>
                  <a:pt x="0" y="21297"/>
                </a:lnTo>
                <a:lnTo>
                  <a:pt x="9416" y="21297"/>
                </a:lnTo>
                <a:cubicBezTo>
                  <a:pt x="9416" y="21297"/>
                  <a:pt x="11913" y="18608"/>
                  <a:pt x="14380" y="16545"/>
                </a:cubicBezTo>
                <a:cubicBezTo>
                  <a:pt x="16846" y="14482"/>
                  <a:pt x="17629" y="14706"/>
                  <a:pt x="18651" y="12429"/>
                </a:cubicBezTo>
                <a:cubicBezTo>
                  <a:pt x="19675" y="10151"/>
                  <a:pt x="19855" y="10714"/>
                  <a:pt x="20096" y="9253"/>
                </a:cubicBezTo>
                <a:cubicBezTo>
                  <a:pt x="20336" y="7792"/>
                  <a:pt x="21600" y="7966"/>
                  <a:pt x="20457" y="7451"/>
                </a:cubicBezTo>
                <a:cubicBezTo>
                  <a:pt x="19313" y="6935"/>
                  <a:pt x="17448" y="7795"/>
                  <a:pt x="17027" y="8956"/>
                </a:cubicBezTo>
                <a:cubicBezTo>
                  <a:pt x="16606" y="10116"/>
                  <a:pt x="16335" y="10676"/>
                  <a:pt x="15718" y="11321"/>
                </a:cubicBezTo>
                <a:close/>
              </a:path>
            </a:pathLst>
          </a:custGeom>
          <a:solidFill>
            <a:schemeClr val="bg1"/>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500"/>
                                  </p:stCondLst>
                                  <p:childTnLst>
                                    <p:set>
                                      <p:cBhvr>
                                        <p:cTn id="10" dur="1" fill="hold">
                                          <p:stCondLst>
                                            <p:cond delay="0"/>
                                          </p:stCondLst>
                                        </p:cTn>
                                        <p:tgtEl>
                                          <p:spTgt spid="70"/>
                                        </p:tgtEl>
                                        <p:attrNameLst>
                                          <p:attrName>style.visibility</p:attrName>
                                        </p:attrNameLst>
                                      </p:cBhvr>
                                      <p:to>
                                        <p:strVal val="visible"/>
                                      </p:to>
                                    </p:set>
                                    <p:anim calcmode="lin" valueType="num">
                                      <p:cBhvr additive="base">
                                        <p:cTn id="11" dur="500" fill="hold"/>
                                        <p:tgtEl>
                                          <p:spTgt spid="70"/>
                                        </p:tgtEl>
                                        <p:attrNameLst>
                                          <p:attrName>ppt_x</p:attrName>
                                        </p:attrNameLst>
                                      </p:cBhvr>
                                      <p:tavLst>
                                        <p:tav tm="0">
                                          <p:val>
                                            <p:strVal val="#ppt_x"/>
                                          </p:val>
                                        </p:tav>
                                        <p:tav tm="100000">
                                          <p:val>
                                            <p:strVal val="#ppt_x"/>
                                          </p:val>
                                        </p:tav>
                                      </p:tavLst>
                                    </p:anim>
                                    <p:anim calcmode="lin" valueType="num">
                                      <p:cBhvr additive="base">
                                        <p:cTn id="1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righ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righ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righ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Group 3"/>
          <p:cNvGrpSpPr/>
          <p:nvPr/>
        </p:nvGrpSpPr>
        <p:grpSpPr bwMode="auto">
          <a:xfrm>
            <a:off x="1600200" y="3441700"/>
            <a:ext cx="7734300" cy="16025813"/>
            <a:chOff x="1600200" y="3441700"/>
            <a:chExt cx="7734300" cy="16025813"/>
          </a:xfrm>
        </p:grpSpPr>
        <p:grpSp>
          <p:nvGrpSpPr>
            <p:cNvPr id="27671" name="Group 4"/>
            <p:cNvGrpSpPr/>
            <p:nvPr/>
          </p:nvGrpSpPr>
          <p:grpSpPr bwMode="auto">
            <a:xfrm>
              <a:off x="1600200" y="3441700"/>
              <a:ext cx="7734300" cy="16025813"/>
              <a:chOff x="0" y="0"/>
              <a:chExt cx="4872" cy="10095"/>
            </a:xfrm>
          </p:grpSpPr>
          <p:sp>
            <p:nvSpPr>
              <p:cNvPr id="27674" name="AutoShape 1"/>
              <p:cNvSpPr/>
              <p:nvPr/>
            </p:nvSpPr>
            <p:spPr bwMode="auto">
              <a:xfrm>
                <a:off x="0" y="0"/>
                <a:ext cx="4872" cy="10095"/>
              </a:xfrm>
              <a:custGeom>
                <a:avLst/>
                <a:gdLst>
                  <a:gd name="T0" fmla="*/ 48 w 21600"/>
                  <a:gd name="T1" fmla="*/ 0 h 21600"/>
                  <a:gd name="T2" fmla="*/ 8 w 21600"/>
                  <a:gd name="T3" fmla="*/ 0 h 21600"/>
                  <a:gd name="T4" fmla="*/ 0 w 21600"/>
                  <a:gd name="T5" fmla="*/ 70 h 21600"/>
                  <a:gd name="T6" fmla="*/ 0 w 21600"/>
                  <a:gd name="T7" fmla="*/ 280 h 21600"/>
                  <a:gd name="T8" fmla="*/ 0 w 21600"/>
                  <a:gd name="T9" fmla="*/ 751 h 21600"/>
                  <a:gd name="T10" fmla="*/ 0 w 21600"/>
                  <a:gd name="T11" fmla="*/ 961 h 21600"/>
                  <a:gd name="T12" fmla="*/ 8 w 21600"/>
                  <a:gd name="T13" fmla="*/ 1031 h 21600"/>
                  <a:gd name="T14" fmla="*/ 48 w 21600"/>
                  <a:gd name="T15" fmla="*/ 1031 h 21600"/>
                  <a:gd name="T16" fmla="*/ 56 w 21600"/>
                  <a:gd name="T17" fmla="*/ 961 h 21600"/>
                  <a:gd name="T18" fmla="*/ 56 w 21600"/>
                  <a:gd name="T19" fmla="*/ 751 h 21600"/>
                  <a:gd name="T20" fmla="*/ 56 w 21600"/>
                  <a:gd name="T21" fmla="*/ 280 h 21600"/>
                  <a:gd name="T22" fmla="*/ 56 w 21600"/>
                  <a:gd name="T23" fmla="*/ 70 h 21600"/>
                  <a:gd name="T24" fmla="*/ 48 w 21600"/>
                  <a:gd name="T25" fmla="*/ 0 h 21600"/>
                  <a:gd name="T26" fmla="*/ 48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8584" y="0"/>
                    </a:moveTo>
                    <a:lnTo>
                      <a:pt x="3016" y="0"/>
                    </a:lnTo>
                    <a:cubicBezTo>
                      <a:pt x="1350" y="0"/>
                      <a:pt x="0" y="651"/>
                      <a:pt x="0" y="1454"/>
                    </a:cubicBezTo>
                    <a:lnTo>
                      <a:pt x="0" y="5872"/>
                    </a:lnTo>
                    <a:lnTo>
                      <a:pt x="0" y="15728"/>
                    </a:lnTo>
                    <a:lnTo>
                      <a:pt x="0" y="20146"/>
                    </a:lnTo>
                    <a:cubicBezTo>
                      <a:pt x="0" y="20949"/>
                      <a:pt x="1350" y="21600"/>
                      <a:pt x="3016" y="21600"/>
                    </a:cubicBezTo>
                    <a:lnTo>
                      <a:pt x="18584" y="21600"/>
                    </a:lnTo>
                    <a:cubicBezTo>
                      <a:pt x="20250" y="21600"/>
                      <a:pt x="21600" y="20949"/>
                      <a:pt x="21600" y="20146"/>
                    </a:cubicBezTo>
                    <a:lnTo>
                      <a:pt x="21600" y="15728"/>
                    </a:lnTo>
                    <a:lnTo>
                      <a:pt x="21600" y="5872"/>
                    </a:lnTo>
                    <a:lnTo>
                      <a:pt x="21600" y="1454"/>
                    </a:lnTo>
                    <a:cubicBezTo>
                      <a:pt x="21600" y="651"/>
                      <a:pt x="20250" y="0"/>
                      <a:pt x="18584" y="0"/>
                    </a:cubicBezTo>
                    <a:close/>
                    <a:moveTo>
                      <a:pt x="18584" y="0"/>
                    </a:moveTo>
                  </a:path>
                </a:pathLst>
              </a:custGeom>
              <a:solidFill>
                <a:srgbClr val="FBF4F8"/>
              </a:solidFill>
              <a:ln>
                <a:noFill/>
              </a:ln>
            </p:spPr>
            <p:txBody>
              <a:bodyPr lIns="0" tIns="0" rIns="0" bIns="0"/>
              <a:lstStyle/>
              <a:p>
                <a:endParaRPr lang="en-US"/>
              </a:p>
            </p:txBody>
          </p:sp>
          <p:sp>
            <p:nvSpPr>
              <p:cNvPr id="27675" name="AutoShape 2"/>
              <p:cNvSpPr/>
              <p:nvPr/>
            </p:nvSpPr>
            <p:spPr bwMode="auto">
              <a:xfrm>
                <a:off x="169" y="833"/>
                <a:ext cx="4521" cy="8248"/>
              </a:xfrm>
              <a:custGeom>
                <a:avLst/>
                <a:gdLst>
                  <a:gd name="T0" fmla="*/ 41 w 21600"/>
                  <a:gd name="T1" fmla="*/ 451 h 21600"/>
                  <a:gd name="T2" fmla="*/ 40 w 21600"/>
                  <a:gd name="T3" fmla="*/ 459 h 21600"/>
                  <a:gd name="T4" fmla="*/ 1 w 21600"/>
                  <a:gd name="T5" fmla="*/ 459 h 21600"/>
                  <a:gd name="T6" fmla="*/ 0 w 21600"/>
                  <a:gd name="T7" fmla="*/ 451 h 21600"/>
                  <a:gd name="T8" fmla="*/ 0 w 21600"/>
                  <a:gd name="T9" fmla="*/ 8 h 21600"/>
                  <a:gd name="T10" fmla="*/ 1 w 21600"/>
                  <a:gd name="T11" fmla="*/ 0 h 21600"/>
                  <a:gd name="T12" fmla="*/ 40 w 21600"/>
                  <a:gd name="T13" fmla="*/ 0 h 21600"/>
                  <a:gd name="T14" fmla="*/ 41 w 21600"/>
                  <a:gd name="T15" fmla="*/ 8 h 21600"/>
                  <a:gd name="T16" fmla="*/ 41 w 21600"/>
                  <a:gd name="T17" fmla="*/ 451 h 21600"/>
                  <a:gd name="T18" fmla="*/ 41 w 21600"/>
                  <a:gd name="T19" fmla="*/ 45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21220"/>
                    </a:moveTo>
                    <a:cubicBezTo>
                      <a:pt x="21600" y="21430"/>
                      <a:pt x="21290" y="21600"/>
                      <a:pt x="20907" y="21600"/>
                    </a:cubicBezTo>
                    <a:lnTo>
                      <a:pt x="693" y="21600"/>
                    </a:lnTo>
                    <a:cubicBezTo>
                      <a:pt x="310" y="21600"/>
                      <a:pt x="0" y="21430"/>
                      <a:pt x="0" y="21220"/>
                    </a:cubicBezTo>
                    <a:lnTo>
                      <a:pt x="0" y="380"/>
                    </a:lnTo>
                    <a:cubicBezTo>
                      <a:pt x="0" y="170"/>
                      <a:pt x="310" y="0"/>
                      <a:pt x="693" y="0"/>
                    </a:cubicBezTo>
                    <a:lnTo>
                      <a:pt x="20907" y="0"/>
                    </a:lnTo>
                    <a:cubicBezTo>
                      <a:pt x="21290" y="0"/>
                      <a:pt x="21600" y="170"/>
                      <a:pt x="21600" y="380"/>
                    </a:cubicBezTo>
                    <a:cubicBezTo>
                      <a:pt x="21600" y="380"/>
                      <a:pt x="21600" y="21220"/>
                      <a:pt x="21600" y="21220"/>
                    </a:cubicBezTo>
                    <a:close/>
                    <a:moveTo>
                      <a:pt x="21600" y="21220"/>
                    </a:moveTo>
                  </a:path>
                </a:pathLst>
              </a:custGeom>
              <a:solidFill>
                <a:srgbClr val="495869"/>
              </a:solidFill>
              <a:ln>
                <a:noFill/>
              </a:ln>
            </p:spPr>
            <p:txBody>
              <a:bodyPr lIns="0" tIns="0" rIns="0" bIns="0"/>
              <a:lstStyle/>
              <a:p>
                <a:endParaRPr lang="en-US"/>
              </a:p>
            </p:txBody>
          </p:sp>
          <p:sp>
            <p:nvSpPr>
              <p:cNvPr id="27676" name="AutoShape 3"/>
              <p:cNvSpPr/>
              <p:nvPr/>
            </p:nvSpPr>
            <p:spPr bwMode="auto">
              <a:xfrm>
                <a:off x="1982" y="386"/>
                <a:ext cx="943" cy="1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21600" y="10800"/>
                    </a:moveTo>
                    <a:cubicBezTo>
                      <a:pt x="21600" y="16764"/>
                      <a:pt x="20918" y="21600"/>
                      <a:pt x="20077" y="21600"/>
                    </a:cubicBezTo>
                    <a:lnTo>
                      <a:pt x="1523" y="21600"/>
                    </a:lnTo>
                    <a:cubicBezTo>
                      <a:pt x="682" y="21600"/>
                      <a:pt x="0" y="16764"/>
                      <a:pt x="0" y="10800"/>
                    </a:cubicBezTo>
                    <a:cubicBezTo>
                      <a:pt x="0" y="4836"/>
                      <a:pt x="682" y="0"/>
                      <a:pt x="1523" y="0"/>
                    </a:cubicBezTo>
                    <a:lnTo>
                      <a:pt x="20077" y="0"/>
                    </a:lnTo>
                    <a:cubicBezTo>
                      <a:pt x="20918" y="0"/>
                      <a:pt x="21600" y="4836"/>
                      <a:pt x="21600" y="10800"/>
                    </a:cubicBezTo>
                    <a:cubicBezTo>
                      <a:pt x="21600" y="10800"/>
                      <a:pt x="21600" y="10800"/>
                      <a:pt x="21600" y="10800"/>
                    </a:cubicBezTo>
                    <a:close/>
                    <a:moveTo>
                      <a:pt x="21600" y="10800"/>
                    </a:moveTo>
                  </a:path>
                </a:pathLst>
              </a:custGeom>
              <a:solidFill>
                <a:srgbClr val="A8A7A7"/>
              </a:solidFill>
              <a:ln>
                <a:noFill/>
              </a:ln>
            </p:spPr>
            <p:txBody>
              <a:bodyPr lIns="0" tIns="0" rIns="0" bIns="0"/>
              <a:lstStyle/>
              <a:p>
                <a:endParaRPr lang="en-US"/>
              </a:p>
            </p:txBody>
          </p:sp>
        </p:grpSp>
        <p:sp>
          <p:nvSpPr>
            <p:cNvPr id="27672" name="Rectangle 5"/>
            <p:cNvSpPr/>
            <p:nvPr/>
          </p:nvSpPr>
          <p:spPr bwMode="auto">
            <a:xfrm>
              <a:off x="3797300" y="6096000"/>
              <a:ext cx="3746500" cy="3810000"/>
            </a:xfrm>
            <a:prstGeom prst="rect">
              <a:avLst/>
            </a:prstGeom>
            <a:noFill/>
            <a:ln>
              <a:noFill/>
            </a:ln>
          </p:spPr>
          <p:txBody>
            <a:bodyPr wrap="none" lIns="0" tIns="0" rIns="0" bIns="0" anchor="ctr">
              <a:spAutoFit/>
            </a:bodyPr>
            <a:lstStyle/>
            <a:p>
              <a:pPr>
                <a:lnSpc>
                  <a:spcPct val="170000"/>
                </a:lnSpc>
              </a:pPr>
              <a:r>
                <a:rPr lang="en-US" sz="28800">
                  <a:solidFill>
                    <a:srgbClr val="7DB546"/>
                  </a:solidFill>
                  <a:latin typeface="FontAwesome Regular" charset="0"/>
                  <a:ea typeface="MS PGothic" panose="020B0600070205080204" charset="-128"/>
                  <a:cs typeface="MS PGothic" panose="020B0600070205080204" charset="-128"/>
                  <a:sym typeface="FontAwesome Regular" charset="0"/>
                </a:rPr>
                <a:t></a:t>
              </a:r>
              <a:endParaRPr lang="en-US" sz="28800">
                <a:solidFill>
                  <a:srgbClr val="7DB546"/>
                </a:solidFill>
                <a:latin typeface="FontAwesome Regular" charset="0"/>
                <a:ea typeface="MS PGothic" panose="020B0600070205080204" charset="-128"/>
                <a:cs typeface="MS PGothic" panose="020B0600070205080204" charset="-128"/>
                <a:sym typeface="FontAwesome Regular" charset="0"/>
              </a:endParaRPr>
            </a:p>
          </p:txBody>
        </p:sp>
        <p:sp>
          <p:nvSpPr>
            <p:cNvPr id="27673" name="Rectangle 6"/>
            <p:cNvSpPr/>
            <p:nvPr/>
          </p:nvSpPr>
          <p:spPr bwMode="auto">
            <a:xfrm>
              <a:off x="3965264" y="11333718"/>
              <a:ext cx="3005759" cy="738664"/>
            </a:xfrm>
            <a:prstGeom prst="rect">
              <a:avLst/>
            </a:prstGeom>
            <a:noFill/>
            <a:ln>
              <a:noFill/>
            </a:ln>
          </p:spPr>
          <p:txBody>
            <a:bodyPr wrap="none" lIns="0" tIns="0" rIns="0" bIns="0" anchor="ctr">
              <a:spAutoFit/>
            </a:bodyPr>
            <a:lstStyle/>
            <a:p>
              <a:r>
                <a:rPr lang="en-US" sz="4800" dirty="0" err="1">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WowShop</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sp>
        <p:nvSpPr>
          <p:cNvPr id="27650" name="Rectangle 7"/>
          <p:cNvSpPr/>
          <p:nvPr/>
        </p:nvSpPr>
        <p:spPr bwMode="auto">
          <a:xfrm>
            <a:off x="1358900" y="919803"/>
            <a:ext cx="6232475"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社交软件分析</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26627" name="Group 19"/>
          <p:cNvGrpSpPr/>
          <p:nvPr/>
        </p:nvGrpSpPr>
        <p:grpSpPr bwMode="auto">
          <a:xfrm>
            <a:off x="4679950" y="5126038"/>
            <a:ext cx="7859713" cy="5059362"/>
            <a:chOff x="0" y="0"/>
            <a:chExt cx="4950" cy="3186"/>
          </a:xfrm>
        </p:grpSpPr>
        <p:grpSp>
          <p:nvGrpSpPr>
            <p:cNvPr id="27660" name="Group 14"/>
            <p:cNvGrpSpPr/>
            <p:nvPr/>
          </p:nvGrpSpPr>
          <p:grpSpPr bwMode="auto">
            <a:xfrm>
              <a:off x="0" y="0"/>
              <a:ext cx="4950" cy="3186"/>
              <a:chOff x="0" y="0"/>
              <a:chExt cx="4950" cy="3186"/>
            </a:xfrm>
          </p:grpSpPr>
          <p:sp>
            <p:nvSpPr>
              <p:cNvPr id="2" name="AutoShape 8"/>
              <p:cNvSpPr/>
              <p:nvPr/>
            </p:nvSpPr>
            <p:spPr bwMode="auto">
              <a:xfrm>
                <a:off x="0" y="997"/>
                <a:ext cx="4763" cy="2189"/>
              </a:xfrm>
              <a:prstGeom prst="roundRect">
                <a:avLst>
                  <a:gd name="adj" fmla="val 2014"/>
                </a:avLst>
              </a:prstGeom>
              <a:solidFill>
                <a:srgbClr val="E6E6E6"/>
              </a:solidFill>
              <a:ln w="25400" cap="flat">
                <a:solidFill>
                  <a:schemeClr val="tx1">
                    <a:alpha val="0"/>
                  </a:schemeClr>
                </a:solidFill>
                <a:prstDash val="solid"/>
                <a:miter lim="800000"/>
                <a:headEnd type="none" w="med" len="med"/>
                <a:tailEnd type="none" w="med" len="med"/>
              </a:ln>
              <a:effectLst>
                <a:outerShdw blurRad="12700" dist="393700" dir="8040000" algn="ctr" rotWithShape="0">
                  <a:schemeClr val="bg2">
                    <a:alpha val="14000"/>
                  </a:schemeClr>
                </a:outerShdw>
              </a:effectLst>
            </p:spPr>
            <p:txBody>
              <a:bodyPr lIns="0" tIns="0" rIns="0" bIns="0"/>
              <a:lstStyle/>
              <a:p>
                <a:pPr>
                  <a:defRPr/>
                </a:pPr>
                <a:endParaRPr lang="en-US"/>
              </a:p>
            </p:txBody>
          </p:sp>
          <p:sp>
            <p:nvSpPr>
              <p:cNvPr id="3" name="AutoShape 9"/>
              <p:cNvSpPr/>
              <p:nvPr/>
            </p:nvSpPr>
            <p:spPr bwMode="auto">
              <a:xfrm>
                <a:off x="187" y="824"/>
                <a:ext cx="4763" cy="2189"/>
              </a:xfrm>
              <a:prstGeom prst="roundRect">
                <a:avLst>
                  <a:gd name="adj" fmla="val 2014"/>
                </a:avLst>
              </a:prstGeom>
              <a:solidFill>
                <a:srgbClr val="FFFFFF"/>
              </a:solidFill>
              <a:ln w="25400" cap="flat">
                <a:solidFill>
                  <a:schemeClr val="tx1">
                    <a:alpha val="0"/>
                  </a:schemeClr>
                </a:solidFill>
                <a:prstDash val="solid"/>
                <a:miter lim="800000"/>
                <a:headEnd type="none" w="med" len="med"/>
                <a:tailEnd type="none" w="med" len="med"/>
              </a:ln>
              <a:effectLst>
                <a:outerShdw blurRad="12700" dist="63499" dir="3060009" algn="ctr" rotWithShape="0">
                  <a:schemeClr val="bg2">
                    <a:alpha val="10999"/>
                  </a:schemeClr>
                </a:outerShdw>
              </a:effectLst>
            </p:spPr>
            <p:txBody>
              <a:bodyPr lIns="0" tIns="0" rIns="0" bIns="0"/>
              <a:lstStyle/>
              <a:p>
                <a:pPr>
                  <a:defRPr/>
                </a:pPr>
                <a:endParaRPr lang="en-US"/>
              </a:p>
            </p:txBody>
          </p:sp>
          <p:sp>
            <p:nvSpPr>
              <p:cNvPr id="27669" name="Oval 10"/>
              <p:cNvSpPr/>
              <p:nvPr/>
            </p:nvSpPr>
            <p:spPr bwMode="auto">
              <a:xfrm>
                <a:off x="3246" y="0"/>
                <a:ext cx="1480" cy="1480"/>
              </a:xfrm>
              <a:prstGeom prst="ellipse">
                <a:avLst/>
              </a:prstGeom>
              <a:solidFill>
                <a:srgbClr val="1D2835"/>
              </a:solidFill>
              <a:ln w="25400">
                <a:solidFill>
                  <a:schemeClr val="tx1">
                    <a:alpha val="0"/>
                  </a:schemeClr>
                </a:solidFill>
                <a:miter lim="800000"/>
              </a:ln>
            </p:spPr>
            <p:txBody>
              <a:bodyPr lIns="0" tIns="0" rIns="0" bIns="0"/>
              <a:lstStyle/>
              <a:p>
                <a:endParaRPr lang="en-US"/>
              </a:p>
            </p:txBody>
          </p:sp>
          <p:sp>
            <p:nvSpPr>
              <p:cNvPr id="27668" name="Rectangle 13"/>
              <p:cNvSpPr/>
              <p:nvPr/>
            </p:nvSpPr>
            <p:spPr bwMode="auto">
              <a:xfrm>
                <a:off x="520" y="1135"/>
                <a:ext cx="2664" cy="448"/>
              </a:xfrm>
              <a:prstGeom prst="rect">
                <a:avLst/>
              </a:prstGeom>
              <a:noFill/>
              <a:ln>
                <a:noFill/>
              </a:ln>
            </p:spPr>
            <p:txBody>
              <a:bodyPr lIns="0" tIns="0" rIns="0" bIns="0" anchor="ctr"/>
              <a:lstStyle/>
              <a:p>
                <a:pPr algn="l"/>
                <a:r>
                  <a:rPr lang="en-US" sz="3600" b="1">
                    <a:solidFill>
                      <a:srgbClr val="343434"/>
                    </a:solidFill>
                    <a:latin typeface="Open Sans Bold" charset="0"/>
                    <a:ea typeface="MS PGothic" panose="020B0600070205080204" charset="-128"/>
                    <a:cs typeface="MS PGothic" panose="020B0600070205080204" charset="-128"/>
                    <a:sym typeface="Open Sans Bold" charset="0"/>
                  </a:rPr>
                  <a:t>New Products!</a:t>
                </a:r>
                <a:endParaRPr lang="en-US" sz="3600" b="1">
                  <a:solidFill>
                    <a:srgbClr val="343434"/>
                  </a:solidFill>
                  <a:latin typeface="Open Sans Bold" charset="0"/>
                  <a:ea typeface="MS PGothic" panose="020B0600070205080204" charset="-128"/>
                  <a:cs typeface="MS PGothic" panose="020B0600070205080204" charset="-128"/>
                  <a:sym typeface="Open Sans Bold" charset="0"/>
                </a:endParaRPr>
              </a:p>
            </p:txBody>
          </p:sp>
        </p:grpSp>
        <p:sp>
          <p:nvSpPr>
            <p:cNvPr id="27661" name="Line 15"/>
            <p:cNvSpPr>
              <a:spLocks noChangeShapeType="1"/>
            </p:cNvSpPr>
            <p:nvPr/>
          </p:nvSpPr>
          <p:spPr bwMode="auto">
            <a:xfrm>
              <a:off x="523" y="1850"/>
              <a:ext cx="3957" cy="0"/>
            </a:xfrm>
            <a:prstGeom prst="line">
              <a:avLst/>
            </a:prstGeom>
            <a:noFill/>
            <a:ln w="76200">
              <a:solidFill>
                <a:srgbClr val="B3B3B3"/>
              </a:solidFill>
              <a:miter lim="800000"/>
            </a:ln>
          </p:spPr>
          <p:txBody>
            <a:bodyPr lIns="0" tIns="0" rIns="0" bIns="0"/>
            <a:lstStyle/>
            <a:p>
              <a:endParaRPr lang="en-US"/>
            </a:p>
          </p:txBody>
        </p:sp>
        <p:sp>
          <p:nvSpPr>
            <p:cNvPr id="27662" name="Line 16"/>
            <p:cNvSpPr>
              <a:spLocks noChangeShapeType="1"/>
            </p:cNvSpPr>
            <p:nvPr/>
          </p:nvSpPr>
          <p:spPr bwMode="auto">
            <a:xfrm>
              <a:off x="523" y="2050"/>
              <a:ext cx="3957" cy="0"/>
            </a:xfrm>
            <a:prstGeom prst="line">
              <a:avLst/>
            </a:prstGeom>
            <a:noFill/>
            <a:ln w="76200">
              <a:solidFill>
                <a:srgbClr val="B3B3B3"/>
              </a:solidFill>
              <a:miter lim="800000"/>
            </a:ln>
          </p:spPr>
          <p:txBody>
            <a:bodyPr lIns="0" tIns="0" rIns="0" bIns="0"/>
            <a:lstStyle/>
            <a:p>
              <a:endParaRPr lang="en-US"/>
            </a:p>
          </p:txBody>
        </p:sp>
        <p:sp>
          <p:nvSpPr>
            <p:cNvPr id="27663" name="Line 17"/>
            <p:cNvSpPr>
              <a:spLocks noChangeShapeType="1"/>
            </p:cNvSpPr>
            <p:nvPr/>
          </p:nvSpPr>
          <p:spPr bwMode="auto">
            <a:xfrm>
              <a:off x="523" y="2250"/>
              <a:ext cx="3957" cy="0"/>
            </a:xfrm>
            <a:prstGeom prst="line">
              <a:avLst/>
            </a:prstGeom>
            <a:noFill/>
            <a:ln w="76200">
              <a:solidFill>
                <a:srgbClr val="B3B3B3"/>
              </a:solidFill>
              <a:miter lim="800000"/>
            </a:ln>
          </p:spPr>
          <p:txBody>
            <a:bodyPr lIns="0" tIns="0" rIns="0" bIns="0"/>
            <a:lstStyle/>
            <a:p>
              <a:endParaRPr lang="en-US"/>
            </a:p>
          </p:txBody>
        </p:sp>
        <p:sp>
          <p:nvSpPr>
            <p:cNvPr id="27664" name="Line 18"/>
            <p:cNvSpPr>
              <a:spLocks noChangeShapeType="1"/>
            </p:cNvSpPr>
            <p:nvPr/>
          </p:nvSpPr>
          <p:spPr bwMode="auto">
            <a:xfrm>
              <a:off x="523" y="2450"/>
              <a:ext cx="3957" cy="0"/>
            </a:xfrm>
            <a:prstGeom prst="line">
              <a:avLst/>
            </a:prstGeom>
            <a:noFill/>
            <a:ln w="76200">
              <a:solidFill>
                <a:srgbClr val="B3B3B3"/>
              </a:solidFill>
              <a:miter lim="800000"/>
            </a:ln>
          </p:spPr>
          <p:txBody>
            <a:bodyPr lIns="0" tIns="0" rIns="0" bIns="0"/>
            <a:lstStyle/>
            <a:p>
              <a:endParaRPr lang="en-US"/>
            </a:p>
          </p:txBody>
        </p:sp>
      </p:grpSp>
      <p:grpSp>
        <p:nvGrpSpPr>
          <p:cNvPr id="26628" name="Group 4"/>
          <p:cNvGrpSpPr/>
          <p:nvPr/>
        </p:nvGrpSpPr>
        <p:grpSpPr bwMode="auto">
          <a:xfrm>
            <a:off x="14077950" y="3563938"/>
            <a:ext cx="8108950" cy="8145462"/>
            <a:chOff x="14077950" y="3563938"/>
            <a:chExt cx="8108950" cy="8145462"/>
          </a:xfrm>
        </p:grpSpPr>
        <p:grpSp>
          <p:nvGrpSpPr>
            <p:cNvPr id="27653" name="Group 22"/>
            <p:cNvGrpSpPr/>
            <p:nvPr/>
          </p:nvGrpSpPr>
          <p:grpSpPr bwMode="auto">
            <a:xfrm>
              <a:off x="14077950" y="3563938"/>
              <a:ext cx="3644900" cy="2413000"/>
              <a:chOff x="0" y="0"/>
              <a:chExt cx="2296" cy="1520"/>
            </a:xfrm>
          </p:grpSpPr>
          <p:sp>
            <p:nvSpPr>
              <p:cNvPr id="27658" name="Freeform 20"/>
              <p:cNvSpPr/>
              <p:nvPr/>
            </p:nvSpPr>
            <p:spPr bwMode="auto">
              <a:xfrm>
                <a:off x="88" y="80"/>
                <a:ext cx="2128" cy="1360"/>
              </a:xfrm>
              <a:custGeom>
                <a:avLst/>
                <a:gdLst>
                  <a:gd name="T0" fmla="*/ 0 w 18725"/>
                  <a:gd name="T1" fmla="*/ 0 h 17428"/>
                  <a:gd name="T2" fmla="*/ 0 w 18725"/>
                  <a:gd name="T3" fmla="*/ 0 h 17428"/>
                  <a:gd name="T4" fmla="*/ 0 w 18725"/>
                  <a:gd name="T5" fmla="*/ 0 h 17428"/>
                  <a:gd name="T6" fmla="*/ 0 w 18725"/>
                  <a:gd name="T7" fmla="*/ 0 h 17428"/>
                  <a:gd name="T8" fmla="*/ 0 w 18725"/>
                  <a:gd name="T9" fmla="*/ 0 h 17428"/>
                  <a:gd name="T10" fmla="*/ 0 w 18725"/>
                  <a:gd name="T11" fmla="*/ 0 h 17428"/>
                  <a:gd name="T12" fmla="*/ 0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27659" name="Picture 21"/>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2296" cy="1520"/>
              </a:xfrm>
              <a:prstGeom prst="rect">
                <a:avLst/>
              </a:prstGeom>
              <a:noFill/>
              <a:ln>
                <a:noFill/>
              </a:ln>
            </p:spPr>
          </p:pic>
        </p:grpSp>
        <p:sp>
          <p:nvSpPr>
            <p:cNvPr id="27654" name="Rectangle 23"/>
            <p:cNvSpPr/>
            <p:nvPr/>
          </p:nvSpPr>
          <p:spPr bwMode="auto">
            <a:xfrm>
              <a:off x="14468475" y="3806905"/>
              <a:ext cx="2726708" cy="2215991"/>
            </a:xfrm>
            <a:prstGeom prst="rect">
              <a:avLst/>
            </a:prstGeom>
            <a:noFill/>
            <a:ln>
              <a:noFill/>
            </a:ln>
          </p:spPr>
          <p:txBody>
            <a:bodyPr wrap="none" lIns="0" tIns="0" rIns="0" bIns="0" anchor="ctr">
              <a:spAutoFit/>
            </a:bodyPr>
            <a:lstStyle/>
            <a:p>
              <a:pPr algn="l"/>
              <a:r>
                <a:rPr lang="en-US" sz="14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6%</a:t>
              </a:r>
              <a:endParaRPr lang="en-US" sz="14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7655" name="Rectangle 24"/>
            <p:cNvSpPr/>
            <p:nvPr/>
          </p:nvSpPr>
          <p:spPr bwMode="auto">
            <a:xfrm>
              <a:off x="14465300" y="7317875"/>
              <a:ext cx="7607300" cy="1333500"/>
            </a:xfrm>
            <a:prstGeom prst="rect">
              <a:avLst/>
            </a:prstGeom>
            <a:noFill/>
            <a:ln>
              <a:noFill/>
            </a:ln>
          </p:spPr>
          <p:txBody>
            <a:bodyPr lIns="0" tIns="0" rIns="0" bIns="0"/>
            <a:lstStyle/>
            <a:p>
              <a:pPr algn="l"/>
              <a:r>
                <a:rPr lang="zh-CN" altLang="en-US" sz="2400" b="1" dirty="0">
                  <a:solidFill>
                    <a:srgbClr val="FFFFFF"/>
                  </a:solidFill>
                  <a:latin typeface="Open Sans Bold" charset="0"/>
                  <a:ea typeface="MS PGothic" panose="020B0600070205080204" charset="-128"/>
                  <a:cs typeface="MS PGothic" panose="020B0600070205080204" charset="-128"/>
                  <a:sym typeface="Open Sans Bold" charset="0"/>
                </a:rPr>
                <a:t>点击输入标题点击输入标题</a:t>
              </a:r>
              <a:endParaRPr lang="en-US" altLang="zh-CN" sz="2400" b="1" dirty="0">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27656" name="Rectangle 25"/>
            <p:cNvSpPr/>
            <p:nvPr/>
          </p:nvSpPr>
          <p:spPr bwMode="auto">
            <a:xfrm>
              <a:off x="14465300" y="8699500"/>
              <a:ext cx="7607300" cy="30099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l"/>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27657" name="Line 26"/>
            <p:cNvSpPr>
              <a:spLocks noChangeShapeType="1"/>
            </p:cNvSpPr>
            <p:nvPr/>
          </p:nvSpPr>
          <p:spPr bwMode="auto">
            <a:xfrm>
              <a:off x="14465300" y="8140700"/>
              <a:ext cx="7721600" cy="0"/>
            </a:xfrm>
            <a:prstGeom prst="line">
              <a:avLst/>
            </a:prstGeom>
            <a:noFill/>
            <a:ln w="12700">
              <a:solidFill>
                <a:srgbClr val="FFFFFF">
                  <a:alpha val="29803"/>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6625"/>
                                        </p:tgtEl>
                                        <p:attrNameLst>
                                          <p:attrName>style.visibility</p:attrName>
                                        </p:attrNameLst>
                                      </p:cBhvr>
                                      <p:to>
                                        <p:strVal val="visible"/>
                                      </p:to>
                                    </p:set>
                                    <p:animEffect transition="in" filter="fade">
                                      <p:cBhvr>
                                        <p:cTn id="7" dur="1000"/>
                                        <p:tgtEl>
                                          <p:spTgt spid="26625"/>
                                        </p:tgtEl>
                                      </p:cBhvr>
                                    </p:animEffect>
                                    <p:anim calcmode="lin" valueType="num">
                                      <p:cBhvr>
                                        <p:cTn id="8" dur="1000" fill="hold"/>
                                        <p:tgtEl>
                                          <p:spTgt spid="26625"/>
                                        </p:tgtEl>
                                        <p:attrNameLst>
                                          <p:attrName>ppt_x</p:attrName>
                                        </p:attrNameLst>
                                      </p:cBhvr>
                                      <p:tavLst>
                                        <p:tav tm="0">
                                          <p:val>
                                            <p:strVal val="#ppt_x"/>
                                          </p:val>
                                        </p:tav>
                                        <p:tav tm="100000">
                                          <p:val>
                                            <p:strVal val="#ppt_x"/>
                                          </p:val>
                                        </p:tav>
                                      </p:tavLst>
                                    </p:anim>
                                    <p:anim calcmode="lin" valueType="num">
                                      <p:cBhvr>
                                        <p:cTn id="9" dur="900" decel="100000" fill="hold"/>
                                        <p:tgtEl>
                                          <p:spTgt spid="26625"/>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6625"/>
                                        </p:tgtEl>
                                        <p:attrNameLst>
                                          <p:attrName>ppt_y</p:attrName>
                                        </p:attrNameLst>
                                      </p:cBhvr>
                                      <p:tavLst>
                                        <p:tav tm="0">
                                          <p:val>
                                            <p:strVal val="#ppt_y-.03"/>
                                          </p:val>
                                        </p:tav>
                                        <p:tav tm="100000">
                                          <p:val>
                                            <p:strVal val="#ppt_y"/>
                                          </p:val>
                                        </p:tav>
                                      </p:tavLst>
                                    </p:anim>
                                  </p:childTnLst>
                                </p:cTn>
                              </p:par>
                              <p:par>
                                <p:cTn id="11" presetID="23" presetClass="entr" presetSubtype="16" fill="hold" nodeType="withEffect">
                                  <p:stCondLst>
                                    <p:cond delay="500"/>
                                  </p:stCondLst>
                                  <p:childTnLst>
                                    <p:set>
                                      <p:cBhvr>
                                        <p:cTn id="12" dur="1" fill="hold">
                                          <p:stCondLst>
                                            <p:cond delay="0"/>
                                          </p:stCondLst>
                                        </p:cTn>
                                        <p:tgtEl>
                                          <p:spTgt spid="26627"/>
                                        </p:tgtEl>
                                        <p:attrNameLst>
                                          <p:attrName>style.visibility</p:attrName>
                                        </p:attrNameLst>
                                      </p:cBhvr>
                                      <p:to>
                                        <p:strVal val="visible"/>
                                      </p:to>
                                    </p:set>
                                    <p:anim calcmode="lin" valueType="num">
                                      <p:cBhvr>
                                        <p:cTn id="13" dur="500" fill="hold"/>
                                        <p:tgtEl>
                                          <p:spTgt spid="26627"/>
                                        </p:tgtEl>
                                        <p:attrNameLst>
                                          <p:attrName>ppt_w</p:attrName>
                                        </p:attrNameLst>
                                      </p:cBhvr>
                                      <p:tavLst>
                                        <p:tav tm="0">
                                          <p:val>
                                            <p:fltVal val="0"/>
                                          </p:val>
                                        </p:tav>
                                        <p:tav tm="100000">
                                          <p:val>
                                            <p:strVal val="#ppt_w"/>
                                          </p:val>
                                        </p:tav>
                                      </p:tavLst>
                                    </p:anim>
                                    <p:anim calcmode="lin" valueType="num">
                                      <p:cBhvr>
                                        <p:cTn id="14" dur="500" fill="hold"/>
                                        <p:tgtEl>
                                          <p:spTgt spid="26627"/>
                                        </p:tgtEl>
                                        <p:attrNameLst>
                                          <p:attrName>ppt_h</p:attrName>
                                        </p:attrNameLst>
                                      </p:cBhvr>
                                      <p:tavLst>
                                        <p:tav tm="0">
                                          <p:val>
                                            <p:fltVal val="0"/>
                                          </p:val>
                                        </p:tav>
                                        <p:tav tm="100000">
                                          <p:val>
                                            <p:strVal val="#ppt_h"/>
                                          </p:val>
                                        </p:tav>
                                      </p:tavLst>
                                    </p:anim>
                                  </p:childTnLst>
                                </p:cTn>
                              </p:par>
                              <p:par>
                                <p:cTn id="15" presetID="37" presetClass="entr" presetSubtype="0" fill="hold" nodeType="withEffect">
                                  <p:stCondLst>
                                    <p:cond delay="500"/>
                                  </p:stCondLst>
                                  <p:childTnLst>
                                    <p:set>
                                      <p:cBhvr>
                                        <p:cTn id="16" dur="1" fill="hold">
                                          <p:stCondLst>
                                            <p:cond delay="0"/>
                                          </p:stCondLst>
                                        </p:cTn>
                                        <p:tgtEl>
                                          <p:spTgt spid="26628"/>
                                        </p:tgtEl>
                                        <p:attrNameLst>
                                          <p:attrName>style.visibility</p:attrName>
                                        </p:attrNameLst>
                                      </p:cBhvr>
                                      <p:to>
                                        <p:strVal val="visible"/>
                                      </p:to>
                                    </p:set>
                                    <p:animEffect transition="in" filter="fade">
                                      <p:cBhvr>
                                        <p:cTn id="17" dur="1000"/>
                                        <p:tgtEl>
                                          <p:spTgt spid="26628"/>
                                        </p:tgtEl>
                                      </p:cBhvr>
                                    </p:animEffect>
                                    <p:anim calcmode="lin" valueType="num">
                                      <p:cBhvr>
                                        <p:cTn id="18" dur="1000" fill="hold"/>
                                        <p:tgtEl>
                                          <p:spTgt spid="26628"/>
                                        </p:tgtEl>
                                        <p:attrNameLst>
                                          <p:attrName>ppt_x</p:attrName>
                                        </p:attrNameLst>
                                      </p:cBhvr>
                                      <p:tavLst>
                                        <p:tav tm="0">
                                          <p:val>
                                            <p:strVal val="#ppt_x"/>
                                          </p:val>
                                        </p:tav>
                                        <p:tav tm="100000">
                                          <p:val>
                                            <p:strVal val="#ppt_x"/>
                                          </p:val>
                                        </p:tav>
                                      </p:tavLst>
                                    </p:anim>
                                    <p:anim calcmode="lin" valueType="num">
                                      <p:cBhvr>
                                        <p:cTn id="19" dur="900" decel="100000" fill="hold"/>
                                        <p:tgtEl>
                                          <p:spTgt spid="26628"/>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2662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49" name="Group 1"/>
          <p:cNvGrpSpPr/>
          <p:nvPr/>
        </p:nvGrpSpPr>
        <p:grpSpPr bwMode="auto">
          <a:xfrm>
            <a:off x="9071794" y="2282825"/>
            <a:ext cx="6232476" cy="8856618"/>
            <a:chOff x="9072267" y="2282825"/>
            <a:chExt cx="6231532" cy="8855978"/>
          </a:xfrm>
        </p:grpSpPr>
        <p:grpSp>
          <p:nvGrpSpPr>
            <p:cNvPr id="28675" name="Group 5"/>
            <p:cNvGrpSpPr/>
            <p:nvPr/>
          </p:nvGrpSpPr>
          <p:grpSpPr bwMode="auto">
            <a:xfrm>
              <a:off x="9212263" y="6881813"/>
              <a:ext cx="5599112" cy="2646362"/>
              <a:chOff x="0" y="0"/>
              <a:chExt cx="3527" cy="1667"/>
            </a:xfrm>
          </p:grpSpPr>
          <p:grpSp>
            <p:nvGrpSpPr>
              <p:cNvPr id="28686" name="Group 3"/>
              <p:cNvGrpSpPr/>
              <p:nvPr/>
            </p:nvGrpSpPr>
            <p:grpSpPr bwMode="auto">
              <a:xfrm>
                <a:off x="0" y="347"/>
                <a:ext cx="3519" cy="1320"/>
                <a:chOff x="0" y="0"/>
                <a:chExt cx="3519" cy="1320"/>
              </a:xfrm>
            </p:grpSpPr>
            <p:sp>
              <p:nvSpPr>
                <p:cNvPr id="28688" name="AutoShape 1"/>
                <p:cNvSpPr/>
                <p:nvPr/>
              </p:nvSpPr>
              <p:spPr bwMode="auto">
                <a:xfrm>
                  <a:off x="0" y="0"/>
                  <a:ext cx="3519" cy="1320"/>
                </a:xfrm>
                <a:custGeom>
                  <a:avLst/>
                  <a:gdLst>
                    <a:gd name="T0" fmla="*/ 0 w 21600"/>
                    <a:gd name="T1" fmla="*/ 0 h 21600"/>
                    <a:gd name="T2" fmla="*/ 8 w 21600"/>
                    <a:gd name="T3" fmla="*/ 0 h 21600"/>
                    <a:gd name="T4" fmla="*/ 15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873"/>
                        <a:pt x="6977" y="21600"/>
                        <a:pt x="10800" y="21600"/>
                      </a:cubicBezTo>
                      <a:cubicBezTo>
                        <a:pt x="14893" y="21600"/>
                        <a:pt x="21597" y="11873"/>
                        <a:pt x="21600" y="0"/>
                      </a:cubicBezTo>
                      <a:cubicBezTo>
                        <a:pt x="21600" y="0"/>
                        <a:pt x="0" y="0"/>
                        <a:pt x="0" y="0"/>
                      </a:cubicBezTo>
                      <a:close/>
                      <a:moveTo>
                        <a:pt x="0" y="0"/>
                      </a:moveTo>
                    </a:path>
                  </a:pathLst>
                </a:custGeom>
                <a:solidFill>
                  <a:srgbClr val="323E4A"/>
                </a:solidFill>
                <a:ln>
                  <a:noFill/>
                </a:ln>
              </p:spPr>
              <p:txBody>
                <a:bodyPr lIns="0" tIns="0" rIns="0" bIns="0"/>
                <a:lstStyle/>
                <a:p>
                  <a:endParaRPr lang="en-US"/>
                </a:p>
              </p:txBody>
            </p:sp>
            <p:sp>
              <p:nvSpPr>
                <p:cNvPr id="28689" name="AutoShape 2"/>
                <p:cNvSpPr/>
                <p:nvPr/>
              </p:nvSpPr>
              <p:spPr bwMode="auto">
                <a:xfrm>
                  <a:off x="0" y="5"/>
                  <a:ext cx="3519" cy="1310"/>
                </a:xfrm>
                <a:custGeom>
                  <a:avLst/>
                  <a:gdLst>
                    <a:gd name="T0" fmla="*/ 0 w 21600"/>
                    <a:gd name="T1" fmla="*/ 0 h 21600"/>
                    <a:gd name="T2" fmla="*/ 1 w 21600"/>
                    <a:gd name="T3" fmla="*/ 0 h 21600"/>
                    <a:gd name="T4" fmla="*/ 14 w 21600"/>
                    <a:gd name="T5" fmla="*/ 0 h 21600"/>
                    <a:gd name="T6" fmla="*/ 8 w 21600"/>
                    <a:gd name="T7" fmla="*/ 0 h 21600"/>
                    <a:gd name="T8" fmla="*/ 15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44"/>
                        <a:pt x="1898" y="118"/>
                        <a:pt x="1920" y="593"/>
                      </a:cubicBezTo>
                      <a:lnTo>
                        <a:pt x="19154" y="1338"/>
                      </a:lnTo>
                      <a:cubicBezTo>
                        <a:pt x="19152" y="10542"/>
                        <a:pt x="15259" y="18403"/>
                        <a:pt x="11594" y="21600"/>
                      </a:cubicBezTo>
                      <a:cubicBezTo>
                        <a:pt x="15704" y="20494"/>
                        <a:pt x="21598" y="11186"/>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grpSp>
          <p:sp>
            <p:nvSpPr>
              <p:cNvPr id="28687" name="AutoShape 4"/>
              <p:cNvSpPr/>
              <p:nvPr/>
            </p:nvSpPr>
            <p:spPr bwMode="auto">
              <a:xfrm>
                <a:off x="5" y="0"/>
                <a:ext cx="3522" cy="748"/>
              </a:xfrm>
              <a:custGeom>
                <a:avLst/>
                <a:gdLst>
                  <a:gd name="T0" fmla="*/ 15 w 21600"/>
                  <a:gd name="T1" fmla="*/ 0 h 21600"/>
                  <a:gd name="T2" fmla="*/ 8 w 21600"/>
                  <a:gd name="T3" fmla="*/ 0 h 21600"/>
                  <a:gd name="T4" fmla="*/ 0 w 21600"/>
                  <a:gd name="T5" fmla="*/ 0 h 21600"/>
                  <a:gd name="T6" fmla="*/ 8 w 21600"/>
                  <a:gd name="T7" fmla="*/ 0 h 21600"/>
                  <a:gd name="T8" fmla="*/ 15 w 21600"/>
                  <a:gd name="T9" fmla="*/ 0 h 21600"/>
                  <a:gd name="T10" fmla="*/ 15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495869"/>
              </a:solidFill>
              <a:ln>
                <a:noFill/>
              </a:ln>
            </p:spPr>
            <p:txBody>
              <a:bodyPr lIns="0" tIns="0" rIns="0" bIns="0"/>
              <a:lstStyle/>
              <a:p>
                <a:endParaRPr lang="en-US"/>
              </a:p>
            </p:txBody>
          </p:sp>
        </p:grpSp>
        <p:sp>
          <p:nvSpPr>
            <p:cNvPr id="28676" name="Freeform 6"/>
            <p:cNvSpPr/>
            <p:nvPr/>
          </p:nvSpPr>
          <p:spPr bwMode="auto">
            <a:xfrm>
              <a:off x="11282363" y="4687888"/>
              <a:ext cx="1347787" cy="2255837"/>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0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0 w 21600"/>
                <a:gd name="T25" fmla="*/ 2147483647 h 21600"/>
                <a:gd name="T26" fmla="*/ 0 w 21600"/>
                <a:gd name="T27" fmla="*/ 2147483647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0" y="17252"/>
                  </a:moveTo>
                  <a:lnTo>
                    <a:pt x="10940" y="21600"/>
                  </a:lnTo>
                  <a:lnTo>
                    <a:pt x="21600" y="17074"/>
                  </a:lnTo>
                  <a:lnTo>
                    <a:pt x="13187" y="14012"/>
                  </a:lnTo>
                  <a:lnTo>
                    <a:pt x="20709" y="10327"/>
                  </a:lnTo>
                  <a:lnTo>
                    <a:pt x="11552" y="8042"/>
                  </a:lnTo>
                  <a:lnTo>
                    <a:pt x="18237" y="4326"/>
                  </a:lnTo>
                  <a:lnTo>
                    <a:pt x="11438" y="0"/>
                  </a:lnTo>
                  <a:lnTo>
                    <a:pt x="2151" y="4649"/>
                  </a:lnTo>
                  <a:lnTo>
                    <a:pt x="10583" y="7954"/>
                  </a:lnTo>
                  <a:lnTo>
                    <a:pt x="2056" y="10437"/>
                  </a:lnTo>
                  <a:lnTo>
                    <a:pt x="10750" y="14774"/>
                  </a:lnTo>
                  <a:lnTo>
                    <a:pt x="0" y="17252"/>
                  </a:lnTo>
                  <a:close/>
                  <a:moveTo>
                    <a:pt x="0" y="17252"/>
                  </a:moveTo>
                </a:path>
              </a:pathLst>
            </a:custGeom>
            <a:noFill/>
            <a:ln w="38100" cap="flat">
              <a:solidFill>
                <a:srgbClr val="61768D"/>
              </a:solidFill>
              <a:prstDash val="solid"/>
              <a:miter lim="800000"/>
              <a:headEnd type="none" w="med" len="med"/>
              <a:tailEnd type="none" w="med" len="med"/>
            </a:ln>
          </p:spPr>
          <p:txBody>
            <a:bodyPr lIns="0" tIns="0" rIns="0" bIns="0"/>
            <a:lstStyle/>
            <a:p>
              <a:endParaRPr lang="en-US"/>
            </a:p>
          </p:txBody>
        </p:sp>
        <p:sp>
          <p:nvSpPr>
            <p:cNvPr id="28677" name="AutoShape 7"/>
            <p:cNvSpPr/>
            <p:nvPr/>
          </p:nvSpPr>
          <p:spPr bwMode="auto">
            <a:xfrm rot="761211">
              <a:off x="11314113" y="3675063"/>
              <a:ext cx="265112" cy="3862387"/>
            </a:xfrm>
            <a:custGeom>
              <a:avLst/>
              <a:gdLst>
                <a:gd name="T0" fmla="*/ 490180772 w 21600"/>
                <a:gd name="T1" fmla="*/ 2147483647 h 21600"/>
                <a:gd name="T2" fmla="*/ 245090386 w 21600"/>
                <a:gd name="T3" fmla="*/ 2147483647 h 21600"/>
                <a:gd name="T4" fmla="*/ 0 w 21600"/>
                <a:gd name="T5" fmla="*/ 2147483647 h 21600"/>
                <a:gd name="T6" fmla="*/ 0 w 21600"/>
                <a:gd name="T7" fmla="*/ 2147483647 h 21600"/>
                <a:gd name="T8" fmla="*/ 245090386 w 21600"/>
                <a:gd name="T9" fmla="*/ 0 h 21600"/>
                <a:gd name="T10" fmla="*/ 490180772 w 21600"/>
                <a:gd name="T11" fmla="*/ 2147483647 h 21600"/>
                <a:gd name="T12" fmla="*/ 490180772 w 21600"/>
                <a:gd name="T13" fmla="*/ 2147483647 h 21600"/>
                <a:gd name="T14" fmla="*/ 490180772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069"/>
                  </a:moveTo>
                  <a:cubicBezTo>
                    <a:pt x="21600" y="21362"/>
                    <a:pt x="16765" y="21600"/>
                    <a:pt x="10800" y="21600"/>
                  </a:cubicBezTo>
                  <a:cubicBezTo>
                    <a:pt x="4835" y="21600"/>
                    <a:pt x="0" y="21362"/>
                    <a:pt x="0" y="21069"/>
                  </a:cubicBezTo>
                  <a:lnTo>
                    <a:pt x="0" y="531"/>
                  </a:lnTo>
                  <a:cubicBezTo>
                    <a:pt x="0" y="238"/>
                    <a:pt x="4835" y="0"/>
                    <a:pt x="10800" y="0"/>
                  </a:cubicBezTo>
                  <a:cubicBezTo>
                    <a:pt x="16765" y="0"/>
                    <a:pt x="21600" y="238"/>
                    <a:pt x="21600" y="531"/>
                  </a:cubicBezTo>
                  <a:cubicBezTo>
                    <a:pt x="21600" y="531"/>
                    <a:pt x="21600" y="21069"/>
                    <a:pt x="21600" y="21069"/>
                  </a:cubicBezTo>
                  <a:close/>
                  <a:moveTo>
                    <a:pt x="21600" y="21069"/>
                  </a:moveTo>
                </a:path>
              </a:pathLst>
            </a:custGeom>
            <a:solidFill>
              <a:srgbClr val="323E4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8678" name="AutoShape 8"/>
            <p:cNvSpPr/>
            <p:nvPr/>
          </p:nvSpPr>
          <p:spPr bwMode="auto">
            <a:xfrm>
              <a:off x="11837988" y="3752850"/>
              <a:ext cx="265112" cy="3862388"/>
            </a:xfrm>
            <a:custGeom>
              <a:avLst/>
              <a:gdLst>
                <a:gd name="T0" fmla="*/ 490180772 w 21600"/>
                <a:gd name="T1" fmla="*/ 2147483647 h 21600"/>
                <a:gd name="T2" fmla="*/ 245090386 w 21600"/>
                <a:gd name="T3" fmla="*/ 2147483647 h 21600"/>
                <a:gd name="T4" fmla="*/ 0 w 21600"/>
                <a:gd name="T5" fmla="*/ 2147483647 h 21600"/>
                <a:gd name="T6" fmla="*/ 0 w 21600"/>
                <a:gd name="T7" fmla="*/ 2147483647 h 21600"/>
                <a:gd name="T8" fmla="*/ 245090386 w 21600"/>
                <a:gd name="T9" fmla="*/ 0 h 21600"/>
                <a:gd name="T10" fmla="*/ 490180772 w 21600"/>
                <a:gd name="T11" fmla="*/ 2147483647 h 21600"/>
                <a:gd name="T12" fmla="*/ 490180772 w 21600"/>
                <a:gd name="T13" fmla="*/ 2147483647 h 21600"/>
                <a:gd name="T14" fmla="*/ 490180772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069"/>
                  </a:moveTo>
                  <a:cubicBezTo>
                    <a:pt x="21600" y="21362"/>
                    <a:pt x="16765" y="21600"/>
                    <a:pt x="10800" y="21600"/>
                  </a:cubicBezTo>
                  <a:cubicBezTo>
                    <a:pt x="4835" y="21600"/>
                    <a:pt x="0" y="21362"/>
                    <a:pt x="0" y="21069"/>
                  </a:cubicBezTo>
                  <a:lnTo>
                    <a:pt x="0" y="531"/>
                  </a:lnTo>
                  <a:cubicBezTo>
                    <a:pt x="0" y="238"/>
                    <a:pt x="4835" y="0"/>
                    <a:pt x="10800" y="0"/>
                  </a:cubicBezTo>
                  <a:cubicBezTo>
                    <a:pt x="16765" y="0"/>
                    <a:pt x="21600" y="238"/>
                    <a:pt x="21600" y="531"/>
                  </a:cubicBezTo>
                  <a:cubicBezTo>
                    <a:pt x="21600" y="531"/>
                    <a:pt x="21600" y="21069"/>
                    <a:pt x="21600" y="21069"/>
                  </a:cubicBezTo>
                  <a:close/>
                  <a:moveTo>
                    <a:pt x="21600" y="21069"/>
                  </a:moveTo>
                </a:path>
              </a:pathLst>
            </a:custGeom>
            <a:solidFill>
              <a:srgbClr val="323E4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8679" name="AutoShape 9"/>
            <p:cNvSpPr/>
            <p:nvPr/>
          </p:nvSpPr>
          <p:spPr bwMode="auto">
            <a:xfrm rot="-799336">
              <a:off x="12395200" y="3632200"/>
              <a:ext cx="265113" cy="3862388"/>
            </a:xfrm>
            <a:custGeom>
              <a:avLst/>
              <a:gdLst>
                <a:gd name="T0" fmla="*/ 490188242 w 21600"/>
                <a:gd name="T1" fmla="*/ 2147483647 h 21600"/>
                <a:gd name="T2" fmla="*/ 245094943 w 21600"/>
                <a:gd name="T3" fmla="*/ 2147483647 h 21600"/>
                <a:gd name="T4" fmla="*/ 0 w 21600"/>
                <a:gd name="T5" fmla="*/ 2147483647 h 21600"/>
                <a:gd name="T6" fmla="*/ 0 w 21600"/>
                <a:gd name="T7" fmla="*/ 2147483647 h 21600"/>
                <a:gd name="T8" fmla="*/ 245094943 w 21600"/>
                <a:gd name="T9" fmla="*/ 0 h 21600"/>
                <a:gd name="T10" fmla="*/ 490188242 w 21600"/>
                <a:gd name="T11" fmla="*/ 2147483647 h 21600"/>
                <a:gd name="T12" fmla="*/ 490188242 w 21600"/>
                <a:gd name="T13" fmla="*/ 2147483647 h 21600"/>
                <a:gd name="T14" fmla="*/ 490188242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069"/>
                  </a:moveTo>
                  <a:cubicBezTo>
                    <a:pt x="21600" y="21362"/>
                    <a:pt x="16765" y="21600"/>
                    <a:pt x="10800" y="21600"/>
                  </a:cubicBezTo>
                  <a:cubicBezTo>
                    <a:pt x="4835" y="21600"/>
                    <a:pt x="0" y="21362"/>
                    <a:pt x="0" y="21069"/>
                  </a:cubicBezTo>
                  <a:lnTo>
                    <a:pt x="0" y="531"/>
                  </a:lnTo>
                  <a:cubicBezTo>
                    <a:pt x="0" y="238"/>
                    <a:pt x="4835" y="0"/>
                    <a:pt x="10800" y="0"/>
                  </a:cubicBezTo>
                  <a:cubicBezTo>
                    <a:pt x="16765" y="0"/>
                    <a:pt x="21600" y="238"/>
                    <a:pt x="21600" y="531"/>
                  </a:cubicBezTo>
                  <a:cubicBezTo>
                    <a:pt x="21600" y="531"/>
                    <a:pt x="21600" y="21069"/>
                    <a:pt x="21600" y="21069"/>
                  </a:cubicBezTo>
                  <a:close/>
                  <a:moveTo>
                    <a:pt x="21600" y="21069"/>
                  </a:moveTo>
                </a:path>
              </a:pathLst>
            </a:custGeom>
            <a:solidFill>
              <a:srgbClr val="323E4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8680" name="Rectangle 10"/>
            <p:cNvSpPr/>
            <p:nvPr/>
          </p:nvSpPr>
          <p:spPr bwMode="auto">
            <a:xfrm>
              <a:off x="9072267" y="9892398"/>
              <a:ext cx="6231532" cy="1246405"/>
            </a:xfrm>
            <a:prstGeom prst="rect">
              <a:avLst/>
            </a:prstGeom>
            <a:noFill/>
            <a:ln>
              <a:noFill/>
            </a:ln>
          </p:spPr>
          <p:txBody>
            <a:bodyPr wrap="none" lIns="0" tIns="0" rIns="0" bIns="0" anchor="ctr">
              <a:spAutoFit/>
            </a:bodyPr>
            <a:lstStyle/>
            <a:p>
              <a:r>
                <a:rPr lang="zh-CN" alt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社交媒体开发</a:t>
              </a:r>
              <a:endParaRPr 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28681" name="Group 15"/>
            <p:cNvGrpSpPr/>
            <p:nvPr/>
          </p:nvGrpSpPr>
          <p:grpSpPr bwMode="auto">
            <a:xfrm>
              <a:off x="9347200" y="2282825"/>
              <a:ext cx="5308600" cy="3492500"/>
              <a:chOff x="0" y="0"/>
              <a:chExt cx="3344" cy="2200"/>
            </a:xfrm>
          </p:grpSpPr>
          <p:sp>
            <p:nvSpPr>
              <p:cNvPr id="28682" name="AutoShape 11"/>
              <p:cNvSpPr/>
              <p:nvPr/>
            </p:nvSpPr>
            <p:spPr bwMode="auto">
              <a:xfrm>
                <a:off x="0" y="0"/>
                <a:ext cx="1972" cy="19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 w 21600"/>
                  <a:gd name="T13" fmla="*/ 0 h 21600"/>
                  <a:gd name="T14" fmla="*/ 1 w 21600"/>
                  <a:gd name="T15" fmla="*/ 0 h 21600"/>
                  <a:gd name="T16" fmla="*/ 1 w 21600"/>
                  <a:gd name="T17" fmla="*/ 0 h 21600"/>
                  <a:gd name="T18" fmla="*/ 1 w 21600"/>
                  <a:gd name="T19" fmla="*/ 1 h 21600"/>
                  <a:gd name="T20" fmla="*/ 1 w 21600"/>
                  <a:gd name="T21" fmla="*/ 1 h 21600"/>
                  <a:gd name="T22" fmla="*/ 1 w 21600"/>
                  <a:gd name="T23" fmla="*/ 1 h 21600"/>
                  <a:gd name="T24" fmla="*/ 1 w 21600"/>
                  <a:gd name="T25" fmla="*/ 1 h 21600"/>
                  <a:gd name="T26" fmla="*/ 1 w 21600"/>
                  <a:gd name="T27" fmla="*/ 1 h 21600"/>
                  <a:gd name="T28" fmla="*/ 0 w 21600"/>
                  <a:gd name="T29" fmla="*/ 1 h 21600"/>
                  <a:gd name="T30" fmla="*/ 0 w 21600"/>
                  <a:gd name="T31" fmla="*/ 1 h 21600"/>
                  <a:gd name="T32" fmla="*/ 0 w 21600"/>
                  <a:gd name="T33" fmla="*/ 1 h 21600"/>
                  <a:gd name="T34" fmla="*/ 0 w 21600"/>
                  <a:gd name="T35" fmla="*/ 1 h 21600"/>
                  <a:gd name="T36" fmla="*/ 0 w 21600"/>
                  <a:gd name="T37" fmla="*/ 1 h 21600"/>
                  <a:gd name="T38" fmla="*/ 0 w 21600"/>
                  <a:gd name="T39" fmla="*/ 1 h 21600"/>
                  <a:gd name="T40" fmla="*/ 0 w 21600"/>
                  <a:gd name="T41" fmla="*/ 1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884" y="0"/>
                    </a:moveTo>
                    <a:cubicBezTo>
                      <a:pt x="1898" y="0"/>
                      <a:pt x="1939" y="4"/>
                      <a:pt x="1939" y="6"/>
                    </a:cubicBezTo>
                    <a:lnTo>
                      <a:pt x="1939" y="0"/>
                    </a:lnTo>
                    <a:cubicBezTo>
                      <a:pt x="1939" y="0"/>
                      <a:pt x="1926" y="2"/>
                      <a:pt x="1929" y="7"/>
                    </a:cubicBezTo>
                    <a:cubicBezTo>
                      <a:pt x="2161" y="37"/>
                      <a:pt x="2376" y="309"/>
                      <a:pt x="2580" y="781"/>
                    </a:cubicBezTo>
                    <a:cubicBezTo>
                      <a:pt x="3289" y="1512"/>
                      <a:pt x="4643" y="2705"/>
                      <a:pt x="7035" y="4142"/>
                    </a:cubicBezTo>
                    <a:cubicBezTo>
                      <a:pt x="9720" y="5757"/>
                      <a:pt x="12894" y="6558"/>
                      <a:pt x="14707" y="6921"/>
                    </a:cubicBezTo>
                    <a:cubicBezTo>
                      <a:pt x="14743" y="6919"/>
                      <a:pt x="14777" y="6902"/>
                      <a:pt x="14814" y="6902"/>
                    </a:cubicBezTo>
                    <a:lnTo>
                      <a:pt x="19653" y="6902"/>
                    </a:lnTo>
                    <a:cubicBezTo>
                      <a:pt x="20722" y="6902"/>
                      <a:pt x="21600" y="7822"/>
                      <a:pt x="21600" y="8923"/>
                    </a:cubicBezTo>
                    <a:lnTo>
                      <a:pt x="21600" y="12746"/>
                    </a:lnTo>
                    <a:cubicBezTo>
                      <a:pt x="21600" y="13848"/>
                      <a:pt x="20722" y="14767"/>
                      <a:pt x="19653" y="14767"/>
                    </a:cubicBezTo>
                    <a:lnTo>
                      <a:pt x="14814" y="14767"/>
                    </a:lnTo>
                    <a:cubicBezTo>
                      <a:pt x="14666" y="14767"/>
                      <a:pt x="14521" y="14735"/>
                      <a:pt x="14382" y="14702"/>
                    </a:cubicBezTo>
                    <a:cubicBezTo>
                      <a:pt x="12531" y="15099"/>
                      <a:pt x="9563" y="15911"/>
                      <a:pt x="7031" y="17433"/>
                    </a:cubicBezTo>
                    <a:cubicBezTo>
                      <a:pt x="4650" y="18864"/>
                      <a:pt x="3293" y="20061"/>
                      <a:pt x="2582" y="20802"/>
                    </a:cubicBezTo>
                    <a:cubicBezTo>
                      <a:pt x="2376" y="21286"/>
                      <a:pt x="2165" y="21564"/>
                      <a:pt x="1929" y="21595"/>
                    </a:cubicBezTo>
                    <a:cubicBezTo>
                      <a:pt x="1926" y="21599"/>
                      <a:pt x="1939" y="21600"/>
                      <a:pt x="1939" y="21600"/>
                    </a:cubicBezTo>
                    <a:lnTo>
                      <a:pt x="1939" y="21594"/>
                    </a:lnTo>
                    <a:cubicBezTo>
                      <a:pt x="1939" y="21596"/>
                      <a:pt x="1898" y="21600"/>
                      <a:pt x="1884" y="21600"/>
                    </a:cubicBezTo>
                    <a:cubicBezTo>
                      <a:pt x="844" y="21600"/>
                      <a:pt x="0" y="16765"/>
                      <a:pt x="0" y="10800"/>
                    </a:cubicBezTo>
                    <a:cubicBezTo>
                      <a:pt x="0" y="4835"/>
                      <a:pt x="844" y="0"/>
                      <a:pt x="1884" y="0"/>
                    </a:cubicBezTo>
                    <a:close/>
                    <a:moveTo>
                      <a:pt x="1884" y="0"/>
                    </a:moveTo>
                  </a:path>
                </a:pathLst>
              </a:custGeom>
              <a:solidFill>
                <a:srgbClr val="2D68B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8683" name="AutoShape 12"/>
              <p:cNvSpPr/>
              <p:nvPr/>
            </p:nvSpPr>
            <p:spPr bwMode="auto">
              <a:xfrm>
                <a:off x="1240" y="165"/>
                <a:ext cx="1914" cy="2035"/>
              </a:xfrm>
              <a:custGeom>
                <a:avLst/>
                <a:gdLst>
                  <a:gd name="T0" fmla="*/ 1 w 21600"/>
                  <a:gd name="T1" fmla="*/ 0 h 21600"/>
                  <a:gd name="T2" fmla="*/ 0 w 21600"/>
                  <a:gd name="T3" fmla="*/ 1 h 21600"/>
                  <a:gd name="T4" fmla="*/ 0 w 21600"/>
                  <a:gd name="T5" fmla="*/ 1 h 21600"/>
                  <a:gd name="T6" fmla="*/ 0 w 21600"/>
                  <a:gd name="T7" fmla="*/ 1 h 21600"/>
                  <a:gd name="T8" fmla="*/ 0 w 21600"/>
                  <a:gd name="T9" fmla="*/ 1 h 21600"/>
                  <a:gd name="T10" fmla="*/ 0 w 21600"/>
                  <a:gd name="T11" fmla="*/ 1 h 21600"/>
                  <a:gd name="T12" fmla="*/ 0 w 21600"/>
                  <a:gd name="T13" fmla="*/ 1 h 21600"/>
                  <a:gd name="T14" fmla="*/ 0 w 21600"/>
                  <a:gd name="T15" fmla="*/ 1 h 21600"/>
                  <a:gd name="T16" fmla="*/ 0 w 21600"/>
                  <a:gd name="T17" fmla="*/ 1 h 21600"/>
                  <a:gd name="T18" fmla="*/ 1 w 21600"/>
                  <a:gd name="T19" fmla="*/ 1 h 21600"/>
                  <a:gd name="T20" fmla="*/ 1 w 21600"/>
                  <a:gd name="T21" fmla="*/ 2 h 21600"/>
                  <a:gd name="T22" fmla="*/ 1 w 21600"/>
                  <a:gd name="T23" fmla="*/ 1 h 21600"/>
                  <a:gd name="T24" fmla="*/ 1 w 21600"/>
                  <a:gd name="T25" fmla="*/ 1 h 21600"/>
                  <a:gd name="T26" fmla="*/ 1 w 21600"/>
                  <a:gd name="T27" fmla="*/ 0 h 21600"/>
                  <a:gd name="T28" fmla="*/ 1 w 21600"/>
                  <a:gd name="T29" fmla="*/ 0 h 21600"/>
                  <a:gd name="T30" fmla="*/ 1 w 21600"/>
                  <a:gd name="T31" fmla="*/ 0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600">
                    <a:moveTo>
                      <a:pt x="15980" y="4142"/>
                    </a:moveTo>
                    <a:cubicBezTo>
                      <a:pt x="13032" y="5757"/>
                      <a:pt x="9546" y="6568"/>
                      <a:pt x="7556" y="6932"/>
                    </a:cubicBezTo>
                    <a:cubicBezTo>
                      <a:pt x="7516" y="6929"/>
                      <a:pt x="7477" y="6923"/>
                      <a:pt x="7437" y="6923"/>
                    </a:cubicBezTo>
                    <a:lnTo>
                      <a:pt x="2125" y="6923"/>
                    </a:lnTo>
                    <a:cubicBezTo>
                      <a:pt x="951" y="6923"/>
                      <a:pt x="0" y="7822"/>
                      <a:pt x="0" y="8923"/>
                    </a:cubicBezTo>
                    <a:lnTo>
                      <a:pt x="0" y="12746"/>
                    </a:lnTo>
                    <a:cubicBezTo>
                      <a:pt x="0" y="13848"/>
                      <a:pt x="951" y="14683"/>
                      <a:pt x="2125" y="14683"/>
                    </a:cubicBezTo>
                    <a:lnTo>
                      <a:pt x="7437" y="14683"/>
                    </a:lnTo>
                    <a:cubicBezTo>
                      <a:pt x="7600" y="14683"/>
                      <a:pt x="7759" y="14693"/>
                      <a:pt x="7912" y="14660"/>
                    </a:cubicBezTo>
                    <a:cubicBezTo>
                      <a:pt x="9943" y="15057"/>
                      <a:pt x="13200" y="15890"/>
                      <a:pt x="15980" y="17412"/>
                    </a:cubicBezTo>
                    <a:cubicBezTo>
                      <a:pt x="20391" y="19828"/>
                      <a:pt x="21600" y="21600"/>
                      <a:pt x="21600" y="21600"/>
                    </a:cubicBezTo>
                    <a:lnTo>
                      <a:pt x="21600" y="11047"/>
                    </a:lnTo>
                    <a:lnTo>
                      <a:pt x="21600" y="10558"/>
                    </a:lnTo>
                    <a:lnTo>
                      <a:pt x="21600" y="0"/>
                    </a:lnTo>
                    <a:cubicBezTo>
                      <a:pt x="21600" y="0"/>
                      <a:pt x="20391" y="1726"/>
                      <a:pt x="15980" y="4142"/>
                    </a:cubicBezTo>
                    <a:close/>
                    <a:moveTo>
                      <a:pt x="15980" y="4142"/>
                    </a:moveTo>
                  </a:path>
                </a:pathLst>
              </a:custGeom>
              <a:solidFill>
                <a:srgbClr val="368FE2"/>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8684" name="AutoShape 13"/>
              <p:cNvSpPr/>
              <p:nvPr/>
            </p:nvSpPr>
            <p:spPr bwMode="auto">
              <a:xfrm>
                <a:off x="2977" y="165"/>
                <a:ext cx="367" cy="2035"/>
              </a:xfrm>
              <a:custGeom>
                <a:avLst/>
                <a:gdLst>
                  <a:gd name="T0" fmla="*/ 0 w 21600"/>
                  <a:gd name="T1" fmla="*/ 1 h 21600"/>
                  <a:gd name="T2" fmla="*/ 0 w 21600"/>
                  <a:gd name="T3" fmla="*/ 2 h 21600"/>
                  <a:gd name="T4" fmla="*/ 0 w 21600"/>
                  <a:gd name="T5" fmla="*/ 1 h 21600"/>
                  <a:gd name="T6" fmla="*/ 0 w 21600"/>
                  <a:gd name="T7" fmla="*/ 0 h 21600"/>
                  <a:gd name="T8" fmla="*/ 0 w 21600"/>
                  <a:gd name="T9" fmla="*/ 1 h 21600"/>
                  <a:gd name="T10" fmla="*/ 0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4" y="21600"/>
                      <a:pt x="10800" y="21600"/>
                    </a:cubicBezTo>
                    <a:cubicBezTo>
                      <a:pt x="4836" y="21600"/>
                      <a:pt x="0" y="16765"/>
                      <a:pt x="0" y="10800"/>
                    </a:cubicBezTo>
                    <a:cubicBezTo>
                      <a:pt x="0" y="4835"/>
                      <a:pt x="4836" y="0"/>
                      <a:pt x="10800" y="0"/>
                    </a:cubicBezTo>
                    <a:cubicBezTo>
                      <a:pt x="16764" y="0"/>
                      <a:pt x="21600" y="4835"/>
                      <a:pt x="21600" y="10800"/>
                    </a:cubicBezTo>
                    <a:close/>
                    <a:moveTo>
                      <a:pt x="21600" y="10800"/>
                    </a:moveTo>
                  </a:path>
                </a:pathLst>
              </a:custGeom>
              <a:solidFill>
                <a:srgbClr val="495869"/>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8685" name="AutoShape 14"/>
              <p:cNvSpPr/>
              <p:nvPr/>
            </p:nvSpPr>
            <p:spPr bwMode="auto">
              <a:xfrm>
                <a:off x="3001" y="943"/>
                <a:ext cx="187" cy="47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0" y="21600"/>
                    </a:lnTo>
                    <a:cubicBezTo>
                      <a:pt x="12255" y="20433"/>
                      <a:pt x="21600" y="16042"/>
                      <a:pt x="21600" y="10800"/>
                    </a:cubicBezTo>
                    <a:cubicBezTo>
                      <a:pt x="21600" y="5558"/>
                      <a:pt x="12255" y="1167"/>
                      <a:pt x="0" y="0"/>
                    </a:cubicBezTo>
                    <a:close/>
                    <a:moveTo>
                      <a:pt x="0" y="0"/>
                    </a:moveTo>
                  </a:path>
                </a:pathLst>
              </a:custGeom>
              <a:solidFill>
                <a:srgbClr val="FFFFFF"/>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sp>
        <p:nvSpPr>
          <p:cNvPr id="27650" name="Line 16"/>
          <p:cNvSpPr>
            <a:spLocks noChangeShapeType="1"/>
          </p:cNvSpPr>
          <p:nvPr/>
        </p:nvSpPr>
        <p:spPr bwMode="auto">
          <a:xfrm>
            <a:off x="16849725" y="7404100"/>
            <a:ext cx="8570913" cy="0"/>
          </a:xfrm>
          <a:prstGeom prst="line">
            <a:avLst/>
          </a:prstGeom>
          <a:noFill/>
          <a:ln w="38100">
            <a:solidFill>
              <a:srgbClr val="61768D"/>
            </a:solidFill>
            <a:miter lim="800000"/>
            <a:headEnd type="oval" w="med" len="med"/>
            <a:tailEnd type="oval" w="med" len="med"/>
          </a:ln>
        </p:spPr>
        <p:txBody>
          <a:bodyPr lIns="0" tIns="0" rIns="0" bIns="0"/>
          <a:lstStyle/>
          <a:p>
            <a:endParaRPr lang="en-US"/>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27649"/>
                                        </p:tgtEl>
                                        <p:attrNameLst>
                                          <p:attrName>style.visibility</p:attrName>
                                        </p:attrNameLst>
                                      </p:cBhvr>
                                      <p:to>
                                        <p:strVal val="visible"/>
                                      </p:to>
                                    </p:set>
                                    <p:anim calcmode="lin" valueType="num">
                                      <p:cBhvr>
                                        <p:cTn id="7" dur="500" fill="hold"/>
                                        <p:tgtEl>
                                          <p:spTgt spid="27649"/>
                                        </p:tgtEl>
                                        <p:attrNameLst>
                                          <p:attrName>ppt_w</p:attrName>
                                        </p:attrNameLst>
                                      </p:cBhvr>
                                      <p:tavLst>
                                        <p:tav tm="0" fmla="#ppt_w*sin(2.5*pi*$)">
                                          <p:val>
                                            <p:fltVal val="0"/>
                                          </p:val>
                                        </p:tav>
                                        <p:tav tm="100000">
                                          <p:val>
                                            <p:fltVal val="1"/>
                                          </p:val>
                                        </p:tav>
                                      </p:tavLst>
                                    </p:anim>
                                    <p:anim calcmode="lin" valueType="num">
                                      <p:cBhvr>
                                        <p:cTn id="8" dur="500" fill="hold"/>
                                        <p:tgtEl>
                                          <p:spTgt spid="2764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650"/>
                                        </p:tgtEl>
                                        <p:attrNameLst>
                                          <p:attrName>style.visibility</p:attrName>
                                        </p:attrNameLst>
                                      </p:cBhvr>
                                      <p:to>
                                        <p:strVal val="visible"/>
                                      </p:to>
                                    </p:set>
                                    <p:animEffect transition="in" filter="wipe(left)">
                                      <p:cBhvr>
                                        <p:cTn id="13" dur="500"/>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Line 1"/>
          <p:cNvSpPr>
            <a:spLocks noChangeShapeType="1"/>
          </p:cNvSpPr>
          <p:nvPr/>
        </p:nvSpPr>
        <p:spPr bwMode="auto">
          <a:xfrm>
            <a:off x="-5475288" y="7404100"/>
            <a:ext cx="18060988" cy="0"/>
          </a:xfrm>
          <a:prstGeom prst="line">
            <a:avLst/>
          </a:prstGeom>
          <a:noFill/>
          <a:ln w="38100">
            <a:solidFill>
              <a:srgbClr val="61768D"/>
            </a:solidFill>
            <a:miter lim="800000"/>
            <a:headEnd type="oval" w="med" len="med"/>
            <a:tailEnd type="oval" w="med" len="med"/>
          </a:ln>
        </p:spPr>
        <p:txBody>
          <a:bodyPr lIns="0" tIns="0" rIns="0" bIns="0"/>
          <a:lstStyle/>
          <a:p>
            <a:endParaRPr lang="en-US"/>
          </a:p>
        </p:txBody>
      </p:sp>
      <p:grpSp>
        <p:nvGrpSpPr>
          <p:cNvPr id="28674" name="Group 1"/>
          <p:cNvGrpSpPr/>
          <p:nvPr/>
        </p:nvGrpSpPr>
        <p:grpSpPr bwMode="auto">
          <a:xfrm>
            <a:off x="13076238" y="4699000"/>
            <a:ext cx="9478962" cy="5778500"/>
            <a:chOff x="13076238" y="4699000"/>
            <a:chExt cx="9478962" cy="5778500"/>
          </a:xfrm>
        </p:grpSpPr>
        <p:sp>
          <p:nvSpPr>
            <p:cNvPr id="29741" name="Rectangle 2"/>
            <p:cNvSpPr/>
            <p:nvPr/>
          </p:nvSpPr>
          <p:spPr bwMode="auto">
            <a:xfrm>
              <a:off x="13076238" y="4699000"/>
              <a:ext cx="9423400" cy="2159000"/>
            </a:xfrm>
            <a:prstGeom prst="rect">
              <a:avLst/>
            </a:prstGeom>
            <a:noFill/>
            <a:ln>
              <a:noFill/>
            </a:ln>
          </p:spPr>
          <p:txBody>
            <a:bodyPr lIns="0" tIns="0" rIns="0" bIns="0" anchor="ctr"/>
            <a:lstStyle/>
            <a:p>
              <a:pPr algn="l"/>
              <a:r>
                <a:rPr lang="zh-CN" alt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关于社交媒体开发</a:t>
              </a:r>
              <a:endParaRPr 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28718" name="Rectangle 3"/>
            <p:cNvSpPr/>
            <p:nvPr/>
          </p:nvSpPr>
          <p:spPr bwMode="auto">
            <a:xfrm>
              <a:off x="13081000" y="7467600"/>
              <a:ext cx="9474200" cy="30099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l"/>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28675" name="Group 45"/>
          <p:cNvGrpSpPr/>
          <p:nvPr/>
        </p:nvGrpSpPr>
        <p:grpSpPr bwMode="auto">
          <a:xfrm rot="3212386">
            <a:off x="4022725" y="2355851"/>
            <a:ext cx="7285037" cy="7015162"/>
            <a:chOff x="0" y="0"/>
            <a:chExt cx="4588" cy="4418"/>
          </a:xfrm>
        </p:grpSpPr>
        <p:sp>
          <p:nvSpPr>
            <p:cNvPr id="29700" name="AutoShape 4"/>
            <p:cNvSpPr/>
            <p:nvPr/>
          </p:nvSpPr>
          <p:spPr bwMode="auto">
            <a:xfrm>
              <a:off x="1565" y="1116"/>
              <a:ext cx="1956" cy="2419"/>
            </a:xfrm>
            <a:custGeom>
              <a:avLst/>
              <a:gdLst>
                <a:gd name="T0" fmla="*/ 1 w 21600"/>
                <a:gd name="T1" fmla="*/ 3 h 21600"/>
                <a:gd name="T2" fmla="*/ 1 w 21600"/>
                <a:gd name="T3" fmla="*/ 3 h 21600"/>
                <a:gd name="T4" fmla="*/ 0 w 21600"/>
                <a:gd name="T5" fmla="*/ 3 h 21600"/>
                <a:gd name="T6" fmla="*/ 0 w 21600"/>
                <a:gd name="T7" fmla="*/ 3 h 21600"/>
                <a:gd name="T8" fmla="*/ 0 w 21600"/>
                <a:gd name="T9" fmla="*/ 1 h 21600"/>
                <a:gd name="T10" fmla="*/ 0 w 21600"/>
                <a:gd name="T11" fmla="*/ 0 h 21600"/>
                <a:gd name="T12" fmla="*/ 1 w 21600"/>
                <a:gd name="T13" fmla="*/ 0 h 21600"/>
                <a:gd name="T14" fmla="*/ 1 w 21600"/>
                <a:gd name="T15" fmla="*/ 1 h 21600"/>
                <a:gd name="T16" fmla="*/ 1 w 21600"/>
                <a:gd name="T17" fmla="*/ 3 h 21600"/>
                <a:gd name="T18" fmla="*/ 1 w 21600"/>
                <a:gd name="T19" fmla="*/ 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29701" name="AutoShape 5"/>
            <p:cNvSpPr/>
            <p:nvPr/>
          </p:nvSpPr>
          <p:spPr bwMode="auto">
            <a:xfrm>
              <a:off x="1788" y="1227"/>
              <a:ext cx="1522" cy="3191"/>
            </a:xfrm>
            <a:custGeom>
              <a:avLst/>
              <a:gdLst>
                <a:gd name="T0" fmla="*/ 0 w 21600"/>
                <a:gd name="T1" fmla="*/ 0 h 21600"/>
                <a:gd name="T2" fmla="*/ 0 w 21600"/>
                <a:gd name="T3" fmla="*/ 3 h 21600"/>
                <a:gd name="T4" fmla="*/ 0 w 21600"/>
                <a:gd name="T5" fmla="*/ 3 h 21600"/>
                <a:gd name="T6" fmla="*/ 0 w 21600"/>
                <a:gd name="T7" fmla="*/ 3 h 21600"/>
                <a:gd name="T8" fmla="*/ 0 w 21600"/>
                <a:gd name="T9" fmla="*/ 5 h 21600"/>
                <a:gd name="T10" fmla="*/ 0 w 21600"/>
                <a:gd name="T11" fmla="*/ 5 h 21600"/>
                <a:gd name="T12" fmla="*/ 0 w 21600"/>
                <a:gd name="T13" fmla="*/ 6 h 21600"/>
                <a:gd name="T14" fmla="*/ 0 w 21600"/>
                <a:gd name="T15" fmla="*/ 9 h 21600"/>
                <a:gd name="T16" fmla="*/ 0 w 21600"/>
                <a:gd name="T17" fmla="*/ 10 h 21600"/>
                <a:gd name="T18" fmla="*/ 0 w 21600"/>
                <a:gd name="T19" fmla="*/ 9 h 21600"/>
                <a:gd name="T20" fmla="*/ 0 w 21600"/>
                <a:gd name="T21" fmla="*/ 7 h 21600"/>
                <a:gd name="T22" fmla="*/ 0 w 21600"/>
                <a:gd name="T23" fmla="*/ 7 h 21600"/>
                <a:gd name="T24" fmla="*/ 0 w 21600"/>
                <a:gd name="T25" fmla="*/ 9 h 21600"/>
                <a:gd name="T26" fmla="*/ 0 w 21600"/>
                <a:gd name="T27" fmla="*/ 10 h 21600"/>
                <a:gd name="T28" fmla="*/ 1 w 21600"/>
                <a:gd name="T29" fmla="*/ 9 h 21600"/>
                <a:gd name="T30" fmla="*/ 1 w 21600"/>
                <a:gd name="T31" fmla="*/ 6 h 21600"/>
                <a:gd name="T32" fmla="*/ 0 w 21600"/>
                <a:gd name="T33" fmla="*/ 5 h 21600"/>
                <a:gd name="T34" fmla="*/ 1 w 21600"/>
                <a:gd name="T35" fmla="*/ 5 h 21600"/>
                <a:gd name="T36" fmla="*/ 1 w 21600"/>
                <a:gd name="T37" fmla="*/ 3 h 21600"/>
                <a:gd name="T38" fmla="*/ 1 w 21600"/>
                <a:gd name="T39" fmla="*/ 3 h 21600"/>
                <a:gd name="T40" fmla="*/ 1 w 21600"/>
                <a:gd name="T41" fmla="*/ 3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29702" name="AutoShape 6"/>
            <p:cNvSpPr/>
            <p:nvPr/>
          </p:nvSpPr>
          <p:spPr bwMode="auto">
            <a:xfrm>
              <a:off x="2877" y="461"/>
              <a:ext cx="1068" cy="1478"/>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29703" name="AutoShape 7"/>
            <p:cNvSpPr/>
            <p:nvPr/>
          </p:nvSpPr>
          <p:spPr bwMode="auto">
            <a:xfrm>
              <a:off x="3010" y="1416"/>
              <a:ext cx="1578" cy="657"/>
            </a:xfrm>
            <a:custGeom>
              <a:avLst/>
              <a:gdLst>
                <a:gd name="T0" fmla="*/ 1 w 21114"/>
                <a:gd name="T1" fmla="*/ 0 h 20825"/>
                <a:gd name="T2" fmla="*/ 1 w 21114"/>
                <a:gd name="T3" fmla="*/ 0 h 20825"/>
                <a:gd name="T4" fmla="*/ 1 w 21114"/>
                <a:gd name="T5" fmla="*/ 0 h 20825"/>
                <a:gd name="T6" fmla="*/ 1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1 w 21114"/>
                <a:gd name="T19" fmla="*/ 0 h 20825"/>
                <a:gd name="T20" fmla="*/ 1 w 21114"/>
                <a:gd name="T21" fmla="*/ 0 h 20825"/>
                <a:gd name="T22" fmla="*/ 1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3"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29704" name="AutoShape 8"/>
            <p:cNvSpPr/>
            <p:nvPr/>
          </p:nvSpPr>
          <p:spPr bwMode="auto">
            <a:xfrm>
              <a:off x="3221" y="506"/>
              <a:ext cx="57" cy="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29705" name="AutoShape 9"/>
            <p:cNvSpPr/>
            <p:nvPr/>
          </p:nvSpPr>
          <p:spPr bwMode="auto">
            <a:xfrm>
              <a:off x="3777" y="961"/>
              <a:ext cx="54"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29706" name="AutoShape 10"/>
            <p:cNvSpPr/>
            <p:nvPr/>
          </p:nvSpPr>
          <p:spPr bwMode="auto">
            <a:xfrm>
              <a:off x="3599" y="639"/>
              <a:ext cx="84"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29707" name="AutoShape 11"/>
            <p:cNvSpPr/>
            <p:nvPr/>
          </p:nvSpPr>
          <p:spPr bwMode="auto">
            <a:xfrm>
              <a:off x="3544" y="583"/>
              <a:ext cx="99" cy="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29708" name="AutoShape 12"/>
            <p:cNvSpPr/>
            <p:nvPr/>
          </p:nvSpPr>
          <p:spPr bwMode="auto">
            <a:xfrm>
              <a:off x="3744" y="838"/>
              <a:ext cx="105"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29709" name="AutoShape 13"/>
            <p:cNvSpPr/>
            <p:nvPr/>
          </p:nvSpPr>
          <p:spPr bwMode="auto">
            <a:xfrm>
              <a:off x="3521" y="1504"/>
              <a:ext cx="51" cy="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29710" name="AutoShape 14"/>
            <p:cNvSpPr/>
            <p:nvPr/>
          </p:nvSpPr>
          <p:spPr bwMode="auto">
            <a:xfrm>
              <a:off x="3299" y="506"/>
              <a:ext cx="47" cy="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29711" name="AutoShape 15"/>
            <p:cNvSpPr/>
            <p:nvPr/>
          </p:nvSpPr>
          <p:spPr bwMode="auto">
            <a:xfrm>
              <a:off x="3644" y="1382"/>
              <a:ext cx="36" cy="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29712" name="AutoShape 16"/>
            <p:cNvSpPr/>
            <p:nvPr/>
          </p:nvSpPr>
          <p:spPr bwMode="auto">
            <a:xfrm>
              <a:off x="3377" y="539"/>
              <a:ext cx="60"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29713" name="AutoShape 17"/>
            <p:cNvSpPr/>
            <p:nvPr/>
          </p:nvSpPr>
          <p:spPr bwMode="auto">
            <a:xfrm>
              <a:off x="3688" y="1305"/>
              <a:ext cx="38"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29714" name="AutoShape 18"/>
            <p:cNvSpPr/>
            <p:nvPr/>
          </p:nvSpPr>
          <p:spPr bwMode="auto">
            <a:xfrm>
              <a:off x="3588" y="1438"/>
              <a:ext cx="65" cy="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29715" name="AutoShape 19"/>
            <p:cNvSpPr/>
            <p:nvPr/>
          </p:nvSpPr>
          <p:spPr bwMode="auto">
            <a:xfrm>
              <a:off x="3766" y="1127"/>
              <a:ext cx="68"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29716" name="AutoShape 20"/>
            <p:cNvSpPr/>
            <p:nvPr/>
          </p:nvSpPr>
          <p:spPr bwMode="auto">
            <a:xfrm>
              <a:off x="3455" y="539"/>
              <a:ext cx="121" cy="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29717" name="AutoShape 21"/>
            <p:cNvSpPr/>
            <p:nvPr/>
          </p:nvSpPr>
          <p:spPr bwMode="auto">
            <a:xfrm>
              <a:off x="3732" y="1227"/>
              <a:ext cx="41"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29718" name="AutoShape 22"/>
            <p:cNvSpPr/>
            <p:nvPr/>
          </p:nvSpPr>
          <p:spPr bwMode="auto">
            <a:xfrm>
              <a:off x="3777" y="1049"/>
              <a:ext cx="79"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29719" name="AutoShape 23"/>
            <p:cNvSpPr/>
            <p:nvPr/>
          </p:nvSpPr>
          <p:spPr bwMode="auto">
            <a:xfrm>
              <a:off x="3766" y="872"/>
              <a:ext cx="115"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29720" name="AutoShape 24"/>
            <p:cNvSpPr/>
            <p:nvPr/>
          </p:nvSpPr>
          <p:spPr bwMode="auto">
            <a:xfrm>
              <a:off x="3655" y="672"/>
              <a:ext cx="142" cy="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29721" name="AutoShape 25"/>
            <p:cNvSpPr/>
            <p:nvPr/>
          </p:nvSpPr>
          <p:spPr bwMode="auto">
            <a:xfrm>
              <a:off x="3699" y="739"/>
              <a:ext cx="117" cy="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29722" name="AutoShape 26"/>
            <p:cNvSpPr/>
            <p:nvPr/>
          </p:nvSpPr>
          <p:spPr bwMode="auto">
            <a:xfrm>
              <a:off x="1910" y="3669"/>
              <a:ext cx="451" cy="187"/>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29723" name="AutoShape 27"/>
            <p:cNvSpPr/>
            <p:nvPr/>
          </p:nvSpPr>
          <p:spPr bwMode="auto">
            <a:xfrm>
              <a:off x="2755" y="3669"/>
              <a:ext cx="451" cy="187"/>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29724" name="AutoShape 28"/>
            <p:cNvSpPr/>
            <p:nvPr/>
          </p:nvSpPr>
          <p:spPr bwMode="auto">
            <a:xfrm>
              <a:off x="1943" y="3058"/>
              <a:ext cx="481" cy="166"/>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29725" name="AutoShape 29"/>
            <p:cNvSpPr/>
            <p:nvPr/>
          </p:nvSpPr>
          <p:spPr bwMode="auto">
            <a:xfrm>
              <a:off x="2666" y="3058"/>
              <a:ext cx="467" cy="154"/>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29726" name="AutoShape 30"/>
            <p:cNvSpPr/>
            <p:nvPr/>
          </p:nvSpPr>
          <p:spPr bwMode="auto">
            <a:xfrm>
              <a:off x="1999" y="2392"/>
              <a:ext cx="1056" cy="7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29727" name="AutoShape 31"/>
            <p:cNvSpPr/>
            <p:nvPr/>
          </p:nvSpPr>
          <p:spPr bwMode="auto">
            <a:xfrm>
              <a:off x="1999" y="2481"/>
              <a:ext cx="1056" cy="7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29728" name="AutoShape 32"/>
            <p:cNvSpPr/>
            <p:nvPr/>
          </p:nvSpPr>
          <p:spPr bwMode="auto">
            <a:xfrm>
              <a:off x="2199" y="2736"/>
              <a:ext cx="133" cy="1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29729" name="AutoShape 33"/>
            <p:cNvSpPr/>
            <p:nvPr/>
          </p:nvSpPr>
          <p:spPr bwMode="auto">
            <a:xfrm>
              <a:off x="2377" y="2736"/>
              <a:ext cx="127" cy="1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29730" name="AutoShape 34"/>
            <p:cNvSpPr/>
            <p:nvPr/>
          </p:nvSpPr>
          <p:spPr bwMode="auto">
            <a:xfrm>
              <a:off x="2543" y="2736"/>
              <a:ext cx="127" cy="1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29731" name="AutoShape 35"/>
            <p:cNvSpPr/>
            <p:nvPr/>
          </p:nvSpPr>
          <p:spPr bwMode="auto">
            <a:xfrm>
              <a:off x="2721" y="2736"/>
              <a:ext cx="134" cy="1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29732" name="AutoShape 36"/>
            <p:cNvSpPr/>
            <p:nvPr/>
          </p:nvSpPr>
          <p:spPr bwMode="auto">
            <a:xfrm>
              <a:off x="2199" y="2936"/>
              <a:ext cx="633"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29733" name="AutoShape 37"/>
            <p:cNvSpPr/>
            <p:nvPr/>
          </p:nvSpPr>
          <p:spPr bwMode="auto">
            <a:xfrm>
              <a:off x="2243" y="3036"/>
              <a:ext cx="545"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29734" name="Group 40"/>
            <p:cNvGrpSpPr/>
            <p:nvPr/>
          </p:nvGrpSpPr>
          <p:grpSpPr bwMode="auto">
            <a:xfrm rot="12873206" flipH="1">
              <a:off x="388" y="391"/>
              <a:ext cx="2002" cy="1993"/>
              <a:chOff x="0" y="0"/>
              <a:chExt cx="2001" cy="1992"/>
            </a:xfrm>
          </p:grpSpPr>
          <p:sp>
            <p:nvSpPr>
              <p:cNvPr id="29739" name="AutoShape 38"/>
              <p:cNvSpPr/>
              <p:nvPr/>
            </p:nvSpPr>
            <p:spPr bwMode="auto">
              <a:xfrm rot="2744935">
                <a:off x="422" y="162"/>
                <a:ext cx="1157" cy="1667"/>
              </a:xfrm>
              <a:custGeom>
                <a:avLst/>
                <a:gdLst>
                  <a:gd name="T0" fmla="*/ 0 w 19330"/>
                  <a:gd name="T1" fmla="*/ 0 h 20287"/>
                  <a:gd name="T2" fmla="*/ 0 w 19330"/>
                  <a:gd name="T3" fmla="*/ 0 h 20287"/>
                  <a:gd name="T4" fmla="*/ 0 w 19330"/>
                  <a:gd name="T5" fmla="*/ 1 h 20287"/>
                  <a:gd name="T6" fmla="*/ 0 w 19330"/>
                  <a:gd name="T7" fmla="*/ 1 h 20287"/>
                  <a:gd name="T8" fmla="*/ 0 w 19330"/>
                  <a:gd name="T9" fmla="*/ 1 h 20287"/>
                  <a:gd name="T10" fmla="*/ 0 w 19330"/>
                  <a:gd name="T11" fmla="*/ 1 h 20287"/>
                  <a:gd name="T12" fmla="*/ 0 w 19330"/>
                  <a:gd name="T13" fmla="*/ 1 h 20287"/>
                  <a:gd name="T14" fmla="*/ 0 w 19330"/>
                  <a:gd name="T15" fmla="*/ 0 h 20287"/>
                  <a:gd name="T16" fmla="*/ 0 w 19330"/>
                  <a:gd name="T17" fmla="*/ 0 h 20287"/>
                  <a:gd name="T18" fmla="*/ 0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8"/>
                    </a:cubicBezTo>
                    <a:cubicBezTo>
                      <a:pt x="2636"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29740" name="AutoShape 39"/>
              <p:cNvSpPr/>
              <p:nvPr/>
            </p:nvSpPr>
            <p:spPr bwMode="auto">
              <a:xfrm rot="2744935">
                <a:off x="928" y="570"/>
                <a:ext cx="153" cy="155"/>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1"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sp>
          <p:nvSpPr>
            <p:cNvPr id="29735" name="AutoShape 41"/>
            <p:cNvSpPr/>
            <p:nvPr/>
          </p:nvSpPr>
          <p:spPr bwMode="auto">
            <a:xfrm>
              <a:off x="3277" y="1837"/>
              <a:ext cx="159" cy="140"/>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sp>
          <p:nvSpPr>
            <p:cNvPr id="29736" name="AutoShape 42"/>
            <p:cNvSpPr/>
            <p:nvPr/>
          </p:nvSpPr>
          <p:spPr bwMode="auto">
            <a:xfrm>
              <a:off x="1866" y="106"/>
              <a:ext cx="1344" cy="1976"/>
            </a:xfrm>
            <a:custGeom>
              <a:avLst/>
              <a:gdLst>
                <a:gd name="T0" fmla="*/ 0 w 21600"/>
                <a:gd name="T1" fmla="*/ 1 h 21600"/>
                <a:gd name="T2" fmla="*/ 0 w 21600"/>
                <a:gd name="T3" fmla="*/ 2 h 21600"/>
                <a:gd name="T4" fmla="*/ 0 w 21600"/>
                <a:gd name="T5" fmla="*/ 2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29737" name="AutoShape 43"/>
            <p:cNvSpPr/>
            <p:nvPr/>
          </p:nvSpPr>
          <p:spPr bwMode="auto">
            <a:xfrm>
              <a:off x="1999" y="539"/>
              <a:ext cx="1089" cy="9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29738" name="AutoShape 44"/>
            <p:cNvSpPr/>
            <p:nvPr/>
          </p:nvSpPr>
          <p:spPr bwMode="auto">
            <a:xfrm>
              <a:off x="2399" y="605"/>
              <a:ext cx="640" cy="739"/>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8673"/>
                                        </p:tgtEl>
                                        <p:attrNameLst>
                                          <p:attrName>style.visibility</p:attrName>
                                        </p:attrNameLst>
                                      </p:cBhvr>
                                      <p:to>
                                        <p:strVal val="visible"/>
                                      </p:to>
                                    </p:set>
                                    <p:animEffect transition="in" filter="wipe(left)">
                                      <p:cBhvr>
                                        <p:cTn id="7" dur="500"/>
                                        <p:tgtEl>
                                          <p:spTgt spid="28673"/>
                                        </p:tgtEl>
                                      </p:cBhvr>
                                    </p:animEffect>
                                  </p:childTnLst>
                                </p:cTn>
                              </p:par>
                              <p:par>
                                <p:cTn id="8" presetID="37" presetClass="entr" presetSubtype="0" fill="hold" nodeType="withEffect">
                                  <p:stCondLst>
                                    <p:cond delay="300"/>
                                  </p:stCondLst>
                                  <p:childTnLst>
                                    <p:set>
                                      <p:cBhvr>
                                        <p:cTn id="9" dur="1" fill="hold">
                                          <p:stCondLst>
                                            <p:cond delay="0"/>
                                          </p:stCondLst>
                                        </p:cTn>
                                        <p:tgtEl>
                                          <p:spTgt spid="28675"/>
                                        </p:tgtEl>
                                        <p:attrNameLst>
                                          <p:attrName>style.visibility</p:attrName>
                                        </p:attrNameLst>
                                      </p:cBhvr>
                                      <p:to>
                                        <p:strVal val="visible"/>
                                      </p:to>
                                    </p:set>
                                    <p:animEffect transition="in" filter="fade">
                                      <p:cBhvr>
                                        <p:cTn id="10" dur="1000"/>
                                        <p:tgtEl>
                                          <p:spTgt spid="28675"/>
                                        </p:tgtEl>
                                      </p:cBhvr>
                                    </p:animEffect>
                                    <p:anim calcmode="lin" valueType="num">
                                      <p:cBhvr>
                                        <p:cTn id="11" dur="1000" fill="hold"/>
                                        <p:tgtEl>
                                          <p:spTgt spid="28675"/>
                                        </p:tgtEl>
                                        <p:attrNameLst>
                                          <p:attrName>ppt_x</p:attrName>
                                        </p:attrNameLst>
                                      </p:cBhvr>
                                      <p:tavLst>
                                        <p:tav tm="0">
                                          <p:val>
                                            <p:strVal val="#ppt_x"/>
                                          </p:val>
                                        </p:tav>
                                        <p:tav tm="100000">
                                          <p:val>
                                            <p:strVal val="#ppt_x"/>
                                          </p:val>
                                        </p:tav>
                                      </p:tavLst>
                                    </p:anim>
                                    <p:anim calcmode="lin" valueType="num">
                                      <p:cBhvr>
                                        <p:cTn id="12" dur="900" decel="100000" fill="hold"/>
                                        <p:tgtEl>
                                          <p:spTgt spid="28675"/>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28675"/>
                                        </p:tgtEl>
                                        <p:attrNameLst>
                                          <p:attrName>ppt_y</p:attrName>
                                        </p:attrNameLst>
                                      </p:cBhvr>
                                      <p:tavLst>
                                        <p:tav tm="0">
                                          <p:val>
                                            <p:strVal val="#ppt_y-.03"/>
                                          </p:val>
                                        </p:tav>
                                        <p:tav tm="100000">
                                          <p:val>
                                            <p:strVal val="#ppt_y"/>
                                          </p:val>
                                        </p:tav>
                                      </p:tavLst>
                                    </p:anim>
                                  </p:childTnLst>
                                </p:cTn>
                              </p:par>
                              <p:par>
                                <p:cTn id="14" presetID="2" presetClass="entr" presetSubtype="2" fill="hold" nodeType="withEffect">
                                  <p:stCondLst>
                                    <p:cond delay="500"/>
                                  </p:stCondLst>
                                  <p:childTnLst>
                                    <p:set>
                                      <p:cBhvr>
                                        <p:cTn id="15" dur="1" fill="hold">
                                          <p:stCondLst>
                                            <p:cond delay="0"/>
                                          </p:stCondLst>
                                        </p:cTn>
                                        <p:tgtEl>
                                          <p:spTgt spid="28674"/>
                                        </p:tgtEl>
                                        <p:attrNameLst>
                                          <p:attrName>style.visibility</p:attrName>
                                        </p:attrNameLst>
                                      </p:cBhvr>
                                      <p:to>
                                        <p:strVal val="visible"/>
                                      </p:to>
                                    </p:set>
                                    <p:anim calcmode="lin" valueType="num">
                                      <p:cBhvr additive="base">
                                        <p:cTn id="16" dur="500" fill="hold"/>
                                        <p:tgtEl>
                                          <p:spTgt spid="28674"/>
                                        </p:tgtEl>
                                        <p:attrNameLst>
                                          <p:attrName>ppt_x</p:attrName>
                                        </p:attrNameLst>
                                      </p:cBhvr>
                                      <p:tavLst>
                                        <p:tav tm="0">
                                          <p:val>
                                            <p:strVal val="1+#ppt_w/2"/>
                                          </p:val>
                                        </p:tav>
                                        <p:tav tm="100000">
                                          <p:val>
                                            <p:strVal val="#ppt_x"/>
                                          </p:val>
                                        </p:tav>
                                      </p:tavLst>
                                    </p:anim>
                                    <p:anim calcmode="lin" valueType="num">
                                      <p:cBhvr additive="base">
                                        <p:cTn id="17" dur="500" fill="hold"/>
                                        <p:tgtEl>
                                          <p:spTgt spid="286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p:nvPr/>
        </p:nvSpPr>
        <p:spPr bwMode="auto">
          <a:xfrm>
            <a:off x="3978027" y="919803"/>
            <a:ext cx="4154984" cy="1246495"/>
          </a:xfrm>
          <a:prstGeom prst="rect">
            <a:avLst/>
          </a:prstGeom>
          <a:noFill/>
          <a:ln>
            <a:noFill/>
          </a:ln>
        </p:spPr>
        <p:txBody>
          <a:bodyPr wrap="none" lIns="0" tIns="0" rIns="0" bIns="0" anchor="ctr">
            <a:spAutoFit/>
          </a:bodyPr>
          <a:lstStyle/>
          <a:p>
            <a:r>
              <a:rPr lang="zh-CN" altLang="en-US" sz="81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rPr>
              <a:t>推广业务</a:t>
            </a:r>
            <a:endParaRPr lang="en-US" sz="81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29698" name="Group 38"/>
          <p:cNvGrpSpPr/>
          <p:nvPr/>
        </p:nvGrpSpPr>
        <p:grpSpPr bwMode="auto">
          <a:xfrm>
            <a:off x="12882563" y="3009900"/>
            <a:ext cx="8586787" cy="9286875"/>
            <a:chOff x="0" y="0"/>
            <a:chExt cx="5408" cy="5850"/>
          </a:xfrm>
        </p:grpSpPr>
        <p:grpSp>
          <p:nvGrpSpPr>
            <p:cNvPr id="30731" name="Group 34"/>
            <p:cNvGrpSpPr/>
            <p:nvPr/>
          </p:nvGrpSpPr>
          <p:grpSpPr bwMode="auto">
            <a:xfrm>
              <a:off x="0" y="0"/>
              <a:ext cx="5408" cy="5850"/>
              <a:chOff x="0" y="0"/>
              <a:chExt cx="5408" cy="5850"/>
            </a:xfrm>
          </p:grpSpPr>
          <p:grpSp>
            <p:nvGrpSpPr>
              <p:cNvPr id="30735" name="Group 5"/>
              <p:cNvGrpSpPr/>
              <p:nvPr/>
            </p:nvGrpSpPr>
            <p:grpSpPr bwMode="auto">
              <a:xfrm>
                <a:off x="213" y="2954"/>
                <a:ext cx="5072" cy="2896"/>
                <a:chOff x="0" y="0"/>
                <a:chExt cx="5071" cy="2896"/>
              </a:xfrm>
            </p:grpSpPr>
            <p:sp>
              <p:nvSpPr>
                <p:cNvPr id="30764" name="AutoShape 2"/>
                <p:cNvSpPr/>
                <p:nvPr/>
              </p:nvSpPr>
              <p:spPr bwMode="auto">
                <a:xfrm>
                  <a:off x="0" y="551"/>
                  <a:ext cx="5071" cy="2345"/>
                </a:xfrm>
                <a:custGeom>
                  <a:avLst/>
                  <a:gdLst>
                    <a:gd name="T0" fmla="*/ 0 w 21600"/>
                    <a:gd name="T1" fmla="*/ 0 h 21600"/>
                    <a:gd name="T2" fmla="*/ 33 w 21600"/>
                    <a:gd name="T3" fmla="*/ 3 h 21600"/>
                    <a:gd name="T4" fmla="*/ 66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868"/>
                        <a:pt x="6977" y="21600"/>
                        <a:pt x="10800" y="21600"/>
                      </a:cubicBezTo>
                      <a:cubicBezTo>
                        <a:pt x="14893" y="21600"/>
                        <a:pt x="21597" y="11868"/>
                        <a:pt x="21600" y="0"/>
                      </a:cubicBezTo>
                      <a:cubicBezTo>
                        <a:pt x="21600" y="0"/>
                        <a:pt x="0" y="0"/>
                        <a:pt x="0" y="0"/>
                      </a:cubicBezTo>
                      <a:close/>
                      <a:moveTo>
                        <a:pt x="0" y="0"/>
                      </a:moveTo>
                    </a:path>
                  </a:pathLst>
                </a:custGeom>
                <a:solidFill>
                  <a:srgbClr val="24A088"/>
                </a:solidFill>
                <a:ln>
                  <a:noFill/>
                </a:ln>
              </p:spPr>
              <p:txBody>
                <a:bodyPr lIns="0" tIns="0" rIns="0" bIns="0"/>
                <a:lstStyle/>
                <a:p>
                  <a:endParaRPr lang="en-US"/>
                </a:p>
              </p:txBody>
            </p:sp>
            <p:sp>
              <p:nvSpPr>
                <p:cNvPr id="30765" name="AutoShape 3"/>
                <p:cNvSpPr/>
                <p:nvPr/>
              </p:nvSpPr>
              <p:spPr bwMode="auto">
                <a:xfrm>
                  <a:off x="0" y="559"/>
                  <a:ext cx="5071" cy="2326"/>
                </a:xfrm>
                <a:custGeom>
                  <a:avLst/>
                  <a:gdLst>
                    <a:gd name="T0" fmla="*/ 0 w 21600"/>
                    <a:gd name="T1" fmla="*/ 0 h 21600"/>
                    <a:gd name="T2" fmla="*/ 6 w 21600"/>
                    <a:gd name="T3" fmla="*/ 0 h 21600"/>
                    <a:gd name="T4" fmla="*/ 58 w 21600"/>
                    <a:gd name="T5" fmla="*/ 0 h 21600"/>
                    <a:gd name="T6" fmla="*/ 35 w 21600"/>
                    <a:gd name="T7" fmla="*/ 3 h 21600"/>
                    <a:gd name="T8" fmla="*/ 66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01"/>
                        <a:pt x="1898" y="105"/>
                        <a:pt x="1920" y="580"/>
                      </a:cubicBezTo>
                      <a:lnTo>
                        <a:pt x="19154" y="1319"/>
                      </a:lnTo>
                      <a:cubicBezTo>
                        <a:pt x="19152" y="10527"/>
                        <a:pt x="15259" y="18401"/>
                        <a:pt x="11594" y="21600"/>
                      </a:cubicBezTo>
                      <a:cubicBezTo>
                        <a:pt x="15704" y="20493"/>
                        <a:pt x="21598" y="11134"/>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30766" name="AutoShape 4"/>
                <p:cNvSpPr/>
                <p:nvPr/>
              </p:nvSpPr>
              <p:spPr bwMode="auto">
                <a:xfrm>
                  <a:off x="0" y="0"/>
                  <a:ext cx="5071" cy="1078"/>
                </a:xfrm>
                <a:custGeom>
                  <a:avLst/>
                  <a:gdLst>
                    <a:gd name="T0" fmla="*/ 66 w 21600"/>
                    <a:gd name="T1" fmla="*/ 0 h 21600"/>
                    <a:gd name="T2" fmla="*/ 33 w 21600"/>
                    <a:gd name="T3" fmla="*/ 0 h 21600"/>
                    <a:gd name="T4" fmla="*/ 0 w 21600"/>
                    <a:gd name="T5" fmla="*/ 0 h 21600"/>
                    <a:gd name="T6" fmla="*/ 33 w 21600"/>
                    <a:gd name="T7" fmla="*/ 0 h 21600"/>
                    <a:gd name="T8" fmla="*/ 66 w 21600"/>
                    <a:gd name="T9" fmla="*/ 0 h 21600"/>
                    <a:gd name="T10" fmla="*/ 66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186A53"/>
                </a:solidFill>
                <a:ln>
                  <a:noFill/>
                </a:ln>
              </p:spPr>
              <p:txBody>
                <a:bodyPr lIns="0" tIns="0" rIns="0" bIns="0"/>
                <a:lstStyle/>
                <a:p>
                  <a:endParaRPr lang="en-US"/>
                </a:p>
              </p:txBody>
            </p:sp>
          </p:grpSp>
          <p:sp>
            <p:nvSpPr>
              <p:cNvPr id="30736" name="AutoShape 6"/>
              <p:cNvSpPr/>
              <p:nvPr/>
            </p:nvSpPr>
            <p:spPr bwMode="auto">
              <a:xfrm>
                <a:off x="979" y="1685"/>
                <a:ext cx="245" cy="1803"/>
              </a:xfrm>
              <a:custGeom>
                <a:avLst/>
                <a:gdLst>
                  <a:gd name="T0" fmla="*/ 0 w 21600"/>
                  <a:gd name="T1" fmla="*/ 0 h 21600"/>
                  <a:gd name="T2" fmla="*/ 0 w 21600"/>
                  <a:gd name="T3" fmla="*/ 1 h 21600"/>
                  <a:gd name="T4" fmla="*/ 0 w 21600"/>
                  <a:gd name="T5" fmla="*/ 1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0"/>
                    </a:moveTo>
                    <a:lnTo>
                      <a:pt x="0" y="20416"/>
                    </a:lnTo>
                    <a:lnTo>
                      <a:pt x="21600" y="21600"/>
                    </a:lnTo>
                    <a:lnTo>
                      <a:pt x="21600" y="0"/>
                    </a:lnTo>
                    <a:cubicBezTo>
                      <a:pt x="21600" y="0"/>
                      <a:pt x="0" y="0"/>
                      <a:pt x="0" y="0"/>
                    </a:cubicBezTo>
                    <a:close/>
                    <a:moveTo>
                      <a:pt x="0" y="0"/>
                    </a:moveTo>
                  </a:path>
                </a:pathLst>
              </a:custGeom>
              <a:solidFill>
                <a:srgbClr val="A3997E"/>
              </a:solidFill>
              <a:ln>
                <a:noFill/>
              </a:ln>
            </p:spPr>
            <p:txBody>
              <a:bodyPr lIns="0" tIns="0" rIns="0" bIns="0"/>
              <a:lstStyle/>
              <a:p>
                <a:endParaRPr lang="en-US"/>
              </a:p>
            </p:txBody>
          </p:sp>
          <p:sp>
            <p:nvSpPr>
              <p:cNvPr id="30737" name="AutoShape 7"/>
              <p:cNvSpPr/>
              <p:nvPr/>
            </p:nvSpPr>
            <p:spPr bwMode="auto">
              <a:xfrm>
                <a:off x="1224" y="1685"/>
                <a:ext cx="177" cy="1802"/>
              </a:xfrm>
              <a:custGeom>
                <a:avLst/>
                <a:gdLst>
                  <a:gd name="T0" fmla="*/ 0 w 21600"/>
                  <a:gd name="T1" fmla="*/ 1 h 21600"/>
                  <a:gd name="T2" fmla="*/ 0 w 21600"/>
                  <a:gd name="T3" fmla="*/ 1 h 21600"/>
                  <a:gd name="T4" fmla="*/ 0 w 21600"/>
                  <a:gd name="T5" fmla="*/ 0 h 21600"/>
                  <a:gd name="T6" fmla="*/ 0 w 21600"/>
                  <a:gd name="T7" fmla="*/ 0 h 21600"/>
                  <a:gd name="T8" fmla="*/ 0 w 21600"/>
                  <a:gd name="T9" fmla="*/ 1 h 21600"/>
                  <a:gd name="T10" fmla="*/ 0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130"/>
                    </a:moveTo>
                    <a:lnTo>
                      <a:pt x="0" y="21600"/>
                    </a:lnTo>
                    <a:lnTo>
                      <a:pt x="0" y="0"/>
                    </a:lnTo>
                    <a:lnTo>
                      <a:pt x="21600" y="0"/>
                    </a:lnTo>
                    <a:cubicBezTo>
                      <a:pt x="21600" y="0"/>
                      <a:pt x="21600" y="21130"/>
                      <a:pt x="21600" y="21130"/>
                    </a:cubicBezTo>
                    <a:close/>
                    <a:moveTo>
                      <a:pt x="21600" y="21130"/>
                    </a:moveTo>
                  </a:path>
                </a:pathLst>
              </a:custGeom>
              <a:solidFill>
                <a:srgbClr val="837960"/>
              </a:solidFill>
              <a:ln>
                <a:noFill/>
              </a:ln>
            </p:spPr>
            <p:txBody>
              <a:bodyPr lIns="0" tIns="0" rIns="0" bIns="0"/>
              <a:lstStyle/>
              <a:p>
                <a:endParaRPr lang="en-US"/>
              </a:p>
            </p:txBody>
          </p:sp>
          <p:sp>
            <p:nvSpPr>
              <p:cNvPr id="30738" name="AutoShape 8"/>
              <p:cNvSpPr/>
              <p:nvPr/>
            </p:nvSpPr>
            <p:spPr bwMode="auto">
              <a:xfrm>
                <a:off x="0" y="274"/>
                <a:ext cx="2312" cy="1675"/>
              </a:xfrm>
              <a:custGeom>
                <a:avLst/>
                <a:gdLst>
                  <a:gd name="T0" fmla="*/ 0 w 21600"/>
                  <a:gd name="T1" fmla="*/ 0 h 21600"/>
                  <a:gd name="T2" fmla="*/ 0 w 21600"/>
                  <a:gd name="T3" fmla="*/ 1 h 21600"/>
                  <a:gd name="T4" fmla="*/ 3 w 21600"/>
                  <a:gd name="T5" fmla="*/ 1 h 21600"/>
                  <a:gd name="T6" fmla="*/ 3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4926"/>
                    </a:moveTo>
                    <a:lnTo>
                      <a:pt x="0" y="20084"/>
                    </a:lnTo>
                    <a:lnTo>
                      <a:pt x="21600" y="21600"/>
                    </a:lnTo>
                    <a:lnTo>
                      <a:pt x="21600" y="0"/>
                    </a:lnTo>
                    <a:cubicBezTo>
                      <a:pt x="21600" y="0"/>
                      <a:pt x="0" y="4926"/>
                      <a:pt x="0" y="4926"/>
                    </a:cubicBezTo>
                    <a:close/>
                    <a:moveTo>
                      <a:pt x="0" y="4926"/>
                    </a:moveTo>
                  </a:path>
                </a:pathLst>
              </a:custGeom>
              <a:solidFill>
                <a:srgbClr val="E4DBBD"/>
              </a:solidFill>
              <a:ln>
                <a:noFill/>
              </a:ln>
            </p:spPr>
            <p:txBody>
              <a:bodyPr lIns="0" tIns="0" rIns="0" bIns="0"/>
              <a:lstStyle/>
              <a:p>
                <a:endParaRPr lang="en-US"/>
              </a:p>
            </p:txBody>
          </p:sp>
          <p:sp>
            <p:nvSpPr>
              <p:cNvPr id="30739" name="AutoShape 9"/>
              <p:cNvSpPr/>
              <p:nvPr/>
            </p:nvSpPr>
            <p:spPr bwMode="auto">
              <a:xfrm>
                <a:off x="2312" y="274"/>
                <a:ext cx="98" cy="1675"/>
              </a:xfrm>
              <a:custGeom>
                <a:avLst/>
                <a:gdLst>
                  <a:gd name="T0" fmla="*/ 0 w 21600"/>
                  <a:gd name="T1" fmla="*/ 1 h 21600"/>
                  <a:gd name="T2" fmla="*/ 0 w 21600"/>
                  <a:gd name="T3" fmla="*/ 1 h 21600"/>
                  <a:gd name="T4" fmla="*/ 0 w 21600"/>
                  <a:gd name="T5" fmla="*/ 0 h 21600"/>
                  <a:gd name="T6" fmla="*/ 0 w 21600"/>
                  <a:gd name="T7" fmla="*/ 0 h 21600"/>
                  <a:gd name="T8" fmla="*/ 0 w 21600"/>
                  <a:gd name="T9" fmla="*/ 1 h 21600"/>
                  <a:gd name="T10" fmla="*/ 0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137"/>
                    </a:moveTo>
                    <a:lnTo>
                      <a:pt x="0" y="21600"/>
                    </a:lnTo>
                    <a:lnTo>
                      <a:pt x="0" y="0"/>
                    </a:lnTo>
                    <a:lnTo>
                      <a:pt x="21600" y="674"/>
                    </a:lnTo>
                    <a:cubicBezTo>
                      <a:pt x="21600" y="674"/>
                      <a:pt x="21600" y="21137"/>
                      <a:pt x="21600" y="21137"/>
                    </a:cubicBezTo>
                    <a:close/>
                    <a:moveTo>
                      <a:pt x="21600" y="21137"/>
                    </a:moveTo>
                  </a:path>
                </a:pathLst>
              </a:custGeom>
              <a:solidFill>
                <a:srgbClr val="A3997E"/>
              </a:solidFill>
              <a:ln>
                <a:noFill/>
              </a:ln>
            </p:spPr>
            <p:txBody>
              <a:bodyPr lIns="0" tIns="0" rIns="0" bIns="0"/>
              <a:lstStyle/>
              <a:p>
                <a:endParaRPr lang="en-US"/>
              </a:p>
            </p:txBody>
          </p:sp>
          <p:sp>
            <p:nvSpPr>
              <p:cNvPr id="30740" name="AutoShape 10"/>
              <p:cNvSpPr/>
              <p:nvPr/>
            </p:nvSpPr>
            <p:spPr bwMode="auto">
              <a:xfrm>
                <a:off x="4135" y="1557"/>
                <a:ext cx="264" cy="1990"/>
              </a:xfrm>
              <a:custGeom>
                <a:avLst/>
                <a:gdLst>
                  <a:gd name="T0" fmla="*/ 0 w 21600"/>
                  <a:gd name="T1" fmla="*/ 0 h 21600"/>
                  <a:gd name="T2" fmla="*/ 0 w 21600"/>
                  <a:gd name="T3" fmla="*/ 1 h 21600"/>
                  <a:gd name="T4" fmla="*/ 0 w 21600"/>
                  <a:gd name="T5" fmla="*/ 2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21600" y="20416"/>
                    </a:lnTo>
                    <a:lnTo>
                      <a:pt x="0" y="21600"/>
                    </a:lnTo>
                    <a:lnTo>
                      <a:pt x="0" y="0"/>
                    </a:lnTo>
                    <a:cubicBezTo>
                      <a:pt x="0" y="0"/>
                      <a:pt x="21600" y="0"/>
                      <a:pt x="21600" y="0"/>
                    </a:cubicBezTo>
                    <a:close/>
                    <a:moveTo>
                      <a:pt x="21600" y="0"/>
                    </a:moveTo>
                  </a:path>
                </a:pathLst>
              </a:custGeom>
              <a:solidFill>
                <a:srgbClr val="A3997E"/>
              </a:solidFill>
              <a:ln>
                <a:noFill/>
              </a:ln>
            </p:spPr>
            <p:txBody>
              <a:bodyPr lIns="0" tIns="0" rIns="0" bIns="0"/>
              <a:lstStyle/>
              <a:p>
                <a:endParaRPr lang="en-US"/>
              </a:p>
            </p:txBody>
          </p:sp>
          <p:sp>
            <p:nvSpPr>
              <p:cNvPr id="30741" name="AutoShape 11"/>
              <p:cNvSpPr/>
              <p:nvPr/>
            </p:nvSpPr>
            <p:spPr bwMode="auto">
              <a:xfrm>
                <a:off x="3958" y="1557"/>
                <a:ext cx="177" cy="1989"/>
              </a:xfrm>
              <a:custGeom>
                <a:avLst/>
                <a:gdLst>
                  <a:gd name="T0" fmla="*/ 0 w 21600"/>
                  <a:gd name="T1" fmla="*/ 1 h 21600"/>
                  <a:gd name="T2" fmla="*/ 0 w 21600"/>
                  <a:gd name="T3" fmla="*/ 2 h 21600"/>
                  <a:gd name="T4" fmla="*/ 0 w 21600"/>
                  <a:gd name="T5" fmla="*/ 0 h 21600"/>
                  <a:gd name="T6" fmla="*/ 0 w 21600"/>
                  <a:gd name="T7" fmla="*/ 0 h 21600"/>
                  <a:gd name="T8" fmla="*/ 0 w 21600"/>
                  <a:gd name="T9" fmla="*/ 1 h 21600"/>
                  <a:gd name="T10" fmla="*/ 0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0"/>
                    </a:moveTo>
                    <a:lnTo>
                      <a:pt x="21600" y="21600"/>
                    </a:lnTo>
                    <a:lnTo>
                      <a:pt x="21600" y="0"/>
                    </a:lnTo>
                    <a:lnTo>
                      <a:pt x="0" y="0"/>
                    </a:lnTo>
                    <a:cubicBezTo>
                      <a:pt x="0" y="0"/>
                      <a:pt x="0" y="21130"/>
                      <a:pt x="0" y="21130"/>
                    </a:cubicBezTo>
                    <a:close/>
                    <a:moveTo>
                      <a:pt x="0" y="21130"/>
                    </a:moveTo>
                  </a:path>
                </a:pathLst>
              </a:custGeom>
              <a:solidFill>
                <a:srgbClr val="837960"/>
              </a:solidFill>
              <a:ln>
                <a:noFill/>
              </a:ln>
            </p:spPr>
            <p:txBody>
              <a:bodyPr lIns="0" tIns="0" rIns="0" bIns="0"/>
              <a:lstStyle/>
              <a:p>
                <a:endParaRPr lang="en-US"/>
              </a:p>
            </p:txBody>
          </p:sp>
          <p:sp>
            <p:nvSpPr>
              <p:cNvPr id="30742" name="AutoShape 12"/>
              <p:cNvSpPr/>
              <p:nvPr/>
            </p:nvSpPr>
            <p:spPr bwMode="auto">
              <a:xfrm>
                <a:off x="2988" y="0"/>
                <a:ext cx="2420" cy="1848"/>
              </a:xfrm>
              <a:custGeom>
                <a:avLst/>
                <a:gdLst>
                  <a:gd name="T0" fmla="*/ 3 w 21600"/>
                  <a:gd name="T1" fmla="*/ 0 h 21600"/>
                  <a:gd name="T2" fmla="*/ 3 w 21600"/>
                  <a:gd name="T3" fmla="*/ 1 h 21600"/>
                  <a:gd name="T4" fmla="*/ 0 w 21600"/>
                  <a:gd name="T5" fmla="*/ 1 h 21600"/>
                  <a:gd name="T6" fmla="*/ 0 w 21600"/>
                  <a:gd name="T7" fmla="*/ 0 h 21600"/>
                  <a:gd name="T8" fmla="*/ 3 w 21600"/>
                  <a:gd name="T9" fmla="*/ 0 h 21600"/>
                  <a:gd name="T10" fmla="*/ 3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4926"/>
                    </a:moveTo>
                    <a:lnTo>
                      <a:pt x="21600" y="20084"/>
                    </a:lnTo>
                    <a:lnTo>
                      <a:pt x="0" y="21600"/>
                    </a:lnTo>
                    <a:lnTo>
                      <a:pt x="0" y="0"/>
                    </a:lnTo>
                    <a:cubicBezTo>
                      <a:pt x="0" y="0"/>
                      <a:pt x="21600" y="4926"/>
                      <a:pt x="21600" y="4926"/>
                    </a:cubicBezTo>
                    <a:close/>
                    <a:moveTo>
                      <a:pt x="21600" y="4926"/>
                    </a:moveTo>
                  </a:path>
                </a:pathLst>
              </a:custGeom>
              <a:solidFill>
                <a:srgbClr val="D1C6AC"/>
              </a:solidFill>
              <a:ln>
                <a:noFill/>
              </a:ln>
            </p:spPr>
            <p:txBody>
              <a:bodyPr lIns="0" tIns="0" rIns="0" bIns="0"/>
              <a:lstStyle/>
              <a:p>
                <a:endParaRPr lang="en-US"/>
              </a:p>
            </p:txBody>
          </p:sp>
          <p:sp>
            <p:nvSpPr>
              <p:cNvPr id="30743" name="AutoShape 13"/>
              <p:cNvSpPr/>
              <p:nvPr/>
            </p:nvSpPr>
            <p:spPr bwMode="auto">
              <a:xfrm>
                <a:off x="2900" y="0"/>
                <a:ext cx="88" cy="1848"/>
              </a:xfrm>
              <a:custGeom>
                <a:avLst/>
                <a:gdLst>
                  <a:gd name="T0" fmla="*/ 0 w 21600"/>
                  <a:gd name="T1" fmla="*/ 1 h 21600"/>
                  <a:gd name="T2" fmla="*/ 0 w 21600"/>
                  <a:gd name="T3" fmla="*/ 1 h 21600"/>
                  <a:gd name="T4" fmla="*/ 0 w 21600"/>
                  <a:gd name="T5" fmla="*/ 0 h 21600"/>
                  <a:gd name="T6" fmla="*/ 0 w 21600"/>
                  <a:gd name="T7" fmla="*/ 0 h 21600"/>
                  <a:gd name="T8" fmla="*/ 0 w 21600"/>
                  <a:gd name="T9" fmla="*/ 1 h 21600"/>
                  <a:gd name="T10" fmla="*/ 0 w 21600"/>
                  <a:gd name="T11" fmla="*/ 1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7"/>
                    </a:moveTo>
                    <a:lnTo>
                      <a:pt x="21600" y="21600"/>
                    </a:lnTo>
                    <a:lnTo>
                      <a:pt x="21600" y="0"/>
                    </a:lnTo>
                    <a:lnTo>
                      <a:pt x="0" y="674"/>
                    </a:lnTo>
                    <a:cubicBezTo>
                      <a:pt x="0" y="674"/>
                      <a:pt x="0" y="21137"/>
                      <a:pt x="0" y="21137"/>
                    </a:cubicBezTo>
                    <a:close/>
                    <a:moveTo>
                      <a:pt x="0" y="21137"/>
                    </a:moveTo>
                  </a:path>
                </a:pathLst>
              </a:custGeom>
              <a:solidFill>
                <a:srgbClr val="A3997E"/>
              </a:solidFill>
              <a:ln>
                <a:noFill/>
              </a:ln>
            </p:spPr>
            <p:txBody>
              <a:bodyPr lIns="0" tIns="0" rIns="0" bIns="0"/>
              <a:lstStyle/>
              <a:p>
                <a:endParaRPr lang="en-US"/>
              </a:p>
            </p:txBody>
          </p:sp>
          <p:sp>
            <p:nvSpPr>
              <p:cNvPr id="30744" name="AutoShape 14"/>
              <p:cNvSpPr/>
              <p:nvPr/>
            </p:nvSpPr>
            <p:spPr bwMode="auto">
              <a:xfrm>
                <a:off x="2763" y="2410"/>
                <a:ext cx="166" cy="127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21600" y="20415"/>
                    </a:lnTo>
                    <a:lnTo>
                      <a:pt x="0" y="21600"/>
                    </a:lnTo>
                    <a:lnTo>
                      <a:pt x="0" y="0"/>
                    </a:lnTo>
                    <a:cubicBezTo>
                      <a:pt x="0" y="0"/>
                      <a:pt x="21600" y="0"/>
                      <a:pt x="21600" y="0"/>
                    </a:cubicBezTo>
                    <a:close/>
                    <a:moveTo>
                      <a:pt x="21600" y="0"/>
                    </a:moveTo>
                  </a:path>
                </a:pathLst>
              </a:custGeom>
              <a:solidFill>
                <a:srgbClr val="A3997E"/>
              </a:solidFill>
              <a:ln>
                <a:noFill/>
              </a:ln>
            </p:spPr>
            <p:txBody>
              <a:bodyPr lIns="0" tIns="0" rIns="0" bIns="0"/>
              <a:lstStyle/>
              <a:p>
                <a:endParaRPr lang="en-US"/>
              </a:p>
            </p:txBody>
          </p:sp>
          <p:sp>
            <p:nvSpPr>
              <p:cNvPr id="30745" name="AutoShape 15"/>
              <p:cNvSpPr/>
              <p:nvPr/>
            </p:nvSpPr>
            <p:spPr bwMode="auto">
              <a:xfrm>
                <a:off x="2645" y="2410"/>
                <a:ext cx="118" cy="12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0"/>
                    </a:moveTo>
                    <a:lnTo>
                      <a:pt x="21600" y="21600"/>
                    </a:lnTo>
                    <a:lnTo>
                      <a:pt x="21600" y="0"/>
                    </a:lnTo>
                    <a:lnTo>
                      <a:pt x="0" y="0"/>
                    </a:lnTo>
                    <a:cubicBezTo>
                      <a:pt x="0" y="0"/>
                      <a:pt x="0" y="21130"/>
                      <a:pt x="0" y="21130"/>
                    </a:cubicBezTo>
                    <a:close/>
                    <a:moveTo>
                      <a:pt x="0" y="21130"/>
                    </a:moveTo>
                  </a:path>
                </a:pathLst>
              </a:custGeom>
              <a:solidFill>
                <a:srgbClr val="837960"/>
              </a:solidFill>
              <a:ln>
                <a:noFill/>
              </a:ln>
            </p:spPr>
            <p:txBody>
              <a:bodyPr lIns="0" tIns="0" rIns="0" bIns="0"/>
              <a:lstStyle/>
              <a:p>
                <a:endParaRPr lang="en-US"/>
              </a:p>
            </p:txBody>
          </p:sp>
          <p:sp>
            <p:nvSpPr>
              <p:cNvPr id="30746" name="AutoShape 16"/>
              <p:cNvSpPr/>
              <p:nvPr/>
            </p:nvSpPr>
            <p:spPr bwMode="auto">
              <a:xfrm>
                <a:off x="2028" y="1410"/>
                <a:ext cx="1548" cy="1185"/>
              </a:xfrm>
              <a:custGeom>
                <a:avLst/>
                <a:gdLst>
                  <a:gd name="T0" fmla="*/ 1 w 21600"/>
                  <a:gd name="T1" fmla="*/ 0 h 21600"/>
                  <a:gd name="T2" fmla="*/ 1 w 21600"/>
                  <a:gd name="T3" fmla="*/ 0 h 21600"/>
                  <a:gd name="T4" fmla="*/ 0 w 21600"/>
                  <a:gd name="T5" fmla="*/ 0 h 21600"/>
                  <a:gd name="T6" fmla="*/ 0 w 21600"/>
                  <a:gd name="T7" fmla="*/ 0 h 21600"/>
                  <a:gd name="T8" fmla="*/ 1 w 21600"/>
                  <a:gd name="T9" fmla="*/ 0 h 21600"/>
                  <a:gd name="T10" fmla="*/ 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4926"/>
                    </a:moveTo>
                    <a:lnTo>
                      <a:pt x="21600" y="20084"/>
                    </a:lnTo>
                    <a:lnTo>
                      <a:pt x="0" y="21600"/>
                    </a:lnTo>
                    <a:lnTo>
                      <a:pt x="0" y="0"/>
                    </a:lnTo>
                    <a:cubicBezTo>
                      <a:pt x="0" y="0"/>
                      <a:pt x="21600" y="4926"/>
                      <a:pt x="21600" y="4926"/>
                    </a:cubicBezTo>
                    <a:close/>
                    <a:moveTo>
                      <a:pt x="21600" y="4926"/>
                    </a:moveTo>
                  </a:path>
                </a:pathLst>
              </a:custGeom>
              <a:solidFill>
                <a:srgbClr val="F2EBDD"/>
              </a:solidFill>
              <a:ln>
                <a:noFill/>
              </a:ln>
            </p:spPr>
            <p:txBody>
              <a:bodyPr lIns="0" tIns="0" rIns="0" bIns="0"/>
              <a:lstStyle/>
              <a:p>
                <a:endParaRPr lang="en-US"/>
              </a:p>
            </p:txBody>
          </p:sp>
          <p:sp>
            <p:nvSpPr>
              <p:cNvPr id="30747" name="AutoShape 17"/>
              <p:cNvSpPr/>
              <p:nvPr/>
            </p:nvSpPr>
            <p:spPr bwMode="auto">
              <a:xfrm>
                <a:off x="1969" y="1410"/>
                <a:ext cx="59" cy="1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7"/>
                    </a:moveTo>
                    <a:lnTo>
                      <a:pt x="21600" y="21600"/>
                    </a:lnTo>
                    <a:lnTo>
                      <a:pt x="21600" y="0"/>
                    </a:lnTo>
                    <a:lnTo>
                      <a:pt x="0" y="674"/>
                    </a:lnTo>
                    <a:cubicBezTo>
                      <a:pt x="0" y="674"/>
                      <a:pt x="0" y="21137"/>
                      <a:pt x="0" y="21137"/>
                    </a:cubicBezTo>
                    <a:close/>
                    <a:moveTo>
                      <a:pt x="0" y="21137"/>
                    </a:moveTo>
                  </a:path>
                </a:pathLst>
              </a:custGeom>
              <a:solidFill>
                <a:srgbClr val="A3997E"/>
              </a:solidFill>
              <a:ln>
                <a:noFill/>
              </a:ln>
            </p:spPr>
            <p:txBody>
              <a:bodyPr lIns="0" tIns="0" rIns="0" bIns="0"/>
              <a:lstStyle/>
              <a:p>
                <a:endParaRPr lang="en-US"/>
              </a:p>
            </p:txBody>
          </p:sp>
          <p:sp>
            <p:nvSpPr>
              <p:cNvPr id="30748" name="AutoShape 18"/>
              <p:cNvSpPr/>
              <p:nvPr/>
            </p:nvSpPr>
            <p:spPr bwMode="auto">
              <a:xfrm>
                <a:off x="2841" y="2449"/>
                <a:ext cx="1357" cy="510"/>
              </a:xfrm>
              <a:custGeom>
                <a:avLst/>
                <a:gdLst>
                  <a:gd name="T0" fmla="*/ 0 w 21600"/>
                  <a:gd name="T1" fmla="*/ 0 h 21210"/>
                  <a:gd name="T2" fmla="*/ 0 w 21600"/>
                  <a:gd name="T3" fmla="*/ 0 h 21210"/>
                  <a:gd name="T4" fmla="*/ 0 w 21600"/>
                  <a:gd name="T5" fmla="*/ 0 h 21210"/>
                  <a:gd name="T6" fmla="*/ 0 w 21600"/>
                  <a:gd name="T7" fmla="*/ 0 h 21210"/>
                  <a:gd name="T8" fmla="*/ 0 w 21600"/>
                  <a:gd name="T9" fmla="*/ 0 h 21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210">
                    <a:moveTo>
                      <a:pt x="21600" y="0"/>
                    </a:moveTo>
                    <a:lnTo>
                      <a:pt x="21600" y="0"/>
                    </a:lnTo>
                    <a:cubicBezTo>
                      <a:pt x="21600" y="0"/>
                      <a:pt x="21514" y="2053"/>
                      <a:pt x="20059" y="7610"/>
                    </a:cubicBezTo>
                    <a:cubicBezTo>
                      <a:pt x="18188" y="14756"/>
                      <a:pt x="12788" y="21600"/>
                      <a:pt x="7642" y="21192"/>
                    </a:cubicBezTo>
                    <a:cubicBezTo>
                      <a:pt x="2495" y="20785"/>
                      <a:pt x="0" y="18779"/>
                      <a:pt x="0" y="18779"/>
                    </a:cubicBezTo>
                  </a:path>
                </a:pathLst>
              </a:custGeom>
              <a:noFill/>
              <a:ln w="38100" cap="flat">
                <a:solidFill>
                  <a:srgbClr val="F6981F"/>
                </a:solidFill>
                <a:prstDash val="solid"/>
                <a:miter lim="800000"/>
                <a:headEnd type="none" w="med" len="med"/>
                <a:tailEnd type="none" w="med" len="med"/>
              </a:ln>
            </p:spPr>
            <p:txBody>
              <a:bodyPr lIns="0" tIns="0" rIns="0" bIns="0"/>
              <a:lstStyle/>
              <a:p>
                <a:endParaRPr lang="en-US"/>
              </a:p>
            </p:txBody>
          </p:sp>
          <p:sp>
            <p:nvSpPr>
              <p:cNvPr id="30749" name="AutoShape 19"/>
              <p:cNvSpPr/>
              <p:nvPr/>
            </p:nvSpPr>
            <p:spPr bwMode="auto">
              <a:xfrm>
                <a:off x="2831" y="2909"/>
                <a:ext cx="213" cy="29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7310" y="21600"/>
                    </a:lnTo>
                    <a:lnTo>
                      <a:pt x="21600" y="3631"/>
                    </a:lnTo>
                    <a:cubicBezTo>
                      <a:pt x="21600" y="3631"/>
                      <a:pt x="8639" y="6480"/>
                      <a:pt x="0" y="0"/>
                    </a:cubicBezTo>
                    <a:close/>
                    <a:moveTo>
                      <a:pt x="0" y="0"/>
                    </a:moveTo>
                  </a:path>
                </a:pathLst>
              </a:custGeom>
              <a:solidFill>
                <a:srgbClr val="EC1F3A"/>
              </a:solidFill>
              <a:ln>
                <a:noFill/>
              </a:ln>
            </p:spPr>
            <p:txBody>
              <a:bodyPr lIns="0" tIns="0" rIns="0" bIns="0"/>
              <a:lstStyle/>
              <a:p>
                <a:endParaRPr lang="en-US"/>
              </a:p>
            </p:txBody>
          </p:sp>
          <p:sp>
            <p:nvSpPr>
              <p:cNvPr id="30750" name="AutoShape 20"/>
              <p:cNvSpPr/>
              <p:nvPr/>
            </p:nvSpPr>
            <p:spPr bwMode="auto">
              <a:xfrm>
                <a:off x="3067" y="2948"/>
                <a:ext cx="216" cy="28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1714"/>
                    </a:moveTo>
                    <a:cubicBezTo>
                      <a:pt x="21600" y="1714"/>
                      <a:pt x="9493" y="5873"/>
                      <a:pt x="0" y="0"/>
                    </a:cubicBezTo>
                    <a:lnTo>
                      <a:pt x="10769" y="21600"/>
                    </a:lnTo>
                  </a:path>
                </a:pathLst>
              </a:custGeom>
              <a:solidFill>
                <a:srgbClr val="EC1F3A"/>
              </a:solidFill>
              <a:ln>
                <a:noFill/>
              </a:ln>
            </p:spPr>
            <p:txBody>
              <a:bodyPr lIns="0" tIns="0" rIns="0" bIns="0"/>
              <a:lstStyle/>
              <a:p>
                <a:endParaRPr lang="en-US"/>
              </a:p>
            </p:txBody>
          </p:sp>
          <p:sp>
            <p:nvSpPr>
              <p:cNvPr id="30751" name="AutoShape 21"/>
              <p:cNvSpPr/>
              <p:nvPr/>
            </p:nvSpPr>
            <p:spPr bwMode="auto">
              <a:xfrm>
                <a:off x="3311" y="2958"/>
                <a:ext cx="218" cy="27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476"/>
                    </a:moveTo>
                    <a:cubicBezTo>
                      <a:pt x="21600" y="476"/>
                      <a:pt x="9994" y="5482"/>
                      <a:pt x="0" y="0"/>
                    </a:cubicBezTo>
                    <a:lnTo>
                      <a:pt x="12798" y="21600"/>
                    </a:lnTo>
                  </a:path>
                </a:pathLst>
              </a:custGeom>
              <a:solidFill>
                <a:srgbClr val="EC1F3A"/>
              </a:solidFill>
              <a:ln>
                <a:noFill/>
              </a:ln>
            </p:spPr>
            <p:txBody>
              <a:bodyPr lIns="0" tIns="0" rIns="0" bIns="0"/>
              <a:lstStyle/>
              <a:p>
                <a:endParaRPr lang="en-US"/>
              </a:p>
            </p:txBody>
          </p:sp>
          <p:sp>
            <p:nvSpPr>
              <p:cNvPr id="30752" name="AutoShape 22"/>
              <p:cNvSpPr/>
              <p:nvPr/>
            </p:nvSpPr>
            <p:spPr bwMode="auto">
              <a:xfrm>
                <a:off x="3527" y="2909"/>
                <a:ext cx="213" cy="28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0"/>
                    </a:moveTo>
                    <a:cubicBezTo>
                      <a:pt x="21600" y="0"/>
                      <a:pt x="11592" y="6865"/>
                      <a:pt x="0" y="3512"/>
                    </a:cubicBezTo>
                    <a:lnTo>
                      <a:pt x="19275" y="21600"/>
                    </a:lnTo>
                  </a:path>
                </a:pathLst>
              </a:custGeom>
              <a:solidFill>
                <a:srgbClr val="EC1F3A"/>
              </a:solidFill>
              <a:ln>
                <a:noFill/>
              </a:ln>
            </p:spPr>
            <p:txBody>
              <a:bodyPr lIns="0" tIns="0" rIns="0" bIns="0"/>
              <a:lstStyle/>
              <a:p>
                <a:endParaRPr lang="en-US"/>
              </a:p>
            </p:txBody>
          </p:sp>
          <p:sp>
            <p:nvSpPr>
              <p:cNvPr id="30753" name="AutoShape 23"/>
              <p:cNvSpPr/>
              <p:nvPr/>
            </p:nvSpPr>
            <p:spPr bwMode="auto">
              <a:xfrm>
                <a:off x="3743" y="2821"/>
                <a:ext cx="229" cy="28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18962" y="0"/>
                    </a:moveTo>
                    <a:cubicBezTo>
                      <a:pt x="18962" y="0"/>
                      <a:pt x="11331" y="8132"/>
                      <a:pt x="0" y="6413"/>
                    </a:cubicBezTo>
                    <a:lnTo>
                      <a:pt x="21600" y="21600"/>
                    </a:lnTo>
                  </a:path>
                </a:pathLst>
              </a:custGeom>
              <a:solidFill>
                <a:srgbClr val="EC1F3A"/>
              </a:solidFill>
              <a:ln>
                <a:noFill/>
              </a:ln>
            </p:spPr>
            <p:txBody>
              <a:bodyPr lIns="0" tIns="0" rIns="0" bIns="0"/>
              <a:lstStyle/>
              <a:p>
                <a:endParaRPr lang="en-US"/>
              </a:p>
            </p:txBody>
          </p:sp>
          <p:sp>
            <p:nvSpPr>
              <p:cNvPr id="30754" name="AutoShape 24"/>
              <p:cNvSpPr/>
              <p:nvPr/>
            </p:nvSpPr>
            <p:spPr bwMode="auto">
              <a:xfrm>
                <a:off x="3939" y="2655"/>
                <a:ext cx="280" cy="25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12681" y="0"/>
                    </a:moveTo>
                    <a:cubicBezTo>
                      <a:pt x="12681" y="0"/>
                      <a:pt x="9343" y="10577"/>
                      <a:pt x="0" y="12012"/>
                    </a:cubicBezTo>
                    <a:lnTo>
                      <a:pt x="21600" y="21600"/>
                    </a:lnTo>
                  </a:path>
                </a:pathLst>
              </a:custGeom>
              <a:solidFill>
                <a:srgbClr val="EC1F3A"/>
              </a:solidFill>
              <a:ln>
                <a:noFill/>
              </a:ln>
            </p:spPr>
            <p:txBody>
              <a:bodyPr lIns="0" tIns="0" rIns="0" bIns="0"/>
              <a:lstStyle/>
              <a:p>
                <a:endParaRPr lang="en-US"/>
              </a:p>
            </p:txBody>
          </p:sp>
          <p:sp>
            <p:nvSpPr>
              <p:cNvPr id="30755" name="AutoShape 25"/>
              <p:cNvSpPr/>
              <p:nvPr/>
            </p:nvSpPr>
            <p:spPr bwMode="auto">
              <a:xfrm>
                <a:off x="4095" y="2488"/>
                <a:ext cx="302" cy="20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8084" y="0"/>
                    </a:moveTo>
                    <a:cubicBezTo>
                      <a:pt x="8084" y="0"/>
                      <a:pt x="7889" y="13728"/>
                      <a:pt x="0" y="19226"/>
                    </a:cubicBezTo>
                    <a:lnTo>
                      <a:pt x="21600" y="21600"/>
                    </a:lnTo>
                  </a:path>
                </a:pathLst>
              </a:custGeom>
              <a:solidFill>
                <a:srgbClr val="EC1F3A"/>
              </a:solidFill>
              <a:ln>
                <a:noFill/>
              </a:ln>
            </p:spPr>
            <p:txBody>
              <a:bodyPr lIns="0" tIns="0" rIns="0" bIns="0"/>
              <a:lstStyle/>
              <a:p>
                <a:endParaRPr lang="en-US"/>
              </a:p>
            </p:txBody>
          </p:sp>
          <p:sp>
            <p:nvSpPr>
              <p:cNvPr id="30756" name="AutoShape 26"/>
              <p:cNvSpPr/>
              <p:nvPr/>
            </p:nvSpPr>
            <p:spPr bwMode="auto">
              <a:xfrm>
                <a:off x="1244" y="2694"/>
                <a:ext cx="1425" cy="338"/>
              </a:xfrm>
              <a:custGeom>
                <a:avLst/>
                <a:gdLst>
                  <a:gd name="T0" fmla="*/ 0 w 21600"/>
                  <a:gd name="T1" fmla="*/ 0 h 19317"/>
                  <a:gd name="T2" fmla="*/ 0 w 21600"/>
                  <a:gd name="T3" fmla="*/ 0 h 19317"/>
                  <a:gd name="T4" fmla="*/ 0 w 21600"/>
                  <a:gd name="T5" fmla="*/ 0 h 19317"/>
                  <a:gd name="T6" fmla="*/ 0 w 21600"/>
                  <a:gd name="T7" fmla="*/ 0 h 19317"/>
                  <a:gd name="T8" fmla="*/ 0 w 21600"/>
                  <a:gd name="T9" fmla="*/ 0 h 19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19317">
                    <a:moveTo>
                      <a:pt x="21600" y="6739"/>
                    </a:moveTo>
                    <a:lnTo>
                      <a:pt x="21600" y="6739"/>
                    </a:lnTo>
                    <a:cubicBezTo>
                      <a:pt x="21600" y="6739"/>
                      <a:pt x="21231" y="9212"/>
                      <a:pt x="19162" y="14179"/>
                    </a:cubicBezTo>
                    <a:cubicBezTo>
                      <a:pt x="16500" y="20568"/>
                      <a:pt x="10793" y="21600"/>
                      <a:pt x="6345" y="13827"/>
                    </a:cubicBezTo>
                    <a:cubicBezTo>
                      <a:pt x="1898" y="6054"/>
                      <a:pt x="0" y="0"/>
                      <a:pt x="0" y="0"/>
                    </a:cubicBezTo>
                  </a:path>
                </a:pathLst>
              </a:custGeom>
              <a:noFill/>
              <a:ln w="38100" cap="flat">
                <a:solidFill>
                  <a:srgbClr val="F6981F"/>
                </a:solidFill>
                <a:prstDash val="solid"/>
                <a:miter lim="800000"/>
                <a:headEnd type="none" w="med" len="med"/>
                <a:tailEnd type="none" w="med" len="med"/>
              </a:ln>
            </p:spPr>
            <p:txBody>
              <a:bodyPr lIns="0" tIns="0" rIns="0" bIns="0"/>
              <a:lstStyle/>
              <a:p>
                <a:endParaRPr lang="en-US"/>
              </a:p>
            </p:txBody>
          </p:sp>
          <p:sp>
            <p:nvSpPr>
              <p:cNvPr id="30757" name="AutoShape 27"/>
              <p:cNvSpPr/>
              <p:nvPr/>
            </p:nvSpPr>
            <p:spPr bwMode="auto">
              <a:xfrm>
                <a:off x="1175" y="2694"/>
                <a:ext cx="226" cy="29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4737" y="0"/>
                    </a:moveTo>
                    <a:lnTo>
                      <a:pt x="0" y="21600"/>
                    </a:lnTo>
                    <a:lnTo>
                      <a:pt x="21600" y="9321"/>
                    </a:lnTo>
                    <a:cubicBezTo>
                      <a:pt x="21600" y="9321"/>
                      <a:pt x="8904" y="8281"/>
                      <a:pt x="4737" y="0"/>
                    </a:cubicBezTo>
                    <a:close/>
                    <a:moveTo>
                      <a:pt x="4737" y="0"/>
                    </a:moveTo>
                  </a:path>
                </a:pathLst>
              </a:custGeom>
              <a:solidFill>
                <a:srgbClr val="EC1F3A"/>
              </a:solidFill>
              <a:ln>
                <a:noFill/>
              </a:ln>
            </p:spPr>
            <p:txBody>
              <a:bodyPr lIns="0" tIns="0" rIns="0" bIns="0"/>
              <a:lstStyle/>
              <a:p>
                <a:endParaRPr lang="en-US"/>
              </a:p>
            </p:txBody>
          </p:sp>
          <p:sp>
            <p:nvSpPr>
              <p:cNvPr id="30758" name="AutoShape 28"/>
              <p:cNvSpPr/>
              <p:nvPr/>
            </p:nvSpPr>
            <p:spPr bwMode="auto">
              <a:xfrm>
                <a:off x="1420" y="2831"/>
                <a:ext cx="203" cy="30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7558"/>
                    </a:moveTo>
                    <a:cubicBezTo>
                      <a:pt x="21600" y="7558"/>
                      <a:pt x="7378" y="7723"/>
                      <a:pt x="1241" y="0"/>
                    </a:cubicBezTo>
                    <a:lnTo>
                      <a:pt x="0" y="21600"/>
                    </a:lnTo>
                  </a:path>
                </a:pathLst>
              </a:custGeom>
              <a:solidFill>
                <a:srgbClr val="EC1F3A"/>
              </a:solidFill>
              <a:ln>
                <a:noFill/>
              </a:ln>
            </p:spPr>
            <p:txBody>
              <a:bodyPr lIns="0" tIns="0" rIns="0" bIns="0"/>
              <a:lstStyle/>
              <a:p>
                <a:endParaRPr lang="en-US"/>
              </a:p>
            </p:txBody>
          </p:sp>
          <p:sp>
            <p:nvSpPr>
              <p:cNvPr id="30759" name="AutoShape 29"/>
              <p:cNvSpPr/>
              <p:nvPr/>
            </p:nvSpPr>
            <p:spPr bwMode="auto">
              <a:xfrm>
                <a:off x="1655" y="2929"/>
                <a:ext cx="199" cy="30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6511"/>
                    </a:moveTo>
                    <a:cubicBezTo>
                      <a:pt x="21600" y="6511"/>
                      <a:pt x="7136" y="7392"/>
                      <a:pt x="0" y="0"/>
                    </a:cubicBezTo>
                    <a:lnTo>
                      <a:pt x="1222" y="21600"/>
                    </a:lnTo>
                  </a:path>
                </a:pathLst>
              </a:custGeom>
              <a:solidFill>
                <a:srgbClr val="EC1F3A"/>
              </a:solidFill>
              <a:ln>
                <a:noFill/>
              </a:ln>
            </p:spPr>
            <p:txBody>
              <a:bodyPr lIns="0" tIns="0" rIns="0" bIns="0"/>
              <a:lstStyle/>
              <a:p>
                <a:endParaRPr lang="en-US"/>
              </a:p>
            </p:txBody>
          </p:sp>
          <p:sp>
            <p:nvSpPr>
              <p:cNvPr id="30760" name="AutoShape 30"/>
              <p:cNvSpPr/>
              <p:nvPr/>
            </p:nvSpPr>
            <p:spPr bwMode="auto">
              <a:xfrm>
                <a:off x="1851" y="3017"/>
                <a:ext cx="214" cy="2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3094"/>
                    </a:moveTo>
                    <a:cubicBezTo>
                      <a:pt x="21600" y="3094"/>
                      <a:pt x="8890" y="6310"/>
                      <a:pt x="0" y="0"/>
                    </a:cubicBezTo>
                    <a:lnTo>
                      <a:pt x="8322" y="21600"/>
                    </a:lnTo>
                  </a:path>
                </a:pathLst>
              </a:custGeom>
              <a:solidFill>
                <a:srgbClr val="EC1F3A"/>
              </a:solidFill>
              <a:ln>
                <a:noFill/>
              </a:ln>
            </p:spPr>
            <p:txBody>
              <a:bodyPr lIns="0" tIns="0" rIns="0" bIns="0"/>
              <a:lstStyle/>
              <a:p>
                <a:endParaRPr lang="en-US"/>
              </a:p>
            </p:txBody>
          </p:sp>
          <p:sp>
            <p:nvSpPr>
              <p:cNvPr id="30761" name="AutoShape 31"/>
              <p:cNvSpPr/>
              <p:nvPr/>
            </p:nvSpPr>
            <p:spPr bwMode="auto">
              <a:xfrm>
                <a:off x="2077" y="3046"/>
                <a:ext cx="218" cy="2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600" y="199"/>
                    </a:moveTo>
                    <a:cubicBezTo>
                      <a:pt x="21600" y="199"/>
                      <a:pt x="10099" y="5394"/>
                      <a:pt x="0" y="0"/>
                    </a:cubicBezTo>
                    <a:lnTo>
                      <a:pt x="13229" y="21600"/>
                    </a:lnTo>
                  </a:path>
                </a:pathLst>
              </a:custGeom>
              <a:solidFill>
                <a:srgbClr val="EC1F3A"/>
              </a:solidFill>
              <a:ln>
                <a:noFill/>
              </a:ln>
            </p:spPr>
            <p:txBody>
              <a:bodyPr lIns="0" tIns="0" rIns="0" bIns="0"/>
              <a:lstStyle/>
              <a:p>
                <a:endParaRPr lang="en-US"/>
              </a:p>
            </p:txBody>
          </p:sp>
          <p:sp>
            <p:nvSpPr>
              <p:cNvPr id="30762" name="AutoShape 32"/>
              <p:cNvSpPr/>
              <p:nvPr/>
            </p:nvSpPr>
            <p:spPr bwMode="auto">
              <a:xfrm>
                <a:off x="2292" y="2968"/>
                <a:ext cx="213" cy="28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21053" y="0"/>
                    </a:moveTo>
                    <a:cubicBezTo>
                      <a:pt x="21053" y="0"/>
                      <a:pt x="11993" y="7568"/>
                      <a:pt x="0" y="5124"/>
                    </a:cubicBezTo>
                    <a:lnTo>
                      <a:pt x="21600" y="21600"/>
                    </a:lnTo>
                  </a:path>
                </a:pathLst>
              </a:custGeom>
              <a:solidFill>
                <a:srgbClr val="EC1F3A"/>
              </a:solidFill>
              <a:ln>
                <a:noFill/>
              </a:ln>
            </p:spPr>
            <p:txBody>
              <a:bodyPr lIns="0" tIns="0" rIns="0" bIns="0"/>
              <a:lstStyle/>
              <a:p>
                <a:endParaRPr lang="en-US"/>
              </a:p>
            </p:txBody>
          </p:sp>
          <p:sp>
            <p:nvSpPr>
              <p:cNvPr id="30763" name="AutoShape 33"/>
              <p:cNvSpPr/>
              <p:nvPr/>
            </p:nvSpPr>
            <p:spPr bwMode="auto">
              <a:xfrm>
                <a:off x="2488" y="2841"/>
                <a:ext cx="269" cy="26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14251" y="0"/>
                    </a:moveTo>
                    <a:cubicBezTo>
                      <a:pt x="14251" y="0"/>
                      <a:pt x="9841" y="9826"/>
                      <a:pt x="0" y="10291"/>
                    </a:cubicBezTo>
                    <a:lnTo>
                      <a:pt x="21600" y="21600"/>
                    </a:lnTo>
                  </a:path>
                </a:pathLst>
              </a:custGeom>
              <a:solidFill>
                <a:srgbClr val="EC1F3A"/>
              </a:solidFill>
              <a:ln>
                <a:noFill/>
              </a:ln>
            </p:spPr>
            <p:txBody>
              <a:bodyPr lIns="0" tIns="0" rIns="0" bIns="0"/>
              <a:lstStyle/>
              <a:p>
                <a:endParaRPr lang="en-US"/>
              </a:p>
            </p:txBody>
          </p:sp>
        </p:grpSp>
        <p:sp>
          <p:nvSpPr>
            <p:cNvPr id="30732" name="Rectangle 35"/>
            <p:cNvSpPr/>
            <p:nvPr/>
          </p:nvSpPr>
          <p:spPr bwMode="auto">
            <a:xfrm>
              <a:off x="461" y="864"/>
              <a:ext cx="1866" cy="818"/>
            </a:xfrm>
            <a:prstGeom prst="rect">
              <a:avLst/>
            </a:prstGeom>
            <a:noFill/>
            <a:ln>
              <a:noFill/>
            </a:ln>
          </p:spPr>
          <p:txBody>
            <a:bodyPr lIns="0" tIns="0" rIns="0" bIns="0" anchor="ctr"/>
            <a:lstStyle/>
            <a:p>
              <a:pPr algn="l"/>
              <a:r>
                <a:rPr lang="en-US" sz="72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72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0733" name="Rectangle 36"/>
            <p:cNvSpPr/>
            <p:nvPr/>
          </p:nvSpPr>
          <p:spPr bwMode="auto">
            <a:xfrm>
              <a:off x="3531" y="630"/>
              <a:ext cx="1866" cy="819"/>
            </a:xfrm>
            <a:prstGeom prst="rect">
              <a:avLst/>
            </a:prstGeom>
            <a:noFill/>
            <a:ln>
              <a:noFill/>
            </a:ln>
          </p:spPr>
          <p:txBody>
            <a:bodyPr lIns="0" tIns="0" rIns="0" bIns="0" anchor="ctr"/>
            <a:lstStyle/>
            <a:p>
              <a:pPr algn="l"/>
              <a:r>
                <a:rPr lang="en-US" sz="81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81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0734" name="Rectangle 37"/>
            <p:cNvSpPr/>
            <p:nvPr/>
          </p:nvSpPr>
          <p:spPr bwMode="auto">
            <a:xfrm>
              <a:off x="2337" y="1699"/>
              <a:ext cx="1085" cy="573"/>
            </a:xfrm>
            <a:prstGeom prst="rect">
              <a:avLst/>
            </a:prstGeom>
            <a:noFill/>
            <a:ln>
              <a:noFill/>
            </a:ln>
          </p:spPr>
          <p:txBody>
            <a:bodyPr lIns="0" tIns="0" rIns="0" bIns="0" anchor="ctr"/>
            <a:lstStyle/>
            <a:p>
              <a:pPr algn="l"/>
              <a:r>
                <a:rPr lang="en-US" sz="48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rPr>
                <a:t>Sale!</a:t>
              </a:r>
              <a:endParaRPr lang="en-US" sz="48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29699" name="Group 1"/>
          <p:cNvGrpSpPr/>
          <p:nvPr/>
        </p:nvGrpSpPr>
        <p:grpSpPr bwMode="auto">
          <a:xfrm>
            <a:off x="2727960" y="3843338"/>
            <a:ext cx="8505190" cy="8450262"/>
            <a:chOff x="2727960" y="3843338"/>
            <a:chExt cx="8505190" cy="8450262"/>
          </a:xfrm>
        </p:grpSpPr>
        <p:grpSp>
          <p:nvGrpSpPr>
            <p:cNvPr id="30724" name="Group 41"/>
            <p:cNvGrpSpPr/>
            <p:nvPr/>
          </p:nvGrpSpPr>
          <p:grpSpPr bwMode="auto">
            <a:xfrm>
              <a:off x="3613150" y="3843338"/>
              <a:ext cx="7620000" cy="3098800"/>
              <a:chOff x="0" y="0"/>
              <a:chExt cx="4800" cy="1952"/>
            </a:xfrm>
          </p:grpSpPr>
          <p:sp>
            <p:nvSpPr>
              <p:cNvPr id="30729" name="Freeform 39"/>
              <p:cNvSpPr/>
              <p:nvPr/>
            </p:nvSpPr>
            <p:spPr bwMode="auto">
              <a:xfrm>
                <a:off x="88" y="88"/>
                <a:ext cx="4632" cy="1784"/>
              </a:xfrm>
              <a:custGeom>
                <a:avLst/>
                <a:gdLst>
                  <a:gd name="T0" fmla="*/ 10 w 18725"/>
                  <a:gd name="T1" fmla="*/ 0 h 17428"/>
                  <a:gd name="T2" fmla="*/ 1 w 18725"/>
                  <a:gd name="T3" fmla="*/ 0 h 17428"/>
                  <a:gd name="T4" fmla="*/ 10 w 18725"/>
                  <a:gd name="T5" fmla="*/ 0 h 17428"/>
                  <a:gd name="T6" fmla="*/ 16 w 18725"/>
                  <a:gd name="T7" fmla="*/ 0 h 17428"/>
                  <a:gd name="T8" fmla="*/ 4 w 18725"/>
                  <a:gd name="T9" fmla="*/ 0 h 17428"/>
                  <a:gd name="T10" fmla="*/ 1 w 18725"/>
                  <a:gd name="T11" fmla="*/ 0 h 17428"/>
                  <a:gd name="T12" fmla="*/ 7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30730" name="Picture 40"/>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4800" cy="1952"/>
              </a:xfrm>
              <a:prstGeom prst="rect">
                <a:avLst/>
              </a:prstGeom>
              <a:noFill/>
              <a:ln>
                <a:noFill/>
              </a:ln>
            </p:spPr>
          </p:pic>
        </p:grpSp>
        <p:sp>
          <p:nvSpPr>
            <p:cNvPr id="30725" name="Rectangle 42"/>
            <p:cNvSpPr/>
            <p:nvPr/>
          </p:nvSpPr>
          <p:spPr bwMode="auto">
            <a:xfrm>
              <a:off x="4991416" y="4302442"/>
              <a:ext cx="4956485" cy="2215991"/>
            </a:xfrm>
            <a:prstGeom prst="rect">
              <a:avLst/>
            </a:prstGeom>
            <a:noFill/>
            <a:ln>
              <a:noFill/>
            </a:ln>
          </p:spPr>
          <p:txBody>
            <a:bodyPr wrap="none" lIns="0" tIns="0" rIns="0" bIns="0" anchor="ctr">
              <a:spAutoFit/>
            </a:bodyPr>
            <a:lstStyle/>
            <a:p>
              <a:r>
                <a:rPr lang="en-US" sz="144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$ 41B</a:t>
              </a:r>
              <a:endParaRPr lang="en-US" sz="6400" dirty="0">
                <a:solidFill>
                  <a:srgbClr val="EFB133"/>
                </a:solidFill>
                <a:latin typeface="微软雅黑" panose="020B0503020204020204" charset="-122"/>
                <a:ea typeface="MS PGothic" panose="020B0600070205080204" charset="-128"/>
                <a:cs typeface="MS PGothic" panose="020B0600070205080204" charset="-128"/>
                <a:sym typeface="Diavlo Bold Regular" charset="0"/>
              </a:endParaRPr>
            </a:p>
          </p:txBody>
        </p:sp>
        <p:sp>
          <p:nvSpPr>
            <p:cNvPr id="30726" name="Rectangle 43"/>
            <p:cNvSpPr/>
            <p:nvPr/>
          </p:nvSpPr>
          <p:spPr bwMode="auto">
            <a:xfrm>
              <a:off x="2727960" y="8008875"/>
              <a:ext cx="7810500" cy="914400"/>
            </a:xfrm>
            <a:prstGeom prst="rect">
              <a:avLst/>
            </a:prstGeom>
            <a:noFill/>
            <a:ln>
              <a:noFill/>
            </a:ln>
          </p:spPr>
          <p:txBody>
            <a:bodyPr lIns="0" tIns="0" rIns="0" bIns="0"/>
            <a:lstStyle/>
            <a:p>
              <a:pPr algn="r"/>
              <a:r>
                <a:rPr lang="zh-CN" altLang="en-US" sz="2400" b="1" dirty="0">
                  <a:solidFill>
                    <a:srgbClr val="CCCCCC"/>
                  </a:solidFill>
                  <a:latin typeface="Open Sans Bold" charset="0"/>
                  <a:ea typeface="MS PGothic" panose="020B0600070205080204" charset="-128"/>
                  <a:cs typeface="MS PGothic" panose="020B0600070205080204" charset="-128"/>
                  <a:sym typeface="Open Sans Bold" charset="0"/>
                </a:rPr>
                <a:t>点击输入标题点击输入标题</a:t>
              </a:r>
              <a:endParaRPr lang="en-US" altLang="zh-CN" sz="2400" b="1" dirty="0">
                <a:solidFill>
                  <a:srgbClr val="CCCCCC"/>
                </a:solidFill>
                <a:latin typeface="Open Sans Bold" charset="0"/>
                <a:ea typeface="MS PGothic" panose="020B0600070205080204" charset="-128"/>
                <a:cs typeface="MS PGothic" panose="020B0600070205080204" charset="-128"/>
                <a:sym typeface="Open Sans Bold" charset="0"/>
              </a:endParaRPr>
            </a:p>
            <a:p>
              <a:pPr algn="r"/>
              <a:endParaRPr lang="en-US" sz="2400" b="1" dirty="0">
                <a:solidFill>
                  <a:srgbClr val="CCCCCC"/>
                </a:solidFill>
                <a:latin typeface="Open Sans Bold" charset="0"/>
                <a:ea typeface="MS PGothic" panose="020B0600070205080204" charset="-128"/>
                <a:cs typeface="MS PGothic" panose="020B0600070205080204" charset="-128"/>
                <a:sym typeface="Open Sans Bold" charset="0"/>
              </a:endParaRPr>
            </a:p>
          </p:txBody>
        </p:sp>
        <p:sp>
          <p:nvSpPr>
            <p:cNvPr id="30727" name="Rectangle 44"/>
            <p:cNvSpPr/>
            <p:nvPr/>
          </p:nvSpPr>
          <p:spPr bwMode="auto">
            <a:xfrm>
              <a:off x="2819400" y="9283700"/>
              <a:ext cx="7734300" cy="3009900"/>
            </a:xfrm>
            <a:prstGeom prst="rect">
              <a:avLst/>
            </a:prstGeom>
            <a:noFill/>
            <a:ln>
              <a:noFill/>
            </a:ln>
          </p:spPr>
          <p:txBody>
            <a:bodyPr lIns="0" tIns="0" rIns="0" bIns="0"/>
            <a:lstStyle/>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r"/>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30728" name="Line 45"/>
            <p:cNvSpPr>
              <a:spLocks noChangeShapeType="1"/>
            </p:cNvSpPr>
            <p:nvPr/>
          </p:nvSpPr>
          <p:spPr bwMode="auto">
            <a:xfrm>
              <a:off x="2832100" y="8699500"/>
              <a:ext cx="7721600" cy="0"/>
            </a:xfrm>
            <a:prstGeom prst="line">
              <a:avLst/>
            </a:prstGeom>
            <a:noFill/>
            <a:ln w="12700">
              <a:solidFill>
                <a:srgbClr val="4D4D4D">
                  <a:alpha val="70195"/>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fade">
                                      <p:cBhvr>
                                        <p:cTn id="7" dur="1000"/>
                                        <p:tgtEl>
                                          <p:spTgt spid="29699"/>
                                        </p:tgtEl>
                                      </p:cBhvr>
                                    </p:animEffect>
                                    <p:anim calcmode="lin" valueType="num">
                                      <p:cBhvr>
                                        <p:cTn id="8" dur="1000" fill="hold"/>
                                        <p:tgtEl>
                                          <p:spTgt spid="29699"/>
                                        </p:tgtEl>
                                        <p:attrNameLst>
                                          <p:attrName>ppt_x</p:attrName>
                                        </p:attrNameLst>
                                      </p:cBhvr>
                                      <p:tavLst>
                                        <p:tav tm="0">
                                          <p:val>
                                            <p:strVal val="#ppt_x"/>
                                          </p:val>
                                        </p:tav>
                                        <p:tav tm="100000">
                                          <p:val>
                                            <p:strVal val="#ppt_x"/>
                                          </p:val>
                                        </p:tav>
                                      </p:tavLst>
                                    </p:anim>
                                    <p:anim calcmode="lin" valueType="num">
                                      <p:cBhvr>
                                        <p:cTn id="9" dur="1000" fill="hold"/>
                                        <p:tgtEl>
                                          <p:spTgt spid="29699"/>
                                        </p:tgtEl>
                                        <p:attrNameLst>
                                          <p:attrName>ppt_y</p:attrName>
                                        </p:attrNameLst>
                                      </p:cBhvr>
                                      <p:tavLst>
                                        <p:tav tm="0">
                                          <p:val>
                                            <p:strVal val="#ppt_y+.1"/>
                                          </p:val>
                                        </p:tav>
                                        <p:tav tm="100000">
                                          <p:val>
                                            <p:strVal val="#ppt_y"/>
                                          </p:val>
                                        </p:tav>
                                      </p:tavLst>
                                    </p:anim>
                                  </p:childTnLst>
                                </p:cTn>
                              </p:par>
                              <p:par>
                                <p:cTn id="10" presetID="52" presetClass="entr" presetSubtype="0" fill="hold" nodeType="withEffect">
                                  <p:stCondLst>
                                    <p:cond delay="300"/>
                                  </p:stCondLst>
                                  <p:childTnLst>
                                    <p:set>
                                      <p:cBhvr>
                                        <p:cTn id="11" dur="1" fill="hold">
                                          <p:stCondLst>
                                            <p:cond delay="0"/>
                                          </p:stCondLst>
                                        </p:cTn>
                                        <p:tgtEl>
                                          <p:spTgt spid="29698"/>
                                        </p:tgtEl>
                                        <p:attrNameLst>
                                          <p:attrName>style.visibility</p:attrName>
                                        </p:attrNameLst>
                                      </p:cBhvr>
                                      <p:to>
                                        <p:strVal val="visible"/>
                                      </p:to>
                                    </p:set>
                                    <p:animScale>
                                      <p:cBhvr>
                                        <p:cTn id="12" dur="1000" decel="50000" fill="hold">
                                          <p:stCondLst>
                                            <p:cond delay="0"/>
                                          </p:stCondLst>
                                        </p:cTn>
                                        <p:tgtEl>
                                          <p:spTgt spid="2969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9698"/>
                                        </p:tgtEl>
                                        <p:attrNameLst>
                                          <p:attrName>ppt_x</p:attrName>
                                          <p:attrName>ppt_y</p:attrName>
                                        </p:attrNameLst>
                                      </p:cBhvr>
                                    </p:animMotion>
                                    <p:animEffect transition="in" filter="fade">
                                      <p:cBhvr>
                                        <p:cTn id="14" dur="10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p:nvPr/>
        </p:nvSpPr>
        <p:spPr bwMode="auto">
          <a:xfrm>
            <a:off x="1358900" y="919803"/>
            <a:ext cx="4154984"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广告业务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0722" name="Group 1"/>
          <p:cNvGrpSpPr/>
          <p:nvPr/>
        </p:nvGrpSpPr>
        <p:grpSpPr bwMode="auto">
          <a:xfrm>
            <a:off x="2036763" y="3957638"/>
            <a:ext cx="9367837" cy="12793662"/>
            <a:chOff x="2036763" y="3957638"/>
            <a:chExt cx="9367837" cy="12793662"/>
          </a:xfrm>
        </p:grpSpPr>
        <p:grpSp>
          <p:nvGrpSpPr>
            <p:cNvPr id="31755" name="Group 5"/>
            <p:cNvGrpSpPr/>
            <p:nvPr/>
          </p:nvGrpSpPr>
          <p:grpSpPr bwMode="auto">
            <a:xfrm>
              <a:off x="2036763" y="4038600"/>
              <a:ext cx="8978900" cy="12712700"/>
              <a:chOff x="0" y="0"/>
              <a:chExt cx="5655" cy="8007"/>
            </a:xfrm>
          </p:grpSpPr>
          <p:sp>
            <p:nvSpPr>
              <p:cNvPr id="31815" name="AutoShape 1"/>
              <p:cNvSpPr/>
              <p:nvPr/>
            </p:nvSpPr>
            <p:spPr bwMode="auto">
              <a:xfrm>
                <a:off x="2783" y="3516"/>
                <a:ext cx="597" cy="4491"/>
              </a:xfrm>
              <a:custGeom>
                <a:avLst/>
                <a:gdLst>
                  <a:gd name="T0" fmla="*/ 0 w 21600"/>
                  <a:gd name="T1" fmla="*/ 0 h 21600"/>
                  <a:gd name="T2" fmla="*/ 0 w 21600"/>
                  <a:gd name="T3" fmla="*/ 38 h 21600"/>
                  <a:gd name="T4" fmla="*/ 0 w 21600"/>
                  <a:gd name="T5" fmla="*/ 4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21600" y="20416"/>
                    </a:lnTo>
                    <a:lnTo>
                      <a:pt x="0" y="21600"/>
                    </a:lnTo>
                    <a:lnTo>
                      <a:pt x="0" y="0"/>
                    </a:lnTo>
                    <a:cubicBezTo>
                      <a:pt x="0" y="0"/>
                      <a:pt x="21600" y="0"/>
                      <a:pt x="21600" y="0"/>
                    </a:cubicBezTo>
                    <a:close/>
                    <a:moveTo>
                      <a:pt x="21600" y="0"/>
                    </a:moveTo>
                  </a:path>
                </a:pathLst>
              </a:custGeom>
              <a:solidFill>
                <a:srgbClr val="A3997E"/>
              </a:solidFill>
              <a:ln>
                <a:noFill/>
              </a:ln>
            </p:spPr>
            <p:txBody>
              <a:bodyPr lIns="0" tIns="0" rIns="0" bIns="0"/>
              <a:lstStyle/>
              <a:p>
                <a:endParaRPr lang="en-US"/>
              </a:p>
            </p:txBody>
          </p:sp>
          <p:sp>
            <p:nvSpPr>
              <p:cNvPr id="31816" name="AutoShape 2"/>
              <p:cNvSpPr/>
              <p:nvPr/>
            </p:nvSpPr>
            <p:spPr bwMode="auto">
              <a:xfrm>
                <a:off x="2386" y="3516"/>
                <a:ext cx="397" cy="4489"/>
              </a:xfrm>
              <a:custGeom>
                <a:avLst/>
                <a:gdLst>
                  <a:gd name="T0" fmla="*/ 0 w 21600"/>
                  <a:gd name="T1" fmla="*/ 39 h 21600"/>
                  <a:gd name="T2" fmla="*/ 0 w 21600"/>
                  <a:gd name="T3" fmla="*/ 40 h 21600"/>
                  <a:gd name="T4" fmla="*/ 0 w 21600"/>
                  <a:gd name="T5" fmla="*/ 0 h 21600"/>
                  <a:gd name="T6" fmla="*/ 0 w 21600"/>
                  <a:gd name="T7" fmla="*/ 0 h 21600"/>
                  <a:gd name="T8" fmla="*/ 0 w 21600"/>
                  <a:gd name="T9" fmla="*/ 39 h 21600"/>
                  <a:gd name="T10" fmla="*/ 0 w 21600"/>
                  <a:gd name="T11" fmla="*/ 3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0"/>
                    </a:moveTo>
                    <a:lnTo>
                      <a:pt x="21600" y="21600"/>
                    </a:lnTo>
                    <a:lnTo>
                      <a:pt x="21600" y="0"/>
                    </a:lnTo>
                    <a:lnTo>
                      <a:pt x="0" y="0"/>
                    </a:lnTo>
                    <a:cubicBezTo>
                      <a:pt x="0" y="0"/>
                      <a:pt x="0" y="21130"/>
                      <a:pt x="0" y="21130"/>
                    </a:cubicBezTo>
                    <a:close/>
                    <a:moveTo>
                      <a:pt x="0" y="21130"/>
                    </a:moveTo>
                  </a:path>
                </a:pathLst>
              </a:custGeom>
              <a:solidFill>
                <a:srgbClr val="837960"/>
              </a:solidFill>
              <a:ln>
                <a:noFill/>
              </a:ln>
            </p:spPr>
            <p:txBody>
              <a:bodyPr lIns="0" tIns="0" rIns="0" bIns="0"/>
              <a:lstStyle/>
              <a:p>
                <a:endParaRPr lang="en-US"/>
              </a:p>
            </p:txBody>
          </p:sp>
          <p:sp>
            <p:nvSpPr>
              <p:cNvPr id="31817" name="AutoShape 3"/>
              <p:cNvSpPr/>
              <p:nvPr/>
            </p:nvSpPr>
            <p:spPr bwMode="auto">
              <a:xfrm>
                <a:off x="0" y="0"/>
                <a:ext cx="198" cy="4173"/>
              </a:xfrm>
              <a:custGeom>
                <a:avLst/>
                <a:gdLst>
                  <a:gd name="T0" fmla="*/ 0 w 21600"/>
                  <a:gd name="T1" fmla="*/ 29 h 21600"/>
                  <a:gd name="T2" fmla="*/ 0 w 21600"/>
                  <a:gd name="T3" fmla="*/ 30 h 21600"/>
                  <a:gd name="T4" fmla="*/ 0 w 21600"/>
                  <a:gd name="T5" fmla="*/ 0 h 21600"/>
                  <a:gd name="T6" fmla="*/ 0 w 21600"/>
                  <a:gd name="T7" fmla="*/ 1 h 21600"/>
                  <a:gd name="T8" fmla="*/ 0 w 21600"/>
                  <a:gd name="T9" fmla="*/ 29 h 21600"/>
                  <a:gd name="T10" fmla="*/ 0 w 21600"/>
                  <a:gd name="T11" fmla="*/ 2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137"/>
                    </a:moveTo>
                    <a:lnTo>
                      <a:pt x="21600" y="21600"/>
                    </a:lnTo>
                    <a:lnTo>
                      <a:pt x="21600" y="0"/>
                    </a:lnTo>
                    <a:lnTo>
                      <a:pt x="0" y="674"/>
                    </a:lnTo>
                    <a:cubicBezTo>
                      <a:pt x="0" y="674"/>
                      <a:pt x="0" y="21137"/>
                      <a:pt x="0" y="21137"/>
                    </a:cubicBezTo>
                    <a:close/>
                    <a:moveTo>
                      <a:pt x="0" y="21137"/>
                    </a:moveTo>
                  </a:path>
                </a:pathLst>
              </a:custGeom>
              <a:solidFill>
                <a:srgbClr val="A3997E"/>
              </a:solidFill>
              <a:ln>
                <a:noFill/>
              </a:ln>
            </p:spPr>
            <p:txBody>
              <a:bodyPr lIns="0" tIns="0" rIns="0" bIns="0"/>
              <a:lstStyle/>
              <a:p>
                <a:endParaRPr lang="en-US"/>
              </a:p>
            </p:txBody>
          </p:sp>
          <p:sp>
            <p:nvSpPr>
              <p:cNvPr id="31818" name="AutoShape 4"/>
              <p:cNvSpPr/>
              <p:nvPr/>
            </p:nvSpPr>
            <p:spPr bwMode="auto">
              <a:xfrm>
                <a:off x="198" y="0"/>
                <a:ext cx="5458" cy="4173"/>
              </a:xfrm>
              <a:custGeom>
                <a:avLst/>
                <a:gdLst>
                  <a:gd name="T0" fmla="*/ 88 w 21600"/>
                  <a:gd name="T1" fmla="*/ 7 h 21600"/>
                  <a:gd name="T2" fmla="*/ 88 w 21600"/>
                  <a:gd name="T3" fmla="*/ 28 h 21600"/>
                  <a:gd name="T4" fmla="*/ 0 w 21600"/>
                  <a:gd name="T5" fmla="*/ 30 h 21600"/>
                  <a:gd name="T6" fmla="*/ 0 w 21600"/>
                  <a:gd name="T7" fmla="*/ 0 h 21600"/>
                  <a:gd name="T8" fmla="*/ 88 w 21600"/>
                  <a:gd name="T9" fmla="*/ 7 h 21600"/>
                  <a:gd name="T10" fmla="*/ 88 w 21600"/>
                  <a:gd name="T11" fmla="*/ 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4926"/>
                    </a:moveTo>
                    <a:lnTo>
                      <a:pt x="21600" y="20084"/>
                    </a:lnTo>
                    <a:lnTo>
                      <a:pt x="0" y="21600"/>
                    </a:lnTo>
                    <a:lnTo>
                      <a:pt x="0" y="0"/>
                    </a:lnTo>
                    <a:cubicBezTo>
                      <a:pt x="0" y="0"/>
                      <a:pt x="21600" y="4926"/>
                      <a:pt x="21600" y="4926"/>
                    </a:cubicBezTo>
                    <a:close/>
                    <a:moveTo>
                      <a:pt x="21600" y="4926"/>
                    </a:moveTo>
                  </a:path>
                </a:pathLst>
              </a:custGeom>
              <a:solidFill>
                <a:srgbClr val="D1C6AC"/>
              </a:solidFill>
              <a:ln>
                <a:noFill/>
              </a:ln>
            </p:spPr>
            <p:txBody>
              <a:bodyPr lIns="0" tIns="0" rIns="0" bIns="0"/>
              <a:lstStyle/>
              <a:p>
                <a:endParaRPr lang="en-US"/>
              </a:p>
            </p:txBody>
          </p:sp>
        </p:grpSp>
        <p:sp>
          <p:nvSpPr>
            <p:cNvPr id="31756" name="Freeform 6"/>
            <p:cNvSpPr/>
            <p:nvPr/>
          </p:nvSpPr>
          <p:spPr bwMode="auto">
            <a:xfrm>
              <a:off x="2568575" y="4330700"/>
              <a:ext cx="8470900" cy="6403975"/>
            </a:xfrm>
            <a:custGeom>
              <a:avLst/>
              <a:gdLst>
                <a:gd name="T0" fmla="*/ 2147483647 w 21600"/>
                <a:gd name="T1" fmla="*/ 2147483647 h 21263"/>
                <a:gd name="T2" fmla="*/ 2147483647 w 21600"/>
                <a:gd name="T3" fmla="*/ 2147483647 h 21263"/>
                <a:gd name="T4" fmla="*/ 2147483647 w 21600"/>
                <a:gd name="T5" fmla="*/ 2147483647 h 21263"/>
                <a:gd name="T6" fmla="*/ 2147483647 w 21600"/>
                <a:gd name="T7" fmla="*/ 2147483647 h 21263"/>
                <a:gd name="T8" fmla="*/ 2147483647 w 21600"/>
                <a:gd name="T9" fmla="*/ 2147483647 h 21263"/>
                <a:gd name="T10" fmla="*/ 2147483647 w 21600"/>
                <a:gd name="T11" fmla="*/ 2147483647 h 21263"/>
                <a:gd name="T12" fmla="*/ 2147483647 w 21600"/>
                <a:gd name="T13" fmla="*/ 2147483647 h 21263"/>
                <a:gd name="T14" fmla="*/ 2147483647 w 21600"/>
                <a:gd name="T15" fmla="*/ 2147483647 h 21263"/>
                <a:gd name="T16" fmla="*/ 2147483647 w 21600"/>
                <a:gd name="T17" fmla="*/ 2147483647 h 21263"/>
                <a:gd name="T18" fmla="*/ 2147483647 w 21600"/>
                <a:gd name="T19" fmla="*/ 2147483647 h 21263"/>
                <a:gd name="T20" fmla="*/ 2147483647 w 21600"/>
                <a:gd name="T21" fmla="*/ 2147483647 h 21263"/>
                <a:gd name="T22" fmla="*/ 2147483647 w 21600"/>
                <a:gd name="T23" fmla="*/ 2147483647 h 21263"/>
                <a:gd name="T24" fmla="*/ 2147483647 w 21600"/>
                <a:gd name="T25" fmla="*/ 2147483647 h 21263"/>
                <a:gd name="T26" fmla="*/ 2147483647 w 21600"/>
                <a:gd name="T27" fmla="*/ 2147483647 h 21263"/>
                <a:gd name="T28" fmla="*/ 2147483647 w 21600"/>
                <a:gd name="T29" fmla="*/ 2147483647 h 21263"/>
                <a:gd name="T30" fmla="*/ 2147483647 w 21600"/>
                <a:gd name="T31" fmla="*/ 2147483647 h 21263"/>
                <a:gd name="T32" fmla="*/ 2147483647 w 21600"/>
                <a:gd name="T33" fmla="*/ 2147483647 h 21263"/>
                <a:gd name="T34" fmla="*/ 2147483647 w 21600"/>
                <a:gd name="T35" fmla="*/ 2147483647 h 21263"/>
                <a:gd name="T36" fmla="*/ 2147483647 w 21600"/>
                <a:gd name="T37" fmla="*/ 2147483647 h 21263"/>
                <a:gd name="T38" fmla="*/ 2147483647 w 21600"/>
                <a:gd name="T39" fmla="*/ 2147483647 h 21263"/>
                <a:gd name="T40" fmla="*/ 2147483647 w 21600"/>
                <a:gd name="T41" fmla="*/ 2147483647 h 21263"/>
                <a:gd name="T42" fmla="*/ 2147483647 w 21600"/>
                <a:gd name="T43" fmla="*/ 2147483647 h 21263"/>
                <a:gd name="T44" fmla="*/ 2147483647 w 21600"/>
                <a:gd name="T45" fmla="*/ 2147483647 h 21263"/>
                <a:gd name="T46" fmla="*/ 2147483647 w 21600"/>
                <a:gd name="T47" fmla="*/ 2147483647 h 21263"/>
                <a:gd name="T48" fmla="*/ 2147483647 w 21600"/>
                <a:gd name="T49" fmla="*/ 2147483647 h 21263"/>
                <a:gd name="T50" fmla="*/ 2147483647 w 21600"/>
                <a:gd name="T51" fmla="*/ 2147483647 h 21263"/>
                <a:gd name="T52" fmla="*/ 2147483647 w 21600"/>
                <a:gd name="T53" fmla="*/ 2147483647 h 21263"/>
                <a:gd name="T54" fmla="*/ 2147483647 w 21600"/>
                <a:gd name="T55" fmla="*/ 0 h 21263"/>
                <a:gd name="T56" fmla="*/ 0 w 21600"/>
                <a:gd name="T57" fmla="*/ 2147483647 h 21263"/>
                <a:gd name="T58" fmla="*/ 2147483647 w 21600"/>
                <a:gd name="T59" fmla="*/ 2147483647 h 21263"/>
                <a:gd name="T60" fmla="*/ 2147483647 w 21600"/>
                <a:gd name="T61" fmla="*/ 2147483647 h 21263"/>
                <a:gd name="T62" fmla="*/ 2147483647 w 21600"/>
                <a:gd name="T63" fmla="*/ 2147483647 h 21263"/>
                <a:gd name="T64" fmla="*/ 2147483647 w 21600"/>
                <a:gd name="T65" fmla="*/ 2147483647 h 212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1600" h="21263">
                  <a:moveTo>
                    <a:pt x="802" y="20259"/>
                  </a:moveTo>
                  <a:cubicBezTo>
                    <a:pt x="802" y="20259"/>
                    <a:pt x="1575" y="21325"/>
                    <a:pt x="2613" y="20778"/>
                  </a:cubicBezTo>
                  <a:cubicBezTo>
                    <a:pt x="3651" y="20232"/>
                    <a:pt x="3551" y="19966"/>
                    <a:pt x="3551" y="19966"/>
                  </a:cubicBezTo>
                  <a:cubicBezTo>
                    <a:pt x="3551" y="19966"/>
                    <a:pt x="4638" y="21600"/>
                    <a:pt x="5548" y="21200"/>
                  </a:cubicBezTo>
                  <a:cubicBezTo>
                    <a:pt x="6458" y="20800"/>
                    <a:pt x="7351" y="19796"/>
                    <a:pt x="7351" y="19796"/>
                  </a:cubicBezTo>
                  <a:cubicBezTo>
                    <a:pt x="7351" y="19796"/>
                    <a:pt x="7944" y="20688"/>
                    <a:pt x="8710" y="20688"/>
                  </a:cubicBezTo>
                  <a:cubicBezTo>
                    <a:pt x="9475" y="20688"/>
                    <a:pt x="10769" y="19188"/>
                    <a:pt x="10769" y="19188"/>
                  </a:cubicBezTo>
                  <a:cubicBezTo>
                    <a:pt x="10769" y="19188"/>
                    <a:pt x="11793" y="20630"/>
                    <a:pt x="12562" y="20630"/>
                  </a:cubicBezTo>
                  <a:cubicBezTo>
                    <a:pt x="13330" y="20630"/>
                    <a:pt x="14797" y="19134"/>
                    <a:pt x="14797" y="19134"/>
                  </a:cubicBezTo>
                  <a:cubicBezTo>
                    <a:pt x="14797" y="19134"/>
                    <a:pt x="15512" y="20145"/>
                    <a:pt x="16304" y="20145"/>
                  </a:cubicBezTo>
                  <a:cubicBezTo>
                    <a:pt x="17096" y="20145"/>
                    <a:pt x="17710" y="19288"/>
                    <a:pt x="17710" y="19288"/>
                  </a:cubicBezTo>
                  <a:cubicBezTo>
                    <a:pt x="17710" y="19288"/>
                    <a:pt x="18962" y="19907"/>
                    <a:pt x="19734" y="19845"/>
                  </a:cubicBezTo>
                  <a:cubicBezTo>
                    <a:pt x="20505" y="19784"/>
                    <a:pt x="21311" y="19022"/>
                    <a:pt x="21311" y="19022"/>
                  </a:cubicBezTo>
                  <a:lnTo>
                    <a:pt x="21458" y="14126"/>
                  </a:lnTo>
                  <a:lnTo>
                    <a:pt x="21600" y="8879"/>
                  </a:lnTo>
                  <a:lnTo>
                    <a:pt x="21269" y="4767"/>
                  </a:lnTo>
                  <a:cubicBezTo>
                    <a:pt x="21269" y="4767"/>
                    <a:pt x="19707" y="5629"/>
                    <a:pt x="18791" y="4678"/>
                  </a:cubicBezTo>
                  <a:cubicBezTo>
                    <a:pt x="17876" y="3728"/>
                    <a:pt x="18133" y="3458"/>
                    <a:pt x="18133" y="3458"/>
                  </a:cubicBezTo>
                  <a:cubicBezTo>
                    <a:pt x="18133" y="3458"/>
                    <a:pt x="16361" y="5144"/>
                    <a:pt x="15159" y="4166"/>
                  </a:cubicBezTo>
                  <a:cubicBezTo>
                    <a:pt x="13956" y="3189"/>
                    <a:pt x="14373" y="2758"/>
                    <a:pt x="14373" y="2758"/>
                  </a:cubicBezTo>
                  <a:cubicBezTo>
                    <a:pt x="14373" y="2758"/>
                    <a:pt x="13242" y="4228"/>
                    <a:pt x="11901" y="3524"/>
                  </a:cubicBezTo>
                  <a:cubicBezTo>
                    <a:pt x="10560" y="2820"/>
                    <a:pt x="10631" y="2208"/>
                    <a:pt x="10631" y="2208"/>
                  </a:cubicBezTo>
                  <a:cubicBezTo>
                    <a:pt x="10631" y="2208"/>
                    <a:pt x="9588" y="3654"/>
                    <a:pt x="8847" y="3131"/>
                  </a:cubicBezTo>
                  <a:cubicBezTo>
                    <a:pt x="8105" y="2608"/>
                    <a:pt x="7895" y="1716"/>
                    <a:pt x="7895" y="1716"/>
                  </a:cubicBezTo>
                  <a:cubicBezTo>
                    <a:pt x="7895" y="1716"/>
                    <a:pt x="6262" y="2454"/>
                    <a:pt x="5559" y="2177"/>
                  </a:cubicBezTo>
                  <a:cubicBezTo>
                    <a:pt x="4856" y="1900"/>
                    <a:pt x="4315" y="400"/>
                    <a:pt x="4315" y="400"/>
                  </a:cubicBezTo>
                  <a:cubicBezTo>
                    <a:pt x="4315" y="400"/>
                    <a:pt x="3559" y="1569"/>
                    <a:pt x="2617" y="1293"/>
                  </a:cubicBezTo>
                  <a:cubicBezTo>
                    <a:pt x="1675" y="1016"/>
                    <a:pt x="493" y="0"/>
                    <a:pt x="493" y="0"/>
                  </a:cubicBezTo>
                  <a:lnTo>
                    <a:pt x="0" y="4351"/>
                  </a:lnTo>
                  <a:lnTo>
                    <a:pt x="331" y="9974"/>
                  </a:lnTo>
                  <a:lnTo>
                    <a:pt x="402" y="15102"/>
                  </a:lnTo>
                  <a:lnTo>
                    <a:pt x="802" y="20259"/>
                  </a:lnTo>
                  <a:close/>
                  <a:moveTo>
                    <a:pt x="802" y="20259"/>
                  </a:moveTo>
                </a:path>
              </a:pathLst>
            </a:custGeom>
            <a:noFill/>
            <a:ln w="38100" cap="flat">
              <a:solidFill>
                <a:srgbClr val="495869"/>
              </a:solidFill>
              <a:prstDash val="solid"/>
              <a:miter lim="800000"/>
              <a:headEnd type="none" w="med" len="med"/>
              <a:tailEnd type="none" w="med" len="med"/>
            </a:ln>
          </p:spPr>
          <p:txBody>
            <a:bodyPr lIns="0" tIns="0" rIns="0" bIns="0"/>
            <a:lstStyle/>
            <a:p>
              <a:endParaRPr lang="en-US"/>
            </a:p>
          </p:txBody>
        </p:sp>
        <p:sp>
          <p:nvSpPr>
            <p:cNvPr id="31757" name="Rectangle 8"/>
            <p:cNvSpPr/>
            <p:nvPr/>
          </p:nvSpPr>
          <p:spPr bwMode="auto">
            <a:xfrm>
              <a:off x="3079750" y="6604000"/>
              <a:ext cx="7340600" cy="2362200"/>
            </a:xfrm>
            <a:prstGeom prst="rect">
              <a:avLst/>
            </a:prstGeom>
            <a:noFill/>
            <a:ln>
              <a:noFill/>
            </a:ln>
          </p:spPr>
          <p:txBody>
            <a:bodyPr lIns="0" tIns="0" rIns="0" bIns="0" anchor="ctr"/>
            <a:lstStyle/>
            <a:p>
              <a:pPr algn="r"/>
              <a:r>
                <a:rPr lang="en-US" sz="18000" dirty="0">
                  <a:solidFill>
                    <a:srgbClr val="323E4A"/>
                  </a:solidFill>
                  <a:latin typeface="微软雅黑" panose="020B0503020204020204" charset="-122"/>
                  <a:ea typeface="MS PGothic" panose="020B0600070205080204" charset="-128"/>
                  <a:cs typeface="MS PGothic" panose="020B0600070205080204" charset="-128"/>
                  <a:sym typeface="Diavlo Black Regular" charset="0"/>
                </a:rPr>
                <a:t>24,7</a:t>
              </a:r>
              <a:r>
                <a:rPr lang="en-US" sz="18000" dirty="0">
                  <a:solidFill>
                    <a:srgbClr val="495869"/>
                  </a:solidFill>
                  <a:latin typeface="微软雅黑" panose="020B0503020204020204" charset="-122"/>
                  <a:ea typeface="MS PGothic" panose="020B0600070205080204" charset="-128"/>
                  <a:cs typeface="MS PGothic" panose="020B0600070205080204" charset="-128"/>
                  <a:sym typeface="Diavlo Bold Regular" charset="0"/>
                </a:rPr>
                <a:t>%</a:t>
              </a:r>
              <a:endParaRPr lang="en-US" sz="18000" dirty="0">
                <a:solidFill>
                  <a:srgbClr val="495869"/>
                </a:solidFill>
                <a:latin typeface="微软雅黑" panose="020B0503020204020204" charset="-122"/>
                <a:ea typeface="MS PGothic" panose="020B0600070205080204" charset="-128"/>
                <a:cs typeface="MS PGothic" panose="020B0600070205080204" charset="-128"/>
                <a:sym typeface="Diavlo Bold Regular" charset="0"/>
              </a:endParaRPr>
            </a:p>
          </p:txBody>
        </p:sp>
        <p:grpSp>
          <p:nvGrpSpPr>
            <p:cNvPr id="31758" name="Group 11"/>
            <p:cNvGrpSpPr/>
            <p:nvPr/>
          </p:nvGrpSpPr>
          <p:grpSpPr bwMode="auto">
            <a:xfrm>
              <a:off x="2286000" y="3957638"/>
              <a:ext cx="800100" cy="800100"/>
              <a:chOff x="0" y="0"/>
              <a:chExt cx="504" cy="504"/>
            </a:xfrm>
          </p:grpSpPr>
          <p:sp>
            <p:nvSpPr>
              <p:cNvPr id="31813" name="AutoShape 9"/>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14" name="AutoShape 10"/>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59" name="Group 14"/>
            <p:cNvGrpSpPr/>
            <p:nvPr/>
          </p:nvGrpSpPr>
          <p:grpSpPr bwMode="auto">
            <a:xfrm>
              <a:off x="10604500" y="5168900"/>
              <a:ext cx="800100" cy="800100"/>
              <a:chOff x="0" y="0"/>
              <a:chExt cx="504" cy="504"/>
            </a:xfrm>
          </p:grpSpPr>
          <p:sp>
            <p:nvSpPr>
              <p:cNvPr id="31811" name="AutoShape 12"/>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12" name="AutoShape 13"/>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0" name="Group 17"/>
            <p:cNvGrpSpPr/>
            <p:nvPr/>
          </p:nvGrpSpPr>
          <p:grpSpPr bwMode="auto">
            <a:xfrm>
              <a:off x="6527800" y="4584700"/>
              <a:ext cx="800100" cy="800100"/>
              <a:chOff x="0" y="0"/>
              <a:chExt cx="504" cy="504"/>
            </a:xfrm>
          </p:grpSpPr>
          <p:sp>
            <p:nvSpPr>
              <p:cNvPr id="31809" name="AutoShape 15"/>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10" name="AutoShape 16"/>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1" name="Group 20"/>
            <p:cNvGrpSpPr/>
            <p:nvPr/>
          </p:nvGrpSpPr>
          <p:grpSpPr bwMode="auto">
            <a:xfrm>
              <a:off x="3797300" y="4127500"/>
              <a:ext cx="800100" cy="800100"/>
              <a:chOff x="0" y="0"/>
              <a:chExt cx="504" cy="504"/>
            </a:xfrm>
          </p:grpSpPr>
          <p:sp>
            <p:nvSpPr>
              <p:cNvPr id="31807" name="AutoShape 18"/>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08" name="AutoShape 19"/>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2" name="Group 23"/>
            <p:cNvGrpSpPr/>
            <p:nvPr/>
          </p:nvGrpSpPr>
          <p:grpSpPr bwMode="auto">
            <a:xfrm>
              <a:off x="5219700" y="4432300"/>
              <a:ext cx="800100" cy="800100"/>
              <a:chOff x="0" y="0"/>
              <a:chExt cx="504" cy="504"/>
            </a:xfrm>
          </p:grpSpPr>
          <p:sp>
            <p:nvSpPr>
              <p:cNvPr id="31805" name="AutoShape 21"/>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06" name="AutoShape 22"/>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3" name="Group 26"/>
            <p:cNvGrpSpPr/>
            <p:nvPr/>
          </p:nvGrpSpPr>
          <p:grpSpPr bwMode="auto">
            <a:xfrm>
              <a:off x="7835900" y="4762500"/>
              <a:ext cx="800100" cy="800100"/>
              <a:chOff x="0" y="0"/>
              <a:chExt cx="504" cy="504"/>
            </a:xfrm>
          </p:grpSpPr>
          <p:sp>
            <p:nvSpPr>
              <p:cNvPr id="31803" name="AutoShape 24"/>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04" name="AutoShape 25"/>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4" name="Group 29"/>
            <p:cNvGrpSpPr/>
            <p:nvPr/>
          </p:nvGrpSpPr>
          <p:grpSpPr bwMode="auto">
            <a:xfrm>
              <a:off x="9296400" y="4991100"/>
              <a:ext cx="800100" cy="800100"/>
              <a:chOff x="0" y="0"/>
              <a:chExt cx="504" cy="504"/>
            </a:xfrm>
          </p:grpSpPr>
          <p:sp>
            <p:nvSpPr>
              <p:cNvPr id="31801" name="AutoShape 27"/>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02" name="AutoShape 28"/>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5" name="Group 32"/>
            <p:cNvGrpSpPr/>
            <p:nvPr/>
          </p:nvGrpSpPr>
          <p:grpSpPr bwMode="auto">
            <a:xfrm>
              <a:off x="10604500" y="6591300"/>
              <a:ext cx="800100" cy="800100"/>
              <a:chOff x="0" y="0"/>
              <a:chExt cx="504" cy="504"/>
            </a:xfrm>
          </p:grpSpPr>
          <p:sp>
            <p:nvSpPr>
              <p:cNvPr id="31799" name="AutoShape 30"/>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800" name="AutoShape 31"/>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6" name="Group 35"/>
            <p:cNvGrpSpPr/>
            <p:nvPr/>
          </p:nvGrpSpPr>
          <p:grpSpPr bwMode="auto">
            <a:xfrm>
              <a:off x="10604500" y="8026400"/>
              <a:ext cx="800100" cy="800100"/>
              <a:chOff x="0" y="0"/>
              <a:chExt cx="504" cy="504"/>
            </a:xfrm>
          </p:grpSpPr>
          <p:sp>
            <p:nvSpPr>
              <p:cNvPr id="31797" name="AutoShape 33"/>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98" name="AutoShape 34"/>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7" name="Group 38"/>
            <p:cNvGrpSpPr/>
            <p:nvPr/>
          </p:nvGrpSpPr>
          <p:grpSpPr bwMode="auto">
            <a:xfrm>
              <a:off x="10604500" y="9601200"/>
              <a:ext cx="800100" cy="800100"/>
              <a:chOff x="0" y="0"/>
              <a:chExt cx="504" cy="504"/>
            </a:xfrm>
          </p:grpSpPr>
          <p:sp>
            <p:nvSpPr>
              <p:cNvPr id="31795" name="AutoShape 36"/>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96" name="AutoShape 37"/>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8" name="Group 41"/>
            <p:cNvGrpSpPr/>
            <p:nvPr/>
          </p:nvGrpSpPr>
          <p:grpSpPr bwMode="auto">
            <a:xfrm>
              <a:off x="9194800" y="9702800"/>
              <a:ext cx="800100" cy="800100"/>
              <a:chOff x="0" y="0"/>
              <a:chExt cx="504" cy="504"/>
            </a:xfrm>
          </p:grpSpPr>
          <p:sp>
            <p:nvSpPr>
              <p:cNvPr id="31793" name="AutoShape 39"/>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94" name="AutoShape 40"/>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69" name="Group 44"/>
            <p:cNvGrpSpPr/>
            <p:nvPr/>
          </p:nvGrpSpPr>
          <p:grpSpPr bwMode="auto">
            <a:xfrm>
              <a:off x="7835900" y="9702800"/>
              <a:ext cx="800100" cy="800100"/>
              <a:chOff x="0" y="0"/>
              <a:chExt cx="504" cy="504"/>
            </a:xfrm>
          </p:grpSpPr>
          <p:sp>
            <p:nvSpPr>
              <p:cNvPr id="31791" name="AutoShape 42"/>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92" name="AutoShape 43"/>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0" name="Group 47"/>
            <p:cNvGrpSpPr/>
            <p:nvPr/>
          </p:nvGrpSpPr>
          <p:grpSpPr bwMode="auto">
            <a:xfrm>
              <a:off x="6350000" y="9842500"/>
              <a:ext cx="800100" cy="800100"/>
              <a:chOff x="0" y="0"/>
              <a:chExt cx="504" cy="504"/>
            </a:xfrm>
          </p:grpSpPr>
          <p:sp>
            <p:nvSpPr>
              <p:cNvPr id="31789" name="AutoShape 45"/>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90" name="AutoShape 46"/>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1" name="Group 50"/>
            <p:cNvGrpSpPr/>
            <p:nvPr/>
          </p:nvGrpSpPr>
          <p:grpSpPr bwMode="auto">
            <a:xfrm>
              <a:off x="4953000" y="9893300"/>
              <a:ext cx="800100" cy="800100"/>
              <a:chOff x="0" y="0"/>
              <a:chExt cx="504" cy="504"/>
            </a:xfrm>
          </p:grpSpPr>
          <p:sp>
            <p:nvSpPr>
              <p:cNvPr id="31787" name="AutoShape 48"/>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88" name="AutoShape 49"/>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2" name="Group 53"/>
            <p:cNvGrpSpPr/>
            <p:nvPr/>
          </p:nvGrpSpPr>
          <p:grpSpPr bwMode="auto">
            <a:xfrm>
              <a:off x="3543300" y="9994900"/>
              <a:ext cx="800100" cy="800100"/>
              <a:chOff x="0" y="0"/>
              <a:chExt cx="504" cy="504"/>
            </a:xfrm>
          </p:grpSpPr>
          <p:sp>
            <p:nvSpPr>
              <p:cNvPr id="31785" name="AutoShape 51"/>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86" name="AutoShape 52"/>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3" name="Group 56"/>
            <p:cNvGrpSpPr/>
            <p:nvPr/>
          </p:nvGrpSpPr>
          <p:grpSpPr bwMode="auto">
            <a:xfrm>
              <a:off x="2286000" y="9994900"/>
              <a:ext cx="800100" cy="800100"/>
              <a:chOff x="0" y="0"/>
              <a:chExt cx="504" cy="504"/>
            </a:xfrm>
          </p:grpSpPr>
          <p:sp>
            <p:nvSpPr>
              <p:cNvPr id="31783" name="AutoShape 54"/>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84" name="AutoShape 55"/>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4" name="Group 59"/>
            <p:cNvGrpSpPr/>
            <p:nvPr/>
          </p:nvGrpSpPr>
          <p:grpSpPr bwMode="auto">
            <a:xfrm>
              <a:off x="2286000" y="8559800"/>
              <a:ext cx="800100" cy="800100"/>
              <a:chOff x="0" y="0"/>
              <a:chExt cx="504" cy="504"/>
            </a:xfrm>
          </p:grpSpPr>
          <p:sp>
            <p:nvSpPr>
              <p:cNvPr id="31781" name="AutoShape 57"/>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82" name="AutoShape 58"/>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5" name="Group 62"/>
            <p:cNvGrpSpPr/>
            <p:nvPr/>
          </p:nvGrpSpPr>
          <p:grpSpPr bwMode="auto">
            <a:xfrm>
              <a:off x="2286000" y="7124700"/>
              <a:ext cx="800100" cy="800100"/>
              <a:chOff x="0" y="0"/>
              <a:chExt cx="504" cy="504"/>
            </a:xfrm>
          </p:grpSpPr>
          <p:sp>
            <p:nvSpPr>
              <p:cNvPr id="31779" name="AutoShape 60"/>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80" name="AutoShape 61"/>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1776" name="Group 65"/>
            <p:cNvGrpSpPr/>
            <p:nvPr/>
          </p:nvGrpSpPr>
          <p:grpSpPr bwMode="auto">
            <a:xfrm>
              <a:off x="2286000" y="5537200"/>
              <a:ext cx="800100" cy="800100"/>
              <a:chOff x="0" y="0"/>
              <a:chExt cx="504" cy="504"/>
            </a:xfrm>
          </p:grpSpPr>
          <p:sp>
            <p:nvSpPr>
              <p:cNvPr id="31777" name="AutoShape 63"/>
              <p:cNvSpPr/>
              <p:nvPr/>
            </p:nvSpPr>
            <p:spPr bwMode="auto">
              <a:xfrm>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6600"/>
              </a:solidFill>
              <a:ln>
                <a:noFill/>
              </a:ln>
            </p:spPr>
            <p:txBody>
              <a:bodyPr lIns="0" tIns="0" rIns="0" bIns="0"/>
              <a:lstStyle/>
              <a:p>
                <a:endParaRPr lang="en-US"/>
              </a:p>
            </p:txBody>
          </p:sp>
          <p:sp>
            <p:nvSpPr>
              <p:cNvPr id="31778" name="AutoShape 64"/>
              <p:cNvSpPr/>
              <p:nvPr/>
            </p:nvSpPr>
            <p:spPr bwMode="auto">
              <a:xfrm>
                <a:off x="102" y="4"/>
                <a:ext cx="398"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grpSp>
        <p:nvGrpSpPr>
          <p:cNvPr id="30723" name="Group 2"/>
          <p:cNvGrpSpPr/>
          <p:nvPr/>
        </p:nvGrpSpPr>
        <p:grpSpPr bwMode="auto">
          <a:xfrm>
            <a:off x="13322300" y="3454400"/>
            <a:ext cx="9925050" cy="8445500"/>
            <a:chOff x="13322300" y="3454400"/>
            <a:chExt cx="9925050" cy="8445500"/>
          </a:xfrm>
        </p:grpSpPr>
        <p:grpSp>
          <p:nvGrpSpPr>
            <p:cNvPr id="31748" name="Group 68"/>
            <p:cNvGrpSpPr/>
            <p:nvPr/>
          </p:nvGrpSpPr>
          <p:grpSpPr bwMode="auto">
            <a:xfrm>
              <a:off x="13322300" y="3454400"/>
              <a:ext cx="7620000" cy="3098800"/>
              <a:chOff x="0" y="0"/>
              <a:chExt cx="4800" cy="1952"/>
            </a:xfrm>
          </p:grpSpPr>
          <p:sp>
            <p:nvSpPr>
              <p:cNvPr id="31753" name="Freeform 66"/>
              <p:cNvSpPr/>
              <p:nvPr/>
            </p:nvSpPr>
            <p:spPr bwMode="auto">
              <a:xfrm>
                <a:off x="88" y="88"/>
                <a:ext cx="4632" cy="1784"/>
              </a:xfrm>
              <a:custGeom>
                <a:avLst/>
                <a:gdLst>
                  <a:gd name="T0" fmla="*/ 10 w 18725"/>
                  <a:gd name="T1" fmla="*/ 0 h 17428"/>
                  <a:gd name="T2" fmla="*/ 1 w 18725"/>
                  <a:gd name="T3" fmla="*/ 0 h 17428"/>
                  <a:gd name="T4" fmla="*/ 10 w 18725"/>
                  <a:gd name="T5" fmla="*/ 0 h 17428"/>
                  <a:gd name="T6" fmla="*/ 16 w 18725"/>
                  <a:gd name="T7" fmla="*/ 0 h 17428"/>
                  <a:gd name="T8" fmla="*/ 4 w 18725"/>
                  <a:gd name="T9" fmla="*/ 0 h 17428"/>
                  <a:gd name="T10" fmla="*/ 1 w 18725"/>
                  <a:gd name="T11" fmla="*/ 0 h 17428"/>
                  <a:gd name="T12" fmla="*/ 7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31754" name="Picture 6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4800" cy="1952"/>
              </a:xfrm>
              <a:prstGeom prst="rect">
                <a:avLst/>
              </a:prstGeom>
              <a:noFill/>
              <a:ln>
                <a:noFill/>
              </a:ln>
            </p:spPr>
          </p:pic>
        </p:grpSp>
        <p:sp>
          <p:nvSpPr>
            <p:cNvPr id="31749" name="Rectangle 69"/>
            <p:cNvSpPr/>
            <p:nvPr/>
          </p:nvSpPr>
          <p:spPr bwMode="auto">
            <a:xfrm>
              <a:off x="14598650" y="3827273"/>
              <a:ext cx="8648700" cy="2527300"/>
            </a:xfrm>
            <a:prstGeom prst="rect">
              <a:avLst/>
            </a:prstGeom>
            <a:noFill/>
            <a:ln>
              <a:noFill/>
            </a:ln>
          </p:spPr>
          <p:txBody>
            <a:bodyPr lIns="0" tIns="0" rIns="0" bIns="0" anchor="ctr"/>
            <a:lstStyle/>
            <a:p>
              <a:pPr algn="l"/>
              <a:r>
                <a:rPr lang="zh-CN" altLang="en-US" sz="96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数据分析</a:t>
              </a:r>
              <a:endParaRPr lang="en-US" sz="96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1750" name="Rectangle 70"/>
            <p:cNvSpPr/>
            <p:nvPr/>
          </p:nvSpPr>
          <p:spPr bwMode="auto">
            <a:xfrm>
              <a:off x="13667868" y="7628382"/>
              <a:ext cx="7607300" cy="914400"/>
            </a:xfrm>
            <a:prstGeom prst="rect">
              <a:avLst/>
            </a:prstGeom>
            <a:noFill/>
            <a:ln>
              <a:noFill/>
            </a:ln>
          </p:spPr>
          <p:txBody>
            <a:bodyPr lIns="0" tIns="0" rIns="0" bIns="0"/>
            <a:lstStyle/>
            <a:p>
              <a:pPr algn="l"/>
              <a:r>
                <a:rPr lang="zh-CN" altLang="en-US" sz="2400" b="1" dirty="0">
                  <a:solidFill>
                    <a:srgbClr val="FFFFFF"/>
                  </a:solidFill>
                  <a:latin typeface="Open Sans Bold" charset="0"/>
                  <a:ea typeface="MS PGothic" panose="020B0600070205080204" charset="-128"/>
                  <a:cs typeface="MS PGothic" panose="020B0600070205080204" charset="-128"/>
                  <a:sym typeface="Open Sans Bold" charset="0"/>
                </a:rPr>
                <a:t>点击输入标题点击输入标题</a:t>
              </a:r>
              <a:endParaRPr lang="en-US" altLang="zh-CN" sz="2400" b="1" dirty="0">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31751" name="Rectangle 71"/>
            <p:cNvSpPr/>
            <p:nvPr/>
          </p:nvSpPr>
          <p:spPr bwMode="auto">
            <a:xfrm>
              <a:off x="13652500" y="8890000"/>
              <a:ext cx="7607300" cy="30099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l"/>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31752" name="Line 72"/>
            <p:cNvSpPr>
              <a:spLocks noChangeShapeType="1"/>
            </p:cNvSpPr>
            <p:nvPr/>
          </p:nvSpPr>
          <p:spPr bwMode="auto">
            <a:xfrm>
              <a:off x="13538200" y="8305800"/>
              <a:ext cx="7721600" cy="0"/>
            </a:xfrm>
            <a:prstGeom prst="line">
              <a:avLst/>
            </a:prstGeom>
            <a:noFill/>
            <a:ln w="12700">
              <a:solidFill>
                <a:srgbClr val="4D4D4D">
                  <a:alpha val="70195"/>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fade">
                                      <p:cBhvr>
                                        <p:cTn id="7" dur="1000"/>
                                        <p:tgtEl>
                                          <p:spTgt spid="30722"/>
                                        </p:tgtEl>
                                      </p:cBhvr>
                                    </p:animEffect>
                                    <p:anim calcmode="lin" valueType="num">
                                      <p:cBhvr>
                                        <p:cTn id="8" dur="1000" fill="hold"/>
                                        <p:tgtEl>
                                          <p:spTgt spid="30722"/>
                                        </p:tgtEl>
                                        <p:attrNameLst>
                                          <p:attrName>ppt_x</p:attrName>
                                        </p:attrNameLst>
                                      </p:cBhvr>
                                      <p:tavLst>
                                        <p:tav tm="0">
                                          <p:val>
                                            <p:strVal val="#ppt_x"/>
                                          </p:val>
                                        </p:tav>
                                        <p:tav tm="100000">
                                          <p:val>
                                            <p:strVal val="#ppt_x"/>
                                          </p:val>
                                        </p:tav>
                                      </p:tavLst>
                                    </p:anim>
                                    <p:anim calcmode="lin" valueType="num">
                                      <p:cBhvr>
                                        <p:cTn id="9" dur="900" decel="100000" fill="hold"/>
                                        <p:tgtEl>
                                          <p:spTgt spid="3072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0722"/>
                                        </p:tgtEl>
                                        <p:attrNameLst>
                                          <p:attrName>ppt_y</p:attrName>
                                        </p:attrNameLst>
                                      </p:cBhvr>
                                      <p:tavLst>
                                        <p:tav tm="0">
                                          <p:val>
                                            <p:strVal val="#ppt_y-.03"/>
                                          </p:val>
                                        </p:tav>
                                        <p:tav tm="100000">
                                          <p:val>
                                            <p:strVal val="#ppt_y"/>
                                          </p:val>
                                        </p:tav>
                                      </p:tavLst>
                                    </p:anim>
                                  </p:childTnLst>
                                </p:cTn>
                              </p:par>
                              <p:par>
                                <p:cTn id="11" presetID="19" presetClass="entr" presetSubtype="10" fill="hold" nodeType="withEffect">
                                  <p:stCondLst>
                                    <p:cond delay="400"/>
                                  </p:stCondLst>
                                  <p:childTnLst>
                                    <p:set>
                                      <p:cBhvr>
                                        <p:cTn id="12" dur="1" fill="hold">
                                          <p:stCondLst>
                                            <p:cond delay="0"/>
                                          </p:stCondLst>
                                        </p:cTn>
                                        <p:tgtEl>
                                          <p:spTgt spid="30723"/>
                                        </p:tgtEl>
                                        <p:attrNameLst>
                                          <p:attrName>style.visibility</p:attrName>
                                        </p:attrNameLst>
                                      </p:cBhvr>
                                      <p:to>
                                        <p:strVal val="visible"/>
                                      </p:to>
                                    </p:set>
                                    <p:anim calcmode="lin" valueType="num">
                                      <p:cBhvr>
                                        <p:cTn id="13" dur="1000" fill="hold"/>
                                        <p:tgtEl>
                                          <p:spTgt spid="30723"/>
                                        </p:tgtEl>
                                        <p:attrNameLst>
                                          <p:attrName>ppt_w</p:attrName>
                                        </p:attrNameLst>
                                      </p:cBhvr>
                                      <p:tavLst>
                                        <p:tav tm="0" fmla="#ppt_w*sin(2.5*pi*$)">
                                          <p:val>
                                            <p:fltVal val="0"/>
                                          </p:val>
                                        </p:tav>
                                        <p:tav tm="100000">
                                          <p:val>
                                            <p:fltVal val="1"/>
                                          </p:val>
                                        </p:tav>
                                      </p:tavLst>
                                    </p:anim>
                                    <p:anim calcmode="lin" valueType="num">
                                      <p:cBhvr>
                                        <p:cTn id="14" dur="1000" fill="hold"/>
                                        <p:tgtEl>
                                          <p:spTgt spid="307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6438900" y="3757613"/>
            <a:ext cx="11536363" cy="11074400"/>
            <a:chOff x="6438900" y="3757613"/>
            <a:chExt cx="11536363" cy="11074400"/>
          </a:xfrm>
        </p:grpSpPr>
        <p:grpSp>
          <p:nvGrpSpPr>
            <p:cNvPr id="32814" name="Group 60"/>
            <p:cNvGrpSpPr/>
            <p:nvPr/>
          </p:nvGrpSpPr>
          <p:grpSpPr bwMode="auto">
            <a:xfrm>
              <a:off x="7405688" y="3757613"/>
              <a:ext cx="10569575" cy="11074400"/>
              <a:chOff x="574" y="0"/>
              <a:chExt cx="6658" cy="6976"/>
            </a:xfrm>
          </p:grpSpPr>
          <p:grpSp>
            <p:nvGrpSpPr>
              <p:cNvPr id="32816" name="Group 52"/>
              <p:cNvGrpSpPr/>
              <p:nvPr/>
            </p:nvGrpSpPr>
            <p:grpSpPr bwMode="auto">
              <a:xfrm flipH="1">
                <a:off x="1383" y="574"/>
                <a:ext cx="5849" cy="6402"/>
                <a:chOff x="0" y="0"/>
                <a:chExt cx="5848" cy="6401"/>
              </a:xfrm>
            </p:grpSpPr>
            <p:sp>
              <p:nvSpPr>
                <p:cNvPr id="32824" name="AutoShape 16"/>
                <p:cNvSpPr/>
                <p:nvPr/>
              </p:nvSpPr>
              <p:spPr bwMode="auto">
                <a:xfrm>
                  <a:off x="1999" y="1059"/>
                  <a:ext cx="3164" cy="3914"/>
                </a:xfrm>
                <a:custGeom>
                  <a:avLst/>
                  <a:gdLst>
                    <a:gd name="T0" fmla="*/ 10 w 21600"/>
                    <a:gd name="T1" fmla="*/ 18 h 21600"/>
                    <a:gd name="T2" fmla="*/ 7 w 21600"/>
                    <a:gd name="T3" fmla="*/ 23 h 21600"/>
                    <a:gd name="T4" fmla="*/ 3 w 21600"/>
                    <a:gd name="T5" fmla="*/ 23 h 21600"/>
                    <a:gd name="T6" fmla="*/ 0 w 21600"/>
                    <a:gd name="T7" fmla="*/ 18 h 21600"/>
                    <a:gd name="T8" fmla="*/ 0 w 21600"/>
                    <a:gd name="T9" fmla="*/ 5 h 21600"/>
                    <a:gd name="T10" fmla="*/ 3 w 21600"/>
                    <a:gd name="T11" fmla="*/ 0 h 21600"/>
                    <a:gd name="T12" fmla="*/ 7 w 21600"/>
                    <a:gd name="T13" fmla="*/ 0 h 21600"/>
                    <a:gd name="T14" fmla="*/ 10 w 21600"/>
                    <a:gd name="T15" fmla="*/ 5 h 21600"/>
                    <a:gd name="T16" fmla="*/ 10 w 21600"/>
                    <a:gd name="T17" fmla="*/ 18 h 21600"/>
                    <a:gd name="T18" fmla="*/ 10 w 21600"/>
                    <a:gd name="T19" fmla="*/ 18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2825" name="AutoShape 17"/>
                <p:cNvSpPr/>
                <p:nvPr/>
              </p:nvSpPr>
              <p:spPr bwMode="auto">
                <a:xfrm>
                  <a:off x="2358" y="1238"/>
                  <a:ext cx="2463" cy="5163"/>
                </a:xfrm>
                <a:custGeom>
                  <a:avLst/>
                  <a:gdLst>
                    <a:gd name="T0" fmla="*/ 2 w 21600"/>
                    <a:gd name="T1" fmla="*/ 0 h 21600"/>
                    <a:gd name="T2" fmla="*/ 0 w 21600"/>
                    <a:gd name="T3" fmla="*/ 18 h 21600"/>
                    <a:gd name="T4" fmla="*/ 0 w 21600"/>
                    <a:gd name="T5" fmla="*/ 22 h 21600"/>
                    <a:gd name="T6" fmla="*/ 0 w 21600"/>
                    <a:gd name="T7" fmla="*/ 23 h 21600"/>
                    <a:gd name="T8" fmla="*/ 0 w 21600"/>
                    <a:gd name="T9" fmla="*/ 35 h 21600"/>
                    <a:gd name="T10" fmla="*/ 0 w 21600"/>
                    <a:gd name="T11" fmla="*/ 38 h 21600"/>
                    <a:gd name="T12" fmla="*/ 0 w 21600"/>
                    <a:gd name="T13" fmla="*/ 40 h 21600"/>
                    <a:gd name="T14" fmla="*/ 0 w 21600"/>
                    <a:gd name="T15" fmla="*/ 63 h 21600"/>
                    <a:gd name="T16" fmla="*/ 1 w 21600"/>
                    <a:gd name="T17" fmla="*/ 71 h 21600"/>
                    <a:gd name="T18" fmla="*/ 2 w 21600"/>
                    <a:gd name="T19" fmla="*/ 63 h 21600"/>
                    <a:gd name="T20" fmla="*/ 2 w 21600"/>
                    <a:gd name="T21" fmla="*/ 46 h 21600"/>
                    <a:gd name="T22" fmla="*/ 2 w 21600"/>
                    <a:gd name="T23" fmla="*/ 46 h 21600"/>
                    <a:gd name="T24" fmla="*/ 2 w 21600"/>
                    <a:gd name="T25" fmla="*/ 63 h 21600"/>
                    <a:gd name="T26" fmla="*/ 3 w 21600"/>
                    <a:gd name="T27" fmla="*/ 71 h 21600"/>
                    <a:gd name="T28" fmla="*/ 4 w 21600"/>
                    <a:gd name="T29" fmla="*/ 63 h 21600"/>
                    <a:gd name="T30" fmla="*/ 4 w 21600"/>
                    <a:gd name="T31" fmla="*/ 40 h 21600"/>
                    <a:gd name="T32" fmla="*/ 4 w 21600"/>
                    <a:gd name="T33" fmla="*/ 38 h 21600"/>
                    <a:gd name="T34" fmla="*/ 4 w 21600"/>
                    <a:gd name="T35" fmla="*/ 35 h 21600"/>
                    <a:gd name="T36" fmla="*/ 4 w 21600"/>
                    <a:gd name="T37" fmla="*/ 23 h 21600"/>
                    <a:gd name="T38" fmla="*/ 4 w 21600"/>
                    <a:gd name="T39" fmla="*/ 22 h 21600"/>
                    <a:gd name="T40" fmla="*/ 4 w 21600"/>
                    <a:gd name="T41" fmla="*/ 18 h 21600"/>
                    <a:gd name="T42" fmla="*/ 2 w 21600"/>
                    <a:gd name="T43" fmla="*/ 0 h 21600"/>
                    <a:gd name="T44" fmla="*/ 2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2826" name="AutoShape 18"/>
                <p:cNvSpPr/>
                <p:nvPr/>
              </p:nvSpPr>
              <p:spPr bwMode="auto">
                <a:xfrm>
                  <a:off x="4120" y="0"/>
                  <a:ext cx="1728" cy="2391"/>
                </a:xfrm>
                <a:custGeom>
                  <a:avLst/>
                  <a:gdLst>
                    <a:gd name="T0" fmla="*/ 0 w 19437"/>
                    <a:gd name="T1" fmla="*/ 0 h 21352"/>
                    <a:gd name="T2" fmla="*/ 1 w 19437"/>
                    <a:gd name="T3" fmla="*/ 0 h 21352"/>
                    <a:gd name="T4" fmla="*/ 1 w 19437"/>
                    <a:gd name="T5" fmla="*/ 1 h 21352"/>
                    <a:gd name="T6" fmla="*/ 1 w 19437"/>
                    <a:gd name="T7" fmla="*/ 3 h 21352"/>
                    <a:gd name="T8" fmla="*/ 0 w 19437"/>
                    <a:gd name="T9" fmla="*/ 3 h 21352"/>
                    <a:gd name="T10" fmla="*/ 0 w 19437"/>
                    <a:gd name="T11" fmla="*/ 3 h 21352"/>
                    <a:gd name="T12" fmla="*/ 1 w 19437"/>
                    <a:gd name="T13" fmla="*/ 2 h 21352"/>
                    <a:gd name="T14" fmla="*/ 1 w 19437"/>
                    <a:gd name="T15" fmla="*/ 1 h 21352"/>
                    <a:gd name="T16" fmla="*/ 1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2827" name="AutoShape 19"/>
                <p:cNvSpPr/>
                <p:nvPr/>
              </p:nvSpPr>
              <p:spPr bwMode="auto">
                <a:xfrm>
                  <a:off x="4677" y="71"/>
                  <a:ext cx="93" cy="1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2828" name="AutoShape 20"/>
                <p:cNvSpPr/>
                <p:nvPr/>
              </p:nvSpPr>
              <p:spPr bwMode="auto">
                <a:xfrm>
                  <a:off x="5576" y="807"/>
                  <a:ext cx="88"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2829" name="AutoShape 21"/>
                <p:cNvSpPr/>
                <p:nvPr/>
              </p:nvSpPr>
              <p:spPr bwMode="auto">
                <a:xfrm>
                  <a:off x="5288" y="287"/>
                  <a:ext cx="137" cy="6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2830" name="AutoShape 22"/>
                <p:cNvSpPr/>
                <p:nvPr/>
              </p:nvSpPr>
              <p:spPr bwMode="auto">
                <a:xfrm>
                  <a:off x="5199" y="197"/>
                  <a:ext cx="160" cy="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2831" name="AutoShape 23"/>
                <p:cNvSpPr/>
                <p:nvPr/>
              </p:nvSpPr>
              <p:spPr bwMode="auto">
                <a:xfrm>
                  <a:off x="5522" y="610"/>
                  <a:ext cx="171"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2832" name="AutoShape 24"/>
                <p:cNvSpPr/>
                <p:nvPr/>
              </p:nvSpPr>
              <p:spPr bwMode="auto">
                <a:xfrm>
                  <a:off x="5163" y="1687"/>
                  <a:ext cx="81" cy="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2833" name="AutoShape 25"/>
                <p:cNvSpPr/>
                <p:nvPr/>
              </p:nvSpPr>
              <p:spPr bwMode="auto">
                <a:xfrm>
                  <a:off x="4803" y="71"/>
                  <a:ext cx="75" cy="1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2834" name="AutoShape 26"/>
                <p:cNvSpPr/>
                <p:nvPr/>
              </p:nvSpPr>
              <p:spPr bwMode="auto">
                <a:xfrm>
                  <a:off x="5360" y="1490"/>
                  <a:ext cx="59" cy="8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2835" name="AutoShape 27"/>
                <p:cNvSpPr/>
                <p:nvPr/>
              </p:nvSpPr>
              <p:spPr bwMode="auto">
                <a:xfrm>
                  <a:off x="4929" y="125"/>
                  <a:ext cx="97" cy="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2836" name="AutoShape 28"/>
                <p:cNvSpPr/>
                <p:nvPr/>
              </p:nvSpPr>
              <p:spPr bwMode="auto">
                <a:xfrm>
                  <a:off x="5432" y="1364"/>
                  <a:ext cx="61" cy="7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2837" name="AutoShape 29"/>
                <p:cNvSpPr/>
                <p:nvPr/>
              </p:nvSpPr>
              <p:spPr bwMode="auto">
                <a:xfrm>
                  <a:off x="5271" y="1580"/>
                  <a:ext cx="105" cy="1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2838" name="AutoShape 30"/>
                <p:cNvSpPr/>
                <p:nvPr/>
              </p:nvSpPr>
              <p:spPr bwMode="auto">
                <a:xfrm>
                  <a:off x="5558" y="1077"/>
                  <a:ext cx="111" cy="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2839" name="AutoShape 31"/>
                <p:cNvSpPr/>
                <p:nvPr/>
              </p:nvSpPr>
              <p:spPr bwMode="auto">
                <a:xfrm>
                  <a:off x="5055" y="125"/>
                  <a:ext cx="195" cy="1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2840" name="AutoShape 32"/>
                <p:cNvSpPr/>
                <p:nvPr/>
              </p:nvSpPr>
              <p:spPr bwMode="auto">
                <a:xfrm>
                  <a:off x="5504" y="1238"/>
                  <a:ext cx="65" cy="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2841" name="AutoShape 33"/>
                <p:cNvSpPr/>
                <p:nvPr/>
              </p:nvSpPr>
              <p:spPr bwMode="auto">
                <a:xfrm>
                  <a:off x="5576" y="951"/>
                  <a:ext cx="128"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2842" name="AutoShape 34"/>
                <p:cNvSpPr/>
                <p:nvPr/>
              </p:nvSpPr>
              <p:spPr bwMode="auto">
                <a:xfrm>
                  <a:off x="5558" y="664"/>
                  <a:ext cx="187" cy="5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2843" name="AutoShape 35"/>
                <p:cNvSpPr/>
                <p:nvPr/>
              </p:nvSpPr>
              <p:spPr bwMode="auto">
                <a:xfrm>
                  <a:off x="5378" y="341"/>
                  <a:ext cx="230" cy="7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2844" name="AutoShape 36"/>
                <p:cNvSpPr/>
                <p:nvPr/>
              </p:nvSpPr>
              <p:spPr bwMode="auto">
                <a:xfrm>
                  <a:off x="5450" y="448"/>
                  <a:ext cx="189" cy="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2845" name="AutoShape 37"/>
                <p:cNvSpPr/>
                <p:nvPr/>
              </p:nvSpPr>
              <p:spPr bwMode="auto">
                <a:xfrm>
                  <a:off x="2556" y="5189"/>
                  <a:ext cx="730" cy="302"/>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2846" name="AutoShape 38"/>
                <p:cNvSpPr/>
                <p:nvPr/>
              </p:nvSpPr>
              <p:spPr bwMode="auto">
                <a:xfrm>
                  <a:off x="3922" y="5189"/>
                  <a:ext cx="731" cy="302"/>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2847" name="AutoShape 39"/>
                <p:cNvSpPr/>
                <p:nvPr/>
              </p:nvSpPr>
              <p:spPr bwMode="auto">
                <a:xfrm>
                  <a:off x="2610" y="4201"/>
                  <a:ext cx="777" cy="268"/>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2848" name="AutoShape 40"/>
                <p:cNvSpPr/>
                <p:nvPr/>
              </p:nvSpPr>
              <p:spPr bwMode="auto">
                <a:xfrm>
                  <a:off x="3778" y="4201"/>
                  <a:ext cx="756" cy="249"/>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2849" name="AutoShape 41"/>
                <p:cNvSpPr/>
                <p:nvPr/>
              </p:nvSpPr>
              <p:spPr bwMode="auto">
                <a:xfrm>
                  <a:off x="2700" y="3124"/>
                  <a:ext cx="1708" cy="1185"/>
                </a:xfrm>
                <a:custGeom>
                  <a:avLst/>
                  <a:gdLst>
                    <a:gd name="T0" fmla="*/ 1 w 21600"/>
                    <a:gd name="T1" fmla="*/ 0 h 21600"/>
                    <a:gd name="T2" fmla="*/ 1 w 21600"/>
                    <a:gd name="T3" fmla="*/ 0 h 21600"/>
                    <a:gd name="T4" fmla="*/ 0 w 21600"/>
                    <a:gd name="T5" fmla="*/ 0 h 21600"/>
                    <a:gd name="T6" fmla="*/ 0 w 21600"/>
                    <a:gd name="T7" fmla="*/ 0 h 21600"/>
                    <a:gd name="T8" fmla="*/ 0 w 21600"/>
                    <a:gd name="T9" fmla="*/ 0 h 21600"/>
                    <a:gd name="T10" fmla="*/ 0 w 21600"/>
                    <a:gd name="T11" fmla="*/ 0 h 21600"/>
                    <a:gd name="T12" fmla="*/ 1 w 21600"/>
                    <a:gd name="T13" fmla="*/ 0 h 21600"/>
                    <a:gd name="T14" fmla="*/ 1 w 21600"/>
                    <a:gd name="T15" fmla="*/ 0 h 21600"/>
                    <a:gd name="T16" fmla="*/ 1 w 21600"/>
                    <a:gd name="T17" fmla="*/ 0 h 21600"/>
                    <a:gd name="T18" fmla="*/ 1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2850" name="AutoShape 42"/>
                <p:cNvSpPr/>
                <p:nvPr/>
              </p:nvSpPr>
              <p:spPr bwMode="auto">
                <a:xfrm>
                  <a:off x="2700" y="3267"/>
                  <a:ext cx="1708" cy="1185"/>
                </a:xfrm>
                <a:custGeom>
                  <a:avLst/>
                  <a:gdLst>
                    <a:gd name="T0" fmla="*/ 1 w 21600"/>
                    <a:gd name="T1" fmla="*/ 0 h 21600"/>
                    <a:gd name="T2" fmla="*/ 1 w 21600"/>
                    <a:gd name="T3" fmla="*/ 0 h 21600"/>
                    <a:gd name="T4" fmla="*/ 0 w 21600"/>
                    <a:gd name="T5" fmla="*/ 0 h 21600"/>
                    <a:gd name="T6" fmla="*/ 0 w 21600"/>
                    <a:gd name="T7" fmla="*/ 0 h 21600"/>
                    <a:gd name="T8" fmla="*/ 0 w 21600"/>
                    <a:gd name="T9" fmla="*/ 0 h 21600"/>
                    <a:gd name="T10" fmla="*/ 0 w 21600"/>
                    <a:gd name="T11" fmla="*/ 0 h 21600"/>
                    <a:gd name="T12" fmla="*/ 1 w 21600"/>
                    <a:gd name="T13" fmla="*/ 0 h 21600"/>
                    <a:gd name="T14" fmla="*/ 1 w 21600"/>
                    <a:gd name="T15" fmla="*/ 0 h 21600"/>
                    <a:gd name="T16" fmla="*/ 1 w 21600"/>
                    <a:gd name="T17" fmla="*/ 0 h 21600"/>
                    <a:gd name="T18" fmla="*/ 1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2851" name="AutoShape 43"/>
                <p:cNvSpPr/>
                <p:nvPr/>
              </p:nvSpPr>
              <p:spPr bwMode="auto">
                <a:xfrm>
                  <a:off x="3023" y="3680"/>
                  <a:ext cx="216" cy="19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2852" name="AutoShape 44"/>
                <p:cNvSpPr/>
                <p:nvPr/>
              </p:nvSpPr>
              <p:spPr bwMode="auto">
                <a:xfrm>
                  <a:off x="3311" y="3680"/>
                  <a:ext cx="205" cy="2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2853" name="AutoShape 45"/>
                <p:cNvSpPr/>
                <p:nvPr/>
              </p:nvSpPr>
              <p:spPr bwMode="auto">
                <a:xfrm>
                  <a:off x="3581" y="3680"/>
                  <a:ext cx="205" cy="2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2854" name="AutoShape 46"/>
                <p:cNvSpPr/>
                <p:nvPr/>
              </p:nvSpPr>
              <p:spPr bwMode="auto">
                <a:xfrm>
                  <a:off x="3868" y="3680"/>
                  <a:ext cx="216" cy="2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2855" name="AutoShape 47"/>
                <p:cNvSpPr/>
                <p:nvPr/>
              </p:nvSpPr>
              <p:spPr bwMode="auto">
                <a:xfrm>
                  <a:off x="3023" y="4004"/>
                  <a:ext cx="1025" cy="7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2856" name="AutoShape 48"/>
                <p:cNvSpPr/>
                <p:nvPr/>
              </p:nvSpPr>
              <p:spPr bwMode="auto">
                <a:xfrm>
                  <a:off x="3095" y="4165"/>
                  <a:ext cx="881" cy="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2857" name="Group 51"/>
                <p:cNvGrpSpPr/>
                <p:nvPr/>
              </p:nvGrpSpPr>
              <p:grpSpPr bwMode="auto">
                <a:xfrm rot="-3473319">
                  <a:off x="607" y="1604"/>
                  <a:ext cx="3237" cy="3224"/>
                  <a:chOff x="0" y="0"/>
                  <a:chExt cx="3237" cy="3223"/>
                </a:xfrm>
              </p:grpSpPr>
              <p:sp>
                <p:nvSpPr>
                  <p:cNvPr id="32858" name="AutoShape 49"/>
                  <p:cNvSpPr/>
                  <p:nvPr/>
                </p:nvSpPr>
                <p:spPr bwMode="auto">
                  <a:xfrm rot="2744935">
                    <a:off x="682" y="262"/>
                    <a:ext cx="1872" cy="2698"/>
                  </a:xfrm>
                  <a:custGeom>
                    <a:avLst/>
                    <a:gdLst>
                      <a:gd name="T0" fmla="*/ 2 w 19335"/>
                      <a:gd name="T1" fmla="*/ 0 h 20289"/>
                      <a:gd name="T2" fmla="*/ 0 w 19335"/>
                      <a:gd name="T3" fmla="*/ 2 h 20289"/>
                      <a:gd name="T4" fmla="*/ 0 w 19335"/>
                      <a:gd name="T5" fmla="*/ 5 h 20289"/>
                      <a:gd name="T6" fmla="*/ 0 w 19335"/>
                      <a:gd name="T7" fmla="*/ 6 h 20289"/>
                      <a:gd name="T8" fmla="*/ 1 w 19335"/>
                      <a:gd name="T9" fmla="*/ 5 h 20289"/>
                      <a:gd name="T10" fmla="*/ 1 w 19335"/>
                      <a:gd name="T11" fmla="*/ 6 h 20289"/>
                      <a:gd name="T12" fmla="*/ 1 w 19335"/>
                      <a:gd name="T13" fmla="*/ 4 h 20289"/>
                      <a:gd name="T14" fmla="*/ 1 w 19335"/>
                      <a:gd name="T15" fmla="*/ 2 h 20289"/>
                      <a:gd name="T16" fmla="*/ 2 w 19335"/>
                      <a:gd name="T17" fmla="*/ 0 h 20289"/>
                      <a:gd name="T18" fmla="*/ 2 w 19335"/>
                      <a:gd name="T19" fmla="*/ 0 h 20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5" h="20289">
                        <a:moveTo>
                          <a:pt x="18757" y="3"/>
                        </a:moveTo>
                        <a:cubicBezTo>
                          <a:pt x="18757" y="3"/>
                          <a:pt x="11315" y="2"/>
                          <a:pt x="5966" y="5159"/>
                        </a:cubicBezTo>
                        <a:cubicBezTo>
                          <a:pt x="2640" y="8366"/>
                          <a:pt x="509" y="11503"/>
                          <a:pt x="48" y="16553"/>
                        </a:cubicBezTo>
                        <a:cubicBezTo>
                          <a:pt x="-413" y="21602"/>
                          <a:pt x="3136" y="20368"/>
                          <a:pt x="4679" y="19471"/>
                        </a:cubicBezTo>
                        <a:cubicBezTo>
                          <a:pt x="6222" y="18573"/>
                          <a:pt x="6221" y="15992"/>
                          <a:pt x="6221" y="15992"/>
                        </a:cubicBezTo>
                        <a:cubicBezTo>
                          <a:pt x="6221" y="15992"/>
                          <a:pt x="6222" y="18125"/>
                          <a:pt x="7148" y="17900"/>
                        </a:cubicBezTo>
                        <a:cubicBezTo>
                          <a:pt x="8074" y="17676"/>
                          <a:pt x="7609" y="15207"/>
                          <a:pt x="8689" y="13300"/>
                        </a:cubicBezTo>
                        <a:cubicBezTo>
                          <a:pt x="9768" y="11393"/>
                          <a:pt x="11002" y="8026"/>
                          <a:pt x="16094" y="7466"/>
                        </a:cubicBezTo>
                        <a:cubicBezTo>
                          <a:pt x="21187" y="6906"/>
                          <a:pt x="18757" y="3"/>
                          <a:pt x="18757" y="3"/>
                        </a:cubicBezTo>
                        <a:close/>
                        <a:moveTo>
                          <a:pt x="18757" y="3"/>
                        </a:moveTo>
                      </a:path>
                    </a:pathLst>
                  </a:custGeom>
                  <a:solidFill>
                    <a:srgbClr val="FFFFFF"/>
                  </a:solidFill>
                  <a:ln>
                    <a:noFill/>
                  </a:ln>
                </p:spPr>
                <p:txBody>
                  <a:bodyPr lIns="0" tIns="0" rIns="0" bIns="0"/>
                  <a:lstStyle/>
                  <a:p>
                    <a:endParaRPr lang="en-US"/>
                  </a:p>
                </p:txBody>
              </p:sp>
              <p:sp>
                <p:nvSpPr>
                  <p:cNvPr id="32859" name="AutoShape 50"/>
                  <p:cNvSpPr/>
                  <p:nvPr/>
                </p:nvSpPr>
                <p:spPr bwMode="auto">
                  <a:xfrm rot="2744935">
                    <a:off x="1500" y="923"/>
                    <a:ext cx="247" cy="250"/>
                  </a:xfrm>
                  <a:custGeom>
                    <a:avLst/>
                    <a:gdLst>
                      <a:gd name="T0" fmla="*/ 0 w 18403"/>
                      <a:gd name="T1" fmla="*/ 0 h 18930"/>
                      <a:gd name="T2" fmla="*/ 0 w 18403"/>
                      <a:gd name="T3" fmla="*/ 0 h 18930"/>
                      <a:gd name="T4" fmla="*/ 0 w 18403"/>
                      <a:gd name="T5" fmla="*/ 0 h 18930"/>
                      <a:gd name="T6" fmla="*/ 0 w 18403"/>
                      <a:gd name="T7" fmla="*/ 0 h 18930"/>
                      <a:gd name="T8" fmla="*/ 0 w 18403"/>
                      <a:gd name="T9" fmla="*/ 0 h 18930"/>
                      <a:gd name="T10" fmla="*/ 0 w 18403"/>
                      <a:gd name="T11" fmla="*/ 0 h 18930"/>
                      <a:gd name="T12" fmla="*/ 0 w 18403"/>
                      <a:gd name="T13" fmla="*/ 0 h 1893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3" h="18930">
                        <a:moveTo>
                          <a:pt x="9324" y="3"/>
                        </a:moveTo>
                        <a:cubicBezTo>
                          <a:pt x="9324" y="3"/>
                          <a:pt x="19012" y="2912"/>
                          <a:pt x="18375" y="8080"/>
                        </a:cubicBezTo>
                        <a:cubicBezTo>
                          <a:pt x="17738" y="13246"/>
                          <a:pt x="8297" y="8400"/>
                          <a:pt x="8297" y="8400"/>
                        </a:cubicBezTo>
                        <a:lnTo>
                          <a:pt x="8299" y="16796"/>
                        </a:lnTo>
                        <a:cubicBezTo>
                          <a:pt x="8299" y="16796"/>
                          <a:pt x="5548" y="21603"/>
                          <a:pt x="1481" y="16794"/>
                        </a:cubicBezTo>
                        <a:cubicBezTo>
                          <a:pt x="-2588" y="11984"/>
                          <a:pt x="2310" y="2585"/>
                          <a:pt x="9324" y="3"/>
                        </a:cubicBezTo>
                        <a:close/>
                        <a:moveTo>
                          <a:pt x="9324" y="3"/>
                        </a:moveTo>
                      </a:path>
                    </a:pathLst>
                  </a:custGeom>
                  <a:solidFill>
                    <a:srgbClr val="E4E9EF"/>
                  </a:solidFill>
                  <a:ln>
                    <a:noFill/>
                  </a:ln>
                </p:spPr>
                <p:txBody>
                  <a:bodyPr lIns="0" tIns="0" rIns="0" bIns="0"/>
                  <a:lstStyle/>
                  <a:p>
                    <a:endParaRPr lang="en-US"/>
                  </a:p>
                </p:txBody>
              </p:sp>
            </p:grpSp>
          </p:grpSp>
          <p:grpSp>
            <p:nvGrpSpPr>
              <p:cNvPr id="32817" name="Group 55"/>
              <p:cNvGrpSpPr/>
              <p:nvPr/>
            </p:nvGrpSpPr>
            <p:grpSpPr bwMode="auto">
              <a:xfrm rot="-3698310">
                <a:off x="567" y="2251"/>
                <a:ext cx="3237" cy="3224"/>
                <a:chOff x="0" y="0"/>
                <a:chExt cx="3237" cy="3223"/>
              </a:xfrm>
            </p:grpSpPr>
            <p:sp>
              <p:nvSpPr>
                <p:cNvPr id="32822" name="AutoShape 53"/>
                <p:cNvSpPr/>
                <p:nvPr/>
              </p:nvSpPr>
              <p:spPr bwMode="auto">
                <a:xfrm rot="2744935">
                  <a:off x="682" y="262"/>
                  <a:ext cx="1872" cy="2698"/>
                </a:xfrm>
                <a:custGeom>
                  <a:avLst/>
                  <a:gdLst>
                    <a:gd name="T0" fmla="*/ 2 w 19336"/>
                    <a:gd name="T1" fmla="*/ 0 h 20289"/>
                    <a:gd name="T2" fmla="*/ 0 w 19336"/>
                    <a:gd name="T3" fmla="*/ 2 h 20289"/>
                    <a:gd name="T4" fmla="*/ 0 w 19336"/>
                    <a:gd name="T5" fmla="*/ 5 h 20289"/>
                    <a:gd name="T6" fmla="*/ 0 w 19336"/>
                    <a:gd name="T7" fmla="*/ 6 h 20289"/>
                    <a:gd name="T8" fmla="*/ 1 w 19336"/>
                    <a:gd name="T9" fmla="*/ 5 h 20289"/>
                    <a:gd name="T10" fmla="*/ 1 w 19336"/>
                    <a:gd name="T11" fmla="*/ 6 h 20289"/>
                    <a:gd name="T12" fmla="*/ 1 w 19336"/>
                    <a:gd name="T13" fmla="*/ 4 h 20289"/>
                    <a:gd name="T14" fmla="*/ 1 w 19336"/>
                    <a:gd name="T15" fmla="*/ 2 h 20289"/>
                    <a:gd name="T16" fmla="*/ 2 w 19336"/>
                    <a:gd name="T17" fmla="*/ 0 h 20289"/>
                    <a:gd name="T18" fmla="*/ 2 w 19336"/>
                    <a:gd name="T19" fmla="*/ 0 h 20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6" h="20289">
                      <a:moveTo>
                        <a:pt x="18758" y="5"/>
                      </a:moveTo>
                      <a:cubicBezTo>
                        <a:pt x="18758" y="5"/>
                        <a:pt x="11316" y="3"/>
                        <a:pt x="5966" y="5160"/>
                      </a:cubicBezTo>
                      <a:cubicBezTo>
                        <a:pt x="2640" y="8367"/>
                        <a:pt x="509" y="11504"/>
                        <a:pt x="49" y="16553"/>
                      </a:cubicBezTo>
                      <a:cubicBezTo>
                        <a:pt x="-412" y="21603"/>
                        <a:pt x="3137" y="20369"/>
                        <a:pt x="4680" y="19472"/>
                      </a:cubicBezTo>
                      <a:cubicBezTo>
                        <a:pt x="6223" y="18574"/>
                        <a:pt x="6222" y="15994"/>
                        <a:pt x="6222" y="15994"/>
                      </a:cubicBezTo>
                      <a:cubicBezTo>
                        <a:pt x="6222" y="15994"/>
                        <a:pt x="6223" y="18126"/>
                        <a:pt x="7149" y="17901"/>
                      </a:cubicBezTo>
                      <a:cubicBezTo>
                        <a:pt x="8075" y="17677"/>
                        <a:pt x="7610" y="15208"/>
                        <a:pt x="8690" y="13301"/>
                      </a:cubicBezTo>
                      <a:cubicBezTo>
                        <a:pt x="9769" y="11394"/>
                        <a:pt x="11003" y="8027"/>
                        <a:pt x="16095" y="7467"/>
                      </a:cubicBezTo>
                      <a:cubicBezTo>
                        <a:pt x="21188" y="6908"/>
                        <a:pt x="18758" y="5"/>
                        <a:pt x="18758" y="5"/>
                      </a:cubicBezTo>
                      <a:close/>
                      <a:moveTo>
                        <a:pt x="18758" y="5"/>
                      </a:moveTo>
                    </a:path>
                  </a:pathLst>
                </a:custGeom>
                <a:solidFill>
                  <a:srgbClr val="FFFFFF"/>
                </a:solidFill>
                <a:ln>
                  <a:noFill/>
                </a:ln>
              </p:spPr>
              <p:txBody>
                <a:bodyPr lIns="0" tIns="0" rIns="0" bIns="0"/>
                <a:lstStyle/>
                <a:p>
                  <a:endParaRPr lang="en-US"/>
                </a:p>
              </p:txBody>
            </p:sp>
            <p:sp>
              <p:nvSpPr>
                <p:cNvPr id="32823" name="AutoShape 54"/>
                <p:cNvSpPr/>
                <p:nvPr/>
              </p:nvSpPr>
              <p:spPr bwMode="auto">
                <a:xfrm rot="2744935">
                  <a:off x="1500" y="923"/>
                  <a:ext cx="247" cy="250"/>
                </a:xfrm>
                <a:custGeom>
                  <a:avLst/>
                  <a:gdLst>
                    <a:gd name="T0" fmla="*/ 0 w 18403"/>
                    <a:gd name="T1" fmla="*/ 0 h 18930"/>
                    <a:gd name="T2" fmla="*/ 0 w 18403"/>
                    <a:gd name="T3" fmla="*/ 0 h 18930"/>
                    <a:gd name="T4" fmla="*/ 0 w 18403"/>
                    <a:gd name="T5" fmla="*/ 0 h 18930"/>
                    <a:gd name="T6" fmla="*/ 0 w 18403"/>
                    <a:gd name="T7" fmla="*/ 0 h 18930"/>
                    <a:gd name="T8" fmla="*/ 0 w 18403"/>
                    <a:gd name="T9" fmla="*/ 0 h 18930"/>
                    <a:gd name="T10" fmla="*/ 0 w 18403"/>
                    <a:gd name="T11" fmla="*/ 0 h 18930"/>
                    <a:gd name="T12" fmla="*/ 0 w 18403"/>
                    <a:gd name="T13" fmla="*/ 0 h 1893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3" h="18930">
                      <a:moveTo>
                        <a:pt x="9323" y="3"/>
                      </a:moveTo>
                      <a:cubicBezTo>
                        <a:pt x="9323" y="3"/>
                        <a:pt x="19012" y="2912"/>
                        <a:pt x="18375" y="8080"/>
                      </a:cubicBezTo>
                      <a:cubicBezTo>
                        <a:pt x="17739" y="13247"/>
                        <a:pt x="8297" y="8400"/>
                        <a:pt x="8297" y="8400"/>
                      </a:cubicBezTo>
                      <a:lnTo>
                        <a:pt x="8299" y="16796"/>
                      </a:lnTo>
                      <a:cubicBezTo>
                        <a:pt x="8299" y="16796"/>
                        <a:pt x="5549" y="21603"/>
                        <a:pt x="1482" y="16794"/>
                      </a:cubicBezTo>
                      <a:cubicBezTo>
                        <a:pt x="-2588" y="11983"/>
                        <a:pt x="2310" y="2585"/>
                        <a:pt x="9323" y="3"/>
                      </a:cubicBezTo>
                      <a:close/>
                      <a:moveTo>
                        <a:pt x="9323" y="3"/>
                      </a:moveTo>
                    </a:path>
                  </a:pathLst>
                </a:custGeom>
                <a:solidFill>
                  <a:srgbClr val="E4E9EF"/>
                </a:solidFill>
                <a:ln>
                  <a:noFill/>
                </a:ln>
              </p:spPr>
              <p:txBody>
                <a:bodyPr lIns="0" tIns="0" rIns="0" bIns="0"/>
                <a:lstStyle/>
                <a:p>
                  <a:endParaRPr lang="en-US"/>
                </a:p>
              </p:txBody>
            </p:sp>
          </p:grpSp>
          <p:grpSp>
            <p:nvGrpSpPr>
              <p:cNvPr id="32818" name="Group 59"/>
              <p:cNvGrpSpPr/>
              <p:nvPr/>
            </p:nvGrpSpPr>
            <p:grpSpPr bwMode="auto">
              <a:xfrm>
                <a:off x="2572" y="0"/>
                <a:ext cx="2175" cy="3196"/>
                <a:chOff x="0" y="0"/>
                <a:chExt cx="2175" cy="3196"/>
              </a:xfrm>
            </p:grpSpPr>
            <p:sp>
              <p:nvSpPr>
                <p:cNvPr id="27704" name="AutoShape 56"/>
                <p:cNvSpPr/>
                <p:nvPr/>
              </p:nvSpPr>
              <p:spPr bwMode="auto">
                <a:xfrm flipH="1">
                  <a:off x="0" y="0"/>
                  <a:ext cx="2175" cy="3196"/>
                </a:xfrm>
                <a:custGeom>
                  <a:avLst/>
                  <a:gdLst/>
                  <a:ahLst/>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chemeClr val="bg1"/>
                </a:solidFill>
                <a:ln>
                  <a:noFill/>
                </a:ln>
              </p:spPr>
              <p:txBody>
                <a:bodyPr lIns="0" tIns="0" rIns="0" bIns="0" anchor="ctr"/>
                <a:lstStyle/>
                <a:p>
                  <a:pPr>
                    <a:defRPr/>
                  </a:pPr>
                  <a:endParaRPr lang="en-US" sz="3000" dirty="0">
                    <a:solidFill>
                      <a:srgbClr val="FFFFFF"/>
                    </a:solidFill>
                    <a:effectLst>
                      <a:outerShdw blurRad="38100" dist="38100" dir="2700000" algn="tl">
                        <a:srgbClr val="000000"/>
                      </a:outerShdw>
                    </a:effectLst>
                    <a:ea typeface="MS PGothic" panose="020B0600070205080204" charset="-128"/>
                    <a:cs typeface="Gill Sans" charset="0"/>
                  </a:endParaRPr>
                </a:p>
              </p:txBody>
            </p:sp>
            <p:sp>
              <p:nvSpPr>
                <p:cNvPr id="32820" name="AutoShape 57"/>
                <p:cNvSpPr/>
                <p:nvPr/>
              </p:nvSpPr>
              <p:spPr bwMode="auto">
                <a:xfrm flipH="1">
                  <a:off x="215" y="705"/>
                  <a:ext cx="1762" cy="1508"/>
                </a:xfrm>
                <a:custGeom>
                  <a:avLst/>
                  <a:gdLst>
                    <a:gd name="T0" fmla="*/ 1 w 21600"/>
                    <a:gd name="T1" fmla="*/ 0 h 21600"/>
                    <a:gd name="T2" fmla="*/ 1 w 21600"/>
                    <a:gd name="T3" fmla="*/ 0 h 21600"/>
                    <a:gd name="T4" fmla="*/ 0 w 21600"/>
                    <a:gd name="T5" fmla="*/ 0 h 21600"/>
                    <a:gd name="T6" fmla="*/ 0 w 21600"/>
                    <a:gd name="T7" fmla="*/ 0 h 21600"/>
                    <a:gd name="T8" fmla="*/ 0 w 21600"/>
                    <a:gd name="T9" fmla="*/ 0 h 21600"/>
                    <a:gd name="T10" fmla="*/ 0 w 21600"/>
                    <a:gd name="T11" fmla="*/ 0 h 21600"/>
                    <a:gd name="T12" fmla="*/ 1 w 21600"/>
                    <a:gd name="T13" fmla="*/ 0 h 21600"/>
                    <a:gd name="T14" fmla="*/ 1 w 21600"/>
                    <a:gd name="T15" fmla="*/ 0 h 21600"/>
                    <a:gd name="T16" fmla="*/ 1 w 21600"/>
                    <a:gd name="T17" fmla="*/ 0 h 21600"/>
                    <a:gd name="T18" fmla="*/ 1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2821" name="AutoShape 58"/>
                <p:cNvSpPr/>
                <p:nvPr/>
              </p:nvSpPr>
              <p:spPr bwMode="auto">
                <a:xfrm flipH="1">
                  <a:off x="338" y="807"/>
                  <a:ext cx="1036" cy="1195"/>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grpSp>
        </p:grpSp>
        <p:sp>
          <p:nvSpPr>
            <p:cNvPr id="32815" name="Rectangle 61"/>
            <p:cNvSpPr/>
            <p:nvPr/>
          </p:nvSpPr>
          <p:spPr bwMode="auto">
            <a:xfrm>
              <a:off x="6438900" y="10058400"/>
              <a:ext cx="11493500" cy="3657600"/>
            </a:xfrm>
            <a:prstGeom prst="rect">
              <a:avLst/>
            </a:prstGeom>
            <a:solidFill>
              <a:srgbClr val="1E2836"/>
            </a:solidFill>
            <a:ln w="25400">
              <a:solidFill>
                <a:schemeClr val="tx1">
                  <a:alpha val="0"/>
                </a:schemeClr>
              </a:solidFill>
              <a:miter lim="800000"/>
            </a:ln>
          </p:spPr>
          <p:txBody>
            <a:bodyPr lIns="0" tIns="0" rIns="0" bIns="0"/>
            <a:lstStyle/>
            <a:p>
              <a:endParaRPr lang="en-US"/>
            </a:p>
          </p:txBody>
        </p:sp>
      </p:grpSp>
      <p:grpSp>
        <p:nvGrpSpPr>
          <p:cNvPr id="31747" name="Group 2"/>
          <p:cNvGrpSpPr/>
          <p:nvPr/>
        </p:nvGrpSpPr>
        <p:grpSpPr bwMode="auto">
          <a:xfrm>
            <a:off x="5943600" y="1435100"/>
            <a:ext cx="11823700" cy="10161548"/>
            <a:chOff x="5943600" y="1435100"/>
            <a:chExt cx="11823700" cy="10160908"/>
          </a:xfrm>
        </p:grpSpPr>
        <p:grpSp>
          <p:nvGrpSpPr>
            <p:cNvPr id="32772" name="Group 13"/>
            <p:cNvGrpSpPr/>
            <p:nvPr/>
          </p:nvGrpSpPr>
          <p:grpSpPr bwMode="auto">
            <a:xfrm>
              <a:off x="12382500" y="1435100"/>
              <a:ext cx="1854200" cy="2844800"/>
              <a:chOff x="0" y="0"/>
              <a:chExt cx="1168" cy="1791"/>
            </a:xfrm>
          </p:grpSpPr>
          <p:sp>
            <p:nvSpPr>
              <p:cNvPr id="32802" name="AutoShape 1"/>
              <p:cNvSpPr/>
              <p:nvPr/>
            </p:nvSpPr>
            <p:spPr bwMode="auto">
              <a:xfrm>
                <a:off x="0" y="0"/>
                <a:ext cx="1166" cy="1395"/>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3" y="21600"/>
                    </a:lnTo>
                    <a:cubicBezTo>
                      <a:pt x="13233"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E342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803" name="AutoShape 2"/>
              <p:cNvSpPr/>
              <p:nvPr/>
            </p:nvSpPr>
            <p:spPr bwMode="auto">
              <a:xfrm>
                <a:off x="688" y="141"/>
                <a:ext cx="480" cy="125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804" name="AutoShape 3"/>
              <p:cNvSpPr/>
              <p:nvPr/>
            </p:nvSpPr>
            <p:spPr bwMode="auto">
              <a:xfrm>
                <a:off x="396" y="0"/>
                <a:ext cx="372" cy="1395"/>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805" name="AutoShape 4"/>
              <p:cNvSpPr/>
              <p:nvPr/>
            </p:nvSpPr>
            <p:spPr bwMode="auto">
              <a:xfrm>
                <a:off x="0" y="141"/>
                <a:ext cx="479" cy="125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806" name="AutoShape 5"/>
              <p:cNvSpPr/>
              <p:nvPr/>
            </p:nvSpPr>
            <p:spPr bwMode="auto">
              <a:xfrm>
                <a:off x="425" y="1386"/>
                <a:ext cx="300" cy="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807" name="AutoShape 6"/>
              <p:cNvSpPr/>
              <p:nvPr/>
            </p:nvSpPr>
            <p:spPr bwMode="auto">
              <a:xfrm>
                <a:off x="436" y="1547"/>
                <a:ext cx="295" cy="2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808" name="Line 7"/>
              <p:cNvSpPr>
                <a:spLocks noChangeShapeType="1"/>
              </p:cNvSpPr>
              <p:nvPr/>
            </p:nvSpPr>
            <p:spPr bwMode="auto">
              <a:xfrm rot="10800000" flipH="1">
                <a:off x="437" y="1396"/>
                <a:ext cx="0" cy="155"/>
              </a:xfrm>
              <a:prstGeom prst="line">
                <a:avLst/>
              </a:prstGeom>
              <a:noFill/>
              <a:ln w="38100">
                <a:solidFill>
                  <a:srgbClr val="AC8F76"/>
                </a:solidFill>
                <a:miter lim="800000"/>
              </a:ln>
            </p:spPr>
            <p:txBody>
              <a:bodyPr lIns="0" tIns="0" rIns="0" bIns="0"/>
              <a:lstStyle/>
              <a:p>
                <a:endParaRPr lang="en-US"/>
              </a:p>
            </p:txBody>
          </p:sp>
          <p:sp>
            <p:nvSpPr>
              <p:cNvPr id="32809" name="Line 8"/>
              <p:cNvSpPr>
                <a:spLocks noChangeShapeType="1"/>
              </p:cNvSpPr>
              <p:nvPr/>
            </p:nvSpPr>
            <p:spPr bwMode="auto">
              <a:xfrm flipH="1">
                <a:off x="578" y="1396"/>
                <a:ext cx="0" cy="155"/>
              </a:xfrm>
              <a:prstGeom prst="line">
                <a:avLst/>
              </a:prstGeom>
              <a:noFill/>
              <a:ln w="38100">
                <a:solidFill>
                  <a:srgbClr val="AC8F76"/>
                </a:solidFill>
                <a:miter lim="800000"/>
              </a:ln>
            </p:spPr>
            <p:txBody>
              <a:bodyPr lIns="0" tIns="0" rIns="0" bIns="0"/>
              <a:lstStyle/>
              <a:p>
                <a:endParaRPr lang="en-US"/>
              </a:p>
            </p:txBody>
          </p:sp>
          <p:sp>
            <p:nvSpPr>
              <p:cNvPr id="32810" name="Line 9"/>
              <p:cNvSpPr>
                <a:spLocks noChangeShapeType="1"/>
              </p:cNvSpPr>
              <p:nvPr/>
            </p:nvSpPr>
            <p:spPr bwMode="auto">
              <a:xfrm rot="10800000" flipH="1">
                <a:off x="726" y="1396"/>
                <a:ext cx="0" cy="155"/>
              </a:xfrm>
              <a:prstGeom prst="line">
                <a:avLst/>
              </a:prstGeom>
              <a:noFill/>
              <a:ln w="38100">
                <a:solidFill>
                  <a:srgbClr val="AC8F76"/>
                </a:solidFill>
                <a:miter lim="800000"/>
              </a:ln>
            </p:spPr>
            <p:txBody>
              <a:bodyPr lIns="0" tIns="0" rIns="0" bIns="0"/>
              <a:lstStyle/>
              <a:p>
                <a:endParaRPr lang="en-US"/>
              </a:p>
            </p:txBody>
          </p:sp>
          <p:sp>
            <p:nvSpPr>
              <p:cNvPr id="32811" name="AutoShape 10"/>
              <p:cNvSpPr/>
              <p:nvPr/>
            </p:nvSpPr>
            <p:spPr bwMode="auto">
              <a:xfrm>
                <a:off x="580" y="1544"/>
                <a:ext cx="156" cy="136"/>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32812" name="AutoShape 11"/>
              <p:cNvSpPr/>
              <p:nvPr/>
            </p:nvSpPr>
            <p:spPr bwMode="auto">
              <a:xfrm>
                <a:off x="428" y="1544"/>
                <a:ext cx="156" cy="136"/>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32813" name="AutoShape 12"/>
              <p:cNvSpPr/>
              <p:nvPr/>
            </p:nvSpPr>
            <p:spPr bwMode="auto">
              <a:xfrm>
                <a:off x="436" y="1740"/>
                <a:ext cx="295"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32774" name="Rectangle 15"/>
            <p:cNvSpPr/>
            <p:nvPr/>
          </p:nvSpPr>
          <p:spPr bwMode="auto">
            <a:xfrm>
              <a:off x="8458200" y="5257800"/>
              <a:ext cx="1503363" cy="1625600"/>
            </a:xfrm>
            <a:prstGeom prst="rect">
              <a:avLst/>
            </a:prstGeom>
            <a:noFill/>
            <a:ln>
              <a:noFill/>
            </a:ln>
          </p:spPr>
          <p:txBody>
            <a:bodyPr wrap="none" lIns="0" tIns="0" rIns="0" bIns="0" anchor="ctr">
              <a:spAutoFit/>
            </a:bodyPr>
            <a:lstStyle/>
            <a:p>
              <a:pPr>
                <a:lnSpc>
                  <a:spcPct val="170000"/>
                </a:lnSpc>
              </a:pPr>
              <a:r>
                <a:rPr lang="en-US" sz="12000">
                  <a:solidFill>
                    <a:srgbClr val="61768D"/>
                  </a:solidFill>
                  <a:latin typeface="FontAwesome Regular" charset="0"/>
                  <a:ea typeface="MS PGothic" panose="020B0600070205080204" charset="-128"/>
                  <a:cs typeface="MS PGothic" panose="020B0600070205080204" charset="-128"/>
                  <a:sym typeface="FontAwesome Regular" charset="0"/>
                </a:rPr>
                <a:t></a:t>
              </a:r>
              <a:endParaRPr lang="en-US" sz="12000">
                <a:solidFill>
                  <a:srgbClr val="61768D"/>
                </a:solidFill>
                <a:latin typeface="FontAwesome Regular" charset="0"/>
                <a:ea typeface="MS PGothic" panose="020B0600070205080204" charset="-128"/>
                <a:cs typeface="MS PGothic" panose="020B0600070205080204" charset="-128"/>
                <a:sym typeface="FontAwesome Regular" charset="0"/>
              </a:endParaRPr>
            </a:p>
          </p:txBody>
        </p:sp>
        <p:sp>
          <p:nvSpPr>
            <p:cNvPr id="32775" name="Rectangle 62"/>
            <p:cNvSpPr/>
            <p:nvPr/>
          </p:nvSpPr>
          <p:spPr bwMode="auto">
            <a:xfrm>
              <a:off x="10110540" y="10349592"/>
              <a:ext cx="4154984" cy="1246416"/>
            </a:xfrm>
            <a:prstGeom prst="rect">
              <a:avLst/>
            </a:prstGeom>
            <a:noFill/>
            <a:ln>
              <a:noFill/>
            </a:ln>
          </p:spPr>
          <p:txBody>
            <a:bodyPr wrap="none" lIns="0" tIns="0" rIns="0" bIns="0" anchor="ctr">
              <a:spAutoFit/>
            </a:bodyPr>
            <a:lstStyle/>
            <a:p>
              <a:r>
                <a:rPr lang="zh-CN" alt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用户分析</a:t>
              </a:r>
              <a:endParaRPr 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2776" name="Rectangle 63"/>
            <p:cNvSpPr/>
            <p:nvPr/>
          </p:nvSpPr>
          <p:spPr bwMode="auto">
            <a:xfrm>
              <a:off x="7010400" y="5943600"/>
              <a:ext cx="2120900" cy="2146300"/>
            </a:xfrm>
            <a:prstGeom prst="rect">
              <a:avLst/>
            </a:prstGeom>
            <a:noFill/>
            <a:ln>
              <a:noFill/>
            </a:ln>
          </p:spPr>
          <p:txBody>
            <a:bodyPr wrap="none" lIns="0" tIns="0" rIns="0" bIns="0" anchor="ctr">
              <a:spAutoFit/>
            </a:bodyPr>
            <a:lstStyle/>
            <a:p>
              <a:pPr>
                <a:lnSpc>
                  <a:spcPct val="19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4000" baseline="-2000">
                  <a:solidFill>
                    <a:srgbClr val="DB125A"/>
                  </a:solidFill>
                  <a:latin typeface="et-line" charset="0"/>
                  <a:ea typeface="MS PGothic" panose="020B0600070205080204" charset="-128"/>
                  <a:cs typeface="MS PGothic" panose="020B0600070205080204" charset="-128"/>
                  <a:sym typeface="et-line" charset="0"/>
                </a:rPr>
                <a:t></a:t>
              </a:r>
              <a:endParaRPr lang="en-US" sz="24000" baseline="-2000">
                <a:solidFill>
                  <a:srgbClr val="DB125A"/>
                </a:solidFill>
                <a:latin typeface="et-line" charset="0"/>
                <a:ea typeface="MS PGothic" panose="020B0600070205080204" charset="-128"/>
                <a:cs typeface="MS PGothic" panose="020B0600070205080204" charset="-128"/>
                <a:sym typeface="et-line" charset="0"/>
              </a:endParaRPr>
            </a:p>
          </p:txBody>
        </p:sp>
        <p:sp>
          <p:nvSpPr>
            <p:cNvPr id="32777" name="Rectangle 64"/>
            <p:cNvSpPr/>
            <p:nvPr/>
          </p:nvSpPr>
          <p:spPr bwMode="auto">
            <a:xfrm rot="-1769247">
              <a:off x="14822488" y="5754688"/>
              <a:ext cx="2316162" cy="2316162"/>
            </a:xfrm>
            <a:prstGeom prst="rect">
              <a:avLst/>
            </a:prstGeom>
            <a:noFill/>
            <a:ln>
              <a:noFill/>
            </a:ln>
          </p:spPr>
          <p:txBody>
            <a:bodyPr lIns="0" tIns="0" rIns="0" bIns="0" anchor="ctr"/>
            <a:lstStyle/>
            <a:p>
              <a:pPr>
                <a:lnSpc>
                  <a:spcPct val="170000"/>
                </a:lnSpc>
              </a:pPr>
              <a:r>
                <a:rPr lang="en-US" sz="14400">
                  <a:solidFill>
                    <a:srgbClr val="4849C3"/>
                  </a:solidFill>
                  <a:latin typeface="FontAwesome Regular" charset="0"/>
                  <a:ea typeface="MS PGothic" panose="020B0600070205080204" charset="-128"/>
                  <a:cs typeface="MS PGothic" panose="020B0600070205080204" charset="-128"/>
                  <a:sym typeface="FontAwesome Regular" charset="0"/>
                </a:rPr>
                <a:t></a:t>
              </a:r>
              <a:endParaRPr lang="en-US" sz="14400">
                <a:solidFill>
                  <a:srgbClr val="4849C3"/>
                </a:solidFill>
                <a:latin typeface="FontAwesome Regular" charset="0"/>
                <a:ea typeface="MS PGothic" panose="020B0600070205080204" charset="-128"/>
                <a:cs typeface="MS PGothic" panose="020B0600070205080204" charset="-128"/>
                <a:sym typeface="FontAwesome Regular" charset="0"/>
              </a:endParaRPr>
            </a:p>
          </p:txBody>
        </p:sp>
        <p:sp>
          <p:nvSpPr>
            <p:cNvPr id="32778" name="Rectangle 65"/>
            <p:cNvSpPr/>
            <p:nvPr/>
          </p:nvSpPr>
          <p:spPr bwMode="auto">
            <a:xfrm rot="2109800">
              <a:off x="9185275" y="3019425"/>
              <a:ext cx="1600200" cy="1181100"/>
            </a:xfrm>
            <a:prstGeom prst="rect">
              <a:avLst/>
            </a:prstGeom>
            <a:noFill/>
            <a:ln>
              <a:noFill/>
            </a:ln>
          </p:spPr>
          <p:txBody>
            <a:bodyPr lIns="0" tIns="0" rIns="0" bIns="0" anchor="ctr"/>
            <a:lstStyle/>
            <a:p>
              <a:pPr>
                <a:lnSpc>
                  <a:spcPct val="170000"/>
                </a:lnSpc>
              </a:pPr>
              <a:r>
                <a:rPr lang="en-US" sz="7200">
                  <a:solidFill>
                    <a:srgbClr val="4849C3"/>
                  </a:solidFill>
                  <a:latin typeface="FontAwesome Regular" charset="0"/>
                  <a:ea typeface="MS PGothic" panose="020B0600070205080204" charset="-128"/>
                  <a:cs typeface="MS PGothic" panose="020B0600070205080204" charset="-128"/>
                  <a:sym typeface="FontAwesome Regular" charset="0"/>
                </a:rPr>
                <a:t></a:t>
              </a:r>
              <a:endParaRPr lang="en-US" sz="7200">
                <a:solidFill>
                  <a:srgbClr val="4849C3"/>
                </a:solidFill>
                <a:latin typeface="FontAwesome Regular" charset="0"/>
                <a:ea typeface="MS PGothic" panose="020B0600070205080204" charset="-128"/>
                <a:cs typeface="MS PGothic" panose="020B0600070205080204" charset="-128"/>
                <a:sym typeface="FontAwesome Regular" charset="0"/>
              </a:endParaRPr>
            </a:p>
          </p:txBody>
        </p:sp>
        <p:sp>
          <p:nvSpPr>
            <p:cNvPr id="32779" name="Rectangle 66"/>
            <p:cNvSpPr/>
            <p:nvPr/>
          </p:nvSpPr>
          <p:spPr bwMode="auto">
            <a:xfrm rot="-530937">
              <a:off x="6423025" y="4483100"/>
              <a:ext cx="1930400" cy="1422400"/>
            </a:xfrm>
            <a:prstGeom prst="rect">
              <a:avLst/>
            </a:prstGeom>
            <a:noFill/>
            <a:ln>
              <a:noFill/>
            </a:ln>
          </p:spPr>
          <p:txBody>
            <a:bodyPr lIns="0" tIns="0" rIns="0" bIns="0" anchor="ctr"/>
            <a:lstStyle/>
            <a:p>
              <a:pPr>
                <a:lnSpc>
                  <a:spcPct val="170000"/>
                </a:lnSpc>
              </a:pPr>
              <a:r>
                <a:rPr lang="en-US" sz="9600">
                  <a:solidFill>
                    <a:srgbClr val="7DB546"/>
                  </a:solidFill>
                  <a:latin typeface="FontAwesome Regular" charset="0"/>
                  <a:ea typeface="MS PGothic" panose="020B0600070205080204" charset="-128"/>
                  <a:cs typeface="MS PGothic" panose="020B0600070205080204" charset="-128"/>
                  <a:sym typeface="FontAwesome Regular" charset="0"/>
                </a:rPr>
                <a:t></a:t>
              </a:r>
              <a:endParaRPr lang="en-US" sz="9600">
                <a:solidFill>
                  <a:srgbClr val="7DB546"/>
                </a:solidFill>
                <a:latin typeface="FontAwesome Regular" charset="0"/>
                <a:ea typeface="MS PGothic" panose="020B0600070205080204" charset="-128"/>
                <a:cs typeface="MS PGothic" panose="020B0600070205080204" charset="-128"/>
                <a:sym typeface="FontAwesome Regular" charset="0"/>
              </a:endParaRPr>
            </a:p>
          </p:txBody>
        </p:sp>
        <p:sp>
          <p:nvSpPr>
            <p:cNvPr id="32780" name="Rectangle 67"/>
            <p:cNvSpPr/>
            <p:nvPr/>
          </p:nvSpPr>
          <p:spPr bwMode="auto">
            <a:xfrm rot="5068530">
              <a:off x="15084425" y="5307013"/>
              <a:ext cx="1308100" cy="1333500"/>
            </a:xfrm>
            <a:prstGeom prst="rect">
              <a:avLst/>
            </a:prstGeom>
            <a:noFill/>
            <a:ln>
              <a:noFill/>
            </a:ln>
          </p:spPr>
          <p:txBody>
            <a:bodyPr wrap="none" lIns="0" tIns="0" rIns="0" bIns="0" anchor="ctr">
              <a:spAutoFit/>
            </a:bodyPr>
            <a:lstStyle/>
            <a:p>
              <a:pPr>
                <a:lnSpc>
                  <a:spcPct val="19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14400" baseline="-3000">
                  <a:solidFill>
                    <a:srgbClr val="F8A324"/>
                  </a:solidFill>
                  <a:latin typeface="et-line" charset="0"/>
                  <a:ea typeface="MS PGothic" panose="020B0600070205080204" charset="-128"/>
                  <a:cs typeface="MS PGothic" panose="020B0600070205080204" charset="-128"/>
                  <a:sym typeface="et-line" charset="0"/>
                </a:rPr>
                <a:t></a:t>
              </a:r>
              <a:endParaRPr lang="en-US" sz="14400" baseline="-3000">
                <a:solidFill>
                  <a:srgbClr val="F8A324"/>
                </a:solidFill>
                <a:latin typeface="et-line" charset="0"/>
                <a:ea typeface="MS PGothic" panose="020B0600070205080204" charset="-128"/>
                <a:cs typeface="MS PGothic" panose="020B0600070205080204" charset="-128"/>
                <a:sym typeface="et-line" charset="0"/>
              </a:endParaRPr>
            </a:p>
          </p:txBody>
        </p:sp>
        <p:sp>
          <p:nvSpPr>
            <p:cNvPr id="32781" name="Rectangle 68"/>
            <p:cNvSpPr/>
            <p:nvPr/>
          </p:nvSpPr>
          <p:spPr bwMode="auto">
            <a:xfrm>
              <a:off x="14173200" y="3429000"/>
              <a:ext cx="785813" cy="1320800"/>
            </a:xfrm>
            <a:prstGeom prst="rect">
              <a:avLst/>
            </a:prstGeom>
            <a:noFill/>
            <a:ln>
              <a:noFill/>
            </a:ln>
          </p:spPr>
          <p:txBody>
            <a:bodyPr wrap="none" lIns="0" tIns="0" rIns="0" bIns="0" anchor="ctr">
              <a:spAutoFit/>
            </a:bodyPr>
            <a:lstStyle/>
            <a:p>
              <a:pPr>
                <a:lnSpc>
                  <a:spcPct val="170000"/>
                </a:lnSpc>
              </a:pPr>
              <a:r>
                <a:rPr lang="en-US" sz="9600">
                  <a:solidFill>
                    <a:srgbClr val="7DB546"/>
                  </a:solidFill>
                  <a:latin typeface="FontAwesome Regular" charset="0"/>
                  <a:ea typeface="MS PGothic" panose="020B0600070205080204" charset="-128"/>
                  <a:cs typeface="MS PGothic" panose="020B0600070205080204" charset="-128"/>
                  <a:sym typeface="FontAwesome Regular" charset="0"/>
                </a:rPr>
                <a:t></a:t>
              </a:r>
              <a:endParaRPr lang="en-US" sz="9600">
                <a:solidFill>
                  <a:srgbClr val="7DB546"/>
                </a:solidFill>
                <a:latin typeface="FontAwesome Regular" charset="0"/>
                <a:ea typeface="MS PGothic" panose="020B0600070205080204" charset="-128"/>
                <a:cs typeface="MS PGothic" panose="020B0600070205080204" charset="-128"/>
                <a:sym typeface="FontAwesome Regular" charset="0"/>
              </a:endParaRPr>
            </a:p>
          </p:txBody>
        </p:sp>
        <p:sp>
          <p:nvSpPr>
            <p:cNvPr id="32782" name="Rectangle 69"/>
            <p:cNvSpPr/>
            <p:nvPr/>
          </p:nvSpPr>
          <p:spPr bwMode="auto">
            <a:xfrm>
              <a:off x="16459200" y="4800600"/>
              <a:ext cx="1308100" cy="1320800"/>
            </a:xfrm>
            <a:prstGeom prst="rect">
              <a:avLst/>
            </a:prstGeom>
            <a:noFill/>
            <a:ln>
              <a:noFill/>
            </a:ln>
          </p:spPr>
          <p:txBody>
            <a:bodyPr wrap="none" lIns="0" tIns="0" rIns="0" bIns="0" anchor="ctr">
              <a:spAutoFit/>
            </a:bodyPr>
            <a:lstStyle/>
            <a:p>
              <a:pPr>
                <a:lnSpc>
                  <a:spcPct val="170000"/>
                </a:lnSpc>
              </a:pPr>
              <a:r>
                <a:rPr lang="en-US" sz="9600">
                  <a:solidFill>
                    <a:srgbClr val="28313B"/>
                  </a:solidFill>
                  <a:latin typeface="FontAwesome Regular" charset="0"/>
                  <a:ea typeface="MS PGothic" panose="020B0600070205080204" charset="-128"/>
                  <a:cs typeface="MS PGothic" panose="020B0600070205080204" charset="-128"/>
                  <a:sym typeface="FontAwesome Regular" charset="0"/>
                </a:rPr>
                <a:t></a:t>
              </a:r>
              <a:endParaRPr lang="en-US" sz="9600">
                <a:solidFill>
                  <a:srgbClr val="28313B"/>
                </a:solidFill>
                <a:latin typeface="FontAwesome Regular" charset="0"/>
                <a:ea typeface="MS PGothic" panose="020B0600070205080204" charset="-128"/>
                <a:cs typeface="MS PGothic" panose="020B0600070205080204" charset="-128"/>
                <a:sym typeface="FontAwesome Regular" charset="0"/>
              </a:endParaRPr>
            </a:p>
          </p:txBody>
        </p:sp>
        <p:sp>
          <p:nvSpPr>
            <p:cNvPr id="32783" name="Rectangle 70"/>
            <p:cNvSpPr/>
            <p:nvPr/>
          </p:nvSpPr>
          <p:spPr bwMode="auto">
            <a:xfrm>
              <a:off x="15878175" y="8597900"/>
              <a:ext cx="938213" cy="1016000"/>
            </a:xfrm>
            <a:prstGeom prst="rect">
              <a:avLst/>
            </a:prstGeom>
            <a:noFill/>
            <a:ln>
              <a:noFill/>
            </a:ln>
          </p:spPr>
          <p:txBody>
            <a:bodyPr wrap="none" lIns="0" tIns="0" rIns="0" bIns="0" anchor="ctr">
              <a:spAutoFit/>
            </a:bodyPr>
            <a:lstStyle/>
            <a:p>
              <a:pPr>
                <a:lnSpc>
                  <a:spcPct val="170000"/>
                </a:lnSpc>
              </a:pPr>
              <a:r>
                <a:rPr lang="en-US" sz="7200">
                  <a:solidFill>
                    <a:srgbClr val="495869"/>
                  </a:solidFill>
                  <a:latin typeface="FontAwesome Regular" charset="0"/>
                  <a:ea typeface="MS PGothic" panose="020B0600070205080204" charset="-128"/>
                  <a:cs typeface="MS PGothic" panose="020B0600070205080204" charset="-128"/>
                  <a:sym typeface="FontAwesome Regular" charset="0"/>
                </a:rPr>
                <a:t></a:t>
              </a:r>
              <a:endParaRPr lang="en-US" sz="7200">
                <a:solidFill>
                  <a:srgbClr val="495869"/>
                </a:solidFill>
                <a:latin typeface="FontAwesome Regular" charset="0"/>
                <a:ea typeface="MS PGothic" panose="020B0600070205080204" charset="-128"/>
                <a:cs typeface="MS PGothic" panose="020B0600070205080204" charset="-128"/>
                <a:sym typeface="FontAwesome Regular" charset="0"/>
              </a:endParaRPr>
            </a:p>
          </p:txBody>
        </p:sp>
        <p:sp>
          <p:nvSpPr>
            <p:cNvPr id="32784" name="Rectangle 71"/>
            <p:cNvSpPr/>
            <p:nvPr/>
          </p:nvSpPr>
          <p:spPr bwMode="auto">
            <a:xfrm>
              <a:off x="14401800" y="1676400"/>
              <a:ext cx="3238500" cy="3251200"/>
            </a:xfrm>
            <a:prstGeom prst="rect">
              <a:avLst/>
            </a:prstGeom>
            <a:noFill/>
            <a:ln>
              <a:noFill/>
            </a:ln>
          </p:spPr>
          <p:txBody>
            <a:bodyPr lIns="0" tIns="0" rIns="0" bIns="0" anchor="ctr"/>
            <a:lstStyle/>
            <a:p>
              <a:pPr>
                <a:lnSpc>
                  <a:spcPct val="170000"/>
                </a:lnSpc>
              </a:pPr>
              <a:r>
                <a:rPr lang="en-US" sz="14400">
                  <a:solidFill>
                    <a:srgbClr val="2D68BE"/>
                  </a:solidFill>
                  <a:latin typeface="FontAwesome Regular" charset="0"/>
                  <a:ea typeface="MS PGothic" panose="020B0600070205080204" charset="-128"/>
                  <a:cs typeface="MS PGothic" panose="020B0600070205080204" charset="-128"/>
                  <a:sym typeface="FontAwesome Regular" charset="0"/>
                </a:rPr>
                <a:t></a:t>
              </a:r>
              <a:endParaRPr lang="en-US" sz="14400">
                <a:solidFill>
                  <a:srgbClr val="2D68BE"/>
                </a:solidFill>
                <a:latin typeface="FontAwesome Regular" charset="0"/>
                <a:ea typeface="MS PGothic" panose="020B0600070205080204" charset="-128"/>
                <a:cs typeface="MS PGothic" panose="020B0600070205080204" charset="-128"/>
                <a:sym typeface="FontAwesome Regular" charset="0"/>
              </a:endParaRPr>
            </a:p>
          </p:txBody>
        </p:sp>
        <p:sp>
          <p:nvSpPr>
            <p:cNvPr id="32785" name="Rectangle 72"/>
            <p:cNvSpPr/>
            <p:nvPr/>
          </p:nvSpPr>
          <p:spPr bwMode="auto">
            <a:xfrm rot="10800000">
              <a:off x="5943600" y="8229600"/>
              <a:ext cx="3238500" cy="3251200"/>
            </a:xfrm>
            <a:prstGeom prst="rect">
              <a:avLst/>
            </a:prstGeom>
            <a:noFill/>
            <a:ln>
              <a:noFill/>
            </a:ln>
          </p:spPr>
          <p:txBody>
            <a:bodyPr lIns="0" tIns="0" rIns="0" bIns="0" anchor="ctr"/>
            <a:lstStyle/>
            <a:p>
              <a:pPr>
                <a:lnSpc>
                  <a:spcPct val="170000"/>
                </a:lnSpc>
              </a:pPr>
              <a:r>
                <a:rPr lang="en-US" sz="9600">
                  <a:solidFill>
                    <a:srgbClr val="2D68BE"/>
                  </a:solidFill>
                  <a:latin typeface="FontAwesome Regular" charset="0"/>
                  <a:ea typeface="MS PGothic" panose="020B0600070205080204" charset="-128"/>
                  <a:cs typeface="MS PGothic" panose="020B0600070205080204" charset="-128"/>
                  <a:sym typeface="FontAwesome Regular" charset="0"/>
                </a:rPr>
                <a:t></a:t>
              </a:r>
              <a:endParaRPr lang="en-US" sz="9600">
                <a:solidFill>
                  <a:srgbClr val="2D68BE"/>
                </a:solidFill>
                <a:latin typeface="FontAwesome Regular" charset="0"/>
                <a:ea typeface="MS PGothic" panose="020B0600070205080204" charset="-128"/>
                <a:cs typeface="MS PGothic" panose="020B0600070205080204" charset="-128"/>
                <a:sym typeface="FontAwesome Regular" charset="0"/>
              </a:endParaRPr>
            </a:p>
          </p:txBody>
        </p:sp>
        <p:sp>
          <p:nvSpPr>
            <p:cNvPr id="32786" name="Rectangle 73"/>
            <p:cNvSpPr/>
            <p:nvPr/>
          </p:nvSpPr>
          <p:spPr bwMode="auto">
            <a:xfrm>
              <a:off x="7759700" y="2870200"/>
              <a:ext cx="1308100" cy="1320800"/>
            </a:xfrm>
            <a:prstGeom prst="rect">
              <a:avLst/>
            </a:prstGeom>
            <a:noFill/>
            <a:ln>
              <a:noFill/>
            </a:ln>
          </p:spPr>
          <p:txBody>
            <a:bodyPr wrap="none" lIns="0" tIns="0" rIns="0" bIns="0" anchor="ctr">
              <a:spAutoFit/>
            </a:bodyPr>
            <a:lstStyle/>
            <a:p>
              <a:pPr>
                <a:lnSpc>
                  <a:spcPct val="170000"/>
                </a:lnSpc>
              </a:pPr>
              <a:r>
                <a:rPr lang="en-US" sz="9600">
                  <a:solidFill>
                    <a:srgbClr val="28313B"/>
                  </a:solidFill>
                  <a:latin typeface="FontAwesome Regular" charset="0"/>
                  <a:ea typeface="MS PGothic" panose="020B0600070205080204" charset="-128"/>
                  <a:cs typeface="MS PGothic" panose="020B0600070205080204" charset="-128"/>
                  <a:sym typeface="FontAwesome Regular" charset="0"/>
                </a:rPr>
                <a:t></a:t>
              </a:r>
              <a:endParaRPr lang="en-US" sz="9600">
                <a:solidFill>
                  <a:srgbClr val="28313B"/>
                </a:solidFill>
                <a:latin typeface="FontAwesome Regular" charset="0"/>
                <a:ea typeface="MS PGothic" panose="020B0600070205080204" charset="-128"/>
                <a:cs typeface="MS PGothic" panose="020B0600070205080204" charset="-128"/>
                <a:sym typeface="FontAwesome Regular" charset="0"/>
              </a:endParaRPr>
            </a:p>
          </p:txBody>
        </p:sp>
        <p:sp>
          <p:nvSpPr>
            <p:cNvPr id="32787" name="Rectangle 74"/>
            <p:cNvSpPr/>
            <p:nvPr/>
          </p:nvSpPr>
          <p:spPr bwMode="auto">
            <a:xfrm>
              <a:off x="11052175" y="2514600"/>
              <a:ext cx="938213" cy="1016000"/>
            </a:xfrm>
            <a:prstGeom prst="rect">
              <a:avLst/>
            </a:prstGeom>
            <a:noFill/>
            <a:ln>
              <a:noFill/>
            </a:ln>
          </p:spPr>
          <p:txBody>
            <a:bodyPr wrap="none" lIns="0" tIns="0" rIns="0" bIns="0" anchor="ctr">
              <a:spAutoFit/>
            </a:bodyPr>
            <a:lstStyle/>
            <a:p>
              <a:pPr>
                <a:lnSpc>
                  <a:spcPct val="170000"/>
                </a:lnSpc>
              </a:pPr>
              <a:r>
                <a:rPr lang="en-US" sz="7200">
                  <a:solidFill>
                    <a:srgbClr val="323E4A"/>
                  </a:solidFill>
                  <a:latin typeface="FontAwesome Regular" charset="0"/>
                  <a:ea typeface="MS PGothic" panose="020B0600070205080204" charset="-128"/>
                  <a:cs typeface="MS PGothic" panose="020B0600070205080204" charset="-128"/>
                  <a:sym typeface="FontAwesome Regular" charset="0"/>
                </a:rPr>
                <a:t></a:t>
              </a:r>
              <a:endParaRPr lang="en-US" sz="7200">
                <a:solidFill>
                  <a:srgbClr val="323E4A"/>
                </a:solidFill>
                <a:latin typeface="FontAwesome Regular" charset="0"/>
                <a:ea typeface="MS PGothic" panose="020B0600070205080204" charset="-128"/>
                <a:cs typeface="MS PGothic" panose="020B0600070205080204" charset="-128"/>
                <a:sym typeface="FontAwesome Regular" charset="0"/>
              </a:endParaRPr>
            </a:p>
          </p:txBody>
        </p:sp>
        <p:grpSp>
          <p:nvGrpSpPr>
            <p:cNvPr id="32788" name="Group 87"/>
            <p:cNvGrpSpPr/>
            <p:nvPr/>
          </p:nvGrpSpPr>
          <p:grpSpPr bwMode="auto">
            <a:xfrm>
              <a:off x="9969500" y="1801813"/>
              <a:ext cx="927100" cy="1423987"/>
              <a:chOff x="0" y="0"/>
              <a:chExt cx="583" cy="896"/>
            </a:xfrm>
          </p:grpSpPr>
          <p:sp>
            <p:nvSpPr>
              <p:cNvPr id="32790" name="AutoShape 75"/>
              <p:cNvSpPr/>
              <p:nvPr/>
            </p:nvSpPr>
            <p:spPr bwMode="auto">
              <a:xfrm>
                <a:off x="0" y="0"/>
                <a:ext cx="583" cy="697"/>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2D68B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791" name="AutoShape 76"/>
              <p:cNvSpPr/>
              <p:nvPr/>
            </p:nvSpPr>
            <p:spPr bwMode="auto">
              <a:xfrm>
                <a:off x="344" y="70"/>
                <a:ext cx="239" cy="6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792" name="AutoShape 77"/>
              <p:cNvSpPr/>
              <p:nvPr/>
            </p:nvSpPr>
            <p:spPr bwMode="auto">
              <a:xfrm>
                <a:off x="198" y="0"/>
                <a:ext cx="186" cy="697"/>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793" name="AutoShape 78"/>
              <p:cNvSpPr/>
              <p:nvPr/>
            </p:nvSpPr>
            <p:spPr bwMode="auto">
              <a:xfrm>
                <a:off x="0" y="70"/>
                <a:ext cx="239" cy="6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794" name="AutoShape 79"/>
              <p:cNvSpPr/>
              <p:nvPr/>
            </p:nvSpPr>
            <p:spPr bwMode="auto">
              <a:xfrm>
                <a:off x="212" y="693"/>
                <a:ext cx="150" cy="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795" name="AutoShape 80"/>
              <p:cNvSpPr/>
              <p:nvPr/>
            </p:nvSpPr>
            <p:spPr bwMode="auto">
              <a:xfrm>
                <a:off x="218" y="773"/>
                <a:ext cx="147" cy="12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32796" name="Line 81"/>
              <p:cNvSpPr>
                <a:spLocks noChangeShapeType="1"/>
              </p:cNvSpPr>
              <p:nvPr/>
            </p:nvSpPr>
            <p:spPr bwMode="auto">
              <a:xfrm rot="10800000" flipH="1">
                <a:off x="218" y="698"/>
                <a:ext cx="0" cy="77"/>
              </a:xfrm>
              <a:prstGeom prst="line">
                <a:avLst/>
              </a:prstGeom>
              <a:noFill/>
              <a:ln w="38100">
                <a:solidFill>
                  <a:srgbClr val="AC8F76"/>
                </a:solidFill>
                <a:miter lim="800000"/>
              </a:ln>
            </p:spPr>
            <p:txBody>
              <a:bodyPr lIns="0" tIns="0" rIns="0" bIns="0"/>
              <a:lstStyle/>
              <a:p>
                <a:endParaRPr lang="en-US"/>
              </a:p>
            </p:txBody>
          </p:sp>
          <p:sp>
            <p:nvSpPr>
              <p:cNvPr id="32797" name="Line 82"/>
              <p:cNvSpPr>
                <a:spLocks noChangeShapeType="1"/>
              </p:cNvSpPr>
              <p:nvPr/>
            </p:nvSpPr>
            <p:spPr bwMode="auto">
              <a:xfrm flipH="1">
                <a:off x="289" y="698"/>
                <a:ext cx="0" cy="77"/>
              </a:xfrm>
              <a:prstGeom prst="line">
                <a:avLst/>
              </a:prstGeom>
              <a:noFill/>
              <a:ln w="38100">
                <a:solidFill>
                  <a:srgbClr val="AC8F76"/>
                </a:solidFill>
                <a:miter lim="800000"/>
              </a:ln>
            </p:spPr>
            <p:txBody>
              <a:bodyPr lIns="0" tIns="0" rIns="0" bIns="0"/>
              <a:lstStyle/>
              <a:p>
                <a:endParaRPr lang="en-US"/>
              </a:p>
            </p:txBody>
          </p:sp>
          <p:sp>
            <p:nvSpPr>
              <p:cNvPr id="32798" name="Line 83"/>
              <p:cNvSpPr>
                <a:spLocks noChangeShapeType="1"/>
              </p:cNvSpPr>
              <p:nvPr/>
            </p:nvSpPr>
            <p:spPr bwMode="auto">
              <a:xfrm rot="10800000" flipH="1">
                <a:off x="363" y="698"/>
                <a:ext cx="0" cy="77"/>
              </a:xfrm>
              <a:prstGeom prst="line">
                <a:avLst/>
              </a:prstGeom>
              <a:noFill/>
              <a:ln w="38100">
                <a:solidFill>
                  <a:srgbClr val="AC8F76"/>
                </a:solidFill>
                <a:miter lim="800000"/>
              </a:ln>
            </p:spPr>
            <p:txBody>
              <a:bodyPr lIns="0" tIns="0" rIns="0" bIns="0"/>
              <a:lstStyle/>
              <a:p>
                <a:endParaRPr lang="en-US"/>
              </a:p>
            </p:txBody>
          </p:sp>
          <p:sp>
            <p:nvSpPr>
              <p:cNvPr id="32799" name="AutoShape 84"/>
              <p:cNvSpPr/>
              <p:nvPr/>
            </p:nvSpPr>
            <p:spPr bwMode="auto">
              <a:xfrm>
                <a:off x="290" y="772"/>
                <a:ext cx="78" cy="68"/>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32800" name="AutoShape 85"/>
              <p:cNvSpPr/>
              <p:nvPr/>
            </p:nvSpPr>
            <p:spPr bwMode="auto">
              <a:xfrm>
                <a:off x="214" y="772"/>
                <a:ext cx="78" cy="68"/>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32801" name="AutoShape 86"/>
              <p:cNvSpPr/>
              <p:nvPr/>
            </p:nvSpPr>
            <p:spPr bwMode="auto">
              <a:xfrm>
                <a:off x="218" y="870"/>
                <a:ext cx="147"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32789" name="Rectangle 88"/>
            <p:cNvSpPr/>
            <p:nvPr/>
          </p:nvSpPr>
          <p:spPr bwMode="auto">
            <a:xfrm>
              <a:off x="13203238" y="8305800"/>
              <a:ext cx="871537" cy="1016000"/>
            </a:xfrm>
            <a:prstGeom prst="rect">
              <a:avLst/>
            </a:prstGeom>
            <a:noFill/>
            <a:ln>
              <a:noFill/>
            </a:ln>
          </p:spPr>
          <p:txBody>
            <a:bodyPr wrap="none" lIns="0" tIns="0" rIns="0" bIns="0" anchor="ctr">
              <a:spAutoFit/>
            </a:bodyPr>
            <a:lstStyle/>
            <a:p>
              <a:pPr>
                <a:lnSpc>
                  <a:spcPct val="170000"/>
                </a:lnSpc>
              </a:pPr>
              <a:r>
                <a:rPr lang="en-US" sz="7200">
                  <a:solidFill>
                    <a:srgbClr val="2D68BE"/>
                  </a:solidFill>
                  <a:latin typeface="FontAwesome Regular" charset="0"/>
                  <a:ea typeface="MS PGothic" panose="020B0600070205080204" charset="-128"/>
                  <a:cs typeface="MS PGothic" panose="020B0600070205080204" charset="-128"/>
                  <a:sym typeface="FontAwesome Regular" charset="0"/>
                </a:rPr>
                <a:t></a:t>
              </a:r>
              <a:endParaRPr lang="en-US" sz="7200">
                <a:solidFill>
                  <a:srgbClr val="2D68BE"/>
                </a:solidFill>
                <a:latin typeface="FontAwesome Regular" charset="0"/>
                <a:ea typeface="MS PGothic" panose="020B0600070205080204" charset="-128"/>
                <a:cs typeface="MS PGothic" panose="020B0600070205080204" charset="-128"/>
                <a:sym typeface="FontAwesome Regular" charset="0"/>
              </a:endParaRPr>
            </a:p>
          </p:txBody>
        </p:sp>
      </p:grpSp>
      <p:sp>
        <p:nvSpPr>
          <p:cNvPr id="32771" name="Rectangle 61"/>
          <p:cNvSpPr/>
          <p:nvPr/>
        </p:nvSpPr>
        <p:spPr bwMode="auto">
          <a:xfrm>
            <a:off x="6629400" y="13716000"/>
            <a:ext cx="11493500" cy="3657600"/>
          </a:xfrm>
          <a:prstGeom prst="rect">
            <a:avLst/>
          </a:prstGeom>
          <a:solidFill>
            <a:srgbClr val="818B9B"/>
          </a:solidFill>
          <a:ln w="25400">
            <a:solidFill>
              <a:schemeClr val="tx1">
                <a:alpha val="0"/>
              </a:schemeClr>
            </a:solidFill>
            <a:miter lim="800000"/>
          </a:ln>
        </p:spPr>
        <p:txBody>
          <a:bodyPr lIns="0" tIns="0" rIns="0" bIns="0"/>
          <a:lstStyle/>
          <a:p>
            <a:endParaRPr lang="en-US"/>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200"/>
                                  </p:stCondLst>
                                  <p:childTnLst>
                                    <p:set>
                                      <p:cBhvr>
                                        <p:cTn id="12" dur="1" fill="hold">
                                          <p:stCondLst>
                                            <p:cond delay="0"/>
                                          </p:stCondLst>
                                        </p:cTn>
                                        <p:tgtEl>
                                          <p:spTgt spid="31747"/>
                                        </p:tgtEl>
                                        <p:attrNameLst>
                                          <p:attrName>style.visibility</p:attrName>
                                        </p:attrNameLst>
                                      </p:cBhvr>
                                      <p:to>
                                        <p:strVal val="visible"/>
                                      </p:to>
                                    </p:set>
                                    <p:animEffect transition="in" filter="fade">
                                      <p:cBhvr>
                                        <p:cTn id="13" dur="1000"/>
                                        <p:tgtEl>
                                          <p:spTgt spid="31747"/>
                                        </p:tgtEl>
                                      </p:cBhvr>
                                    </p:animEffect>
                                    <p:anim calcmode="lin" valueType="num">
                                      <p:cBhvr>
                                        <p:cTn id="14" dur="1000" fill="hold"/>
                                        <p:tgtEl>
                                          <p:spTgt spid="31747"/>
                                        </p:tgtEl>
                                        <p:attrNameLst>
                                          <p:attrName>ppt_x</p:attrName>
                                        </p:attrNameLst>
                                      </p:cBhvr>
                                      <p:tavLst>
                                        <p:tav tm="0">
                                          <p:val>
                                            <p:strVal val="#ppt_x"/>
                                          </p:val>
                                        </p:tav>
                                        <p:tav tm="100000">
                                          <p:val>
                                            <p:strVal val="#ppt_x"/>
                                          </p:val>
                                        </p:tav>
                                      </p:tavLst>
                                    </p:anim>
                                    <p:anim calcmode="lin" valueType="num">
                                      <p:cBhvr>
                                        <p:cTn id="15" dur="900" decel="100000" fill="hold"/>
                                        <p:tgtEl>
                                          <p:spTgt spid="3174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3174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5475288" y="7404100"/>
            <a:ext cx="18060988" cy="0"/>
          </a:xfrm>
          <a:prstGeom prst="line">
            <a:avLst/>
          </a:prstGeom>
          <a:noFill/>
          <a:ln w="38100">
            <a:solidFill>
              <a:srgbClr val="61768D"/>
            </a:solidFill>
            <a:miter lim="800000"/>
            <a:headEnd type="oval" w="med" len="med"/>
            <a:tailEnd type="oval" w="med" len="med"/>
          </a:ln>
        </p:spPr>
        <p:txBody>
          <a:bodyPr lIns="0" tIns="0" rIns="0" bIns="0"/>
          <a:lstStyle/>
          <a:p>
            <a:endParaRPr lang="en-US"/>
          </a:p>
        </p:txBody>
      </p:sp>
      <p:grpSp>
        <p:nvGrpSpPr>
          <p:cNvPr id="32770" name="Group 1"/>
          <p:cNvGrpSpPr/>
          <p:nvPr/>
        </p:nvGrpSpPr>
        <p:grpSpPr bwMode="auto">
          <a:xfrm>
            <a:off x="13076238" y="4699000"/>
            <a:ext cx="8869362" cy="5778500"/>
            <a:chOff x="13076238" y="4699000"/>
            <a:chExt cx="8869362" cy="5778500"/>
          </a:xfrm>
        </p:grpSpPr>
        <p:sp>
          <p:nvSpPr>
            <p:cNvPr id="33837" name="Rectangle 2"/>
            <p:cNvSpPr/>
            <p:nvPr/>
          </p:nvSpPr>
          <p:spPr bwMode="auto">
            <a:xfrm>
              <a:off x="13076238" y="4699000"/>
              <a:ext cx="8750300" cy="2159000"/>
            </a:xfrm>
            <a:prstGeom prst="rect">
              <a:avLst/>
            </a:prstGeom>
            <a:noFill/>
            <a:ln>
              <a:noFill/>
            </a:ln>
          </p:spPr>
          <p:txBody>
            <a:bodyPr lIns="0" tIns="0" rIns="0" bIns="0" anchor="ctr"/>
            <a:lstStyle/>
            <a:p>
              <a:pPr algn="l"/>
              <a:r>
                <a:rPr lang="zh-CN" alt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关于用户分析</a:t>
              </a:r>
              <a:endParaRPr lang="en-US" sz="81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2814" name="Rectangle 3"/>
            <p:cNvSpPr/>
            <p:nvPr/>
          </p:nvSpPr>
          <p:spPr bwMode="auto">
            <a:xfrm>
              <a:off x="13081000" y="7467600"/>
              <a:ext cx="8864600" cy="3009900"/>
            </a:xfrm>
            <a:prstGeom prst="rect">
              <a:avLst/>
            </a:prstGeom>
            <a:noFill/>
            <a:ln>
              <a:noFill/>
            </a:ln>
          </p:spPr>
          <p:txBody>
            <a:bodyPr lIns="0" tIns="0" rIns="0" bIns="0"/>
            <a:lstStyle/>
            <a:p>
              <a:pPr algn="l"/>
              <a:r>
                <a:rPr lang="zh-CN" altLang="en-US" sz="2400" dirty="0">
                  <a:solidFill>
                    <a:srgbClr val="AFB6BA"/>
                  </a:solidFill>
                  <a:latin typeface="微软雅黑" panose="020B0503020204020204" charset="-122"/>
                  <a:ea typeface="MS PGothic" panose="020B0600070205080204" charset="-128"/>
                  <a:cs typeface="MS PGothic" panose="020B0600070205080204" charset="-128"/>
                  <a:sym typeface="Open Sans" charset="0"/>
                </a:rPr>
                <a:t>点击输入文字内容点击输入文字内容点击输入文字内容点击输入文字内容点击输入文字内容点击输入文字内容点击输入文字内容点击输入文字内容点击输入文字内容点击输入文字内容点击输入文字内容点击输入文字内容</a:t>
              </a:r>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a:p>
              <a:pPr algn="l"/>
              <a:endParaRPr lang="en-US" altLang="zh-CN" sz="2400" dirty="0">
                <a:solidFill>
                  <a:srgbClr val="CFD7DD"/>
                </a:solidFill>
                <a:latin typeface="微软雅黑" panose="020B0503020204020204" charset="-122"/>
                <a:ea typeface="MS PGothic" panose="020B0600070205080204" charset="-128"/>
                <a:cs typeface="MS PGothic" panose="020B0600070205080204" charset="-128"/>
                <a:sym typeface="Open Sans" charset="0"/>
              </a:endParaRPr>
            </a:p>
          </p:txBody>
        </p:sp>
      </p:grpSp>
      <p:grpSp>
        <p:nvGrpSpPr>
          <p:cNvPr id="32771" name="Group 45"/>
          <p:cNvGrpSpPr/>
          <p:nvPr/>
        </p:nvGrpSpPr>
        <p:grpSpPr bwMode="auto">
          <a:xfrm rot="20329698" flipH="1">
            <a:off x="19003963" y="9994900"/>
            <a:ext cx="7285037" cy="7015163"/>
            <a:chOff x="0" y="0"/>
            <a:chExt cx="4588" cy="4418"/>
          </a:xfrm>
        </p:grpSpPr>
        <p:sp>
          <p:nvSpPr>
            <p:cNvPr id="33796" name="AutoShape 4"/>
            <p:cNvSpPr/>
            <p:nvPr/>
          </p:nvSpPr>
          <p:spPr bwMode="auto">
            <a:xfrm>
              <a:off x="1565" y="1116"/>
              <a:ext cx="1956" cy="2419"/>
            </a:xfrm>
            <a:custGeom>
              <a:avLst/>
              <a:gdLst>
                <a:gd name="T0" fmla="*/ 1 w 21600"/>
                <a:gd name="T1" fmla="*/ 3 h 21600"/>
                <a:gd name="T2" fmla="*/ 1 w 21600"/>
                <a:gd name="T3" fmla="*/ 3 h 21600"/>
                <a:gd name="T4" fmla="*/ 0 w 21600"/>
                <a:gd name="T5" fmla="*/ 3 h 21600"/>
                <a:gd name="T6" fmla="*/ 0 w 21600"/>
                <a:gd name="T7" fmla="*/ 3 h 21600"/>
                <a:gd name="T8" fmla="*/ 0 w 21600"/>
                <a:gd name="T9" fmla="*/ 1 h 21600"/>
                <a:gd name="T10" fmla="*/ 0 w 21600"/>
                <a:gd name="T11" fmla="*/ 0 h 21600"/>
                <a:gd name="T12" fmla="*/ 1 w 21600"/>
                <a:gd name="T13" fmla="*/ 0 h 21600"/>
                <a:gd name="T14" fmla="*/ 1 w 21600"/>
                <a:gd name="T15" fmla="*/ 1 h 21600"/>
                <a:gd name="T16" fmla="*/ 1 w 21600"/>
                <a:gd name="T17" fmla="*/ 3 h 21600"/>
                <a:gd name="T18" fmla="*/ 1 w 21600"/>
                <a:gd name="T19" fmla="*/ 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3797" name="AutoShape 5"/>
            <p:cNvSpPr/>
            <p:nvPr/>
          </p:nvSpPr>
          <p:spPr bwMode="auto">
            <a:xfrm>
              <a:off x="1788" y="1227"/>
              <a:ext cx="1522" cy="3191"/>
            </a:xfrm>
            <a:custGeom>
              <a:avLst/>
              <a:gdLst>
                <a:gd name="T0" fmla="*/ 0 w 21600"/>
                <a:gd name="T1" fmla="*/ 0 h 21600"/>
                <a:gd name="T2" fmla="*/ 0 w 21600"/>
                <a:gd name="T3" fmla="*/ 3 h 21600"/>
                <a:gd name="T4" fmla="*/ 0 w 21600"/>
                <a:gd name="T5" fmla="*/ 3 h 21600"/>
                <a:gd name="T6" fmla="*/ 0 w 21600"/>
                <a:gd name="T7" fmla="*/ 3 h 21600"/>
                <a:gd name="T8" fmla="*/ 0 w 21600"/>
                <a:gd name="T9" fmla="*/ 5 h 21600"/>
                <a:gd name="T10" fmla="*/ 0 w 21600"/>
                <a:gd name="T11" fmla="*/ 5 h 21600"/>
                <a:gd name="T12" fmla="*/ 0 w 21600"/>
                <a:gd name="T13" fmla="*/ 6 h 21600"/>
                <a:gd name="T14" fmla="*/ 0 w 21600"/>
                <a:gd name="T15" fmla="*/ 9 h 21600"/>
                <a:gd name="T16" fmla="*/ 0 w 21600"/>
                <a:gd name="T17" fmla="*/ 10 h 21600"/>
                <a:gd name="T18" fmla="*/ 0 w 21600"/>
                <a:gd name="T19" fmla="*/ 9 h 21600"/>
                <a:gd name="T20" fmla="*/ 0 w 21600"/>
                <a:gd name="T21" fmla="*/ 7 h 21600"/>
                <a:gd name="T22" fmla="*/ 0 w 21600"/>
                <a:gd name="T23" fmla="*/ 7 h 21600"/>
                <a:gd name="T24" fmla="*/ 0 w 21600"/>
                <a:gd name="T25" fmla="*/ 9 h 21600"/>
                <a:gd name="T26" fmla="*/ 0 w 21600"/>
                <a:gd name="T27" fmla="*/ 10 h 21600"/>
                <a:gd name="T28" fmla="*/ 1 w 21600"/>
                <a:gd name="T29" fmla="*/ 9 h 21600"/>
                <a:gd name="T30" fmla="*/ 1 w 21600"/>
                <a:gd name="T31" fmla="*/ 6 h 21600"/>
                <a:gd name="T32" fmla="*/ 0 w 21600"/>
                <a:gd name="T33" fmla="*/ 5 h 21600"/>
                <a:gd name="T34" fmla="*/ 1 w 21600"/>
                <a:gd name="T35" fmla="*/ 5 h 21600"/>
                <a:gd name="T36" fmla="*/ 1 w 21600"/>
                <a:gd name="T37" fmla="*/ 3 h 21600"/>
                <a:gd name="T38" fmla="*/ 1 w 21600"/>
                <a:gd name="T39" fmla="*/ 3 h 21600"/>
                <a:gd name="T40" fmla="*/ 1 w 21600"/>
                <a:gd name="T41" fmla="*/ 3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3798" name="AutoShape 6"/>
            <p:cNvSpPr/>
            <p:nvPr/>
          </p:nvSpPr>
          <p:spPr bwMode="auto">
            <a:xfrm>
              <a:off x="2877" y="461"/>
              <a:ext cx="1068" cy="1478"/>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3799" name="AutoShape 7"/>
            <p:cNvSpPr/>
            <p:nvPr/>
          </p:nvSpPr>
          <p:spPr bwMode="auto">
            <a:xfrm>
              <a:off x="3010" y="1416"/>
              <a:ext cx="1578" cy="657"/>
            </a:xfrm>
            <a:custGeom>
              <a:avLst/>
              <a:gdLst>
                <a:gd name="T0" fmla="*/ 1 w 21114"/>
                <a:gd name="T1" fmla="*/ 0 h 20825"/>
                <a:gd name="T2" fmla="*/ 1 w 21114"/>
                <a:gd name="T3" fmla="*/ 0 h 20825"/>
                <a:gd name="T4" fmla="*/ 1 w 21114"/>
                <a:gd name="T5" fmla="*/ 0 h 20825"/>
                <a:gd name="T6" fmla="*/ 1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1 w 21114"/>
                <a:gd name="T19" fmla="*/ 0 h 20825"/>
                <a:gd name="T20" fmla="*/ 1 w 21114"/>
                <a:gd name="T21" fmla="*/ 0 h 20825"/>
                <a:gd name="T22" fmla="*/ 1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3"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33800" name="AutoShape 8"/>
            <p:cNvSpPr/>
            <p:nvPr/>
          </p:nvSpPr>
          <p:spPr bwMode="auto">
            <a:xfrm>
              <a:off x="3221" y="506"/>
              <a:ext cx="57" cy="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3801" name="AutoShape 9"/>
            <p:cNvSpPr/>
            <p:nvPr/>
          </p:nvSpPr>
          <p:spPr bwMode="auto">
            <a:xfrm>
              <a:off x="3777" y="961"/>
              <a:ext cx="54"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3802" name="AutoShape 10"/>
            <p:cNvSpPr/>
            <p:nvPr/>
          </p:nvSpPr>
          <p:spPr bwMode="auto">
            <a:xfrm>
              <a:off x="3599" y="639"/>
              <a:ext cx="84" cy="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3803" name="AutoShape 11"/>
            <p:cNvSpPr/>
            <p:nvPr/>
          </p:nvSpPr>
          <p:spPr bwMode="auto">
            <a:xfrm>
              <a:off x="3544" y="583"/>
              <a:ext cx="99" cy="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3804" name="AutoShape 12"/>
            <p:cNvSpPr/>
            <p:nvPr/>
          </p:nvSpPr>
          <p:spPr bwMode="auto">
            <a:xfrm>
              <a:off x="3744" y="838"/>
              <a:ext cx="105"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3805" name="AutoShape 13"/>
            <p:cNvSpPr/>
            <p:nvPr/>
          </p:nvSpPr>
          <p:spPr bwMode="auto">
            <a:xfrm>
              <a:off x="3521" y="1504"/>
              <a:ext cx="51" cy="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3806" name="AutoShape 14"/>
            <p:cNvSpPr/>
            <p:nvPr/>
          </p:nvSpPr>
          <p:spPr bwMode="auto">
            <a:xfrm>
              <a:off x="3299" y="506"/>
              <a:ext cx="47" cy="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3807" name="AutoShape 15"/>
            <p:cNvSpPr/>
            <p:nvPr/>
          </p:nvSpPr>
          <p:spPr bwMode="auto">
            <a:xfrm>
              <a:off x="3644" y="1382"/>
              <a:ext cx="36" cy="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3808" name="AutoShape 16"/>
            <p:cNvSpPr/>
            <p:nvPr/>
          </p:nvSpPr>
          <p:spPr bwMode="auto">
            <a:xfrm>
              <a:off x="3377" y="539"/>
              <a:ext cx="60"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3809" name="AutoShape 17"/>
            <p:cNvSpPr/>
            <p:nvPr/>
          </p:nvSpPr>
          <p:spPr bwMode="auto">
            <a:xfrm>
              <a:off x="3688" y="1305"/>
              <a:ext cx="38"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3810" name="AutoShape 18"/>
            <p:cNvSpPr/>
            <p:nvPr/>
          </p:nvSpPr>
          <p:spPr bwMode="auto">
            <a:xfrm>
              <a:off x="3588" y="1438"/>
              <a:ext cx="65" cy="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3811" name="AutoShape 19"/>
            <p:cNvSpPr/>
            <p:nvPr/>
          </p:nvSpPr>
          <p:spPr bwMode="auto">
            <a:xfrm>
              <a:off x="3766" y="1127"/>
              <a:ext cx="68"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3812" name="AutoShape 20"/>
            <p:cNvSpPr/>
            <p:nvPr/>
          </p:nvSpPr>
          <p:spPr bwMode="auto">
            <a:xfrm>
              <a:off x="3455" y="539"/>
              <a:ext cx="121" cy="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3813" name="AutoShape 21"/>
            <p:cNvSpPr/>
            <p:nvPr/>
          </p:nvSpPr>
          <p:spPr bwMode="auto">
            <a:xfrm>
              <a:off x="3732" y="1227"/>
              <a:ext cx="41"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3814" name="AutoShape 22"/>
            <p:cNvSpPr/>
            <p:nvPr/>
          </p:nvSpPr>
          <p:spPr bwMode="auto">
            <a:xfrm>
              <a:off x="3777" y="1049"/>
              <a:ext cx="79" cy="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3815" name="AutoShape 23"/>
            <p:cNvSpPr/>
            <p:nvPr/>
          </p:nvSpPr>
          <p:spPr bwMode="auto">
            <a:xfrm>
              <a:off x="3766" y="872"/>
              <a:ext cx="115"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3816" name="AutoShape 24"/>
            <p:cNvSpPr/>
            <p:nvPr/>
          </p:nvSpPr>
          <p:spPr bwMode="auto">
            <a:xfrm>
              <a:off x="3655" y="672"/>
              <a:ext cx="142" cy="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3817" name="AutoShape 25"/>
            <p:cNvSpPr/>
            <p:nvPr/>
          </p:nvSpPr>
          <p:spPr bwMode="auto">
            <a:xfrm>
              <a:off x="3699" y="739"/>
              <a:ext cx="117" cy="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3818" name="AutoShape 26"/>
            <p:cNvSpPr/>
            <p:nvPr/>
          </p:nvSpPr>
          <p:spPr bwMode="auto">
            <a:xfrm>
              <a:off x="1910" y="3669"/>
              <a:ext cx="451" cy="187"/>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3819" name="AutoShape 27"/>
            <p:cNvSpPr/>
            <p:nvPr/>
          </p:nvSpPr>
          <p:spPr bwMode="auto">
            <a:xfrm>
              <a:off x="2755" y="3669"/>
              <a:ext cx="451" cy="187"/>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3820" name="AutoShape 28"/>
            <p:cNvSpPr/>
            <p:nvPr/>
          </p:nvSpPr>
          <p:spPr bwMode="auto">
            <a:xfrm>
              <a:off x="1943" y="3058"/>
              <a:ext cx="481" cy="166"/>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3821" name="AutoShape 29"/>
            <p:cNvSpPr/>
            <p:nvPr/>
          </p:nvSpPr>
          <p:spPr bwMode="auto">
            <a:xfrm>
              <a:off x="2666" y="3058"/>
              <a:ext cx="467" cy="154"/>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3822" name="AutoShape 30"/>
            <p:cNvSpPr/>
            <p:nvPr/>
          </p:nvSpPr>
          <p:spPr bwMode="auto">
            <a:xfrm>
              <a:off x="1999" y="2392"/>
              <a:ext cx="1056" cy="7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3823" name="AutoShape 31"/>
            <p:cNvSpPr/>
            <p:nvPr/>
          </p:nvSpPr>
          <p:spPr bwMode="auto">
            <a:xfrm>
              <a:off x="1999" y="2481"/>
              <a:ext cx="1056" cy="7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3824" name="AutoShape 32"/>
            <p:cNvSpPr/>
            <p:nvPr/>
          </p:nvSpPr>
          <p:spPr bwMode="auto">
            <a:xfrm>
              <a:off x="2199" y="2736"/>
              <a:ext cx="133" cy="1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3825" name="AutoShape 33"/>
            <p:cNvSpPr/>
            <p:nvPr/>
          </p:nvSpPr>
          <p:spPr bwMode="auto">
            <a:xfrm>
              <a:off x="2377" y="2736"/>
              <a:ext cx="127" cy="1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3826" name="AutoShape 34"/>
            <p:cNvSpPr/>
            <p:nvPr/>
          </p:nvSpPr>
          <p:spPr bwMode="auto">
            <a:xfrm>
              <a:off x="2543" y="2736"/>
              <a:ext cx="127" cy="1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3827" name="AutoShape 35"/>
            <p:cNvSpPr/>
            <p:nvPr/>
          </p:nvSpPr>
          <p:spPr bwMode="auto">
            <a:xfrm>
              <a:off x="2721" y="2736"/>
              <a:ext cx="134" cy="1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3828" name="AutoShape 36"/>
            <p:cNvSpPr/>
            <p:nvPr/>
          </p:nvSpPr>
          <p:spPr bwMode="auto">
            <a:xfrm>
              <a:off x="2199" y="2936"/>
              <a:ext cx="633"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3829" name="AutoShape 37"/>
            <p:cNvSpPr/>
            <p:nvPr/>
          </p:nvSpPr>
          <p:spPr bwMode="auto">
            <a:xfrm>
              <a:off x="2243" y="3036"/>
              <a:ext cx="545"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3830" name="Group 40"/>
            <p:cNvGrpSpPr/>
            <p:nvPr/>
          </p:nvGrpSpPr>
          <p:grpSpPr bwMode="auto">
            <a:xfrm rot="12873206" flipH="1">
              <a:off x="388" y="391"/>
              <a:ext cx="2002" cy="1993"/>
              <a:chOff x="0" y="0"/>
              <a:chExt cx="2001" cy="1992"/>
            </a:xfrm>
          </p:grpSpPr>
          <p:sp>
            <p:nvSpPr>
              <p:cNvPr id="33835" name="AutoShape 38"/>
              <p:cNvSpPr/>
              <p:nvPr/>
            </p:nvSpPr>
            <p:spPr bwMode="auto">
              <a:xfrm rot="2744935">
                <a:off x="422" y="162"/>
                <a:ext cx="1157" cy="1667"/>
              </a:xfrm>
              <a:custGeom>
                <a:avLst/>
                <a:gdLst>
                  <a:gd name="T0" fmla="*/ 0 w 19330"/>
                  <a:gd name="T1" fmla="*/ 0 h 20287"/>
                  <a:gd name="T2" fmla="*/ 0 w 19330"/>
                  <a:gd name="T3" fmla="*/ 0 h 20287"/>
                  <a:gd name="T4" fmla="*/ 0 w 19330"/>
                  <a:gd name="T5" fmla="*/ 1 h 20287"/>
                  <a:gd name="T6" fmla="*/ 0 w 19330"/>
                  <a:gd name="T7" fmla="*/ 1 h 20287"/>
                  <a:gd name="T8" fmla="*/ 0 w 19330"/>
                  <a:gd name="T9" fmla="*/ 1 h 20287"/>
                  <a:gd name="T10" fmla="*/ 0 w 19330"/>
                  <a:gd name="T11" fmla="*/ 1 h 20287"/>
                  <a:gd name="T12" fmla="*/ 0 w 19330"/>
                  <a:gd name="T13" fmla="*/ 1 h 20287"/>
                  <a:gd name="T14" fmla="*/ 0 w 19330"/>
                  <a:gd name="T15" fmla="*/ 0 h 20287"/>
                  <a:gd name="T16" fmla="*/ 0 w 19330"/>
                  <a:gd name="T17" fmla="*/ 0 h 20287"/>
                  <a:gd name="T18" fmla="*/ 0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8"/>
                    </a:cubicBezTo>
                    <a:cubicBezTo>
                      <a:pt x="2636"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33836" name="AutoShape 39"/>
              <p:cNvSpPr/>
              <p:nvPr/>
            </p:nvSpPr>
            <p:spPr bwMode="auto">
              <a:xfrm rot="2744935">
                <a:off x="928" y="570"/>
                <a:ext cx="153" cy="155"/>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1"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sp>
          <p:nvSpPr>
            <p:cNvPr id="33831" name="AutoShape 41"/>
            <p:cNvSpPr/>
            <p:nvPr/>
          </p:nvSpPr>
          <p:spPr bwMode="auto">
            <a:xfrm>
              <a:off x="3277" y="1837"/>
              <a:ext cx="159" cy="140"/>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sp>
          <p:nvSpPr>
            <p:cNvPr id="33832" name="AutoShape 42"/>
            <p:cNvSpPr/>
            <p:nvPr/>
          </p:nvSpPr>
          <p:spPr bwMode="auto">
            <a:xfrm>
              <a:off x="1866" y="106"/>
              <a:ext cx="1344" cy="1976"/>
            </a:xfrm>
            <a:custGeom>
              <a:avLst/>
              <a:gdLst>
                <a:gd name="T0" fmla="*/ 0 w 21600"/>
                <a:gd name="T1" fmla="*/ 1 h 21600"/>
                <a:gd name="T2" fmla="*/ 0 w 21600"/>
                <a:gd name="T3" fmla="*/ 2 h 21600"/>
                <a:gd name="T4" fmla="*/ 0 w 21600"/>
                <a:gd name="T5" fmla="*/ 2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3833" name="AutoShape 43"/>
            <p:cNvSpPr/>
            <p:nvPr/>
          </p:nvSpPr>
          <p:spPr bwMode="auto">
            <a:xfrm>
              <a:off x="1999" y="539"/>
              <a:ext cx="1089" cy="9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3834" name="AutoShape 44"/>
            <p:cNvSpPr/>
            <p:nvPr/>
          </p:nvSpPr>
          <p:spPr bwMode="auto">
            <a:xfrm>
              <a:off x="2399" y="605"/>
              <a:ext cx="640" cy="739"/>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769"/>
                                        </p:tgtEl>
                                        <p:attrNameLst>
                                          <p:attrName>style.visibility</p:attrName>
                                        </p:attrNameLst>
                                      </p:cBhvr>
                                      <p:to>
                                        <p:strVal val="visible"/>
                                      </p:to>
                                    </p:set>
                                    <p:animEffect transition="in" filter="wipe(left)">
                                      <p:cBhvr>
                                        <p:cTn id="7" dur="500"/>
                                        <p:tgtEl>
                                          <p:spTgt spid="32769"/>
                                        </p:tgtEl>
                                      </p:cBhvr>
                                    </p:animEffect>
                                  </p:childTnLst>
                                </p:cTn>
                              </p:par>
                              <p:par>
                                <p:cTn id="8" presetID="49" presetClass="entr" presetSubtype="0" decel="100000" fill="hold" nodeType="withEffect">
                                  <p:stCondLst>
                                    <p:cond delay="400"/>
                                  </p:stCondLst>
                                  <p:childTnLst>
                                    <p:set>
                                      <p:cBhvr>
                                        <p:cTn id="9" dur="1" fill="hold">
                                          <p:stCondLst>
                                            <p:cond delay="0"/>
                                          </p:stCondLst>
                                        </p:cTn>
                                        <p:tgtEl>
                                          <p:spTgt spid="32770"/>
                                        </p:tgtEl>
                                        <p:attrNameLst>
                                          <p:attrName>style.visibility</p:attrName>
                                        </p:attrNameLst>
                                      </p:cBhvr>
                                      <p:to>
                                        <p:strVal val="visible"/>
                                      </p:to>
                                    </p:set>
                                    <p:anim calcmode="lin" valueType="num">
                                      <p:cBhvr>
                                        <p:cTn id="10" dur="500" fill="hold"/>
                                        <p:tgtEl>
                                          <p:spTgt spid="32770"/>
                                        </p:tgtEl>
                                        <p:attrNameLst>
                                          <p:attrName>ppt_w</p:attrName>
                                        </p:attrNameLst>
                                      </p:cBhvr>
                                      <p:tavLst>
                                        <p:tav tm="0">
                                          <p:val>
                                            <p:fltVal val="0"/>
                                          </p:val>
                                        </p:tav>
                                        <p:tav tm="100000">
                                          <p:val>
                                            <p:strVal val="#ppt_w"/>
                                          </p:val>
                                        </p:tav>
                                      </p:tavLst>
                                    </p:anim>
                                    <p:anim calcmode="lin" valueType="num">
                                      <p:cBhvr>
                                        <p:cTn id="11" dur="500" fill="hold"/>
                                        <p:tgtEl>
                                          <p:spTgt spid="32770"/>
                                        </p:tgtEl>
                                        <p:attrNameLst>
                                          <p:attrName>ppt_h</p:attrName>
                                        </p:attrNameLst>
                                      </p:cBhvr>
                                      <p:tavLst>
                                        <p:tav tm="0">
                                          <p:val>
                                            <p:fltVal val="0"/>
                                          </p:val>
                                        </p:tav>
                                        <p:tav tm="100000">
                                          <p:val>
                                            <p:strVal val="#ppt_h"/>
                                          </p:val>
                                        </p:tav>
                                      </p:tavLst>
                                    </p:anim>
                                    <p:anim calcmode="lin" valueType="num">
                                      <p:cBhvr>
                                        <p:cTn id="12" dur="500" fill="hold"/>
                                        <p:tgtEl>
                                          <p:spTgt spid="32770"/>
                                        </p:tgtEl>
                                        <p:attrNameLst>
                                          <p:attrName>style.rotation</p:attrName>
                                        </p:attrNameLst>
                                      </p:cBhvr>
                                      <p:tavLst>
                                        <p:tav tm="0">
                                          <p:val>
                                            <p:fltVal val="360"/>
                                          </p:val>
                                        </p:tav>
                                        <p:tav tm="100000">
                                          <p:val>
                                            <p:fltVal val="0"/>
                                          </p:val>
                                        </p:tav>
                                      </p:tavLst>
                                    </p:anim>
                                    <p:animEffect transition="in" filter="fade">
                                      <p:cBhvr>
                                        <p:cTn id="13" dur="500"/>
                                        <p:tgtEl>
                                          <p:spTgt spid="32770"/>
                                        </p:tgtEl>
                                      </p:cBhvr>
                                    </p:animEffect>
                                  </p:childTnLst>
                                </p:cTn>
                              </p:par>
                              <p:par>
                                <p:cTn id="14" presetID="37" presetClass="entr" presetSubtype="0" fill="hold" nodeType="withEffect">
                                  <p:stCondLst>
                                    <p:cond delay="700"/>
                                  </p:stCondLst>
                                  <p:childTnLst>
                                    <p:set>
                                      <p:cBhvr>
                                        <p:cTn id="15" dur="1" fill="hold">
                                          <p:stCondLst>
                                            <p:cond delay="0"/>
                                          </p:stCondLst>
                                        </p:cTn>
                                        <p:tgtEl>
                                          <p:spTgt spid="32771"/>
                                        </p:tgtEl>
                                        <p:attrNameLst>
                                          <p:attrName>style.visibility</p:attrName>
                                        </p:attrNameLst>
                                      </p:cBhvr>
                                      <p:to>
                                        <p:strVal val="visible"/>
                                      </p:to>
                                    </p:set>
                                    <p:animEffect transition="in" filter="fade">
                                      <p:cBhvr>
                                        <p:cTn id="16" dur="1000"/>
                                        <p:tgtEl>
                                          <p:spTgt spid="32771"/>
                                        </p:tgtEl>
                                      </p:cBhvr>
                                    </p:animEffect>
                                    <p:anim calcmode="lin" valueType="num">
                                      <p:cBhvr>
                                        <p:cTn id="17" dur="1000" fill="hold"/>
                                        <p:tgtEl>
                                          <p:spTgt spid="32771"/>
                                        </p:tgtEl>
                                        <p:attrNameLst>
                                          <p:attrName>ppt_x</p:attrName>
                                        </p:attrNameLst>
                                      </p:cBhvr>
                                      <p:tavLst>
                                        <p:tav tm="0">
                                          <p:val>
                                            <p:strVal val="#ppt_x"/>
                                          </p:val>
                                        </p:tav>
                                        <p:tav tm="100000">
                                          <p:val>
                                            <p:strVal val="#ppt_x"/>
                                          </p:val>
                                        </p:tav>
                                      </p:tavLst>
                                    </p:anim>
                                    <p:anim calcmode="lin" valueType="num">
                                      <p:cBhvr>
                                        <p:cTn id="18" dur="900" decel="100000" fill="hold"/>
                                        <p:tgtEl>
                                          <p:spTgt spid="32771"/>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3277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p:nvPr/>
        </p:nvSpPr>
        <p:spPr bwMode="auto">
          <a:xfrm>
            <a:off x="1357313" y="919803"/>
            <a:ext cx="4154984" cy="1246495"/>
          </a:xfrm>
          <a:prstGeom prst="rect">
            <a:avLst/>
          </a:prstGeom>
          <a:noFill/>
          <a:ln>
            <a:noFill/>
          </a:ln>
        </p:spPr>
        <p:txBody>
          <a:bodyPr wrap="none" lIns="0" tIns="0" rIns="0" bIns="0" anchor="ctr">
            <a:spAutoFit/>
          </a:bodyPr>
          <a:lstStyle/>
          <a:p>
            <a:pPr algn="l"/>
            <a:r>
              <a:rPr lang="zh-CN" altLang="en-US" sz="81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rPr>
              <a:t>流量分析</a:t>
            </a:r>
            <a:endParaRPr lang="en-US" sz="81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5849" name="Group 46"/>
          <p:cNvGrpSpPr/>
          <p:nvPr/>
        </p:nvGrpSpPr>
        <p:grpSpPr bwMode="auto">
          <a:xfrm rot="-59999">
            <a:off x="15355888" y="3538538"/>
            <a:ext cx="4051300" cy="3759200"/>
            <a:chOff x="0" y="0"/>
            <a:chExt cx="2551" cy="2368"/>
          </a:xfrm>
        </p:grpSpPr>
        <p:grpSp>
          <p:nvGrpSpPr>
            <p:cNvPr id="37068" name="Group 38"/>
            <p:cNvGrpSpPr/>
            <p:nvPr/>
          </p:nvGrpSpPr>
          <p:grpSpPr bwMode="auto">
            <a:xfrm rot="101333">
              <a:off x="31" y="160"/>
              <a:ext cx="2043" cy="2178"/>
              <a:chOff x="0" y="0"/>
              <a:chExt cx="2042" cy="2177"/>
            </a:xfrm>
          </p:grpSpPr>
          <p:sp>
            <p:nvSpPr>
              <p:cNvPr id="37076" name="AutoShape 2"/>
              <p:cNvSpPr/>
              <p:nvPr/>
            </p:nvSpPr>
            <p:spPr bwMode="auto">
              <a:xfrm>
                <a:off x="734" y="360"/>
                <a:ext cx="1075" cy="13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7077" name="AutoShape 3"/>
              <p:cNvSpPr/>
              <p:nvPr/>
            </p:nvSpPr>
            <p:spPr bwMode="auto">
              <a:xfrm>
                <a:off x="857" y="421"/>
                <a:ext cx="836" cy="17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1 h 21600"/>
                  <a:gd name="T14" fmla="*/ 0 w 21600"/>
                  <a:gd name="T15" fmla="*/ 1 h 21600"/>
                  <a:gd name="T16" fmla="*/ 0 w 21600"/>
                  <a:gd name="T17" fmla="*/ 1 h 21600"/>
                  <a:gd name="T18" fmla="*/ 0 w 21600"/>
                  <a:gd name="T19" fmla="*/ 1 h 21600"/>
                  <a:gd name="T20" fmla="*/ 0 w 21600"/>
                  <a:gd name="T21" fmla="*/ 1 h 21600"/>
                  <a:gd name="T22" fmla="*/ 0 w 21600"/>
                  <a:gd name="T23" fmla="*/ 1 h 21600"/>
                  <a:gd name="T24" fmla="*/ 0 w 21600"/>
                  <a:gd name="T25" fmla="*/ 1 h 21600"/>
                  <a:gd name="T26" fmla="*/ 0 w 21600"/>
                  <a:gd name="T27" fmla="*/ 1 h 21600"/>
                  <a:gd name="T28" fmla="*/ 0 w 21600"/>
                  <a:gd name="T29" fmla="*/ 1 h 21600"/>
                  <a:gd name="T30" fmla="*/ 0 w 21600"/>
                  <a:gd name="T31" fmla="*/ 1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7078" name="AutoShape 4"/>
              <p:cNvSpPr/>
              <p:nvPr/>
            </p:nvSpPr>
            <p:spPr bwMode="auto">
              <a:xfrm>
                <a:off x="1455" y="0"/>
                <a:ext cx="587" cy="813"/>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7079" name="AutoShape 5"/>
              <p:cNvSpPr/>
              <p:nvPr/>
            </p:nvSpPr>
            <p:spPr bwMode="auto">
              <a:xfrm>
                <a:off x="1645" y="24"/>
                <a:ext cx="31"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7080" name="AutoShape 6"/>
              <p:cNvSpPr/>
              <p:nvPr/>
            </p:nvSpPr>
            <p:spPr bwMode="auto">
              <a:xfrm>
                <a:off x="1950" y="274"/>
                <a:ext cx="30" cy="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7081" name="AutoShape 7"/>
              <p:cNvSpPr/>
              <p:nvPr/>
            </p:nvSpPr>
            <p:spPr bwMode="auto">
              <a:xfrm>
                <a:off x="1852" y="97"/>
                <a:ext cx="47"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7082" name="AutoShape 8"/>
              <p:cNvSpPr/>
              <p:nvPr/>
            </p:nvSpPr>
            <p:spPr bwMode="auto">
              <a:xfrm>
                <a:off x="1822" y="67"/>
                <a:ext cx="54" cy="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7083" name="AutoShape 9"/>
              <p:cNvSpPr/>
              <p:nvPr/>
            </p:nvSpPr>
            <p:spPr bwMode="auto">
              <a:xfrm>
                <a:off x="1932" y="207"/>
                <a:ext cx="58" cy="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7084" name="AutoShape 10"/>
              <p:cNvSpPr/>
              <p:nvPr/>
            </p:nvSpPr>
            <p:spPr bwMode="auto">
              <a:xfrm>
                <a:off x="1809" y="574"/>
                <a:ext cx="28" cy="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7085" name="AutoShape 11"/>
              <p:cNvSpPr/>
              <p:nvPr/>
            </p:nvSpPr>
            <p:spPr bwMode="auto">
              <a:xfrm>
                <a:off x="1687" y="24"/>
                <a:ext cx="26"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7086" name="AutoShape 12"/>
              <p:cNvSpPr/>
              <p:nvPr/>
            </p:nvSpPr>
            <p:spPr bwMode="auto">
              <a:xfrm>
                <a:off x="1877" y="506"/>
                <a:ext cx="19" cy="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7087" name="AutoShape 13"/>
              <p:cNvSpPr/>
              <p:nvPr/>
            </p:nvSpPr>
            <p:spPr bwMode="auto">
              <a:xfrm>
                <a:off x="1730" y="42"/>
                <a:ext cx="33"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7088" name="AutoShape 14"/>
              <p:cNvSpPr/>
              <p:nvPr/>
            </p:nvSpPr>
            <p:spPr bwMode="auto">
              <a:xfrm>
                <a:off x="1901" y="464"/>
                <a:ext cx="21"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7089" name="AutoShape 15"/>
              <p:cNvSpPr/>
              <p:nvPr/>
            </p:nvSpPr>
            <p:spPr bwMode="auto">
              <a:xfrm>
                <a:off x="1846" y="537"/>
                <a:ext cx="36"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7090" name="AutoShape 16"/>
              <p:cNvSpPr/>
              <p:nvPr/>
            </p:nvSpPr>
            <p:spPr bwMode="auto">
              <a:xfrm>
                <a:off x="1944" y="366"/>
                <a:ext cx="37"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7091" name="AutoShape 17"/>
              <p:cNvSpPr/>
              <p:nvPr/>
            </p:nvSpPr>
            <p:spPr bwMode="auto">
              <a:xfrm>
                <a:off x="1773" y="42"/>
                <a:ext cx="66"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7092" name="AutoShape 18"/>
              <p:cNvSpPr/>
              <p:nvPr/>
            </p:nvSpPr>
            <p:spPr bwMode="auto">
              <a:xfrm>
                <a:off x="1926" y="421"/>
                <a:ext cx="22" cy="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7093" name="AutoShape 19"/>
              <p:cNvSpPr/>
              <p:nvPr/>
            </p:nvSpPr>
            <p:spPr bwMode="auto">
              <a:xfrm>
                <a:off x="1950" y="323"/>
                <a:ext cx="43" cy="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7094" name="AutoShape 20"/>
              <p:cNvSpPr/>
              <p:nvPr/>
            </p:nvSpPr>
            <p:spPr bwMode="auto">
              <a:xfrm>
                <a:off x="1944" y="226"/>
                <a:ext cx="63" cy="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7095" name="AutoShape 21"/>
              <p:cNvSpPr/>
              <p:nvPr/>
            </p:nvSpPr>
            <p:spPr bwMode="auto">
              <a:xfrm>
                <a:off x="1883" y="116"/>
                <a:ext cx="78"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7096" name="AutoShape 22"/>
              <p:cNvSpPr/>
              <p:nvPr/>
            </p:nvSpPr>
            <p:spPr bwMode="auto">
              <a:xfrm>
                <a:off x="1907" y="152"/>
                <a:ext cx="64"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7097" name="AutoShape 23"/>
              <p:cNvSpPr/>
              <p:nvPr/>
            </p:nvSpPr>
            <p:spPr bwMode="auto">
              <a:xfrm>
                <a:off x="924"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7098" name="AutoShape 24"/>
              <p:cNvSpPr/>
              <p:nvPr/>
            </p:nvSpPr>
            <p:spPr bwMode="auto">
              <a:xfrm>
                <a:off x="1388"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7099" name="AutoShape 25"/>
              <p:cNvSpPr/>
              <p:nvPr/>
            </p:nvSpPr>
            <p:spPr bwMode="auto">
              <a:xfrm>
                <a:off x="942" y="1429"/>
                <a:ext cx="264" cy="91"/>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7100" name="AutoShape 26"/>
              <p:cNvSpPr/>
              <p:nvPr/>
            </p:nvSpPr>
            <p:spPr bwMode="auto">
              <a:xfrm>
                <a:off x="1339" y="1429"/>
                <a:ext cx="257" cy="85"/>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7101" name="AutoShape 27"/>
              <p:cNvSpPr/>
              <p:nvPr/>
            </p:nvSpPr>
            <p:spPr bwMode="auto">
              <a:xfrm>
                <a:off x="973" y="1062"/>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7102" name="AutoShape 28"/>
              <p:cNvSpPr/>
              <p:nvPr/>
            </p:nvSpPr>
            <p:spPr bwMode="auto">
              <a:xfrm>
                <a:off x="973" y="1111"/>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7103" name="AutoShape 29"/>
              <p:cNvSpPr/>
              <p:nvPr/>
            </p:nvSpPr>
            <p:spPr bwMode="auto">
              <a:xfrm>
                <a:off x="1083" y="1252"/>
                <a:ext cx="73" cy="6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7104" name="AutoShape 30"/>
              <p:cNvSpPr/>
              <p:nvPr/>
            </p:nvSpPr>
            <p:spPr bwMode="auto">
              <a:xfrm>
                <a:off x="1180"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7105" name="AutoShape 31"/>
              <p:cNvSpPr/>
              <p:nvPr/>
            </p:nvSpPr>
            <p:spPr bwMode="auto">
              <a:xfrm>
                <a:off x="1272"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7106" name="AutoShape 32"/>
              <p:cNvSpPr/>
              <p:nvPr/>
            </p:nvSpPr>
            <p:spPr bwMode="auto">
              <a:xfrm>
                <a:off x="1370" y="1252"/>
                <a:ext cx="73" cy="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7107" name="AutoShape 33"/>
              <p:cNvSpPr/>
              <p:nvPr/>
            </p:nvSpPr>
            <p:spPr bwMode="auto">
              <a:xfrm>
                <a:off x="1083" y="1362"/>
                <a:ext cx="348"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7108" name="AutoShape 34"/>
              <p:cNvSpPr/>
              <p:nvPr/>
            </p:nvSpPr>
            <p:spPr bwMode="auto">
              <a:xfrm>
                <a:off x="1107" y="1417"/>
                <a:ext cx="299"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7109" name="Group 37"/>
              <p:cNvGrpSpPr/>
              <p:nvPr/>
            </p:nvGrpSpPr>
            <p:grpSpPr bwMode="auto">
              <a:xfrm rot="-3369324">
                <a:off x="210" y="461"/>
                <a:ext cx="1101" cy="1095"/>
                <a:chOff x="0" y="0"/>
                <a:chExt cx="1101" cy="1095"/>
              </a:xfrm>
            </p:grpSpPr>
            <p:sp>
              <p:nvSpPr>
                <p:cNvPr id="37110" name="AutoShape 35"/>
                <p:cNvSpPr/>
                <p:nvPr/>
              </p:nvSpPr>
              <p:spPr bwMode="auto">
                <a:xfrm rot="2744935">
                  <a:off x="232" y="88"/>
                  <a:ext cx="636" cy="917"/>
                </a:xfrm>
                <a:custGeom>
                  <a:avLst/>
                  <a:gdLst>
                    <a:gd name="T0" fmla="*/ 0 w 19326"/>
                    <a:gd name="T1" fmla="*/ 0 h 20284"/>
                    <a:gd name="T2" fmla="*/ 0 w 19326"/>
                    <a:gd name="T3" fmla="*/ 0 h 20284"/>
                    <a:gd name="T4" fmla="*/ 0 w 19326"/>
                    <a:gd name="T5" fmla="*/ 0 h 20284"/>
                    <a:gd name="T6" fmla="*/ 0 w 19326"/>
                    <a:gd name="T7" fmla="*/ 0 h 20284"/>
                    <a:gd name="T8" fmla="*/ 0 w 19326"/>
                    <a:gd name="T9" fmla="*/ 0 h 20284"/>
                    <a:gd name="T10" fmla="*/ 0 w 19326"/>
                    <a:gd name="T11" fmla="*/ 0 h 20284"/>
                    <a:gd name="T12" fmla="*/ 0 w 19326"/>
                    <a:gd name="T13" fmla="*/ 0 h 20284"/>
                    <a:gd name="T14" fmla="*/ 0 w 19326"/>
                    <a:gd name="T15" fmla="*/ 0 h 20284"/>
                    <a:gd name="T16" fmla="*/ 0 w 19326"/>
                    <a:gd name="T17" fmla="*/ 0 h 20284"/>
                    <a:gd name="T18" fmla="*/ 0 w 19326"/>
                    <a:gd name="T19" fmla="*/ 0 h 202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6" h="20284">
                      <a:moveTo>
                        <a:pt x="18748" y="-3"/>
                      </a:moveTo>
                      <a:cubicBezTo>
                        <a:pt x="18748" y="-3"/>
                        <a:pt x="11310" y="-2"/>
                        <a:pt x="5960" y="5156"/>
                      </a:cubicBezTo>
                      <a:cubicBezTo>
                        <a:pt x="2633" y="8363"/>
                        <a:pt x="500" y="11500"/>
                        <a:pt x="37" y="16549"/>
                      </a:cubicBezTo>
                      <a:cubicBezTo>
                        <a:pt x="-428" y="21597"/>
                        <a:pt x="3120" y="20362"/>
                        <a:pt x="4663" y="19464"/>
                      </a:cubicBezTo>
                      <a:cubicBezTo>
                        <a:pt x="6206" y="18567"/>
                        <a:pt x="6207" y="15986"/>
                        <a:pt x="6207" y="15986"/>
                      </a:cubicBezTo>
                      <a:cubicBezTo>
                        <a:pt x="6207" y="15986"/>
                        <a:pt x="6206" y="18118"/>
                        <a:pt x="7132" y="17894"/>
                      </a:cubicBezTo>
                      <a:cubicBezTo>
                        <a:pt x="8057" y="17669"/>
                        <a:pt x="7595" y="15201"/>
                        <a:pt x="8675" y="13294"/>
                      </a:cubicBezTo>
                      <a:cubicBezTo>
                        <a:pt x="9756" y="11386"/>
                        <a:pt x="10991" y="8021"/>
                        <a:pt x="16081" y="7459"/>
                      </a:cubicBezTo>
                      <a:cubicBezTo>
                        <a:pt x="21172" y="6897"/>
                        <a:pt x="18748" y="-3"/>
                        <a:pt x="18748" y="-3"/>
                      </a:cubicBezTo>
                      <a:close/>
                      <a:moveTo>
                        <a:pt x="18748" y="-3"/>
                      </a:moveTo>
                    </a:path>
                  </a:pathLst>
                </a:custGeom>
                <a:solidFill>
                  <a:srgbClr val="FFFFFF"/>
                </a:solidFill>
                <a:ln>
                  <a:noFill/>
                </a:ln>
              </p:spPr>
              <p:txBody>
                <a:bodyPr lIns="0" tIns="0" rIns="0" bIns="0"/>
                <a:lstStyle/>
                <a:p>
                  <a:endParaRPr lang="en-US"/>
                </a:p>
              </p:txBody>
            </p:sp>
            <p:sp>
              <p:nvSpPr>
                <p:cNvPr id="37111" name="AutoShape 36"/>
                <p:cNvSpPr/>
                <p:nvPr/>
              </p:nvSpPr>
              <p:spPr bwMode="auto">
                <a:xfrm rot="2744935">
                  <a:off x="510" y="312"/>
                  <a:ext cx="84" cy="85"/>
                </a:xfrm>
                <a:custGeom>
                  <a:avLst/>
                  <a:gdLst>
                    <a:gd name="T0" fmla="*/ 0 w 18399"/>
                    <a:gd name="T1" fmla="*/ 0 h 18928"/>
                    <a:gd name="T2" fmla="*/ 0 w 18399"/>
                    <a:gd name="T3" fmla="*/ 0 h 18928"/>
                    <a:gd name="T4" fmla="*/ 0 w 18399"/>
                    <a:gd name="T5" fmla="*/ 0 h 18928"/>
                    <a:gd name="T6" fmla="*/ 0 w 18399"/>
                    <a:gd name="T7" fmla="*/ 0 h 18928"/>
                    <a:gd name="T8" fmla="*/ 0 w 18399"/>
                    <a:gd name="T9" fmla="*/ 0 h 18928"/>
                    <a:gd name="T10" fmla="*/ 0 w 18399"/>
                    <a:gd name="T11" fmla="*/ 0 h 18928"/>
                    <a:gd name="T12" fmla="*/ 0 w 18399"/>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9" h="18928">
                      <a:moveTo>
                        <a:pt x="9321" y="-2"/>
                      </a:moveTo>
                      <a:cubicBezTo>
                        <a:pt x="9321" y="-2"/>
                        <a:pt x="19006" y="2902"/>
                        <a:pt x="18367" y="8070"/>
                      </a:cubicBezTo>
                      <a:cubicBezTo>
                        <a:pt x="17727" y="13236"/>
                        <a:pt x="8290" y="8395"/>
                        <a:pt x="8290" y="8395"/>
                      </a:cubicBezTo>
                      <a:lnTo>
                        <a:pt x="8288" y="16790"/>
                      </a:lnTo>
                      <a:cubicBezTo>
                        <a:pt x="8288" y="16790"/>
                        <a:pt x="5536" y="21598"/>
                        <a:pt x="1472" y="16792"/>
                      </a:cubicBezTo>
                      <a:cubicBezTo>
                        <a:pt x="-2594" y="11984"/>
                        <a:pt x="2308" y="2583"/>
                        <a:pt x="9321" y="-2"/>
                      </a:cubicBezTo>
                      <a:close/>
                      <a:moveTo>
                        <a:pt x="9321" y="-2"/>
                      </a:moveTo>
                    </a:path>
                  </a:pathLst>
                </a:custGeom>
                <a:solidFill>
                  <a:srgbClr val="E4E9EF"/>
                </a:solidFill>
                <a:ln>
                  <a:noFill/>
                </a:ln>
              </p:spPr>
              <p:txBody>
                <a:bodyPr lIns="0" tIns="0" rIns="0" bIns="0"/>
                <a:lstStyle/>
                <a:p>
                  <a:endParaRPr lang="en-US"/>
                </a:p>
              </p:txBody>
            </p:sp>
          </p:grpSp>
        </p:grpSp>
        <p:grpSp>
          <p:nvGrpSpPr>
            <p:cNvPr id="37069" name="Group 41"/>
            <p:cNvGrpSpPr/>
            <p:nvPr/>
          </p:nvGrpSpPr>
          <p:grpSpPr bwMode="auto">
            <a:xfrm rot="3674959" flipH="1">
              <a:off x="1256" y="618"/>
              <a:ext cx="1102" cy="1095"/>
              <a:chOff x="0" y="0"/>
              <a:chExt cx="1101" cy="1095"/>
            </a:xfrm>
          </p:grpSpPr>
          <p:sp>
            <p:nvSpPr>
              <p:cNvPr id="37074" name="AutoShape 39"/>
              <p:cNvSpPr/>
              <p:nvPr/>
            </p:nvSpPr>
            <p:spPr bwMode="auto">
              <a:xfrm rot="2744935">
                <a:off x="232" y="88"/>
                <a:ext cx="636" cy="917"/>
              </a:xfrm>
              <a:custGeom>
                <a:avLst/>
                <a:gdLst>
                  <a:gd name="T0" fmla="*/ 0 w 19324"/>
                  <a:gd name="T1" fmla="*/ 0 h 20283"/>
                  <a:gd name="T2" fmla="*/ 0 w 19324"/>
                  <a:gd name="T3" fmla="*/ 0 h 20283"/>
                  <a:gd name="T4" fmla="*/ 0 w 19324"/>
                  <a:gd name="T5" fmla="*/ 0 h 20283"/>
                  <a:gd name="T6" fmla="*/ 0 w 19324"/>
                  <a:gd name="T7" fmla="*/ 0 h 20283"/>
                  <a:gd name="T8" fmla="*/ 0 w 19324"/>
                  <a:gd name="T9" fmla="*/ 0 h 20283"/>
                  <a:gd name="T10" fmla="*/ 0 w 19324"/>
                  <a:gd name="T11" fmla="*/ 0 h 20283"/>
                  <a:gd name="T12" fmla="*/ 0 w 19324"/>
                  <a:gd name="T13" fmla="*/ 0 h 20283"/>
                  <a:gd name="T14" fmla="*/ 0 w 19324"/>
                  <a:gd name="T15" fmla="*/ 0 h 20283"/>
                  <a:gd name="T16" fmla="*/ 0 w 19324"/>
                  <a:gd name="T17" fmla="*/ 0 h 20283"/>
                  <a:gd name="T18" fmla="*/ 0 w 19324"/>
                  <a:gd name="T19" fmla="*/ 0 h 20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4" h="20283">
                    <a:moveTo>
                      <a:pt x="18746" y="-4"/>
                    </a:moveTo>
                    <a:cubicBezTo>
                      <a:pt x="18746" y="-4"/>
                      <a:pt x="11309" y="-2"/>
                      <a:pt x="5958" y="5155"/>
                    </a:cubicBezTo>
                    <a:cubicBezTo>
                      <a:pt x="2631" y="8363"/>
                      <a:pt x="499" y="11500"/>
                      <a:pt x="34" y="16548"/>
                    </a:cubicBezTo>
                    <a:cubicBezTo>
                      <a:pt x="-431" y="21596"/>
                      <a:pt x="3117" y="20361"/>
                      <a:pt x="4660" y="19463"/>
                    </a:cubicBezTo>
                    <a:cubicBezTo>
                      <a:pt x="6203" y="18565"/>
                      <a:pt x="6204" y="15985"/>
                      <a:pt x="6204" y="15985"/>
                    </a:cubicBezTo>
                    <a:cubicBezTo>
                      <a:pt x="6204" y="15985"/>
                      <a:pt x="6203" y="18117"/>
                      <a:pt x="7128" y="17892"/>
                    </a:cubicBezTo>
                    <a:cubicBezTo>
                      <a:pt x="8054" y="17668"/>
                      <a:pt x="7592" y="15200"/>
                      <a:pt x="8673" y="13293"/>
                    </a:cubicBezTo>
                    <a:cubicBezTo>
                      <a:pt x="9753" y="11385"/>
                      <a:pt x="10989" y="8020"/>
                      <a:pt x="16079" y="7458"/>
                    </a:cubicBezTo>
                    <a:cubicBezTo>
                      <a:pt x="21169" y="6896"/>
                      <a:pt x="18746" y="-4"/>
                      <a:pt x="18746" y="-4"/>
                    </a:cubicBezTo>
                    <a:close/>
                    <a:moveTo>
                      <a:pt x="18746" y="-4"/>
                    </a:moveTo>
                  </a:path>
                </a:pathLst>
              </a:custGeom>
              <a:solidFill>
                <a:srgbClr val="FFFFFF"/>
              </a:solidFill>
              <a:ln>
                <a:noFill/>
              </a:ln>
            </p:spPr>
            <p:txBody>
              <a:bodyPr lIns="0" tIns="0" rIns="0" bIns="0"/>
              <a:lstStyle/>
              <a:p>
                <a:endParaRPr lang="en-US"/>
              </a:p>
            </p:txBody>
          </p:sp>
          <p:sp>
            <p:nvSpPr>
              <p:cNvPr id="37075" name="AutoShape 40"/>
              <p:cNvSpPr/>
              <p:nvPr/>
            </p:nvSpPr>
            <p:spPr bwMode="auto">
              <a:xfrm rot="2744935">
                <a:off x="510" y="312"/>
                <a:ext cx="84" cy="85"/>
              </a:xfrm>
              <a:custGeom>
                <a:avLst/>
                <a:gdLst>
                  <a:gd name="T0" fmla="*/ 0 w 18398"/>
                  <a:gd name="T1" fmla="*/ 0 h 18928"/>
                  <a:gd name="T2" fmla="*/ 0 w 18398"/>
                  <a:gd name="T3" fmla="*/ 0 h 18928"/>
                  <a:gd name="T4" fmla="*/ 0 w 18398"/>
                  <a:gd name="T5" fmla="*/ 0 h 18928"/>
                  <a:gd name="T6" fmla="*/ 0 w 18398"/>
                  <a:gd name="T7" fmla="*/ 0 h 18928"/>
                  <a:gd name="T8" fmla="*/ 0 w 18398"/>
                  <a:gd name="T9" fmla="*/ 0 h 18928"/>
                  <a:gd name="T10" fmla="*/ 0 w 18398"/>
                  <a:gd name="T11" fmla="*/ 0 h 18928"/>
                  <a:gd name="T12" fmla="*/ 0 w 18398"/>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8" h="18928">
                    <a:moveTo>
                      <a:pt x="9321" y="-3"/>
                    </a:moveTo>
                    <a:cubicBezTo>
                      <a:pt x="9321" y="-3"/>
                      <a:pt x="19005" y="2900"/>
                      <a:pt x="18365" y="8068"/>
                    </a:cubicBezTo>
                    <a:cubicBezTo>
                      <a:pt x="17725" y="13234"/>
                      <a:pt x="8289" y="8394"/>
                      <a:pt x="8289" y="8394"/>
                    </a:cubicBezTo>
                    <a:lnTo>
                      <a:pt x="8286" y="16789"/>
                    </a:lnTo>
                    <a:cubicBezTo>
                      <a:pt x="8286" y="16789"/>
                      <a:pt x="5533" y="21597"/>
                      <a:pt x="1471" y="16791"/>
                    </a:cubicBezTo>
                    <a:cubicBezTo>
                      <a:pt x="-2595" y="11984"/>
                      <a:pt x="2307" y="2583"/>
                      <a:pt x="9321" y="-3"/>
                    </a:cubicBezTo>
                    <a:close/>
                    <a:moveTo>
                      <a:pt x="9321" y="-3"/>
                    </a:moveTo>
                  </a:path>
                </a:pathLst>
              </a:custGeom>
              <a:solidFill>
                <a:srgbClr val="E4E9EF"/>
              </a:solidFill>
              <a:ln>
                <a:noFill/>
              </a:ln>
            </p:spPr>
            <p:txBody>
              <a:bodyPr lIns="0" tIns="0" rIns="0" bIns="0"/>
              <a:lstStyle/>
              <a:p>
                <a:endParaRPr lang="en-US"/>
              </a:p>
            </p:txBody>
          </p:sp>
        </p:grpSp>
        <p:grpSp>
          <p:nvGrpSpPr>
            <p:cNvPr id="37070" name="Group 45"/>
            <p:cNvGrpSpPr/>
            <p:nvPr/>
          </p:nvGrpSpPr>
          <p:grpSpPr bwMode="auto">
            <a:xfrm>
              <a:off x="926" y="0"/>
              <a:ext cx="771" cy="1108"/>
              <a:chOff x="0" y="0"/>
              <a:chExt cx="770" cy="1108"/>
            </a:xfrm>
          </p:grpSpPr>
          <p:sp>
            <p:nvSpPr>
              <p:cNvPr id="37071" name="AutoShape 42"/>
              <p:cNvSpPr/>
              <p:nvPr/>
            </p:nvSpPr>
            <p:spPr bwMode="auto">
              <a:xfrm rot="101208">
                <a:off x="15" y="10"/>
                <a:ext cx="739" cy="1087"/>
              </a:xfrm>
              <a:custGeom>
                <a:avLst/>
                <a:gdLst>
                  <a:gd name="T0" fmla="*/ 0 w 21599"/>
                  <a:gd name="T1" fmla="*/ 0 h 21600"/>
                  <a:gd name="T2" fmla="*/ 0 w 21599"/>
                  <a:gd name="T3" fmla="*/ 0 h 21600"/>
                  <a:gd name="T4" fmla="*/ 0 w 21599"/>
                  <a:gd name="T5" fmla="*/ 0 h 21600"/>
                  <a:gd name="T6" fmla="*/ 0 w 21599"/>
                  <a:gd name="T7" fmla="*/ 0 h 21600"/>
                  <a:gd name="T8" fmla="*/ 0 w 21599"/>
                  <a:gd name="T9" fmla="*/ 0 h 21600"/>
                  <a:gd name="T10" fmla="*/ 0 w 21599"/>
                  <a:gd name="T11" fmla="*/ 0 h 21600"/>
                  <a:gd name="T12" fmla="*/ 0 w 21599"/>
                  <a:gd name="T13" fmla="*/ 0 h 21600"/>
                  <a:gd name="T14" fmla="*/ 0 w 21599"/>
                  <a:gd name="T15" fmla="*/ 0 h 21600"/>
                  <a:gd name="T16" fmla="*/ 0 w 21599"/>
                  <a:gd name="T17" fmla="*/ 0 h 21600"/>
                  <a:gd name="T18" fmla="*/ 0 w 21599"/>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99" h="21600">
                    <a:moveTo>
                      <a:pt x="21600" y="15551"/>
                    </a:moveTo>
                    <a:cubicBezTo>
                      <a:pt x="21600" y="18898"/>
                      <a:pt x="17537" y="21600"/>
                      <a:pt x="12612" y="21600"/>
                    </a:cubicBezTo>
                    <a:lnTo>
                      <a:pt x="8902" y="21600"/>
                    </a:lnTo>
                    <a:cubicBezTo>
                      <a:pt x="3978" y="21600"/>
                      <a:pt x="1" y="18898"/>
                      <a:pt x="1" y="15550"/>
                    </a:cubicBezTo>
                    <a:lnTo>
                      <a:pt x="0" y="6061"/>
                    </a:lnTo>
                    <a:cubicBezTo>
                      <a:pt x="0" y="2714"/>
                      <a:pt x="3977" y="0"/>
                      <a:pt x="8901" y="0"/>
                    </a:cubicBezTo>
                    <a:lnTo>
                      <a:pt x="12611" y="0"/>
                    </a:lnTo>
                    <a:cubicBezTo>
                      <a:pt x="17536" y="0"/>
                      <a:pt x="21599" y="2714"/>
                      <a:pt x="21599" y="6062"/>
                    </a:cubicBezTo>
                    <a:cubicBezTo>
                      <a:pt x="21599" y="6062"/>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7072" name="AutoShape 43"/>
              <p:cNvSpPr/>
              <p:nvPr/>
            </p:nvSpPr>
            <p:spPr bwMode="auto">
              <a:xfrm rot="101208">
                <a:off x="90" y="248"/>
                <a:ext cx="599" cy="514"/>
              </a:xfrm>
              <a:custGeom>
                <a:avLst/>
                <a:gdLst>
                  <a:gd name="T0" fmla="*/ 0 w 21600"/>
                  <a:gd name="T1" fmla="*/ 0 h 21599"/>
                  <a:gd name="T2" fmla="*/ 0 w 21600"/>
                  <a:gd name="T3" fmla="*/ 0 h 21599"/>
                  <a:gd name="T4" fmla="*/ 0 w 21600"/>
                  <a:gd name="T5" fmla="*/ 0 h 21599"/>
                  <a:gd name="T6" fmla="*/ 0 w 21600"/>
                  <a:gd name="T7" fmla="*/ 0 h 21599"/>
                  <a:gd name="T8" fmla="*/ 0 w 21600"/>
                  <a:gd name="T9" fmla="*/ 0 h 21599"/>
                  <a:gd name="T10" fmla="*/ 0 w 21600"/>
                  <a:gd name="T11" fmla="*/ 0 h 21599"/>
                  <a:gd name="T12" fmla="*/ 0 w 21600"/>
                  <a:gd name="T13" fmla="*/ 0 h 21599"/>
                  <a:gd name="T14" fmla="*/ 0 w 21600"/>
                  <a:gd name="T15" fmla="*/ 0 h 21599"/>
                  <a:gd name="T16" fmla="*/ 0 w 21600"/>
                  <a:gd name="T17" fmla="*/ 0 h 21599"/>
                  <a:gd name="T18" fmla="*/ 0 w 21600"/>
                  <a:gd name="T19" fmla="*/ 0 h 215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599">
                    <a:moveTo>
                      <a:pt x="21600" y="10951"/>
                    </a:moveTo>
                    <a:cubicBezTo>
                      <a:pt x="21600" y="16832"/>
                      <a:pt x="17514" y="21600"/>
                      <a:pt x="12473" y="21600"/>
                    </a:cubicBezTo>
                    <a:lnTo>
                      <a:pt x="9128" y="21600"/>
                    </a:lnTo>
                    <a:cubicBezTo>
                      <a:pt x="4087" y="21599"/>
                      <a:pt x="0" y="16832"/>
                      <a:pt x="0" y="10950"/>
                    </a:cubicBezTo>
                    <a:lnTo>
                      <a:pt x="0" y="10649"/>
                    </a:lnTo>
                    <a:cubicBezTo>
                      <a:pt x="0" y="4768"/>
                      <a:pt x="4086" y="0"/>
                      <a:pt x="9127" y="0"/>
                    </a:cubicBezTo>
                    <a:lnTo>
                      <a:pt x="12472" y="0"/>
                    </a:lnTo>
                    <a:cubicBezTo>
                      <a:pt x="17513" y="1"/>
                      <a:pt x="21600" y="4768"/>
                      <a:pt x="21600" y="10650"/>
                    </a:cubicBezTo>
                    <a:cubicBezTo>
                      <a:pt x="21600" y="10650"/>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7073" name="AutoShape 44"/>
              <p:cNvSpPr/>
              <p:nvPr/>
            </p:nvSpPr>
            <p:spPr bwMode="auto">
              <a:xfrm rot="101208">
                <a:off x="310" y="288"/>
                <a:ext cx="352" cy="406"/>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5" y="137"/>
                    </a:moveTo>
                    <a:cubicBezTo>
                      <a:pt x="6695" y="137"/>
                      <a:pt x="15952" y="-173"/>
                      <a:pt x="18010" y="6088"/>
                    </a:cubicBezTo>
                    <a:cubicBezTo>
                      <a:pt x="20067" y="12348"/>
                      <a:pt x="16981" y="19797"/>
                      <a:pt x="14102" y="20490"/>
                    </a:cubicBezTo>
                    <a:cubicBezTo>
                      <a:pt x="11222" y="21184"/>
                      <a:pt x="10192" y="18001"/>
                      <a:pt x="11632" y="13604"/>
                    </a:cubicBezTo>
                    <a:cubicBezTo>
                      <a:pt x="13073" y="9206"/>
                      <a:pt x="12662" y="3961"/>
                      <a:pt x="7725" y="4030"/>
                    </a:cubicBezTo>
                    <a:cubicBezTo>
                      <a:pt x="2788" y="4100"/>
                      <a:pt x="-1533" y="3170"/>
                      <a:pt x="525" y="1377"/>
                    </a:cubicBezTo>
                    <a:cubicBezTo>
                      <a:pt x="2582" y="-416"/>
                      <a:pt x="4417" y="9"/>
                      <a:pt x="6695" y="137"/>
                    </a:cubicBezTo>
                    <a:close/>
                    <a:moveTo>
                      <a:pt x="6695" y="137"/>
                    </a:moveTo>
                  </a:path>
                </a:pathLst>
              </a:custGeom>
              <a:solidFill>
                <a:srgbClr val="7BA8B1"/>
              </a:solidFill>
              <a:ln>
                <a:noFill/>
              </a:ln>
            </p:spPr>
            <p:txBody>
              <a:bodyPr lIns="0" tIns="0" rIns="0" bIns="0"/>
              <a:lstStyle/>
              <a:p>
                <a:endParaRPr lang="en-US"/>
              </a:p>
            </p:txBody>
          </p:sp>
        </p:grpSp>
      </p:grpSp>
      <p:grpSp>
        <p:nvGrpSpPr>
          <p:cNvPr id="35850" name="Group 91"/>
          <p:cNvGrpSpPr/>
          <p:nvPr/>
        </p:nvGrpSpPr>
        <p:grpSpPr bwMode="auto">
          <a:xfrm rot="-59999">
            <a:off x="18091150" y="3540125"/>
            <a:ext cx="4051300" cy="3759200"/>
            <a:chOff x="0" y="0"/>
            <a:chExt cx="2551" cy="2368"/>
          </a:xfrm>
        </p:grpSpPr>
        <p:grpSp>
          <p:nvGrpSpPr>
            <p:cNvPr id="37024" name="Group 83"/>
            <p:cNvGrpSpPr/>
            <p:nvPr/>
          </p:nvGrpSpPr>
          <p:grpSpPr bwMode="auto">
            <a:xfrm rot="101333">
              <a:off x="31" y="160"/>
              <a:ext cx="2043" cy="2178"/>
              <a:chOff x="0" y="0"/>
              <a:chExt cx="2042" cy="2177"/>
            </a:xfrm>
          </p:grpSpPr>
          <p:sp>
            <p:nvSpPr>
              <p:cNvPr id="37032" name="AutoShape 47"/>
              <p:cNvSpPr/>
              <p:nvPr/>
            </p:nvSpPr>
            <p:spPr bwMode="auto">
              <a:xfrm>
                <a:off x="734" y="360"/>
                <a:ext cx="1075" cy="13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7033" name="AutoShape 48"/>
              <p:cNvSpPr/>
              <p:nvPr/>
            </p:nvSpPr>
            <p:spPr bwMode="auto">
              <a:xfrm>
                <a:off x="857" y="421"/>
                <a:ext cx="836" cy="17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1 h 21600"/>
                  <a:gd name="T14" fmla="*/ 0 w 21600"/>
                  <a:gd name="T15" fmla="*/ 1 h 21600"/>
                  <a:gd name="T16" fmla="*/ 0 w 21600"/>
                  <a:gd name="T17" fmla="*/ 1 h 21600"/>
                  <a:gd name="T18" fmla="*/ 0 w 21600"/>
                  <a:gd name="T19" fmla="*/ 1 h 21600"/>
                  <a:gd name="T20" fmla="*/ 0 w 21600"/>
                  <a:gd name="T21" fmla="*/ 1 h 21600"/>
                  <a:gd name="T22" fmla="*/ 0 w 21600"/>
                  <a:gd name="T23" fmla="*/ 1 h 21600"/>
                  <a:gd name="T24" fmla="*/ 0 w 21600"/>
                  <a:gd name="T25" fmla="*/ 1 h 21600"/>
                  <a:gd name="T26" fmla="*/ 0 w 21600"/>
                  <a:gd name="T27" fmla="*/ 1 h 21600"/>
                  <a:gd name="T28" fmla="*/ 0 w 21600"/>
                  <a:gd name="T29" fmla="*/ 1 h 21600"/>
                  <a:gd name="T30" fmla="*/ 0 w 21600"/>
                  <a:gd name="T31" fmla="*/ 1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7034" name="AutoShape 49"/>
              <p:cNvSpPr/>
              <p:nvPr/>
            </p:nvSpPr>
            <p:spPr bwMode="auto">
              <a:xfrm>
                <a:off x="1455" y="0"/>
                <a:ext cx="587" cy="813"/>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7035" name="AutoShape 50"/>
              <p:cNvSpPr/>
              <p:nvPr/>
            </p:nvSpPr>
            <p:spPr bwMode="auto">
              <a:xfrm>
                <a:off x="1645" y="24"/>
                <a:ext cx="31"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7036" name="AutoShape 51"/>
              <p:cNvSpPr/>
              <p:nvPr/>
            </p:nvSpPr>
            <p:spPr bwMode="auto">
              <a:xfrm>
                <a:off x="1950" y="274"/>
                <a:ext cx="30" cy="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7037" name="AutoShape 52"/>
              <p:cNvSpPr/>
              <p:nvPr/>
            </p:nvSpPr>
            <p:spPr bwMode="auto">
              <a:xfrm>
                <a:off x="1852" y="97"/>
                <a:ext cx="47"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7038" name="AutoShape 53"/>
              <p:cNvSpPr/>
              <p:nvPr/>
            </p:nvSpPr>
            <p:spPr bwMode="auto">
              <a:xfrm>
                <a:off x="1822" y="67"/>
                <a:ext cx="54" cy="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7039" name="AutoShape 54"/>
              <p:cNvSpPr/>
              <p:nvPr/>
            </p:nvSpPr>
            <p:spPr bwMode="auto">
              <a:xfrm>
                <a:off x="1932" y="207"/>
                <a:ext cx="58" cy="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7040" name="AutoShape 55"/>
              <p:cNvSpPr/>
              <p:nvPr/>
            </p:nvSpPr>
            <p:spPr bwMode="auto">
              <a:xfrm>
                <a:off x="1809" y="574"/>
                <a:ext cx="28" cy="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7041" name="AutoShape 56"/>
              <p:cNvSpPr/>
              <p:nvPr/>
            </p:nvSpPr>
            <p:spPr bwMode="auto">
              <a:xfrm>
                <a:off x="1687" y="24"/>
                <a:ext cx="26"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7042" name="AutoShape 57"/>
              <p:cNvSpPr/>
              <p:nvPr/>
            </p:nvSpPr>
            <p:spPr bwMode="auto">
              <a:xfrm>
                <a:off x="1877" y="506"/>
                <a:ext cx="19" cy="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7043" name="AutoShape 58"/>
              <p:cNvSpPr/>
              <p:nvPr/>
            </p:nvSpPr>
            <p:spPr bwMode="auto">
              <a:xfrm>
                <a:off x="1730" y="42"/>
                <a:ext cx="33"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7044" name="AutoShape 59"/>
              <p:cNvSpPr/>
              <p:nvPr/>
            </p:nvSpPr>
            <p:spPr bwMode="auto">
              <a:xfrm>
                <a:off x="1901" y="464"/>
                <a:ext cx="21"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7045" name="AutoShape 60"/>
              <p:cNvSpPr/>
              <p:nvPr/>
            </p:nvSpPr>
            <p:spPr bwMode="auto">
              <a:xfrm>
                <a:off x="1846" y="537"/>
                <a:ext cx="36"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7046" name="AutoShape 61"/>
              <p:cNvSpPr/>
              <p:nvPr/>
            </p:nvSpPr>
            <p:spPr bwMode="auto">
              <a:xfrm>
                <a:off x="1944" y="366"/>
                <a:ext cx="37"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7047" name="AutoShape 62"/>
              <p:cNvSpPr/>
              <p:nvPr/>
            </p:nvSpPr>
            <p:spPr bwMode="auto">
              <a:xfrm>
                <a:off x="1773" y="42"/>
                <a:ext cx="66"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7048" name="AutoShape 63"/>
              <p:cNvSpPr/>
              <p:nvPr/>
            </p:nvSpPr>
            <p:spPr bwMode="auto">
              <a:xfrm>
                <a:off x="1926" y="421"/>
                <a:ext cx="22" cy="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7049" name="AutoShape 64"/>
              <p:cNvSpPr/>
              <p:nvPr/>
            </p:nvSpPr>
            <p:spPr bwMode="auto">
              <a:xfrm>
                <a:off x="1950" y="323"/>
                <a:ext cx="43" cy="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7050" name="AutoShape 65"/>
              <p:cNvSpPr/>
              <p:nvPr/>
            </p:nvSpPr>
            <p:spPr bwMode="auto">
              <a:xfrm>
                <a:off x="1944" y="226"/>
                <a:ext cx="63" cy="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7051" name="AutoShape 66"/>
              <p:cNvSpPr/>
              <p:nvPr/>
            </p:nvSpPr>
            <p:spPr bwMode="auto">
              <a:xfrm>
                <a:off x="1883" y="116"/>
                <a:ext cx="78"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7052" name="AutoShape 67"/>
              <p:cNvSpPr/>
              <p:nvPr/>
            </p:nvSpPr>
            <p:spPr bwMode="auto">
              <a:xfrm>
                <a:off x="1907" y="152"/>
                <a:ext cx="64"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7053" name="AutoShape 68"/>
              <p:cNvSpPr/>
              <p:nvPr/>
            </p:nvSpPr>
            <p:spPr bwMode="auto">
              <a:xfrm>
                <a:off x="924"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7054" name="AutoShape 69"/>
              <p:cNvSpPr/>
              <p:nvPr/>
            </p:nvSpPr>
            <p:spPr bwMode="auto">
              <a:xfrm>
                <a:off x="1388"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7055" name="AutoShape 70"/>
              <p:cNvSpPr/>
              <p:nvPr/>
            </p:nvSpPr>
            <p:spPr bwMode="auto">
              <a:xfrm>
                <a:off x="942" y="1429"/>
                <a:ext cx="264" cy="91"/>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7056" name="AutoShape 71"/>
              <p:cNvSpPr/>
              <p:nvPr/>
            </p:nvSpPr>
            <p:spPr bwMode="auto">
              <a:xfrm>
                <a:off x="1339" y="1429"/>
                <a:ext cx="257" cy="85"/>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7057" name="AutoShape 72"/>
              <p:cNvSpPr/>
              <p:nvPr/>
            </p:nvSpPr>
            <p:spPr bwMode="auto">
              <a:xfrm>
                <a:off x="973" y="1062"/>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7058" name="AutoShape 73"/>
              <p:cNvSpPr/>
              <p:nvPr/>
            </p:nvSpPr>
            <p:spPr bwMode="auto">
              <a:xfrm>
                <a:off x="973" y="1111"/>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7059" name="AutoShape 74"/>
              <p:cNvSpPr/>
              <p:nvPr/>
            </p:nvSpPr>
            <p:spPr bwMode="auto">
              <a:xfrm>
                <a:off x="1083" y="1252"/>
                <a:ext cx="73" cy="6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7060" name="AutoShape 75"/>
              <p:cNvSpPr/>
              <p:nvPr/>
            </p:nvSpPr>
            <p:spPr bwMode="auto">
              <a:xfrm>
                <a:off x="1180"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7061" name="AutoShape 76"/>
              <p:cNvSpPr/>
              <p:nvPr/>
            </p:nvSpPr>
            <p:spPr bwMode="auto">
              <a:xfrm>
                <a:off x="1272"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7062" name="AutoShape 77"/>
              <p:cNvSpPr/>
              <p:nvPr/>
            </p:nvSpPr>
            <p:spPr bwMode="auto">
              <a:xfrm>
                <a:off x="1370" y="1252"/>
                <a:ext cx="73" cy="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7063" name="AutoShape 78"/>
              <p:cNvSpPr/>
              <p:nvPr/>
            </p:nvSpPr>
            <p:spPr bwMode="auto">
              <a:xfrm>
                <a:off x="1083" y="1362"/>
                <a:ext cx="348"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7064" name="AutoShape 79"/>
              <p:cNvSpPr/>
              <p:nvPr/>
            </p:nvSpPr>
            <p:spPr bwMode="auto">
              <a:xfrm>
                <a:off x="1107" y="1417"/>
                <a:ext cx="299"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7065" name="Group 82"/>
              <p:cNvGrpSpPr/>
              <p:nvPr/>
            </p:nvGrpSpPr>
            <p:grpSpPr bwMode="auto">
              <a:xfrm rot="-3369324">
                <a:off x="210" y="461"/>
                <a:ext cx="1101" cy="1095"/>
                <a:chOff x="0" y="0"/>
                <a:chExt cx="1101" cy="1095"/>
              </a:xfrm>
            </p:grpSpPr>
            <p:sp>
              <p:nvSpPr>
                <p:cNvPr id="37066" name="AutoShape 80"/>
                <p:cNvSpPr/>
                <p:nvPr/>
              </p:nvSpPr>
              <p:spPr bwMode="auto">
                <a:xfrm rot="2744935">
                  <a:off x="232" y="88"/>
                  <a:ext cx="636" cy="917"/>
                </a:xfrm>
                <a:custGeom>
                  <a:avLst/>
                  <a:gdLst>
                    <a:gd name="T0" fmla="*/ 0 w 19326"/>
                    <a:gd name="T1" fmla="*/ 0 h 20284"/>
                    <a:gd name="T2" fmla="*/ 0 w 19326"/>
                    <a:gd name="T3" fmla="*/ 0 h 20284"/>
                    <a:gd name="T4" fmla="*/ 0 w 19326"/>
                    <a:gd name="T5" fmla="*/ 0 h 20284"/>
                    <a:gd name="T6" fmla="*/ 0 w 19326"/>
                    <a:gd name="T7" fmla="*/ 0 h 20284"/>
                    <a:gd name="T8" fmla="*/ 0 w 19326"/>
                    <a:gd name="T9" fmla="*/ 0 h 20284"/>
                    <a:gd name="T10" fmla="*/ 0 w 19326"/>
                    <a:gd name="T11" fmla="*/ 0 h 20284"/>
                    <a:gd name="T12" fmla="*/ 0 w 19326"/>
                    <a:gd name="T13" fmla="*/ 0 h 20284"/>
                    <a:gd name="T14" fmla="*/ 0 w 19326"/>
                    <a:gd name="T15" fmla="*/ 0 h 20284"/>
                    <a:gd name="T16" fmla="*/ 0 w 19326"/>
                    <a:gd name="T17" fmla="*/ 0 h 20284"/>
                    <a:gd name="T18" fmla="*/ 0 w 19326"/>
                    <a:gd name="T19" fmla="*/ 0 h 202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6" h="20284">
                      <a:moveTo>
                        <a:pt x="18748" y="-3"/>
                      </a:moveTo>
                      <a:cubicBezTo>
                        <a:pt x="18748" y="-3"/>
                        <a:pt x="11310" y="-2"/>
                        <a:pt x="5960" y="5156"/>
                      </a:cubicBezTo>
                      <a:cubicBezTo>
                        <a:pt x="2633" y="8363"/>
                        <a:pt x="500" y="11500"/>
                        <a:pt x="37" y="16549"/>
                      </a:cubicBezTo>
                      <a:cubicBezTo>
                        <a:pt x="-428" y="21597"/>
                        <a:pt x="3120" y="20362"/>
                        <a:pt x="4663" y="19464"/>
                      </a:cubicBezTo>
                      <a:cubicBezTo>
                        <a:pt x="6206" y="18567"/>
                        <a:pt x="6207" y="15986"/>
                        <a:pt x="6207" y="15986"/>
                      </a:cubicBezTo>
                      <a:cubicBezTo>
                        <a:pt x="6207" y="15986"/>
                        <a:pt x="6206" y="18118"/>
                        <a:pt x="7132" y="17894"/>
                      </a:cubicBezTo>
                      <a:cubicBezTo>
                        <a:pt x="8057" y="17669"/>
                        <a:pt x="7595" y="15201"/>
                        <a:pt x="8675" y="13294"/>
                      </a:cubicBezTo>
                      <a:cubicBezTo>
                        <a:pt x="9756" y="11386"/>
                        <a:pt x="10991" y="8021"/>
                        <a:pt x="16081" y="7459"/>
                      </a:cubicBezTo>
                      <a:cubicBezTo>
                        <a:pt x="21172" y="6897"/>
                        <a:pt x="18748" y="-3"/>
                        <a:pt x="18748" y="-3"/>
                      </a:cubicBezTo>
                      <a:close/>
                      <a:moveTo>
                        <a:pt x="18748" y="-3"/>
                      </a:moveTo>
                    </a:path>
                  </a:pathLst>
                </a:custGeom>
                <a:solidFill>
                  <a:srgbClr val="FFFFFF"/>
                </a:solidFill>
                <a:ln>
                  <a:noFill/>
                </a:ln>
              </p:spPr>
              <p:txBody>
                <a:bodyPr lIns="0" tIns="0" rIns="0" bIns="0"/>
                <a:lstStyle/>
                <a:p>
                  <a:endParaRPr lang="en-US"/>
                </a:p>
              </p:txBody>
            </p:sp>
            <p:sp>
              <p:nvSpPr>
                <p:cNvPr id="37067" name="AutoShape 81"/>
                <p:cNvSpPr/>
                <p:nvPr/>
              </p:nvSpPr>
              <p:spPr bwMode="auto">
                <a:xfrm rot="2744935">
                  <a:off x="510" y="312"/>
                  <a:ext cx="84" cy="85"/>
                </a:xfrm>
                <a:custGeom>
                  <a:avLst/>
                  <a:gdLst>
                    <a:gd name="T0" fmla="*/ 0 w 18399"/>
                    <a:gd name="T1" fmla="*/ 0 h 18928"/>
                    <a:gd name="T2" fmla="*/ 0 w 18399"/>
                    <a:gd name="T3" fmla="*/ 0 h 18928"/>
                    <a:gd name="T4" fmla="*/ 0 w 18399"/>
                    <a:gd name="T5" fmla="*/ 0 h 18928"/>
                    <a:gd name="T6" fmla="*/ 0 w 18399"/>
                    <a:gd name="T7" fmla="*/ 0 h 18928"/>
                    <a:gd name="T8" fmla="*/ 0 w 18399"/>
                    <a:gd name="T9" fmla="*/ 0 h 18928"/>
                    <a:gd name="T10" fmla="*/ 0 w 18399"/>
                    <a:gd name="T11" fmla="*/ 0 h 18928"/>
                    <a:gd name="T12" fmla="*/ 0 w 18399"/>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9" h="18928">
                      <a:moveTo>
                        <a:pt x="9321" y="-2"/>
                      </a:moveTo>
                      <a:cubicBezTo>
                        <a:pt x="9321" y="-2"/>
                        <a:pt x="19006" y="2902"/>
                        <a:pt x="18367" y="8070"/>
                      </a:cubicBezTo>
                      <a:cubicBezTo>
                        <a:pt x="17727" y="13236"/>
                        <a:pt x="8290" y="8395"/>
                        <a:pt x="8290" y="8395"/>
                      </a:cubicBezTo>
                      <a:lnTo>
                        <a:pt x="8288" y="16790"/>
                      </a:lnTo>
                      <a:cubicBezTo>
                        <a:pt x="8288" y="16790"/>
                        <a:pt x="5536" y="21598"/>
                        <a:pt x="1472" y="16792"/>
                      </a:cubicBezTo>
                      <a:cubicBezTo>
                        <a:pt x="-2594" y="11984"/>
                        <a:pt x="2308" y="2583"/>
                        <a:pt x="9321" y="-2"/>
                      </a:cubicBezTo>
                      <a:close/>
                      <a:moveTo>
                        <a:pt x="9321" y="-2"/>
                      </a:moveTo>
                    </a:path>
                  </a:pathLst>
                </a:custGeom>
                <a:solidFill>
                  <a:srgbClr val="E4E9EF"/>
                </a:solidFill>
                <a:ln>
                  <a:noFill/>
                </a:ln>
              </p:spPr>
              <p:txBody>
                <a:bodyPr lIns="0" tIns="0" rIns="0" bIns="0"/>
                <a:lstStyle/>
                <a:p>
                  <a:endParaRPr lang="en-US"/>
                </a:p>
              </p:txBody>
            </p:sp>
          </p:grpSp>
        </p:grpSp>
        <p:grpSp>
          <p:nvGrpSpPr>
            <p:cNvPr id="37025" name="Group 86"/>
            <p:cNvGrpSpPr/>
            <p:nvPr/>
          </p:nvGrpSpPr>
          <p:grpSpPr bwMode="auto">
            <a:xfrm rot="3674959" flipH="1">
              <a:off x="1256" y="618"/>
              <a:ext cx="1102" cy="1095"/>
              <a:chOff x="0" y="0"/>
              <a:chExt cx="1101" cy="1095"/>
            </a:xfrm>
          </p:grpSpPr>
          <p:sp>
            <p:nvSpPr>
              <p:cNvPr id="37030" name="AutoShape 84"/>
              <p:cNvSpPr/>
              <p:nvPr/>
            </p:nvSpPr>
            <p:spPr bwMode="auto">
              <a:xfrm rot="2744935">
                <a:off x="232" y="88"/>
                <a:ext cx="636" cy="917"/>
              </a:xfrm>
              <a:custGeom>
                <a:avLst/>
                <a:gdLst>
                  <a:gd name="T0" fmla="*/ 0 w 19324"/>
                  <a:gd name="T1" fmla="*/ 0 h 20283"/>
                  <a:gd name="T2" fmla="*/ 0 w 19324"/>
                  <a:gd name="T3" fmla="*/ 0 h 20283"/>
                  <a:gd name="T4" fmla="*/ 0 w 19324"/>
                  <a:gd name="T5" fmla="*/ 0 h 20283"/>
                  <a:gd name="T6" fmla="*/ 0 w 19324"/>
                  <a:gd name="T7" fmla="*/ 0 h 20283"/>
                  <a:gd name="T8" fmla="*/ 0 w 19324"/>
                  <a:gd name="T9" fmla="*/ 0 h 20283"/>
                  <a:gd name="T10" fmla="*/ 0 w 19324"/>
                  <a:gd name="T11" fmla="*/ 0 h 20283"/>
                  <a:gd name="T12" fmla="*/ 0 w 19324"/>
                  <a:gd name="T13" fmla="*/ 0 h 20283"/>
                  <a:gd name="T14" fmla="*/ 0 w 19324"/>
                  <a:gd name="T15" fmla="*/ 0 h 20283"/>
                  <a:gd name="T16" fmla="*/ 0 w 19324"/>
                  <a:gd name="T17" fmla="*/ 0 h 20283"/>
                  <a:gd name="T18" fmla="*/ 0 w 19324"/>
                  <a:gd name="T19" fmla="*/ 0 h 20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4" h="20283">
                    <a:moveTo>
                      <a:pt x="18746" y="-4"/>
                    </a:moveTo>
                    <a:cubicBezTo>
                      <a:pt x="18746" y="-4"/>
                      <a:pt x="11309" y="-2"/>
                      <a:pt x="5958" y="5155"/>
                    </a:cubicBezTo>
                    <a:cubicBezTo>
                      <a:pt x="2631" y="8363"/>
                      <a:pt x="499" y="11500"/>
                      <a:pt x="34" y="16548"/>
                    </a:cubicBezTo>
                    <a:cubicBezTo>
                      <a:pt x="-431" y="21596"/>
                      <a:pt x="3117" y="20361"/>
                      <a:pt x="4660" y="19463"/>
                    </a:cubicBezTo>
                    <a:cubicBezTo>
                      <a:pt x="6203" y="18565"/>
                      <a:pt x="6204" y="15985"/>
                      <a:pt x="6204" y="15985"/>
                    </a:cubicBezTo>
                    <a:cubicBezTo>
                      <a:pt x="6204" y="15985"/>
                      <a:pt x="6203" y="18117"/>
                      <a:pt x="7128" y="17892"/>
                    </a:cubicBezTo>
                    <a:cubicBezTo>
                      <a:pt x="8054" y="17668"/>
                      <a:pt x="7592" y="15200"/>
                      <a:pt x="8673" y="13293"/>
                    </a:cubicBezTo>
                    <a:cubicBezTo>
                      <a:pt x="9753" y="11385"/>
                      <a:pt x="10989" y="8020"/>
                      <a:pt x="16079" y="7458"/>
                    </a:cubicBezTo>
                    <a:cubicBezTo>
                      <a:pt x="21169" y="6896"/>
                      <a:pt x="18746" y="-4"/>
                      <a:pt x="18746" y="-4"/>
                    </a:cubicBezTo>
                    <a:close/>
                    <a:moveTo>
                      <a:pt x="18746" y="-4"/>
                    </a:moveTo>
                  </a:path>
                </a:pathLst>
              </a:custGeom>
              <a:solidFill>
                <a:srgbClr val="FFFFFF"/>
              </a:solidFill>
              <a:ln>
                <a:noFill/>
              </a:ln>
            </p:spPr>
            <p:txBody>
              <a:bodyPr lIns="0" tIns="0" rIns="0" bIns="0"/>
              <a:lstStyle/>
              <a:p>
                <a:endParaRPr lang="en-US"/>
              </a:p>
            </p:txBody>
          </p:sp>
          <p:sp>
            <p:nvSpPr>
              <p:cNvPr id="37031" name="AutoShape 85"/>
              <p:cNvSpPr/>
              <p:nvPr/>
            </p:nvSpPr>
            <p:spPr bwMode="auto">
              <a:xfrm rot="2744935">
                <a:off x="510" y="312"/>
                <a:ext cx="84" cy="85"/>
              </a:xfrm>
              <a:custGeom>
                <a:avLst/>
                <a:gdLst>
                  <a:gd name="T0" fmla="*/ 0 w 18398"/>
                  <a:gd name="T1" fmla="*/ 0 h 18928"/>
                  <a:gd name="T2" fmla="*/ 0 w 18398"/>
                  <a:gd name="T3" fmla="*/ 0 h 18928"/>
                  <a:gd name="T4" fmla="*/ 0 w 18398"/>
                  <a:gd name="T5" fmla="*/ 0 h 18928"/>
                  <a:gd name="T6" fmla="*/ 0 w 18398"/>
                  <a:gd name="T7" fmla="*/ 0 h 18928"/>
                  <a:gd name="T8" fmla="*/ 0 w 18398"/>
                  <a:gd name="T9" fmla="*/ 0 h 18928"/>
                  <a:gd name="T10" fmla="*/ 0 w 18398"/>
                  <a:gd name="T11" fmla="*/ 0 h 18928"/>
                  <a:gd name="T12" fmla="*/ 0 w 18398"/>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8" h="18928">
                    <a:moveTo>
                      <a:pt x="9321" y="-3"/>
                    </a:moveTo>
                    <a:cubicBezTo>
                      <a:pt x="9321" y="-3"/>
                      <a:pt x="19005" y="2900"/>
                      <a:pt x="18365" y="8068"/>
                    </a:cubicBezTo>
                    <a:cubicBezTo>
                      <a:pt x="17725" y="13234"/>
                      <a:pt x="8289" y="8394"/>
                      <a:pt x="8289" y="8394"/>
                    </a:cubicBezTo>
                    <a:lnTo>
                      <a:pt x="8286" y="16789"/>
                    </a:lnTo>
                    <a:cubicBezTo>
                      <a:pt x="8286" y="16789"/>
                      <a:pt x="5533" y="21597"/>
                      <a:pt x="1471" y="16791"/>
                    </a:cubicBezTo>
                    <a:cubicBezTo>
                      <a:pt x="-2595" y="11984"/>
                      <a:pt x="2307" y="2583"/>
                      <a:pt x="9321" y="-3"/>
                    </a:cubicBezTo>
                    <a:close/>
                    <a:moveTo>
                      <a:pt x="9321" y="-3"/>
                    </a:moveTo>
                  </a:path>
                </a:pathLst>
              </a:custGeom>
              <a:solidFill>
                <a:srgbClr val="E4E9EF"/>
              </a:solidFill>
              <a:ln>
                <a:noFill/>
              </a:ln>
            </p:spPr>
            <p:txBody>
              <a:bodyPr lIns="0" tIns="0" rIns="0" bIns="0"/>
              <a:lstStyle/>
              <a:p>
                <a:endParaRPr lang="en-US"/>
              </a:p>
            </p:txBody>
          </p:sp>
        </p:grpSp>
        <p:grpSp>
          <p:nvGrpSpPr>
            <p:cNvPr id="37026" name="Group 90"/>
            <p:cNvGrpSpPr/>
            <p:nvPr/>
          </p:nvGrpSpPr>
          <p:grpSpPr bwMode="auto">
            <a:xfrm>
              <a:off x="926" y="0"/>
              <a:ext cx="771" cy="1108"/>
              <a:chOff x="0" y="0"/>
              <a:chExt cx="770" cy="1108"/>
            </a:xfrm>
          </p:grpSpPr>
          <p:sp>
            <p:nvSpPr>
              <p:cNvPr id="37027" name="AutoShape 87"/>
              <p:cNvSpPr/>
              <p:nvPr/>
            </p:nvSpPr>
            <p:spPr bwMode="auto">
              <a:xfrm rot="101208">
                <a:off x="15" y="10"/>
                <a:ext cx="739" cy="1087"/>
              </a:xfrm>
              <a:custGeom>
                <a:avLst/>
                <a:gdLst>
                  <a:gd name="T0" fmla="*/ 0 w 21599"/>
                  <a:gd name="T1" fmla="*/ 0 h 21600"/>
                  <a:gd name="T2" fmla="*/ 0 w 21599"/>
                  <a:gd name="T3" fmla="*/ 0 h 21600"/>
                  <a:gd name="T4" fmla="*/ 0 w 21599"/>
                  <a:gd name="T5" fmla="*/ 0 h 21600"/>
                  <a:gd name="T6" fmla="*/ 0 w 21599"/>
                  <a:gd name="T7" fmla="*/ 0 h 21600"/>
                  <a:gd name="T8" fmla="*/ 0 w 21599"/>
                  <a:gd name="T9" fmla="*/ 0 h 21600"/>
                  <a:gd name="T10" fmla="*/ 0 w 21599"/>
                  <a:gd name="T11" fmla="*/ 0 h 21600"/>
                  <a:gd name="T12" fmla="*/ 0 w 21599"/>
                  <a:gd name="T13" fmla="*/ 0 h 21600"/>
                  <a:gd name="T14" fmla="*/ 0 w 21599"/>
                  <a:gd name="T15" fmla="*/ 0 h 21600"/>
                  <a:gd name="T16" fmla="*/ 0 w 21599"/>
                  <a:gd name="T17" fmla="*/ 0 h 21600"/>
                  <a:gd name="T18" fmla="*/ 0 w 21599"/>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99" h="21600">
                    <a:moveTo>
                      <a:pt x="21600" y="15551"/>
                    </a:moveTo>
                    <a:cubicBezTo>
                      <a:pt x="21600" y="18898"/>
                      <a:pt x="17537" y="21600"/>
                      <a:pt x="12612" y="21600"/>
                    </a:cubicBezTo>
                    <a:lnTo>
                      <a:pt x="8902" y="21600"/>
                    </a:lnTo>
                    <a:cubicBezTo>
                      <a:pt x="3978" y="21600"/>
                      <a:pt x="1" y="18898"/>
                      <a:pt x="1" y="15550"/>
                    </a:cubicBezTo>
                    <a:lnTo>
                      <a:pt x="0" y="6061"/>
                    </a:lnTo>
                    <a:cubicBezTo>
                      <a:pt x="0" y="2714"/>
                      <a:pt x="3977" y="0"/>
                      <a:pt x="8901" y="0"/>
                    </a:cubicBezTo>
                    <a:lnTo>
                      <a:pt x="12611" y="0"/>
                    </a:lnTo>
                    <a:cubicBezTo>
                      <a:pt x="17536" y="0"/>
                      <a:pt x="21599" y="2714"/>
                      <a:pt x="21599" y="6062"/>
                    </a:cubicBezTo>
                    <a:cubicBezTo>
                      <a:pt x="21599" y="6062"/>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7028" name="AutoShape 88"/>
              <p:cNvSpPr/>
              <p:nvPr/>
            </p:nvSpPr>
            <p:spPr bwMode="auto">
              <a:xfrm rot="101208">
                <a:off x="90" y="248"/>
                <a:ext cx="599" cy="514"/>
              </a:xfrm>
              <a:custGeom>
                <a:avLst/>
                <a:gdLst>
                  <a:gd name="T0" fmla="*/ 0 w 21600"/>
                  <a:gd name="T1" fmla="*/ 0 h 21599"/>
                  <a:gd name="T2" fmla="*/ 0 w 21600"/>
                  <a:gd name="T3" fmla="*/ 0 h 21599"/>
                  <a:gd name="T4" fmla="*/ 0 w 21600"/>
                  <a:gd name="T5" fmla="*/ 0 h 21599"/>
                  <a:gd name="T6" fmla="*/ 0 w 21600"/>
                  <a:gd name="T7" fmla="*/ 0 h 21599"/>
                  <a:gd name="T8" fmla="*/ 0 w 21600"/>
                  <a:gd name="T9" fmla="*/ 0 h 21599"/>
                  <a:gd name="T10" fmla="*/ 0 w 21600"/>
                  <a:gd name="T11" fmla="*/ 0 h 21599"/>
                  <a:gd name="T12" fmla="*/ 0 w 21600"/>
                  <a:gd name="T13" fmla="*/ 0 h 21599"/>
                  <a:gd name="T14" fmla="*/ 0 w 21600"/>
                  <a:gd name="T15" fmla="*/ 0 h 21599"/>
                  <a:gd name="T16" fmla="*/ 0 w 21600"/>
                  <a:gd name="T17" fmla="*/ 0 h 21599"/>
                  <a:gd name="T18" fmla="*/ 0 w 21600"/>
                  <a:gd name="T19" fmla="*/ 0 h 215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599">
                    <a:moveTo>
                      <a:pt x="21600" y="10951"/>
                    </a:moveTo>
                    <a:cubicBezTo>
                      <a:pt x="21600" y="16832"/>
                      <a:pt x="17514" y="21600"/>
                      <a:pt x="12473" y="21600"/>
                    </a:cubicBezTo>
                    <a:lnTo>
                      <a:pt x="9128" y="21600"/>
                    </a:lnTo>
                    <a:cubicBezTo>
                      <a:pt x="4087" y="21599"/>
                      <a:pt x="0" y="16832"/>
                      <a:pt x="0" y="10950"/>
                    </a:cubicBezTo>
                    <a:lnTo>
                      <a:pt x="0" y="10649"/>
                    </a:lnTo>
                    <a:cubicBezTo>
                      <a:pt x="0" y="4768"/>
                      <a:pt x="4086" y="0"/>
                      <a:pt x="9127" y="0"/>
                    </a:cubicBezTo>
                    <a:lnTo>
                      <a:pt x="12472" y="0"/>
                    </a:lnTo>
                    <a:cubicBezTo>
                      <a:pt x="17513" y="1"/>
                      <a:pt x="21600" y="4768"/>
                      <a:pt x="21600" y="10650"/>
                    </a:cubicBezTo>
                    <a:cubicBezTo>
                      <a:pt x="21600" y="10650"/>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7029" name="AutoShape 89"/>
              <p:cNvSpPr/>
              <p:nvPr/>
            </p:nvSpPr>
            <p:spPr bwMode="auto">
              <a:xfrm rot="101208">
                <a:off x="310" y="288"/>
                <a:ext cx="352" cy="406"/>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5" y="137"/>
                    </a:moveTo>
                    <a:cubicBezTo>
                      <a:pt x="6695" y="137"/>
                      <a:pt x="15952" y="-173"/>
                      <a:pt x="18010" y="6088"/>
                    </a:cubicBezTo>
                    <a:cubicBezTo>
                      <a:pt x="20067" y="12348"/>
                      <a:pt x="16981" y="19797"/>
                      <a:pt x="14102" y="20490"/>
                    </a:cubicBezTo>
                    <a:cubicBezTo>
                      <a:pt x="11222" y="21184"/>
                      <a:pt x="10192" y="18001"/>
                      <a:pt x="11632" y="13604"/>
                    </a:cubicBezTo>
                    <a:cubicBezTo>
                      <a:pt x="13073" y="9206"/>
                      <a:pt x="12662" y="3961"/>
                      <a:pt x="7725" y="4030"/>
                    </a:cubicBezTo>
                    <a:cubicBezTo>
                      <a:pt x="2788" y="4100"/>
                      <a:pt x="-1533" y="3170"/>
                      <a:pt x="525" y="1377"/>
                    </a:cubicBezTo>
                    <a:cubicBezTo>
                      <a:pt x="2582" y="-416"/>
                      <a:pt x="4417" y="9"/>
                      <a:pt x="6695" y="137"/>
                    </a:cubicBezTo>
                    <a:close/>
                    <a:moveTo>
                      <a:pt x="6695" y="137"/>
                    </a:moveTo>
                  </a:path>
                </a:pathLst>
              </a:custGeom>
              <a:solidFill>
                <a:srgbClr val="7BA8B1"/>
              </a:solidFill>
              <a:ln>
                <a:noFill/>
              </a:ln>
            </p:spPr>
            <p:txBody>
              <a:bodyPr lIns="0" tIns="0" rIns="0" bIns="0"/>
              <a:lstStyle/>
              <a:p>
                <a:endParaRPr lang="en-US"/>
              </a:p>
            </p:txBody>
          </p:sp>
        </p:grpSp>
      </p:grpSp>
      <p:grpSp>
        <p:nvGrpSpPr>
          <p:cNvPr id="35851" name="Group 136"/>
          <p:cNvGrpSpPr/>
          <p:nvPr/>
        </p:nvGrpSpPr>
        <p:grpSpPr bwMode="auto">
          <a:xfrm rot="-59999">
            <a:off x="15360650" y="7756525"/>
            <a:ext cx="4051300" cy="3759200"/>
            <a:chOff x="0" y="0"/>
            <a:chExt cx="2551" cy="2368"/>
          </a:xfrm>
        </p:grpSpPr>
        <p:grpSp>
          <p:nvGrpSpPr>
            <p:cNvPr id="36980" name="Group 128"/>
            <p:cNvGrpSpPr/>
            <p:nvPr/>
          </p:nvGrpSpPr>
          <p:grpSpPr bwMode="auto">
            <a:xfrm rot="101333">
              <a:off x="31" y="160"/>
              <a:ext cx="2043" cy="2178"/>
              <a:chOff x="0" y="0"/>
              <a:chExt cx="2042" cy="2177"/>
            </a:xfrm>
          </p:grpSpPr>
          <p:sp>
            <p:nvSpPr>
              <p:cNvPr id="36988" name="AutoShape 92"/>
              <p:cNvSpPr/>
              <p:nvPr/>
            </p:nvSpPr>
            <p:spPr bwMode="auto">
              <a:xfrm>
                <a:off x="734" y="360"/>
                <a:ext cx="1075" cy="13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6989" name="AutoShape 93"/>
              <p:cNvSpPr/>
              <p:nvPr/>
            </p:nvSpPr>
            <p:spPr bwMode="auto">
              <a:xfrm>
                <a:off x="857" y="421"/>
                <a:ext cx="836" cy="17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1 h 21600"/>
                  <a:gd name="T14" fmla="*/ 0 w 21600"/>
                  <a:gd name="T15" fmla="*/ 1 h 21600"/>
                  <a:gd name="T16" fmla="*/ 0 w 21600"/>
                  <a:gd name="T17" fmla="*/ 1 h 21600"/>
                  <a:gd name="T18" fmla="*/ 0 w 21600"/>
                  <a:gd name="T19" fmla="*/ 1 h 21600"/>
                  <a:gd name="T20" fmla="*/ 0 w 21600"/>
                  <a:gd name="T21" fmla="*/ 1 h 21600"/>
                  <a:gd name="T22" fmla="*/ 0 w 21600"/>
                  <a:gd name="T23" fmla="*/ 1 h 21600"/>
                  <a:gd name="T24" fmla="*/ 0 w 21600"/>
                  <a:gd name="T25" fmla="*/ 1 h 21600"/>
                  <a:gd name="T26" fmla="*/ 0 w 21600"/>
                  <a:gd name="T27" fmla="*/ 1 h 21600"/>
                  <a:gd name="T28" fmla="*/ 0 w 21600"/>
                  <a:gd name="T29" fmla="*/ 1 h 21600"/>
                  <a:gd name="T30" fmla="*/ 0 w 21600"/>
                  <a:gd name="T31" fmla="*/ 1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6990" name="AutoShape 94"/>
              <p:cNvSpPr/>
              <p:nvPr/>
            </p:nvSpPr>
            <p:spPr bwMode="auto">
              <a:xfrm>
                <a:off x="1455" y="0"/>
                <a:ext cx="587" cy="813"/>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6991" name="AutoShape 95"/>
              <p:cNvSpPr/>
              <p:nvPr/>
            </p:nvSpPr>
            <p:spPr bwMode="auto">
              <a:xfrm>
                <a:off x="1645" y="24"/>
                <a:ext cx="31"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6992" name="AutoShape 96"/>
              <p:cNvSpPr/>
              <p:nvPr/>
            </p:nvSpPr>
            <p:spPr bwMode="auto">
              <a:xfrm>
                <a:off x="1950" y="274"/>
                <a:ext cx="30" cy="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6993" name="AutoShape 97"/>
              <p:cNvSpPr/>
              <p:nvPr/>
            </p:nvSpPr>
            <p:spPr bwMode="auto">
              <a:xfrm>
                <a:off x="1852" y="97"/>
                <a:ext cx="47"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6994" name="AutoShape 98"/>
              <p:cNvSpPr/>
              <p:nvPr/>
            </p:nvSpPr>
            <p:spPr bwMode="auto">
              <a:xfrm>
                <a:off x="1822" y="67"/>
                <a:ext cx="54" cy="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6995" name="AutoShape 99"/>
              <p:cNvSpPr/>
              <p:nvPr/>
            </p:nvSpPr>
            <p:spPr bwMode="auto">
              <a:xfrm>
                <a:off x="1932" y="207"/>
                <a:ext cx="58" cy="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6996" name="AutoShape 100"/>
              <p:cNvSpPr/>
              <p:nvPr/>
            </p:nvSpPr>
            <p:spPr bwMode="auto">
              <a:xfrm>
                <a:off x="1809" y="574"/>
                <a:ext cx="28" cy="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6997" name="AutoShape 101"/>
              <p:cNvSpPr/>
              <p:nvPr/>
            </p:nvSpPr>
            <p:spPr bwMode="auto">
              <a:xfrm>
                <a:off x="1687" y="24"/>
                <a:ext cx="26"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6998" name="AutoShape 102"/>
              <p:cNvSpPr/>
              <p:nvPr/>
            </p:nvSpPr>
            <p:spPr bwMode="auto">
              <a:xfrm>
                <a:off x="1877" y="506"/>
                <a:ext cx="19" cy="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6999" name="AutoShape 103"/>
              <p:cNvSpPr/>
              <p:nvPr/>
            </p:nvSpPr>
            <p:spPr bwMode="auto">
              <a:xfrm>
                <a:off x="1730" y="42"/>
                <a:ext cx="33"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7000" name="AutoShape 104"/>
              <p:cNvSpPr/>
              <p:nvPr/>
            </p:nvSpPr>
            <p:spPr bwMode="auto">
              <a:xfrm>
                <a:off x="1901" y="464"/>
                <a:ext cx="21"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7001" name="AutoShape 105"/>
              <p:cNvSpPr/>
              <p:nvPr/>
            </p:nvSpPr>
            <p:spPr bwMode="auto">
              <a:xfrm>
                <a:off x="1846" y="537"/>
                <a:ext cx="36"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7002" name="AutoShape 106"/>
              <p:cNvSpPr/>
              <p:nvPr/>
            </p:nvSpPr>
            <p:spPr bwMode="auto">
              <a:xfrm>
                <a:off x="1944" y="366"/>
                <a:ext cx="37"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7003" name="AutoShape 107"/>
              <p:cNvSpPr/>
              <p:nvPr/>
            </p:nvSpPr>
            <p:spPr bwMode="auto">
              <a:xfrm>
                <a:off x="1773" y="42"/>
                <a:ext cx="66"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7004" name="AutoShape 108"/>
              <p:cNvSpPr/>
              <p:nvPr/>
            </p:nvSpPr>
            <p:spPr bwMode="auto">
              <a:xfrm>
                <a:off x="1926" y="421"/>
                <a:ext cx="22" cy="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7005" name="AutoShape 109"/>
              <p:cNvSpPr/>
              <p:nvPr/>
            </p:nvSpPr>
            <p:spPr bwMode="auto">
              <a:xfrm>
                <a:off x="1950" y="323"/>
                <a:ext cx="43" cy="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7006" name="AutoShape 110"/>
              <p:cNvSpPr/>
              <p:nvPr/>
            </p:nvSpPr>
            <p:spPr bwMode="auto">
              <a:xfrm>
                <a:off x="1944" y="226"/>
                <a:ext cx="63" cy="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7007" name="AutoShape 111"/>
              <p:cNvSpPr/>
              <p:nvPr/>
            </p:nvSpPr>
            <p:spPr bwMode="auto">
              <a:xfrm>
                <a:off x="1883" y="116"/>
                <a:ext cx="78"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7008" name="AutoShape 112"/>
              <p:cNvSpPr/>
              <p:nvPr/>
            </p:nvSpPr>
            <p:spPr bwMode="auto">
              <a:xfrm>
                <a:off x="1907" y="152"/>
                <a:ext cx="64"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7009" name="AutoShape 113"/>
              <p:cNvSpPr/>
              <p:nvPr/>
            </p:nvSpPr>
            <p:spPr bwMode="auto">
              <a:xfrm>
                <a:off x="924"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7010" name="AutoShape 114"/>
              <p:cNvSpPr/>
              <p:nvPr/>
            </p:nvSpPr>
            <p:spPr bwMode="auto">
              <a:xfrm>
                <a:off x="1388"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7011" name="AutoShape 115"/>
              <p:cNvSpPr/>
              <p:nvPr/>
            </p:nvSpPr>
            <p:spPr bwMode="auto">
              <a:xfrm>
                <a:off x="942" y="1429"/>
                <a:ext cx="264" cy="91"/>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7012" name="AutoShape 116"/>
              <p:cNvSpPr/>
              <p:nvPr/>
            </p:nvSpPr>
            <p:spPr bwMode="auto">
              <a:xfrm>
                <a:off x="1339" y="1429"/>
                <a:ext cx="257" cy="85"/>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7013" name="AutoShape 117"/>
              <p:cNvSpPr/>
              <p:nvPr/>
            </p:nvSpPr>
            <p:spPr bwMode="auto">
              <a:xfrm>
                <a:off x="973" y="1062"/>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7014" name="AutoShape 118"/>
              <p:cNvSpPr/>
              <p:nvPr/>
            </p:nvSpPr>
            <p:spPr bwMode="auto">
              <a:xfrm>
                <a:off x="973" y="1111"/>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7015" name="AutoShape 119"/>
              <p:cNvSpPr/>
              <p:nvPr/>
            </p:nvSpPr>
            <p:spPr bwMode="auto">
              <a:xfrm>
                <a:off x="1083" y="1252"/>
                <a:ext cx="73" cy="6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7016" name="AutoShape 120"/>
              <p:cNvSpPr/>
              <p:nvPr/>
            </p:nvSpPr>
            <p:spPr bwMode="auto">
              <a:xfrm>
                <a:off x="1180"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7017" name="AutoShape 121"/>
              <p:cNvSpPr/>
              <p:nvPr/>
            </p:nvSpPr>
            <p:spPr bwMode="auto">
              <a:xfrm>
                <a:off x="1272"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7018" name="AutoShape 122"/>
              <p:cNvSpPr/>
              <p:nvPr/>
            </p:nvSpPr>
            <p:spPr bwMode="auto">
              <a:xfrm>
                <a:off x="1370" y="1252"/>
                <a:ext cx="73" cy="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7019" name="AutoShape 123"/>
              <p:cNvSpPr/>
              <p:nvPr/>
            </p:nvSpPr>
            <p:spPr bwMode="auto">
              <a:xfrm>
                <a:off x="1083" y="1362"/>
                <a:ext cx="348"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7020" name="AutoShape 124"/>
              <p:cNvSpPr/>
              <p:nvPr/>
            </p:nvSpPr>
            <p:spPr bwMode="auto">
              <a:xfrm>
                <a:off x="1107" y="1417"/>
                <a:ext cx="299"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7021" name="Group 127"/>
              <p:cNvGrpSpPr/>
              <p:nvPr/>
            </p:nvGrpSpPr>
            <p:grpSpPr bwMode="auto">
              <a:xfrm rot="-3369324">
                <a:off x="210" y="461"/>
                <a:ext cx="1101" cy="1095"/>
                <a:chOff x="0" y="0"/>
                <a:chExt cx="1101" cy="1095"/>
              </a:xfrm>
            </p:grpSpPr>
            <p:sp>
              <p:nvSpPr>
                <p:cNvPr id="37022" name="AutoShape 125"/>
                <p:cNvSpPr/>
                <p:nvPr/>
              </p:nvSpPr>
              <p:spPr bwMode="auto">
                <a:xfrm rot="2744935">
                  <a:off x="232" y="88"/>
                  <a:ext cx="636" cy="917"/>
                </a:xfrm>
                <a:custGeom>
                  <a:avLst/>
                  <a:gdLst>
                    <a:gd name="T0" fmla="*/ 0 w 19326"/>
                    <a:gd name="T1" fmla="*/ 0 h 20284"/>
                    <a:gd name="T2" fmla="*/ 0 w 19326"/>
                    <a:gd name="T3" fmla="*/ 0 h 20284"/>
                    <a:gd name="T4" fmla="*/ 0 w 19326"/>
                    <a:gd name="T5" fmla="*/ 0 h 20284"/>
                    <a:gd name="T6" fmla="*/ 0 w 19326"/>
                    <a:gd name="T7" fmla="*/ 0 h 20284"/>
                    <a:gd name="T8" fmla="*/ 0 w 19326"/>
                    <a:gd name="T9" fmla="*/ 0 h 20284"/>
                    <a:gd name="T10" fmla="*/ 0 w 19326"/>
                    <a:gd name="T11" fmla="*/ 0 h 20284"/>
                    <a:gd name="T12" fmla="*/ 0 w 19326"/>
                    <a:gd name="T13" fmla="*/ 0 h 20284"/>
                    <a:gd name="T14" fmla="*/ 0 w 19326"/>
                    <a:gd name="T15" fmla="*/ 0 h 20284"/>
                    <a:gd name="T16" fmla="*/ 0 w 19326"/>
                    <a:gd name="T17" fmla="*/ 0 h 20284"/>
                    <a:gd name="T18" fmla="*/ 0 w 19326"/>
                    <a:gd name="T19" fmla="*/ 0 h 202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6" h="20284">
                      <a:moveTo>
                        <a:pt x="18748" y="-3"/>
                      </a:moveTo>
                      <a:cubicBezTo>
                        <a:pt x="18748" y="-3"/>
                        <a:pt x="11310" y="-2"/>
                        <a:pt x="5960" y="5156"/>
                      </a:cubicBezTo>
                      <a:cubicBezTo>
                        <a:pt x="2633" y="8363"/>
                        <a:pt x="500" y="11500"/>
                        <a:pt x="37" y="16549"/>
                      </a:cubicBezTo>
                      <a:cubicBezTo>
                        <a:pt x="-428" y="21597"/>
                        <a:pt x="3120" y="20362"/>
                        <a:pt x="4663" y="19464"/>
                      </a:cubicBezTo>
                      <a:cubicBezTo>
                        <a:pt x="6206" y="18567"/>
                        <a:pt x="6207" y="15986"/>
                        <a:pt x="6207" y="15986"/>
                      </a:cubicBezTo>
                      <a:cubicBezTo>
                        <a:pt x="6207" y="15986"/>
                        <a:pt x="6206" y="18118"/>
                        <a:pt x="7132" y="17894"/>
                      </a:cubicBezTo>
                      <a:cubicBezTo>
                        <a:pt x="8057" y="17669"/>
                        <a:pt x="7595" y="15201"/>
                        <a:pt x="8675" y="13294"/>
                      </a:cubicBezTo>
                      <a:cubicBezTo>
                        <a:pt x="9756" y="11386"/>
                        <a:pt x="10991" y="8021"/>
                        <a:pt x="16081" y="7459"/>
                      </a:cubicBezTo>
                      <a:cubicBezTo>
                        <a:pt x="21172" y="6897"/>
                        <a:pt x="18748" y="-3"/>
                        <a:pt x="18748" y="-3"/>
                      </a:cubicBezTo>
                      <a:close/>
                      <a:moveTo>
                        <a:pt x="18748" y="-3"/>
                      </a:moveTo>
                    </a:path>
                  </a:pathLst>
                </a:custGeom>
                <a:solidFill>
                  <a:srgbClr val="FFFFFF"/>
                </a:solidFill>
                <a:ln>
                  <a:noFill/>
                </a:ln>
              </p:spPr>
              <p:txBody>
                <a:bodyPr lIns="0" tIns="0" rIns="0" bIns="0"/>
                <a:lstStyle/>
                <a:p>
                  <a:endParaRPr lang="en-US"/>
                </a:p>
              </p:txBody>
            </p:sp>
            <p:sp>
              <p:nvSpPr>
                <p:cNvPr id="37023" name="AutoShape 126"/>
                <p:cNvSpPr/>
                <p:nvPr/>
              </p:nvSpPr>
              <p:spPr bwMode="auto">
                <a:xfrm rot="2744935">
                  <a:off x="510" y="312"/>
                  <a:ext cx="84" cy="85"/>
                </a:xfrm>
                <a:custGeom>
                  <a:avLst/>
                  <a:gdLst>
                    <a:gd name="T0" fmla="*/ 0 w 18399"/>
                    <a:gd name="T1" fmla="*/ 0 h 18928"/>
                    <a:gd name="T2" fmla="*/ 0 w 18399"/>
                    <a:gd name="T3" fmla="*/ 0 h 18928"/>
                    <a:gd name="T4" fmla="*/ 0 w 18399"/>
                    <a:gd name="T5" fmla="*/ 0 h 18928"/>
                    <a:gd name="T6" fmla="*/ 0 w 18399"/>
                    <a:gd name="T7" fmla="*/ 0 h 18928"/>
                    <a:gd name="T8" fmla="*/ 0 w 18399"/>
                    <a:gd name="T9" fmla="*/ 0 h 18928"/>
                    <a:gd name="T10" fmla="*/ 0 w 18399"/>
                    <a:gd name="T11" fmla="*/ 0 h 18928"/>
                    <a:gd name="T12" fmla="*/ 0 w 18399"/>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9" h="18928">
                      <a:moveTo>
                        <a:pt x="9321" y="-2"/>
                      </a:moveTo>
                      <a:cubicBezTo>
                        <a:pt x="9321" y="-2"/>
                        <a:pt x="19006" y="2902"/>
                        <a:pt x="18367" y="8070"/>
                      </a:cubicBezTo>
                      <a:cubicBezTo>
                        <a:pt x="17727" y="13236"/>
                        <a:pt x="8290" y="8395"/>
                        <a:pt x="8290" y="8395"/>
                      </a:cubicBezTo>
                      <a:lnTo>
                        <a:pt x="8288" y="16790"/>
                      </a:lnTo>
                      <a:cubicBezTo>
                        <a:pt x="8288" y="16790"/>
                        <a:pt x="5536" y="21598"/>
                        <a:pt x="1472" y="16792"/>
                      </a:cubicBezTo>
                      <a:cubicBezTo>
                        <a:pt x="-2594" y="11984"/>
                        <a:pt x="2308" y="2583"/>
                        <a:pt x="9321" y="-2"/>
                      </a:cubicBezTo>
                      <a:close/>
                      <a:moveTo>
                        <a:pt x="9321" y="-2"/>
                      </a:moveTo>
                    </a:path>
                  </a:pathLst>
                </a:custGeom>
                <a:solidFill>
                  <a:srgbClr val="E4E9EF"/>
                </a:solidFill>
                <a:ln>
                  <a:noFill/>
                </a:ln>
              </p:spPr>
              <p:txBody>
                <a:bodyPr lIns="0" tIns="0" rIns="0" bIns="0"/>
                <a:lstStyle/>
                <a:p>
                  <a:endParaRPr lang="en-US"/>
                </a:p>
              </p:txBody>
            </p:sp>
          </p:grpSp>
        </p:grpSp>
        <p:grpSp>
          <p:nvGrpSpPr>
            <p:cNvPr id="36981" name="Group 131"/>
            <p:cNvGrpSpPr/>
            <p:nvPr/>
          </p:nvGrpSpPr>
          <p:grpSpPr bwMode="auto">
            <a:xfrm rot="3674959" flipH="1">
              <a:off x="1256" y="618"/>
              <a:ext cx="1102" cy="1095"/>
              <a:chOff x="0" y="0"/>
              <a:chExt cx="1101" cy="1095"/>
            </a:xfrm>
          </p:grpSpPr>
          <p:sp>
            <p:nvSpPr>
              <p:cNvPr id="36986" name="AutoShape 129"/>
              <p:cNvSpPr/>
              <p:nvPr/>
            </p:nvSpPr>
            <p:spPr bwMode="auto">
              <a:xfrm rot="2744935">
                <a:off x="232" y="88"/>
                <a:ext cx="636" cy="917"/>
              </a:xfrm>
              <a:custGeom>
                <a:avLst/>
                <a:gdLst>
                  <a:gd name="T0" fmla="*/ 0 w 19324"/>
                  <a:gd name="T1" fmla="*/ 0 h 20283"/>
                  <a:gd name="T2" fmla="*/ 0 w 19324"/>
                  <a:gd name="T3" fmla="*/ 0 h 20283"/>
                  <a:gd name="T4" fmla="*/ 0 w 19324"/>
                  <a:gd name="T5" fmla="*/ 0 h 20283"/>
                  <a:gd name="T6" fmla="*/ 0 w 19324"/>
                  <a:gd name="T7" fmla="*/ 0 h 20283"/>
                  <a:gd name="T8" fmla="*/ 0 w 19324"/>
                  <a:gd name="T9" fmla="*/ 0 h 20283"/>
                  <a:gd name="T10" fmla="*/ 0 w 19324"/>
                  <a:gd name="T11" fmla="*/ 0 h 20283"/>
                  <a:gd name="T12" fmla="*/ 0 w 19324"/>
                  <a:gd name="T13" fmla="*/ 0 h 20283"/>
                  <a:gd name="T14" fmla="*/ 0 w 19324"/>
                  <a:gd name="T15" fmla="*/ 0 h 20283"/>
                  <a:gd name="T16" fmla="*/ 0 w 19324"/>
                  <a:gd name="T17" fmla="*/ 0 h 20283"/>
                  <a:gd name="T18" fmla="*/ 0 w 19324"/>
                  <a:gd name="T19" fmla="*/ 0 h 20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4" h="20283">
                    <a:moveTo>
                      <a:pt x="18746" y="-4"/>
                    </a:moveTo>
                    <a:cubicBezTo>
                      <a:pt x="18746" y="-4"/>
                      <a:pt x="11309" y="-2"/>
                      <a:pt x="5958" y="5155"/>
                    </a:cubicBezTo>
                    <a:cubicBezTo>
                      <a:pt x="2631" y="8363"/>
                      <a:pt x="499" y="11500"/>
                      <a:pt x="34" y="16548"/>
                    </a:cubicBezTo>
                    <a:cubicBezTo>
                      <a:pt x="-431" y="21596"/>
                      <a:pt x="3117" y="20361"/>
                      <a:pt x="4660" y="19463"/>
                    </a:cubicBezTo>
                    <a:cubicBezTo>
                      <a:pt x="6203" y="18565"/>
                      <a:pt x="6204" y="15985"/>
                      <a:pt x="6204" y="15985"/>
                    </a:cubicBezTo>
                    <a:cubicBezTo>
                      <a:pt x="6204" y="15985"/>
                      <a:pt x="6203" y="18117"/>
                      <a:pt x="7128" y="17892"/>
                    </a:cubicBezTo>
                    <a:cubicBezTo>
                      <a:pt x="8054" y="17668"/>
                      <a:pt x="7592" y="15200"/>
                      <a:pt x="8673" y="13293"/>
                    </a:cubicBezTo>
                    <a:cubicBezTo>
                      <a:pt x="9753" y="11385"/>
                      <a:pt x="10989" y="8020"/>
                      <a:pt x="16079" y="7458"/>
                    </a:cubicBezTo>
                    <a:cubicBezTo>
                      <a:pt x="21169" y="6896"/>
                      <a:pt x="18746" y="-4"/>
                      <a:pt x="18746" y="-4"/>
                    </a:cubicBezTo>
                    <a:close/>
                    <a:moveTo>
                      <a:pt x="18746" y="-4"/>
                    </a:moveTo>
                  </a:path>
                </a:pathLst>
              </a:custGeom>
              <a:solidFill>
                <a:srgbClr val="FFFFFF"/>
              </a:solidFill>
              <a:ln>
                <a:noFill/>
              </a:ln>
            </p:spPr>
            <p:txBody>
              <a:bodyPr lIns="0" tIns="0" rIns="0" bIns="0"/>
              <a:lstStyle/>
              <a:p>
                <a:endParaRPr lang="en-US"/>
              </a:p>
            </p:txBody>
          </p:sp>
          <p:sp>
            <p:nvSpPr>
              <p:cNvPr id="36987" name="AutoShape 130"/>
              <p:cNvSpPr/>
              <p:nvPr/>
            </p:nvSpPr>
            <p:spPr bwMode="auto">
              <a:xfrm rot="2744935">
                <a:off x="510" y="312"/>
                <a:ext cx="84" cy="85"/>
              </a:xfrm>
              <a:custGeom>
                <a:avLst/>
                <a:gdLst>
                  <a:gd name="T0" fmla="*/ 0 w 18398"/>
                  <a:gd name="T1" fmla="*/ 0 h 18928"/>
                  <a:gd name="T2" fmla="*/ 0 w 18398"/>
                  <a:gd name="T3" fmla="*/ 0 h 18928"/>
                  <a:gd name="T4" fmla="*/ 0 w 18398"/>
                  <a:gd name="T5" fmla="*/ 0 h 18928"/>
                  <a:gd name="T6" fmla="*/ 0 w 18398"/>
                  <a:gd name="T7" fmla="*/ 0 h 18928"/>
                  <a:gd name="T8" fmla="*/ 0 w 18398"/>
                  <a:gd name="T9" fmla="*/ 0 h 18928"/>
                  <a:gd name="T10" fmla="*/ 0 w 18398"/>
                  <a:gd name="T11" fmla="*/ 0 h 18928"/>
                  <a:gd name="T12" fmla="*/ 0 w 18398"/>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8" h="18928">
                    <a:moveTo>
                      <a:pt x="9321" y="-3"/>
                    </a:moveTo>
                    <a:cubicBezTo>
                      <a:pt x="9321" y="-3"/>
                      <a:pt x="19005" y="2900"/>
                      <a:pt x="18365" y="8068"/>
                    </a:cubicBezTo>
                    <a:cubicBezTo>
                      <a:pt x="17725" y="13234"/>
                      <a:pt x="8289" y="8394"/>
                      <a:pt x="8289" y="8394"/>
                    </a:cubicBezTo>
                    <a:lnTo>
                      <a:pt x="8286" y="16789"/>
                    </a:lnTo>
                    <a:cubicBezTo>
                      <a:pt x="8286" y="16789"/>
                      <a:pt x="5533" y="21597"/>
                      <a:pt x="1471" y="16791"/>
                    </a:cubicBezTo>
                    <a:cubicBezTo>
                      <a:pt x="-2595" y="11984"/>
                      <a:pt x="2307" y="2583"/>
                      <a:pt x="9321" y="-3"/>
                    </a:cubicBezTo>
                    <a:close/>
                    <a:moveTo>
                      <a:pt x="9321" y="-3"/>
                    </a:moveTo>
                  </a:path>
                </a:pathLst>
              </a:custGeom>
              <a:solidFill>
                <a:srgbClr val="E4E9EF"/>
              </a:solidFill>
              <a:ln>
                <a:noFill/>
              </a:ln>
            </p:spPr>
            <p:txBody>
              <a:bodyPr lIns="0" tIns="0" rIns="0" bIns="0"/>
              <a:lstStyle/>
              <a:p>
                <a:endParaRPr lang="en-US"/>
              </a:p>
            </p:txBody>
          </p:sp>
        </p:grpSp>
        <p:grpSp>
          <p:nvGrpSpPr>
            <p:cNvPr id="36982" name="Group 135"/>
            <p:cNvGrpSpPr/>
            <p:nvPr/>
          </p:nvGrpSpPr>
          <p:grpSpPr bwMode="auto">
            <a:xfrm>
              <a:off x="926" y="0"/>
              <a:ext cx="771" cy="1108"/>
              <a:chOff x="0" y="0"/>
              <a:chExt cx="770" cy="1108"/>
            </a:xfrm>
          </p:grpSpPr>
          <p:sp>
            <p:nvSpPr>
              <p:cNvPr id="36983" name="AutoShape 132"/>
              <p:cNvSpPr/>
              <p:nvPr/>
            </p:nvSpPr>
            <p:spPr bwMode="auto">
              <a:xfrm rot="101208">
                <a:off x="15" y="10"/>
                <a:ext cx="739" cy="1087"/>
              </a:xfrm>
              <a:custGeom>
                <a:avLst/>
                <a:gdLst>
                  <a:gd name="T0" fmla="*/ 0 w 21599"/>
                  <a:gd name="T1" fmla="*/ 0 h 21600"/>
                  <a:gd name="T2" fmla="*/ 0 w 21599"/>
                  <a:gd name="T3" fmla="*/ 0 h 21600"/>
                  <a:gd name="T4" fmla="*/ 0 w 21599"/>
                  <a:gd name="T5" fmla="*/ 0 h 21600"/>
                  <a:gd name="T6" fmla="*/ 0 w 21599"/>
                  <a:gd name="T7" fmla="*/ 0 h 21600"/>
                  <a:gd name="T8" fmla="*/ 0 w 21599"/>
                  <a:gd name="T9" fmla="*/ 0 h 21600"/>
                  <a:gd name="T10" fmla="*/ 0 w 21599"/>
                  <a:gd name="T11" fmla="*/ 0 h 21600"/>
                  <a:gd name="T12" fmla="*/ 0 w 21599"/>
                  <a:gd name="T13" fmla="*/ 0 h 21600"/>
                  <a:gd name="T14" fmla="*/ 0 w 21599"/>
                  <a:gd name="T15" fmla="*/ 0 h 21600"/>
                  <a:gd name="T16" fmla="*/ 0 w 21599"/>
                  <a:gd name="T17" fmla="*/ 0 h 21600"/>
                  <a:gd name="T18" fmla="*/ 0 w 21599"/>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99" h="21600">
                    <a:moveTo>
                      <a:pt x="21600" y="15551"/>
                    </a:moveTo>
                    <a:cubicBezTo>
                      <a:pt x="21600" y="18898"/>
                      <a:pt x="17537" y="21600"/>
                      <a:pt x="12612" y="21600"/>
                    </a:cubicBezTo>
                    <a:lnTo>
                      <a:pt x="8902" y="21600"/>
                    </a:lnTo>
                    <a:cubicBezTo>
                      <a:pt x="3978" y="21600"/>
                      <a:pt x="1" y="18898"/>
                      <a:pt x="1" y="15550"/>
                    </a:cubicBezTo>
                    <a:lnTo>
                      <a:pt x="0" y="6061"/>
                    </a:lnTo>
                    <a:cubicBezTo>
                      <a:pt x="0" y="2714"/>
                      <a:pt x="3977" y="0"/>
                      <a:pt x="8901" y="0"/>
                    </a:cubicBezTo>
                    <a:lnTo>
                      <a:pt x="12611" y="0"/>
                    </a:lnTo>
                    <a:cubicBezTo>
                      <a:pt x="17536" y="0"/>
                      <a:pt x="21599" y="2714"/>
                      <a:pt x="21599" y="6062"/>
                    </a:cubicBezTo>
                    <a:cubicBezTo>
                      <a:pt x="21599" y="6062"/>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6984" name="AutoShape 133"/>
              <p:cNvSpPr/>
              <p:nvPr/>
            </p:nvSpPr>
            <p:spPr bwMode="auto">
              <a:xfrm rot="101208">
                <a:off x="90" y="248"/>
                <a:ext cx="599" cy="514"/>
              </a:xfrm>
              <a:custGeom>
                <a:avLst/>
                <a:gdLst>
                  <a:gd name="T0" fmla="*/ 0 w 21600"/>
                  <a:gd name="T1" fmla="*/ 0 h 21599"/>
                  <a:gd name="T2" fmla="*/ 0 w 21600"/>
                  <a:gd name="T3" fmla="*/ 0 h 21599"/>
                  <a:gd name="T4" fmla="*/ 0 w 21600"/>
                  <a:gd name="T5" fmla="*/ 0 h 21599"/>
                  <a:gd name="T6" fmla="*/ 0 w 21600"/>
                  <a:gd name="T7" fmla="*/ 0 h 21599"/>
                  <a:gd name="T8" fmla="*/ 0 w 21600"/>
                  <a:gd name="T9" fmla="*/ 0 h 21599"/>
                  <a:gd name="T10" fmla="*/ 0 w 21600"/>
                  <a:gd name="T11" fmla="*/ 0 h 21599"/>
                  <a:gd name="T12" fmla="*/ 0 w 21600"/>
                  <a:gd name="T13" fmla="*/ 0 h 21599"/>
                  <a:gd name="T14" fmla="*/ 0 w 21600"/>
                  <a:gd name="T15" fmla="*/ 0 h 21599"/>
                  <a:gd name="T16" fmla="*/ 0 w 21600"/>
                  <a:gd name="T17" fmla="*/ 0 h 21599"/>
                  <a:gd name="T18" fmla="*/ 0 w 21600"/>
                  <a:gd name="T19" fmla="*/ 0 h 215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599">
                    <a:moveTo>
                      <a:pt x="21600" y="10951"/>
                    </a:moveTo>
                    <a:cubicBezTo>
                      <a:pt x="21600" y="16832"/>
                      <a:pt x="17514" y="21600"/>
                      <a:pt x="12473" y="21600"/>
                    </a:cubicBezTo>
                    <a:lnTo>
                      <a:pt x="9128" y="21600"/>
                    </a:lnTo>
                    <a:cubicBezTo>
                      <a:pt x="4087" y="21599"/>
                      <a:pt x="0" y="16832"/>
                      <a:pt x="0" y="10950"/>
                    </a:cubicBezTo>
                    <a:lnTo>
                      <a:pt x="0" y="10649"/>
                    </a:lnTo>
                    <a:cubicBezTo>
                      <a:pt x="0" y="4768"/>
                      <a:pt x="4086" y="0"/>
                      <a:pt x="9127" y="0"/>
                    </a:cubicBezTo>
                    <a:lnTo>
                      <a:pt x="12472" y="0"/>
                    </a:lnTo>
                    <a:cubicBezTo>
                      <a:pt x="17513" y="1"/>
                      <a:pt x="21600" y="4768"/>
                      <a:pt x="21600" y="10650"/>
                    </a:cubicBezTo>
                    <a:cubicBezTo>
                      <a:pt x="21600" y="10650"/>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6985" name="AutoShape 134"/>
              <p:cNvSpPr/>
              <p:nvPr/>
            </p:nvSpPr>
            <p:spPr bwMode="auto">
              <a:xfrm rot="101208">
                <a:off x="310" y="288"/>
                <a:ext cx="352" cy="406"/>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5" y="137"/>
                    </a:moveTo>
                    <a:cubicBezTo>
                      <a:pt x="6695" y="137"/>
                      <a:pt x="15952" y="-173"/>
                      <a:pt x="18010" y="6088"/>
                    </a:cubicBezTo>
                    <a:cubicBezTo>
                      <a:pt x="20067" y="12348"/>
                      <a:pt x="16981" y="19797"/>
                      <a:pt x="14102" y="20490"/>
                    </a:cubicBezTo>
                    <a:cubicBezTo>
                      <a:pt x="11222" y="21184"/>
                      <a:pt x="10192" y="18001"/>
                      <a:pt x="11632" y="13604"/>
                    </a:cubicBezTo>
                    <a:cubicBezTo>
                      <a:pt x="13073" y="9206"/>
                      <a:pt x="12662" y="3961"/>
                      <a:pt x="7725" y="4030"/>
                    </a:cubicBezTo>
                    <a:cubicBezTo>
                      <a:pt x="2788" y="4100"/>
                      <a:pt x="-1533" y="3170"/>
                      <a:pt x="525" y="1377"/>
                    </a:cubicBezTo>
                    <a:cubicBezTo>
                      <a:pt x="2582" y="-416"/>
                      <a:pt x="4417" y="9"/>
                      <a:pt x="6695" y="137"/>
                    </a:cubicBezTo>
                    <a:close/>
                    <a:moveTo>
                      <a:pt x="6695" y="137"/>
                    </a:moveTo>
                  </a:path>
                </a:pathLst>
              </a:custGeom>
              <a:solidFill>
                <a:srgbClr val="7BA8B1"/>
              </a:solidFill>
              <a:ln>
                <a:noFill/>
              </a:ln>
            </p:spPr>
            <p:txBody>
              <a:bodyPr lIns="0" tIns="0" rIns="0" bIns="0"/>
              <a:lstStyle/>
              <a:p>
                <a:endParaRPr lang="en-US"/>
              </a:p>
            </p:txBody>
          </p:sp>
        </p:grpSp>
      </p:grpSp>
      <p:grpSp>
        <p:nvGrpSpPr>
          <p:cNvPr id="35852" name="Group 181"/>
          <p:cNvGrpSpPr/>
          <p:nvPr/>
        </p:nvGrpSpPr>
        <p:grpSpPr bwMode="auto">
          <a:xfrm rot="-59999">
            <a:off x="18091150" y="7756525"/>
            <a:ext cx="4051300" cy="3759200"/>
            <a:chOff x="0" y="0"/>
            <a:chExt cx="2551" cy="2368"/>
          </a:xfrm>
        </p:grpSpPr>
        <p:grpSp>
          <p:nvGrpSpPr>
            <p:cNvPr id="36936" name="Group 173"/>
            <p:cNvGrpSpPr/>
            <p:nvPr/>
          </p:nvGrpSpPr>
          <p:grpSpPr bwMode="auto">
            <a:xfrm rot="101333">
              <a:off x="31" y="160"/>
              <a:ext cx="2043" cy="2178"/>
              <a:chOff x="0" y="0"/>
              <a:chExt cx="2042" cy="2177"/>
            </a:xfrm>
          </p:grpSpPr>
          <p:sp>
            <p:nvSpPr>
              <p:cNvPr id="36944" name="AutoShape 137"/>
              <p:cNvSpPr/>
              <p:nvPr/>
            </p:nvSpPr>
            <p:spPr bwMode="auto">
              <a:xfrm>
                <a:off x="734" y="360"/>
                <a:ext cx="1075" cy="13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6945" name="AutoShape 138"/>
              <p:cNvSpPr/>
              <p:nvPr/>
            </p:nvSpPr>
            <p:spPr bwMode="auto">
              <a:xfrm>
                <a:off x="857" y="421"/>
                <a:ext cx="836" cy="17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1 h 21600"/>
                  <a:gd name="T14" fmla="*/ 0 w 21600"/>
                  <a:gd name="T15" fmla="*/ 1 h 21600"/>
                  <a:gd name="T16" fmla="*/ 0 w 21600"/>
                  <a:gd name="T17" fmla="*/ 1 h 21600"/>
                  <a:gd name="T18" fmla="*/ 0 w 21600"/>
                  <a:gd name="T19" fmla="*/ 1 h 21600"/>
                  <a:gd name="T20" fmla="*/ 0 w 21600"/>
                  <a:gd name="T21" fmla="*/ 1 h 21600"/>
                  <a:gd name="T22" fmla="*/ 0 w 21600"/>
                  <a:gd name="T23" fmla="*/ 1 h 21600"/>
                  <a:gd name="T24" fmla="*/ 0 w 21600"/>
                  <a:gd name="T25" fmla="*/ 1 h 21600"/>
                  <a:gd name="T26" fmla="*/ 0 w 21600"/>
                  <a:gd name="T27" fmla="*/ 1 h 21600"/>
                  <a:gd name="T28" fmla="*/ 0 w 21600"/>
                  <a:gd name="T29" fmla="*/ 1 h 21600"/>
                  <a:gd name="T30" fmla="*/ 0 w 21600"/>
                  <a:gd name="T31" fmla="*/ 1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6946" name="AutoShape 139"/>
              <p:cNvSpPr/>
              <p:nvPr/>
            </p:nvSpPr>
            <p:spPr bwMode="auto">
              <a:xfrm>
                <a:off x="1455" y="0"/>
                <a:ext cx="587" cy="813"/>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6947" name="AutoShape 140"/>
              <p:cNvSpPr/>
              <p:nvPr/>
            </p:nvSpPr>
            <p:spPr bwMode="auto">
              <a:xfrm>
                <a:off x="1645" y="24"/>
                <a:ext cx="31" cy="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6948" name="AutoShape 141"/>
              <p:cNvSpPr/>
              <p:nvPr/>
            </p:nvSpPr>
            <p:spPr bwMode="auto">
              <a:xfrm>
                <a:off x="1950" y="274"/>
                <a:ext cx="30" cy="1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6949" name="AutoShape 142"/>
              <p:cNvSpPr/>
              <p:nvPr/>
            </p:nvSpPr>
            <p:spPr bwMode="auto">
              <a:xfrm>
                <a:off x="1852" y="97"/>
                <a:ext cx="47"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6950" name="AutoShape 143"/>
              <p:cNvSpPr/>
              <p:nvPr/>
            </p:nvSpPr>
            <p:spPr bwMode="auto">
              <a:xfrm>
                <a:off x="1822" y="67"/>
                <a:ext cx="54" cy="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6951" name="AutoShape 144"/>
              <p:cNvSpPr/>
              <p:nvPr/>
            </p:nvSpPr>
            <p:spPr bwMode="auto">
              <a:xfrm>
                <a:off x="1932" y="207"/>
                <a:ext cx="58" cy="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6952" name="AutoShape 145"/>
              <p:cNvSpPr/>
              <p:nvPr/>
            </p:nvSpPr>
            <p:spPr bwMode="auto">
              <a:xfrm>
                <a:off x="1809" y="574"/>
                <a:ext cx="28" cy="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6953" name="AutoShape 146"/>
              <p:cNvSpPr/>
              <p:nvPr/>
            </p:nvSpPr>
            <p:spPr bwMode="auto">
              <a:xfrm>
                <a:off x="1687" y="24"/>
                <a:ext cx="26"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6954" name="AutoShape 147"/>
              <p:cNvSpPr/>
              <p:nvPr/>
            </p:nvSpPr>
            <p:spPr bwMode="auto">
              <a:xfrm>
                <a:off x="1877" y="506"/>
                <a:ext cx="19" cy="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6955" name="AutoShape 148"/>
              <p:cNvSpPr/>
              <p:nvPr/>
            </p:nvSpPr>
            <p:spPr bwMode="auto">
              <a:xfrm>
                <a:off x="1730" y="42"/>
                <a:ext cx="33"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6956" name="AutoShape 149"/>
              <p:cNvSpPr/>
              <p:nvPr/>
            </p:nvSpPr>
            <p:spPr bwMode="auto">
              <a:xfrm>
                <a:off x="1901" y="464"/>
                <a:ext cx="21"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6957" name="AutoShape 150"/>
              <p:cNvSpPr/>
              <p:nvPr/>
            </p:nvSpPr>
            <p:spPr bwMode="auto">
              <a:xfrm>
                <a:off x="1846" y="537"/>
                <a:ext cx="36" cy="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6958" name="AutoShape 151"/>
              <p:cNvSpPr/>
              <p:nvPr/>
            </p:nvSpPr>
            <p:spPr bwMode="auto">
              <a:xfrm>
                <a:off x="1944" y="366"/>
                <a:ext cx="37"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6959" name="AutoShape 152"/>
              <p:cNvSpPr/>
              <p:nvPr/>
            </p:nvSpPr>
            <p:spPr bwMode="auto">
              <a:xfrm>
                <a:off x="1773" y="42"/>
                <a:ext cx="66" cy="4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6960" name="AutoShape 153"/>
              <p:cNvSpPr/>
              <p:nvPr/>
            </p:nvSpPr>
            <p:spPr bwMode="auto">
              <a:xfrm>
                <a:off x="1926" y="421"/>
                <a:ext cx="22" cy="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6961" name="AutoShape 154"/>
              <p:cNvSpPr/>
              <p:nvPr/>
            </p:nvSpPr>
            <p:spPr bwMode="auto">
              <a:xfrm>
                <a:off x="1950" y="323"/>
                <a:ext cx="43" cy="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6962" name="AutoShape 155"/>
              <p:cNvSpPr/>
              <p:nvPr/>
            </p:nvSpPr>
            <p:spPr bwMode="auto">
              <a:xfrm>
                <a:off x="1944" y="226"/>
                <a:ext cx="63" cy="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6963" name="AutoShape 156"/>
              <p:cNvSpPr/>
              <p:nvPr/>
            </p:nvSpPr>
            <p:spPr bwMode="auto">
              <a:xfrm>
                <a:off x="1883" y="116"/>
                <a:ext cx="78"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6964" name="AutoShape 157"/>
              <p:cNvSpPr/>
              <p:nvPr/>
            </p:nvSpPr>
            <p:spPr bwMode="auto">
              <a:xfrm>
                <a:off x="1907" y="152"/>
                <a:ext cx="64" cy="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6965" name="AutoShape 158"/>
              <p:cNvSpPr/>
              <p:nvPr/>
            </p:nvSpPr>
            <p:spPr bwMode="auto">
              <a:xfrm>
                <a:off x="924"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6966" name="AutoShape 159"/>
              <p:cNvSpPr/>
              <p:nvPr/>
            </p:nvSpPr>
            <p:spPr bwMode="auto">
              <a:xfrm>
                <a:off x="1388" y="1765"/>
                <a:ext cx="248" cy="103"/>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6967" name="AutoShape 160"/>
              <p:cNvSpPr/>
              <p:nvPr/>
            </p:nvSpPr>
            <p:spPr bwMode="auto">
              <a:xfrm>
                <a:off x="942" y="1429"/>
                <a:ext cx="264" cy="91"/>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6968" name="AutoShape 161"/>
              <p:cNvSpPr/>
              <p:nvPr/>
            </p:nvSpPr>
            <p:spPr bwMode="auto">
              <a:xfrm>
                <a:off x="1339" y="1429"/>
                <a:ext cx="257" cy="85"/>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6969" name="AutoShape 162"/>
              <p:cNvSpPr/>
              <p:nvPr/>
            </p:nvSpPr>
            <p:spPr bwMode="auto">
              <a:xfrm>
                <a:off x="973" y="1062"/>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6970" name="AutoShape 163"/>
              <p:cNvSpPr/>
              <p:nvPr/>
            </p:nvSpPr>
            <p:spPr bwMode="auto">
              <a:xfrm>
                <a:off x="973" y="1111"/>
                <a:ext cx="580" cy="4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6971" name="AutoShape 164"/>
              <p:cNvSpPr/>
              <p:nvPr/>
            </p:nvSpPr>
            <p:spPr bwMode="auto">
              <a:xfrm>
                <a:off x="1083" y="1252"/>
                <a:ext cx="73" cy="6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6972" name="AutoShape 165"/>
              <p:cNvSpPr/>
              <p:nvPr/>
            </p:nvSpPr>
            <p:spPr bwMode="auto">
              <a:xfrm>
                <a:off x="1180"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6973" name="AutoShape 166"/>
              <p:cNvSpPr/>
              <p:nvPr/>
            </p:nvSpPr>
            <p:spPr bwMode="auto">
              <a:xfrm>
                <a:off x="1272" y="1252"/>
                <a:ext cx="70" cy="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6974" name="AutoShape 167"/>
              <p:cNvSpPr/>
              <p:nvPr/>
            </p:nvSpPr>
            <p:spPr bwMode="auto">
              <a:xfrm>
                <a:off x="1370" y="1252"/>
                <a:ext cx="73" cy="7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6975" name="AutoShape 168"/>
              <p:cNvSpPr/>
              <p:nvPr/>
            </p:nvSpPr>
            <p:spPr bwMode="auto">
              <a:xfrm>
                <a:off x="1083" y="1362"/>
                <a:ext cx="348"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6976" name="AutoShape 169"/>
              <p:cNvSpPr/>
              <p:nvPr/>
            </p:nvSpPr>
            <p:spPr bwMode="auto">
              <a:xfrm>
                <a:off x="1107" y="1417"/>
                <a:ext cx="299" cy="2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6977" name="Group 172"/>
              <p:cNvGrpSpPr/>
              <p:nvPr/>
            </p:nvGrpSpPr>
            <p:grpSpPr bwMode="auto">
              <a:xfrm rot="-3369324">
                <a:off x="210" y="461"/>
                <a:ext cx="1101" cy="1095"/>
                <a:chOff x="0" y="0"/>
                <a:chExt cx="1101" cy="1095"/>
              </a:xfrm>
            </p:grpSpPr>
            <p:sp>
              <p:nvSpPr>
                <p:cNvPr id="36978" name="AutoShape 170"/>
                <p:cNvSpPr/>
                <p:nvPr/>
              </p:nvSpPr>
              <p:spPr bwMode="auto">
                <a:xfrm rot="2744935">
                  <a:off x="232" y="88"/>
                  <a:ext cx="636" cy="917"/>
                </a:xfrm>
                <a:custGeom>
                  <a:avLst/>
                  <a:gdLst>
                    <a:gd name="T0" fmla="*/ 0 w 19326"/>
                    <a:gd name="T1" fmla="*/ 0 h 20284"/>
                    <a:gd name="T2" fmla="*/ 0 w 19326"/>
                    <a:gd name="T3" fmla="*/ 0 h 20284"/>
                    <a:gd name="T4" fmla="*/ 0 w 19326"/>
                    <a:gd name="T5" fmla="*/ 0 h 20284"/>
                    <a:gd name="T6" fmla="*/ 0 w 19326"/>
                    <a:gd name="T7" fmla="*/ 0 h 20284"/>
                    <a:gd name="T8" fmla="*/ 0 w 19326"/>
                    <a:gd name="T9" fmla="*/ 0 h 20284"/>
                    <a:gd name="T10" fmla="*/ 0 w 19326"/>
                    <a:gd name="T11" fmla="*/ 0 h 20284"/>
                    <a:gd name="T12" fmla="*/ 0 w 19326"/>
                    <a:gd name="T13" fmla="*/ 0 h 20284"/>
                    <a:gd name="T14" fmla="*/ 0 w 19326"/>
                    <a:gd name="T15" fmla="*/ 0 h 20284"/>
                    <a:gd name="T16" fmla="*/ 0 w 19326"/>
                    <a:gd name="T17" fmla="*/ 0 h 20284"/>
                    <a:gd name="T18" fmla="*/ 0 w 19326"/>
                    <a:gd name="T19" fmla="*/ 0 h 202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6" h="20284">
                      <a:moveTo>
                        <a:pt x="18748" y="-3"/>
                      </a:moveTo>
                      <a:cubicBezTo>
                        <a:pt x="18748" y="-3"/>
                        <a:pt x="11310" y="-2"/>
                        <a:pt x="5960" y="5156"/>
                      </a:cubicBezTo>
                      <a:cubicBezTo>
                        <a:pt x="2633" y="8363"/>
                        <a:pt x="500" y="11500"/>
                        <a:pt x="37" y="16549"/>
                      </a:cubicBezTo>
                      <a:cubicBezTo>
                        <a:pt x="-428" y="21597"/>
                        <a:pt x="3120" y="20362"/>
                        <a:pt x="4663" y="19464"/>
                      </a:cubicBezTo>
                      <a:cubicBezTo>
                        <a:pt x="6206" y="18567"/>
                        <a:pt x="6207" y="15986"/>
                        <a:pt x="6207" y="15986"/>
                      </a:cubicBezTo>
                      <a:cubicBezTo>
                        <a:pt x="6207" y="15986"/>
                        <a:pt x="6206" y="18118"/>
                        <a:pt x="7132" y="17894"/>
                      </a:cubicBezTo>
                      <a:cubicBezTo>
                        <a:pt x="8057" y="17669"/>
                        <a:pt x="7595" y="15201"/>
                        <a:pt x="8675" y="13294"/>
                      </a:cubicBezTo>
                      <a:cubicBezTo>
                        <a:pt x="9756" y="11386"/>
                        <a:pt x="10991" y="8021"/>
                        <a:pt x="16081" y="7459"/>
                      </a:cubicBezTo>
                      <a:cubicBezTo>
                        <a:pt x="21172" y="6897"/>
                        <a:pt x="18748" y="-3"/>
                        <a:pt x="18748" y="-3"/>
                      </a:cubicBezTo>
                      <a:close/>
                      <a:moveTo>
                        <a:pt x="18748" y="-3"/>
                      </a:moveTo>
                    </a:path>
                  </a:pathLst>
                </a:custGeom>
                <a:solidFill>
                  <a:srgbClr val="FFFFFF"/>
                </a:solidFill>
                <a:ln>
                  <a:noFill/>
                </a:ln>
              </p:spPr>
              <p:txBody>
                <a:bodyPr lIns="0" tIns="0" rIns="0" bIns="0"/>
                <a:lstStyle/>
                <a:p>
                  <a:endParaRPr lang="en-US"/>
                </a:p>
              </p:txBody>
            </p:sp>
            <p:sp>
              <p:nvSpPr>
                <p:cNvPr id="36979" name="AutoShape 171"/>
                <p:cNvSpPr/>
                <p:nvPr/>
              </p:nvSpPr>
              <p:spPr bwMode="auto">
                <a:xfrm rot="2744935">
                  <a:off x="510" y="312"/>
                  <a:ext cx="84" cy="85"/>
                </a:xfrm>
                <a:custGeom>
                  <a:avLst/>
                  <a:gdLst>
                    <a:gd name="T0" fmla="*/ 0 w 18399"/>
                    <a:gd name="T1" fmla="*/ 0 h 18928"/>
                    <a:gd name="T2" fmla="*/ 0 w 18399"/>
                    <a:gd name="T3" fmla="*/ 0 h 18928"/>
                    <a:gd name="T4" fmla="*/ 0 w 18399"/>
                    <a:gd name="T5" fmla="*/ 0 h 18928"/>
                    <a:gd name="T6" fmla="*/ 0 w 18399"/>
                    <a:gd name="T7" fmla="*/ 0 h 18928"/>
                    <a:gd name="T8" fmla="*/ 0 w 18399"/>
                    <a:gd name="T9" fmla="*/ 0 h 18928"/>
                    <a:gd name="T10" fmla="*/ 0 w 18399"/>
                    <a:gd name="T11" fmla="*/ 0 h 18928"/>
                    <a:gd name="T12" fmla="*/ 0 w 18399"/>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9" h="18928">
                      <a:moveTo>
                        <a:pt x="9321" y="-2"/>
                      </a:moveTo>
                      <a:cubicBezTo>
                        <a:pt x="9321" y="-2"/>
                        <a:pt x="19006" y="2902"/>
                        <a:pt x="18367" y="8070"/>
                      </a:cubicBezTo>
                      <a:cubicBezTo>
                        <a:pt x="17727" y="13236"/>
                        <a:pt x="8290" y="8395"/>
                        <a:pt x="8290" y="8395"/>
                      </a:cubicBezTo>
                      <a:lnTo>
                        <a:pt x="8288" y="16790"/>
                      </a:lnTo>
                      <a:cubicBezTo>
                        <a:pt x="8288" y="16790"/>
                        <a:pt x="5536" y="21598"/>
                        <a:pt x="1472" y="16792"/>
                      </a:cubicBezTo>
                      <a:cubicBezTo>
                        <a:pt x="-2594" y="11984"/>
                        <a:pt x="2308" y="2583"/>
                        <a:pt x="9321" y="-2"/>
                      </a:cubicBezTo>
                      <a:close/>
                      <a:moveTo>
                        <a:pt x="9321" y="-2"/>
                      </a:moveTo>
                    </a:path>
                  </a:pathLst>
                </a:custGeom>
                <a:solidFill>
                  <a:srgbClr val="E4E9EF"/>
                </a:solidFill>
                <a:ln>
                  <a:noFill/>
                </a:ln>
              </p:spPr>
              <p:txBody>
                <a:bodyPr lIns="0" tIns="0" rIns="0" bIns="0"/>
                <a:lstStyle/>
                <a:p>
                  <a:endParaRPr lang="en-US"/>
                </a:p>
              </p:txBody>
            </p:sp>
          </p:grpSp>
        </p:grpSp>
        <p:grpSp>
          <p:nvGrpSpPr>
            <p:cNvPr id="36937" name="Group 176"/>
            <p:cNvGrpSpPr/>
            <p:nvPr/>
          </p:nvGrpSpPr>
          <p:grpSpPr bwMode="auto">
            <a:xfrm rot="3674959" flipH="1">
              <a:off x="1256" y="618"/>
              <a:ext cx="1102" cy="1095"/>
              <a:chOff x="0" y="0"/>
              <a:chExt cx="1101" cy="1095"/>
            </a:xfrm>
          </p:grpSpPr>
          <p:sp>
            <p:nvSpPr>
              <p:cNvPr id="36942" name="AutoShape 174"/>
              <p:cNvSpPr/>
              <p:nvPr/>
            </p:nvSpPr>
            <p:spPr bwMode="auto">
              <a:xfrm rot="2744935">
                <a:off x="232" y="88"/>
                <a:ext cx="636" cy="917"/>
              </a:xfrm>
              <a:custGeom>
                <a:avLst/>
                <a:gdLst>
                  <a:gd name="T0" fmla="*/ 0 w 19324"/>
                  <a:gd name="T1" fmla="*/ 0 h 20283"/>
                  <a:gd name="T2" fmla="*/ 0 w 19324"/>
                  <a:gd name="T3" fmla="*/ 0 h 20283"/>
                  <a:gd name="T4" fmla="*/ 0 w 19324"/>
                  <a:gd name="T5" fmla="*/ 0 h 20283"/>
                  <a:gd name="T6" fmla="*/ 0 w 19324"/>
                  <a:gd name="T7" fmla="*/ 0 h 20283"/>
                  <a:gd name="T8" fmla="*/ 0 w 19324"/>
                  <a:gd name="T9" fmla="*/ 0 h 20283"/>
                  <a:gd name="T10" fmla="*/ 0 w 19324"/>
                  <a:gd name="T11" fmla="*/ 0 h 20283"/>
                  <a:gd name="T12" fmla="*/ 0 w 19324"/>
                  <a:gd name="T13" fmla="*/ 0 h 20283"/>
                  <a:gd name="T14" fmla="*/ 0 w 19324"/>
                  <a:gd name="T15" fmla="*/ 0 h 20283"/>
                  <a:gd name="T16" fmla="*/ 0 w 19324"/>
                  <a:gd name="T17" fmla="*/ 0 h 20283"/>
                  <a:gd name="T18" fmla="*/ 0 w 19324"/>
                  <a:gd name="T19" fmla="*/ 0 h 202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4" h="20283">
                    <a:moveTo>
                      <a:pt x="18746" y="-4"/>
                    </a:moveTo>
                    <a:cubicBezTo>
                      <a:pt x="18746" y="-4"/>
                      <a:pt x="11309" y="-2"/>
                      <a:pt x="5958" y="5155"/>
                    </a:cubicBezTo>
                    <a:cubicBezTo>
                      <a:pt x="2631" y="8363"/>
                      <a:pt x="499" y="11500"/>
                      <a:pt x="34" y="16548"/>
                    </a:cubicBezTo>
                    <a:cubicBezTo>
                      <a:pt x="-431" y="21596"/>
                      <a:pt x="3117" y="20361"/>
                      <a:pt x="4660" y="19463"/>
                    </a:cubicBezTo>
                    <a:cubicBezTo>
                      <a:pt x="6203" y="18565"/>
                      <a:pt x="6204" y="15985"/>
                      <a:pt x="6204" y="15985"/>
                    </a:cubicBezTo>
                    <a:cubicBezTo>
                      <a:pt x="6204" y="15985"/>
                      <a:pt x="6203" y="18117"/>
                      <a:pt x="7128" y="17892"/>
                    </a:cubicBezTo>
                    <a:cubicBezTo>
                      <a:pt x="8054" y="17668"/>
                      <a:pt x="7592" y="15200"/>
                      <a:pt x="8673" y="13293"/>
                    </a:cubicBezTo>
                    <a:cubicBezTo>
                      <a:pt x="9753" y="11385"/>
                      <a:pt x="10989" y="8020"/>
                      <a:pt x="16079" y="7458"/>
                    </a:cubicBezTo>
                    <a:cubicBezTo>
                      <a:pt x="21169" y="6896"/>
                      <a:pt x="18746" y="-4"/>
                      <a:pt x="18746" y="-4"/>
                    </a:cubicBezTo>
                    <a:close/>
                    <a:moveTo>
                      <a:pt x="18746" y="-4"/>
                    </a:moveTo>
                  </a:path>
                </a:pathLst>
              </a:custGeom>
              <a:solidFill>
                <a:srgbClr val="FFFFFF"/>
              </a:solidFill>
              <a:ln>
                <a:noFill/>
              </a:ln>
            </p:spPr>
            <p:txBody>
              <a:bodyPr lIns="0" tIns="0" rIns="0" bIns="0"/>
              <a:lstStyle/>
              <a:p>
                <a:endParaRPr lang="en-US"/>
              </a:p>
            </p:txBody>
          </p:sp>
          <p:sp>
            <p:nvSpPr>
              <p:cNvPr id="36943" name="AutoShape 175"/>
              <p:cNvSpPr/>
              <p:nvPr/>
            </p:nvSpPr>
            <p:spPr bwMode="auto">
              <a:xfrm rot="2744935">
                <a:off x="510" y="312"/>
                <a:ext cx="84" cy="85"/>
              </a:xfrm>
              <a:custGeom>
                <a:avLst/>
                <a:gdLst>
                  <a:gd name="T0" fmla="*/ 0 w 18398"/>
                  <a:gd name="T1" fmla="*/ 0 h 18928"/>
                  <a:gd name="T2" fmla="*/ 0 w 18398"/>
                  <a:gd name="T3" fmla="*/ 0 h 18928"/>
                  <a:gd name="T4" fmla="*/ 0 w 18398"/>
                  <a:gd name="T5" fmla="*/ 0 h 18928"/>
                  <a:gd name="T6" fmla="*/ 0 w 18398"/>
                  <a:gd name="T7" fmla="*/ 0 h 18928"/>
                  <a:gd name="T8" fmla="*/ 0 w 18398"/>
                  <a:gd name="T9" fmla="*/ 0 h 18928"/>
                  <a:gd name="T10" fmla="*/ 0 w 18398"/>
                  <a:gd name="T11" fmla="*/ 0 h 18928"/>
                  <a:gd name="T12" fmla="*/ 0 w 18398"/>
                  <a:gd name="T13" fmla="*/ 0 h 189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98" h="18928">
                    <a:moveTo>
                      <a:pt x="9321" y="-3"/>
                    </a:moveTo>
                    <a:cubicBezTo>
                      <a:pt x="9321" y="-3"/>
                      <a:pt x="19005" y="2900"/>
                      <a:pt x="18365" y="8068"/>
                    </a:cubicBezTo>
                    <a:cubicBezTo>
                      <a:pt x="17725" y="13234"/>
                      <a:pt x="8289" y="8394"/>
                      <a:pt x="8289" y="8394"/>
                    </a:cubicBezTo>
                    <a:lnTo>
                      <a:pt x="8286" y="16789"/>
                    </a:lnTo>
                    <a:cubicBezTo>
                      <a:pt x="8286" y="16789"/>
                      <a:pt x="5533" y="21597"/>
                      <a:pt x="1471" y="16791"/>
                    </a:cubicBezTo>
                    <a:cubicBezTo>
                      <a:pt x="-2595" y="11984"/>
                      <a:pt x="2307" y="2583"/>
                      <a:pt x="9321" y="-3"/>
                    </a:cubicBezTo>
                    <a:close/>
                    <a:moveTo>
                      <a:pt x="9321" y="-3"/>
                    </a:moveTo>
                  </a:path>
                </a:pathLst>
              </a:custGeom>
              <a:solidFill>
                <a:srgbClr val="E4E9EF"/>
              </a:solidFill>
              <a:ln>
                <a:noFill/>
              </a:ln>
            </p:spPr>
            <p:txBody>
              <a:bodyPr lIns="0" tIns="0" rIns="0" bIns="0"/>
              <a:lstStyle/>
              <a:p>
                <a:endParaRPr lang="en-US"/>
              </a:p>
            </p:txBody>
          </p:sp>
        </p:grpSp>
        <p:grpSp>
          <p:nvGrpSpPr>
            <p:cNvPr id="36938" name="Group 180"/>
            <p:cNvGrpSpPr/>
            <p:nvPr/>
          </p:nvGrpSpPr>
          <p:grpSpPr bwMode="auto">
            <a:xfrm>
              <a:off x="926" y="0"/>
              <a:ext cx="771" cy="1108"/>
              <a:chOff x="0" y="0"/>
              <a:chExt cx="770" cy="1108"/>
            </a:xfrm>
          </p:grpSpPr>
          <p:sp>
            <p:nvSpPr>
              <p:cNvPr id="36939" name="AutoShape 177"/>
              <p:cNvSpPr/>
              <p:nvPr/>
            </p:nvSpPr>
            <p:spPr bwMode="auto">
              <a:xfrm rot="101208">
                <a:off x="15" y="10"/>
                <a:ext cx="739" cy="1087"/>
              </a:xfrm>
              <a:custGeom>
                <a:avLst/>
                <a:gdLst>
                  <a:gd name="T0" fmla="*/ 0 w 21599"/>
                  <a:gd name="T1" fmla="*/ 0 h 21600"/>
                  <a:gd name="T2" fmla="*/ 0 w 21599"/>
                  <a:gd name="T3" fmla="*/ 0 h 21600"/>
                  <a:gd name="T4" fmla="*/ 0 w 21599"/>
                  <a:gd name="T5" fmla="*/ 0 h 21600"/>
                  <a:gd name="T6" fmla="*/ 0 w 21599"/>
                  <a:gd name="T7" fmla="*/ 0 h 21600"/>
                  <a:gd name="T8" fmla="*/ 0 w 21599"/>
                  <a:gd name="T9" fmla="*/ 0 h 21600"/>
                  <a:gd name="T10" fmla="*/ 0 w 21599"/>
                  <a:gd name="T11" fmla="*/ 0 h 21600"/>
                  <a:gd name="T12" fmla="*/ 0 w 21599"/>
                  <a:gd name="T13" fmla="*/ 0 h 21600"/>
                  <a:gd name="T14" fmla="*/ 0 w 21599"/>
                  <a:gd name="T15" fmla="*/ 0 h 21600"/>
                  <a:gd name="T16" fmla="*/ 0 w 21599"/>
                  <a:gd name="T17" fmla="*/ 0 h 21600"/>
                  <a:gd name="T18" fmla="*/ 0 w 21599"/>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99" h="21600">
                    <a:moveTo>
                      <a:pt x="21600" y="15551"/>
                    </a:moveTo>
                    <a:cubicBezTo>
                      <a:pt x="21600" y="18898"/>
                      <a:pt x="17537" y="21600"/>
                      <a:pt x="12612" y="21600"/>
                    </a:cubicBezTo>
                    <a:lnTo>
                      <a:pt x="8902" y="21600"/>
                    </a:lnTo>
                    <a:cubicBezTo>
                      <a:pt x="3978" y="21600"/>
                      <a:pt x="1" y="18898"/>
                      <a:pt x="1" y="15550"/>
                    </a:cubicBezTo>
                    <a:lnTo>
                      <a:pt x="0" y="6061"/>
                    </a:lnTo>
                    <a:cubicBezTo>
                      <a:pt x="0" y="2714"/>
                      <a:pt x="3977" y="0"/>
                      <a:pt x="8901" y="0"/>
                    </a:cubicBezTo>
                    <a:lnTo>
                      <a:pt x="12611" y="0"/>
                    </a:lnTo>
                    <a:cubicBezTo>
                      <a:pt x="17536" y="0"/>
                      <a:pt x="21599" y="2714"/>
                      <a:pt x="21599" y="6062"/>
                    </a:cubicBezTo>
                    <a:cubicBezTo>
                      <a:pt x="21599" y="6062"/>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6940" name="AutoShape 178"/>
              <p:cNvSpPr/>
              <p:nvPr/>
            </p:nvSpPr>
            <p:spPr bwMode="auto">
              <a:xfrm rot="101208">
                <a:off x="90" y="248"/>
                <a:ext cx="599" cy="514"/>
              </a:xfrm>
              <a:custGeom>
                <a:avLst/>
                <a:gdLst>
                  <a:gd name="T0" fmla="*/ 0 w 21600"/>
                  <a:gd name="T1" fmla="*/ 0 h 21599"/>
                  <a:gd name="T2" fmla="*/ 0 w 21600"/>
                  <a:gd name="T3" fmla="*/ 0 h 21599"/>
                  <a:gd name="T4" fmla="*/ 0 w 21600"/>
                  <a:gd name="T5" fmla="*/ 0 h 21599"/>
                  <a:gd name="T6" fmla="*/ 0 w 21600"/>
                  <a:gd name="T7" fmla="*/ 0 h 21599"/>
                  <a:gd name="T8" fmla="*/ 0 w 21600"/>
                  <a:gd name="T9" fmla="*/ 0 h 21599"/>
                  <a:gd name="T10" fmla="*/ 0 w 21600"/>
                  <a:gd name="T11" fmla="*/ 0 h 21599"/>
                  <a:gd name="T12" fmla="*/ 0 w 21600"/>
                  <a:gd name="T13" fmla="*/ 0 h 21599"/>
                  <a:gd name="T14" fmla="*/ 0 w 21600"/>
                  <a:gd name="T15" fmla="*/ 0 h 21599"/>
                  <a:gd name="T16" fmla="*/ 0 w 21600"/>
                  <a:gd name="T17" fmla="*/ 0 h 21599"/>
                  <a:gd name="T18" fmla="*/ 0 w 21600"/>
                  <a:gd name="T19" fmla="*/ 0 h 215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599">
                    <a:moveTo>
                      <a:pt x="21600" y="10951"/>
                    </a:moveTo>
                    <a:cubicBezTo>
                      <a:pt x="21600" y="16832"/>
                      <a:pt x="17514" y="21600"/>
                      <a:pt x="12473" y="21600"/>
                    </a:cubicBezTo>
                    <a:lnTo>
                      <a:pt x="9128" y="21600"/>
                    </a:lnTo>
                    <a:cubicBezTo>
                      <a:pt x="4087" y="21599"/>
                      <a:pt x="0" y="16832"/>
                      <a:pt x="0" y="10950"/>
                    </a:cubicBezTo>
                    <a:lnTo>
                      <a:pt x="0" y="10649"/>
                    </a:lnTo>
                    <a:cubicBezTo>
                      <a:pt x="0" y="4768"/>
                      <a:pt x="4086" y="0"/>
                      <a:pt x="9127" y="0"/>
                    </a:cubicBezTo>
                    <a:lnTo>
                      <a:pt x="12472" y="0"/>
                    </a:lnTo>
                    <a:cubicBezTo>
                      <a:pt x="17513" y="1"/>
                      <a:pt x="21600" y="4768"/>
                      <a:pt x="21600" y="10650"/>
                    </a:cubicBezTo>
                    <a:cubicBezTo>
                      <a:pt x="21600" y="10650"/>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6941" name="AutoShape 179"/>
              <p:cNvSpPr/>
              <p:nvPr/>
            </p:nvSpPr>
            <p:spPr bwMode="auto">
              <a:xfrm rot="101208">
                <a:off x="310" y="288"/>
                <a:ext cx="352" cy="406"/>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5" y="137"/>
                    </a:moveTo>
                    <a:cubicBezTo>
                      <a:pt x="6695" y="137"/>
                      <a:pt x="15952" y="-173"/>
                      <a:pt x="18010" y="6088"/>
                    </a:cubicBezTo>
                    <a:cubicBezTo>
                      <a:pt x="20067" y="12348"/>
                      <a:pt x="16981" y="19797"/>
                      <a:pt x="14102" y="20490"/>
                    </a:cubicBezTo>
                    <a:cubicBezTo>
                      <a:pt x="11222" y="21184"/>
                      <a:pt x="10192" y="18001"/>
                      <a:pt x="11632" y="13604"/>
                    </a:cubicBezTo>
                    <a:cubicBezTo>
                      <a:pt x="13073" y="9206"/>
                      <a:pt x="12662" y="3961"/>
                      <a:pt x="7725" y="4030"/>
                    </a:cubicBezTo>
                    <a:cubicBezTo>
                      <a:pt x="2788" y="4100"/>
                      <a:pt x="-1533" y="3170"/>
                      <a:pt x="525" y="1377"/>
                    </a:cubicBezTo>
                    <a:cubicBezTo>
                      <a:pt x="2582" y="-416"/>
                      <a:pt x="4417" y="9"/>
                      <a:pt x="6695" y="137"/>
                    </a:cubicBezTo>
                    <a:close/>
                    <a:moveTo>
                      <a:pt x="6695" y="137"/>
                    </a:moveTo>
                  </a:path>
                </a:pathLst>
              </a:custGeom>
              <a:solidFill>
                <a:srgbClr val="7BA8B1"/>
              </a:solidFill>
              <a:ln>
                <a:noFill/>
              </a:ln>
            </p:spPr>
            <p:txBody>
              <a:bodyPr lIns="0" tIns="0" rIns="0" bIns="0"/>
              <a:lstStyle/>
              <a:p>
                <a:endParaRPr lang="en-US"/>
              </a:p>
            </p:txBody>
          </p:sp>
        </p:grpSp>
      </p:grpSp>
      <p:grpSp>
        <p:nvGrpSpPr>
          <p:cNvPr id="3" name="Group 2"/>
          <p:cNvGrpSpPr/>
          <p:nvPr/>
        </p:nvGrpSpPr>
        <p:grpSpPr bwMode="auto">
          <a:xfrm>
            <a:off x="13728700" y="2527300"/>
            <a:ext cx="5654675" cy="10109200"/>
            <a:chOff x="13728700" y="2527300"/>
            <a:chExt cx="5654675" cy="10109200"/>
          </a:xfrm>
        </p:grpSpPr>
        <p:grpSp>
          <p:nvGrpSpPr>
            <p:cNvPr id="36912" name="Group 218"/>
            <p:cNvGrpSpPr/>
            <p:nvPr/>
          </p:nvGrpSpPr>
          <p:grpSpPr bwMode="auto">
            <a:xfrm>
              <a:off x="13970000" y="3330575"/>
              <a:ext cx="2324100" cy="850900"/>
              <a:chOff x="0" y="0"/>
              <a:chExt cx="1464" cy="536"/>
            </a:xfrm>
          </p:grpSpPr>
          <p:sp>
            <p:nvSpPr>
              <p:cNvPr id="36934" name="Freeform 216"/>
              <p:cNvSpPr/>
              <p:nvPr/>
            </p:nvSpPr>
            <p:spPr bwMode="auto">
              <a:xfrm>
                <a:off x="24" y="24"/>
                <a:ext cx="1412" cy="485"/>
              </a:xfrm>
              <a:custGeom>
                <a:avLst/>
                <a:gdLst>
                  <a:gd name="T0" fmla="*/ 0 w 21600"/>
                  <a:gd name="T1" fmla="*/ 0 h 20810"/>
                  <a:gd name="T2" fmla="*/ 0 w 21600"/>
                  <a:gd name="T3" fmla="*/ 0 h 20810"/>
                  <a:gd name="T4" fmla="*/ 0 w 21600"/>
                  <a:gd name="T5" fmla="*/ 0 h 20810"/>
                  <a:gd name="T6" fmla="*/ 0 60000 65536"/>
                  <a:gd name="T7" fmla="*/ 0 60000 65536"/>
                  <a:gd name="T8" fmla="*/ 0 60000 65536"/>
                </a:gdLst>
                <a:ahLst/>
                <a:cxnLst>
                  <a:cxn ang="T6">
                    <a:pos x="T0" y="T1"/>
                  </a:cxn>
                  <a:cxn ang="T7">
                    <a:pos x="T2" y="T3"/>
                  </a:cxn>
                  <a:cxn ang="T8">
                    <a:pos x="T4" y="T5"/>
                  </a:cxn>
                </a:cxnLst>
                <a:rect l="0" t="0" r="r" b="b"/>
                <a:pathLst>
                  <a:path w="21600" h="20810">
                    <a:moveTo>
                      <a:pt x="0" y="15734"/>
                    </a:moveTo>
                    <a:cubicBezTo>
                      <a:pt x="0" y="15734"/>
                      <a:pt x="3287" y="-790"/>
                      <a:pt x="11515" y="30"/>
                    </a:cubicBezTo>
                    <a:cubicBezTo>
                      <a:pt x="19743" y="850"/>
                      <a:pt x="21600" y="20810"/>
                      <a:pt x="21600" y="20810"/>
                    </a:cubicBezTo>
                  </a:path>
                </a:pathLst>
              </a:custGeom>
              <a:noFill/>
              <a:ln>
                <a:noFill/>
              </a:ln>
            </p:spPr>
            <p:txBody>
              <a:bodyPr lIns="0" tIns="0" rIns="0" bIns="0"/>
              <a:lstStyle/>
              <a:p>
                <a:endParaRPr lang="en-US"/>
              </a:p>
            </p:txBody>
          </p:sp>
          <p:pic>
            <p:nvPicPr>
              <p:cNvPr id="36935" name="Picture 21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64" cy="536"/>
              </a:xfrm>
              <a:prstGeom prst="rect">
                <a:avLst/>
              </a:prstGeom>
              <a:noFill/>
              <a:ln>
                <a:noFill/>
              </a:ln>
            </p:spPr>
          </p:pic>
        </p:grpSp>
        <p:grpSp>
          <p:nvGrpSpPr>
            <p:cNvPr id="36913" name="Group 221"/>
            <p:cNvGrpSpPr/>
            <p:nvPr/>
          </p:nvGrpSpPr>
          <p:grpSpPr bwMode="auto">
            <a:xfrm>
              <a:off x="16019463" y="3836988"/>
              <a:ext cx="330200" cy="381000"/>
              <a:chOff x="0" y="0"/>
              <a:chExt cx="208" cy="240"/>
            </a:xfrm>
          </p:grpSpPr>
          <p:sp>
            <p:nvSpPr>
              <p:cNvPr id="36932" name="Freeform 219"/>
              <p:cNvSpPr/>
              <p:nvPr/>
            </p:nvSpPr>
            <p:spPr bwMode="auto">
              <a:xfrm>
                <a:off x="24" y="24"/>
                <a:ext cx="157" cy="18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17699"/>
                    </a:moveTo>
                    <a:lnTo>
                      <a:pt x="21600" y="21600"/>
                    </a:lnTo>
                    <a:lnTo>
                      <a:pt x="21600" y="0"/>
                    </a:lnTo>
                  </a:path>
                </a:pathLst>
              </a:custGeom>
              <a:noFill/>
              <a:ln>
                <a:noFill/>
              </a:ln>
            </p:spPr>
            <p:txBody>
              <a:bodyPr lIns="0" tIns="0" rIns="0" bIns="0"/>
              <a:lstStyle/>
              <a:p>
                <a:endParaRPr lang="en-US"/>
              </a:p>
            </p:txBody>
          </p:sp>
          <p:pic>
            <p:nvPicPr>
              <p:cNvPr id="36933" name="Picture 22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08" cy="240"/>
              </a:xfrm>
              <a:prstGeom prst="rect">
                <a:avLst/>
              </a:prstGeom>
              <a:noFill/>
              <a:ln>
                <a:noFill/>
              </a:ln>
            </p:spPr>
          </p:pic>
        </p:grpSp>
        <p:grpSp>
          <p:nvGrpSpPr>
            <p:cNvPr id="36914" name="Group 224"/>
            <p:cNvGrpSpPr/>
            <p:nvPr/>
          </p:nvGrpSpPr>
          <p:grpSpPr bwMode="auto">
            <a:xfrm>
              <a:off x="13957300" y="2527300"/>
              <a:ext cx="5410200" cy="1435100"/>
              <a:chOff x="0" y="0"/>
              <a:chExt cx="3408" cy="904"/>
            </a:xfrm>
          </p:grpSpPr>
          <p:sp>
            <p:nvSpPr>
              <p:cNvPr id="36930" name="Freeform 222"/>
              <p:cNvSpPr/>
              <p:nvPr/>
            </p:nvSpPr>
            <p:spPr bwMode="auto">
              <a:xfrm>
                <a:off x="24" y="24"/>
                <a:ext cx="3356" cy="848"/>
              </a:xfrm>
              <a:custGeom>
                <a:avLst/>
                <a:gdLst>
                  <a:gd name="T0" fmla="*/ 0 w 21600"/>
                  <a:gd name="T1" fmla="*/ 0 h 18313"/>
                  <a:gd name="T2" fmla="*/ 1 w 21600"/>
                  <a:gd name="T3" fmla="*/ 0 h 18313"/>
                  <a:gd name="T4" fmla="*/ 2 w 21600"/>
                  <a:gd name="T5" fmla="*/ 0 h 18313"/>
                  <a:gd name="T6" fmla="*/ 0 60000 65536"/>
                  <a:gd name="T7" fmla="*/ 0 60000 65536"/>
                  <a:gd name="T8" fmla="*/ 0 60000 65536"/>
                </a:gdLst>
                <a:ahLst/>
                <a:cxnLst>
                  <a:cxn ang="T6">
                    <a:pos x="T0" y="T1"/>
                  </a:cxn>
                  <a:cxn ang="T7">
                    <a:pos x="T2" y="T3"/>
                  </a:cxn>
                  <a:cxn ang="T8">
                    <a:pos x="T4" y="T5"/>
                  </a:cxn>
                </a:cxnLst>
                <a:rect l="0" t="0" r="r" b="b"/>
                <a:pathLst>
                  <a:path w="21600" h="18313">
                    <a:moveTo>
                      <a:pt x="0" y="18313"/>
                    </a:moveTo>
                    <a:cubicBezTo>
                      <a:pt x="0" y="18313"/>
                      <a:pt x="4850" y="-3287"/>
                      <a:pt x="13650" y="431"/>
                    </a:cubicBezTo>
                    <a:cubicBezTo>
                      <a:pt x="18283" y="2388"/>
                      <a:pt x="21600" y="12696"/>
                      <a:pt x="21600" y="12696"/>
                    </a:cubicBezTo>
                  </a:path>
                </a:pathLst>
              </a:custGeom>
              <a:noFill/>
              <a:ln>
                <a:noFill/>
              </a:ln>
            </p:spPr>
            <p:txBody>
              <a:bodyPr lIns="0" tIns="0" rIns="0" bIns="0"/>
              <a:lstStyle/>
              <a:p>
                <a:endParaRPr lang="en-US"/>
              </a:p>
            </p:txBody>
          </p:sp>
          <p:pic>
            <p:nvPicPr>
              <p:cNvPr id="36931" name="Picture 22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408" cy="904"/>
              </a:xfrm>
              <a:prstGeom prst="rect">
                <a:avLst/>
              </a:prstGeom>
              <a:noFill/>
              <a:ln>
                <a:noFill/>
              </a:ln>
            </p:spPr>
          </p:pic>
        </p:grpSp>
        <p:grpSp>
          <p:nvGrpSpPr>
            <p:cNvPr id="36915" name="Group 227"/>
            <p:cNvGrpSpPr/>
            <p:nvPr/>
          </p:nvGrpSpPr>
          <p:grpSpPr bwMode="auto">
            <a:xfrm>
              <a:off x="19053175" y="3222625"/>
              <a:ext cx="330200" cy="381000"/>
              <a:chOff x="0" y="0"/>
              <a:chExt cx="208" cy="240"/>
            </a:xfrm>
          </p:grpSpPr>
          <p:sp>
            <p:nvSpPr>
              <p:cNvPr id="36928" name="Freeform 225"/>
              <p:cNvSpPr/>
              <p:nvPr/>
            </p:nvSpPr>
            <p:spPr bwMode="auto">
              <a:xfrm>
                <a:off x="24" y="24"/>
                <a:ext cx="157" cy="18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17699"/>
                    </a:moveTo>
                    <a:lnTo>
                      <a:pt x="21600" y="21600"/>
                    </a:lnTo>
                    <a:lnTo>
                      <a:pt x="21600" y="0"/>
                    </a:lnTo>
                  </a:path>
                </a:pathLst>
              </a:custGeom>
              <a:noFill/>
              <a:ln>
                <a:noFill/>
              </a:ln>
            </p:spPr>
            <p:txBody>
              <a:bodyPr lIns="0" tIns="0" rIns="0" bIns="0"/>
              <a:lstStyle/>
              <a:p>
                <a:endParaRPr lang="en-US"/>
              </a:p>
            </p:txBody>
          </p:sp>
          <p:pic>
            <p:nvPicPr>
              <p:cNvPr id="36929" name="Picture 22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08" cy="240"/>
              </a:xfrm>
              <a:prstGeom prst="rect">
                <a:avLst/>
              </a:prstGeom>
              <a:noFill/>
              <a:ln>
                <a:noFill/>
              </a:ln>
            </p:spPr>
          </p:pic>
        </p:grpSp>
        <p:grpSp>
          <p:nvGrpSpPr>
            <p:cNvPr id="36916" name="Group 230"/>
            <p:cNvGrpSpPr/>
            <p:nvPr/>
          </p:nvGrpSpPr>
          <p:grpSpPr bwMode="auto">
            <a:xfrm>
              <a:off x="13741400" y="10963275"/>
              <a:ext cx="2324100" cy="863600"/>
              <a:chOff x="0" y="0"/>
              <a:chExt cx="1464" cy="544"/>
            </a:xfrm>
          </p:grpSpPr>
          <p:sp>
            <p:nvSpPr>
              <p:cNvPr id="36926" name="Freeform 228"/>
              <p:cNvSpPr/>
              <p:nvPr/>
            </p:nvSpPr>
            <p:spPr bwMode="auto">
              <a:xfrm rot="10800000" flipH="1">
                <a:off x="24" y="32"/>
                <a:ext cx="1412" cy="485"/>
              </a:xfrm>
              <a:custGeom>
                <a:avLst/>
                <a:gdLst>
                  <a:gd name="T0" fmla="*/ 0 w 21600"/>
                  <a:gd name="T1" fmla="*/ 0 h 20810"/>
                  <a:gd name="T2" fmla="*/ 0 w 21600"/>
                  <a:gd name="T3" fmla="*/ 0 h 20810"/>
                  <a:gd name="T4" fmla="*/ 0 w 21600"/>
                  <a:gd name="T5" fmla="*/ 0 h 20810"/>
                  <a:gd name="T6" fmla="*/ 0 60000 65536"/>
                  <a:gd name="T7" fmla="*/ 0 60000 65536"/>
                  <a:gd name="T8" fmla="*/ 0 60000 65536"/>
                </a:gdLst>
                <a:ahLst/>
                <a:cxnLst>
                  <a:cxn ang="T6">
                    <a:pos x="T0" y="T1"/>
                  </a:cxn>
                  <a:cxn ang="T7">
                    <a:pos x="T2" y="T3"/>
                  </a:cxn>
                  <a:cxn ang="T8">
                    <a:pos x="T4" y="T5"/>
                  </a:cxn>
                </a:cxnLst>
                <a:rect l="0" t="0" r="r" b="b"/>
                <a:pathLst>
                  <a:path w="21600" h="20810">
                    <a:moveTo>
                      <a:pt x="0" y="15734"/>
                    </a:moveTo>
                    <a:cubicBezTo>
                      <a:pt x="0" y="15734"/>
                      <a:pt x="3287" y="-790"/>
                      <a:pt x="11515" y="30"/>
                    </a:cubicBezTo>
                    <a:cubicBezTo>
                      <a:pt x="19743" y="850"/>
                      <a:pt x="21600" y="20810"/>
                      <a:pt x="21600" y="20810"/>
                    </a:cubicBezTo>
                  </a:path>
                </a:pathLst>
              </a:custGeom>
              <a:noFill/>
              <a:ln>
                <a:noFill/>
              </a:ln>
            </p:spPr>
            <p:txBody>
              <a:bodyPr lIns="0" tIns="0" rIns="0" bIns="0"/>
              <a:lstStyle/>
              <a:p>
                <a:endParaRPr lang="en-US"/>
              </a:p>
            </p:txBody>
          </p:sp>
          <p:pic>
            <p:nvPicPr>
              <p:cNvPr id="36927" name="Picture 2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64" cy="544"/>
              </a:xfrm>
              <a:prstGeom prst="rect">
                <a:avLst/>
              </a:prstGeom>
              <a:noFill/>
              <a:ln>
                <a:noFill/>
              </a:ln>
            </p:spPr>
          </p:pic>
        </p:grpSp>
        <p:grpSp>
          <p:nvGrpSpPr>
            <p:cNvPr id="36917" name="Group 233"/>
            <p:cNvGrpSpPr/>
            <p:nvPr/>
          </p:nvGrpSpPr>
          <p:grpSpPr bwMode="auto">
            <a:xfrm>
              <a:off x="15790863" y="10933113"/>
              <a:ext cx="330200" cy="393700"/>
              <a:chOff x="0" y="0"/>
              <a:chExt cx="208" cy="248"/>
            </a:xfrm>
          </p:grpSpPr>
          <p:sp>
            <p:nvSpPr>
              <p:cNvPr id="36924" name="Freeform 231"/>
              <p:cNvSpPr/>
              <p:nvPr/>
            </p:nvSpPr>
            <p:spPr bwMode="auto">
              <a:xfrm rot="10800000" flipH="1">
                <a:off x="24" y="32"/>
                <a:ext cx="157" cy="18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17699"/>
                    </a:moveTo>
                    <a:lnTo>
                      <a:pt x="21600" y="21600"/>
                    </a:lnTo>
                    <a:lnTo>
                      <a:pt x="21600" y="0"/>
                    </a:lnTo>
                  </a:path>
                </a:pathLst>
              </a:custGeom>
              <a:noFill/>
              <a:ln>
                <a:noFill/>
              </a:ln>
            </p:spPr>
            <p:txBody>
              <a:bodyPr lIns="0" tIns="0" rIns="0" bIns="0"/>
              <a:lstStyle/>
              <a:p>
                <a:endParaRPr lang="en-US"/>
              </a:p>
            </p:txBody>
          </p:sp>
          <p:pic>
            <p:nvPicPr>
              <p:cNvPr id="36925" name="Picture 23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08" cy="248"/>
              </a:xfrm>
              <a:prstGeom prst="rect">
                <a:avLst/>
              </a:prstGeom>
              <a:noFill/>
              <a:ln>
                <a:noFill/>
              </a:ln>
            </p:spPr>
          </p:pic>
        </p:grpSp>
        <p:grpSp>
          <p:nvGrpSpPr>
            <p:cNvPr id="36918" name="Group 236"/>
            <p:cNvGrpSpPr/>
            <p:nvPr/>
          </p:nvGrpSpPr>
          <p:grpSpPr bwMode="auto">
            <a:xfrm>
              <a:off x="13728700" y="11201400"/>
              <a:ext cx="5410200" cy="1435100"/>
              <a:chOff x="0" y="0"/>
              <a:chExt cx="3408" cy="904"/>
            </a:xfrm>
          </p:grpSpPr>
          <p:sp>
            <p:nvSpPr>
              <p:cNvPr id="36922" name="Freeform 234"/>
              <p:cNvSpPr/>
              <p:nvPr/>
            </p:nvSpPr>
            <p:spPr bwMode="auto">
              <a:xfrm rot="10800000" flipH="1">
                <a:off x="24" y="24"/>
                <a:ext cx="3356" cy="848"/>
              </a:xfrm>
              <a:custGeom>
                <a:avLst/>
                <a:gdLst>
                  <a:gd name="T0" fmla="*/ 0 w 21600"/>
                  <a:gd name="T1" fmla="*/ 0 h 18313"/>
                  <a:gd name="T2" fmla="*/ 1 w 21600"/>
                  <a:gd name="T3" fmla="*/ 0 h 18313"/>
                  <a:gd name="T4" fmla="*/ 2 w 21600"/>
                  <a:gd name="T5" fmla="*/ 0 h 18313"/>
                  <a:gd name="T6" fmla="*/ 0 60000 65536"/>
                  <a:gd name="T7" fmla="*/ 0 60000 65536"/>
                  <a:gd name="T8" fmla="*/ 0 60000 65536"/>
                </a:gdLst>
                <a:ahLst/>
                <a:cxnLst>
                  <a:cxn ang="T6">
                    <a:pos x="T0" y="T1"/>
                  </a:cxn>
                  <a:cxn ang="T7">
                    <a:pos x="T2" y="T3"/>
                  </a:cxn>
                  <a:cxn ang="T8">
                    <a:pos x="T4" y="T5"/>
                  </a:cxn>
                </a:cxnLst>
                <a:rect l="0" t="0" r="r" b="b"/>
                <a:pathLst>
                  <a:path w="21600" h="18313">
                    <a:moveTo>
                      <a:pt x="0" y="18313"/>
                    </a:moveTo>
                    <a:cubicBezTo>
                      <a:pt x="0" y="18313"/>
                      <a:pt x="4850" y="-3287"/>
                      <a:pt x="13650" y="431"/>
                    </a:cubicBezTo>
                    <a:cubicBezTo>
                      <a:pt x="18283" y="2388"/>
                      <a:pt x="21600" y="12696"/>
                      <a:pt x="21600" y="12696"/>
                    </a:cubicBezTo>
                  </a:path>
                </a:pathLst>
              </a:custGeom>
              <a:noFill/>
              <a:ln>
                <a:noFill/>
              </a:ln>
            </p:spPr>
            <p:txBody>
              <a:bodyPr lIns="0" tIns="0" rIns="0" bIns="0"/>
              <a:lstStyle/>
              <a:p>
                <a:endParaRPr lang="en-US"/>
              </a:p>
            </p:txBody>
          </p:sp>
          <p:pic>
            <p:nvPicPr>
              <p:cNvPr id="36923" name="Picture 23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3408" cy="904"/>
              </a:xfrm>
              <a:prstGeom prst="rect">
                <a:avLst/>
              </a:prstGeom>
              <a:noFill/>
              <a:ln>
                <a:noFill/>
              </a:ln>
            </p:spPr>
          </p:pic>
        </p:grpSp>
        <p:grpSp>
          <p:nvGrpSpPr>
            <p:cNvPr id="36919" name="Group 239"/>
            <p:cNvGrpSpPr/>
            <p:nvPr/>
          </p:nvGrpSpPr>
          <p:grpSpPr bwMode="auto">
            <a:xfrm>
              <a:off x="18824575" y="11547475"/>
              <a:ext cx="330200" cy="393700"/>
              <a:chOff x="0" y="0"/>
              <a:chExt cx="208" cy="248"/>
            </a:xfrm>
          </p:grpSpPr>
          <p:sp>
            <p:nvSpPr>
              <p:cNvPr id="36920" name="Freeform 237"/>
              <p:cNvSpPr/>
              <p:nvPr/>
            </p:nvSpPr>
            <p:spPr bwMode="auto">
              <a:xfrm rot="10800000" flipH="1">
                <a:off x="24" y="32"/>
                <a:ext cx="157" cy="18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17699"/>
                    </a:moveTo>
                    <a:lnTo>
                      <a:pt x="21600" y="21600"/>
                    </a:lnTo>
                    <a:lnTo>
                      <a:pt x="21600" y="0"/>
                    </a:lnTo>
                  </a:path>
                </a:pathLst>
              </a:custGeom>
              <a:noFill/>
              <a:ln>
                <a:noFill/>
              </a:ln>
            </p:spPr>
            <p:txBody>
              <a:bodyPr lIns="0" tIns="0" rIns="0" bIns="0"/>
              <a:lstStyle/>
              <a:p>
                <a:endParaRPr lang="en-US"/>
              </a:p>
            </p:txBody>
          </p:sp>
          <p:pic>
            <p:nvPicPr>
              <p:cNvPr id="36921" name="Picture 23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08" cy="248"/>
              </a:xfrm>
              <a:prstGeom prst="rect">
                <a:avLst/>
              </a:prstGeom>
              <a:noFill/>
              <a:ln>
                <a:noFill/>
              </a:ln>
            </p:spPr>
          </p:pic>
        </p:grpSp>
      </p:grpSp>
      <p:grpSp>
        <p:nvGrpSpPr>
          <p:cNvPr id="2" name="Group 1"/>
          <p:cNvGrpSpPr/>
          <p:nvPr/>
        </p:nvGrpSpPr>
        <p:grpSpPr bwMode="auto">
          <a:xfrm>
            <a:off x="10096500" y="4370388"/>
            <a:ext cx="5738813" cy="6380162"/>
            <a:chOff x="10096035" y="4370315"/>
            <a:chExt cx="5739082" cy="6379541"/>
          </a:xfrm>
        </p:grpSpPr>
        <p:sp>
          <p:nvSpPr>
            <p:cNvPr id="36877" name="AutoShape 182"/>
            <p:cNvSpPr/>
            <p:nvPr/>
          </p:nvSpPr>
          <p:spPr bwMode="auto">
            <a:xfrm rot="-18781">
              <a:off x="11518824" y="5806844"/>
              <a:ext cx="2928026" cy="3621984"/>
            </a:xfrm>
            <a:custGeom>
              <a:avLst/>
              <a:gdLst>
                <a:gd name="T0" fmla="*/ 2884919 w 21600"/>
                <a:gd name="T1" fmla="*/ 5342426 h 21600"/>
                <a:gd name="T2" fmla="*/ 2131630 w 21600"/>
                <a:gd name="T3" fmla="*/ 6776464 h 21600"/>
                <a:gd name="T4" fmla="*/ 753424 w 21600"/>
                <a:gd name="T5" fmla="*/ 6776464 h 21600"/>
                <a:gd name="T6" fmla="*/ 0 w 21600"/>
                <a:gd name="T7" fmla="*/ 5342426 h 21600"/>
                <a:gd name="T8" fmla="*/ 0 w 21600"/>
                <a:gd name="T9" fmla="*/ 1462208 h 21600"/>
                <a:gd name="T10" fmla="*/ 753424 w 21600"/>
                <a:gd name="T11" fmla="*/ 0 h 21600"/>
                <a:gd name="T12" fmla="*/ 2131630 w 21600"/>
                <a:gd name="T13" fmla="*/ 0 h 21600"/>
                <a:gd name="T14" fmla="*/ 2884919 w 21600"/>
                <a:gd name="T15" fmla="*/ 1462208 h 21600"/>
                <a:gd name="T16" fmla="*/ 2884919 w 21600"/>
                <a:gd name="T17" fmla="*/ 5342426 h 21600"/>
                <a:gd name="T18" fmla="*/ 2884919 w 21600"/>
                <a:gd name="T19" fmla="*/ 534242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6878" name="AutoShape 183"/>
            <p:cNvSpPr/>
            <p:nvPr/>
          </p:nvSpPr>
          <p:spPr bwMode="auto">
            <a:xfrm rot="-18781">
              <a:off x="11855732" y="5973473"/>
              <a:ext cx="2278589" cy="4776383"/>
            </a:xfrm>
            <a:custGeom>
              <a:avLst/>
              <a:gdLst>
                <a:gd name="T0" fmla="*/ 534203 w 21600"/>
                <a:gd name="T1" fmla="*/ 0 h 21600"/>
                <a:gd name="T2" fmla="*/ 0 w 21600"/>
                <a:gd name="T3" fmla="*/ 5329868 h 21600"/>
                <a:gd name="T4" fmla="*/ 0 w 21600"/>
                <a:gd name="T5" fmla="*/ 6356791 h 21600"/>
                <a:gd name="T6" fmla="*/ 0 w 21600"/>
                <a:gd name="T7" fmla="*/ 6699098 h 21600"/>
                <a:gd name="T8" fmla="*/ 0 w 21600"/>
                <a:gd name="T9" fmla="*/ 10170821 h 21600"/>
                <a:gd name="T10" fmla="*/ 11076 w 21600"/>
                <a:gd name="T11" fmla="*/ 10904305 h 21600"/>
                <a:gd name="T12" fmla="*/ 0 w 21600"/>
                <a:gd name="T13" fmla="*/ 11539830 h 21600"/>
                <a:gd name="T14" fmla="*/ 0 w 21600"/>
                <a:gd name="T15" fmla="*/ 18287798 h 21600"/>
                <a:gd name="T16" fmla="*/ 233661 w 21600"/>
                <a:gd name="T17" fmla="*/ 20488251 h 21600"/>
                <a:gd name="T18" fmla="*/ 467427 w 21600"/>
                <a:gd name="T19" fmla="*/ 18287798 h 21600"/>
                <a:gd name="T20" fmla="*/ 467427 w 21600"/>
                <a:gd name="T21" fmla="*/ 13495936 h 21600"/>
                <a:gd name="T22" fmla="*/ 589796 w 21600"/>
                <a:gd name="T23" fmla="*/ 13495936 h 21600"/>
                <a:gd name="T24" fmla="*/ 589796 w 21600"/>
                <a:gd name="T25" fmla="*/ 18287798 h 21600"/>
                <a:gd name="T26" fmla="*/ 823457 w 21600"/>
                <a:gd name="T27" fmla="*/ 20488251 h 21600"/>
                <a:gd name="T28" fmla="*/ 1057223 w 21600"/>
                <a:gd name="T29" fmla="*/ 18287798 h 21600"/>
                <a:gd name="T30" fmla="*/ 1057223 w 21600"/>
                <a:gd name="T31" fmla="*/ 11539830 h 21600"/>
                <a:gd name="T32" fmla="*/ 1046041 w 21600"/>
                <a:gd name="T33" fmla="*/ 10904305 h 21600"/>
                <a:gd name="T34" fmla="*/ 1057223 w 21600"/>
                <a:gd name="T35" fmla="*/ 10170821 h 21600"/>
                <a:gd name="T36" fmla="*/ 1057223 w 21600"/>
                <a:gd name="T37" fmla="*/ 6699098 h 21600"/>
                <a:gd name="T38" fmla="*/ 1057223 w 21600"/>
                <a:gd name="T39" fmla="*/ 6356791 h 21600"/>
                <a:gd name="T40" fmla="*/ 1057223 w 21600"/>
                <a:gd name="T41" fmla="*/ 5329868 h 21600"/>
                <a:gd name="T42" fmla="*/ 534203 w 21600"/>
                <a:gd name="T43" fmla="*/ 0 h 21600"/>
                <a:gd name="T44" fmla="*/ 534203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6879" name="AutoShape 184"/>
            <p:cNvSpPr/>
            <p:nvPr/>
          </p:nvSpPr>
          <p:spPr bwMode="auto">
            <a:xfrm rot="-18781">
              <a:off x="13472743" y="4820233"/>
              <a:ext cx="1598982" cy="2211935"/>
            </a:xfrm>
            <a:custGeom>
              <a:avLst/>
              <a:gdLst>
                <a:gd name="T0" fmla="*/ 54130 w 19437"/>
                <a:gd name="T1" fmla="*/ 118097 h 21352"/>
                <a:gd name="T2" fmla="*/ 169219 w 19437"/>
                <a:gd name="T3" fmla="*/ 85879 h 21352"/>
                <a:gd name="T4" fmla="*/ 297799 w 19437"/>
                <a:gd name="T5" fmla="*/ 300526 h 21352"/>
                <a:gd name="T6" fmla="*/ 155645 w 19437"/>
                <a:gd name="T7" fmla="*/ 761932 h 21352"/>
                <a:gd name="T8" fmla="*/ 40639 w 19437"/>
                <a:gd name="T9" fmla="*/ 933691 h 21352"/>
                <a:gd name="T10" fmla="*/ 67704 w 19437"/>
                <a:gd name="T11" fmla="*/ 976579 h 21352"/>
                <a:gd name="T12" fmla="*/ 297799 w 19437"/>
                <a:gd name="T13" fmla="*/ 676053 h 21352"/>
                <a:gd name="T14" fmla="*/ 331610 w 19437"/>
                <a:gd name="T15" fmla="*/ 171759 h 21352"/>
                <a:gd name="T16" fmla="*/ 196284 w 19437"/>
                <a:gd name="T17" fmla="*/ 0 h 21352"/>
                <a:gd name="T18" fmla="*/ 6746 w 19437"/>
                <a:gd name="T19" fmla="*/ 96549 h 21352"/>
                <a:gd name="T20" fmla="*/ 54130 w 19437"/>
                <a:gd name="T21" fmla="*/ 118097 h 21352"/>
                <a:gd name="T22" fmla="*/ 54130 w 19437"/>
                <a:gd name="T23" fmla="*/ 118097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6880" name="AutoShape 185"/>
            <p:cNvSpPr/>
            <p:nvPr/>
          </p:nvSpPr>
          <p:spPr bwMode="auto">
            <a:xfrm rot="-18781">
              <a:off x="13982963" y="4887901"/>
              <a:ext cx="85745" cy="1381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6881" name="AutoShape 186"/>
            <p:cNvSpPr/>
            <p:nvPr/>
          </p:nvSpPr>
          <p:spPr bwMode="auto">
            <a:xfrm rot="-18781">
              <a:off x="14818150" y="5564196"/>
              <a:ext cx="80981" cy="412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6882" name="AutoShape 187"/>
            <p:cNvSpPr/>
            <p:nvPr/>
          </p:nvSpPr>
          <p:spPr bwMode="auto">
            <a:xfrm rot="-18781">
              <a:off x="14549476" y="5084118"/>
              <a:ext cx="125441" cy="5875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6883" name="AutoShape 188"/>
            <p:cNvSpPr/>
            <p:nvPr/>
          </p:nvSpPr>
          <p:spPr bwMode="auto">
            <a:xfrm rot="-18781">
              <a:off x="14465671" y="5001217"/>
              <a:ext cx="147672" cy="8415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6884" name="AutoShape 189"/>
            <p:cNvSpPr/>
            <p:nvPr/>
          </p:nvSpPr>
          <p:spPr bwMode="auto">
            <a:xfrm rot="-18781">
              <a:off x="14767176" y="5381770"/>
              <a:ext cx="158787" cy="238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6885" name="AutoShape 190"/>
            <p:cNvSpPr/>
            <p:nvPr/>
          </p:nvSpPr>
          <p:spPr bwMode="auto">
            <a:xfrm rot="-18781">
              <a:off x="14440556" y="6380795"/>
              <a:ext cx="74630" cy="889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6886" name="AutoShape 191"/>
            <p:cNvSpPr/>
            <p:nvPr/>
          </p:nvSpPr>
          <p:spPr bwMode="auto">
            <a:xfrm rot="-18781">
              <a:off x="14098791" y="4887605"/>
              <a:ext cx="69866" cy="1270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6887" name="AutoShape 192"/>
            <p:cNvSpPr/>
            <p:nvPr/>
          </p:nvSpPr>
          <p:spPr bwMode="auto">
            <a:xfrm rot="-18781">
              <a:off x="14621438" y="6196769"/>
              <a:ext cx="53987" cy="7463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6888" name="AutoShape 193"/>
            <p:cNvSpPr/>
            <p:nvPr/>
          </p:nvSpPr>
          <p:spPr bwMode="auto">
            <a:xfrm rot="-18781">
              <a:off x="14215171" y="4936210"/>
              <a:ext cx="90508" cy="809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6889" name="AutoShape 194"/>
            <p:cNvSpPr/>
            <p:nvPr/>
          </p:nvSpPr>
          <p:spPr bwMode="auto">
            <a:xfrm rot="-18781">
              <a:off x="14687627" y="6079665"/>
              <a:ext cx="55575" cy="682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6890" name="AutoShape 195"/>
            <p:cNvSpPr/>
            <p:nvPr/>
          </p:nvSpPr>
          <p:spPr bwMode="auto">
            <a:xfrm rot="-18781">
              <a:off x="14539120" y="6280404"/>
              <a:ext cx="98448" cy="1190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6891" name="AutoShape 196"/>
            <p:cNvSpPr/>
            <p:nvPr/>
          </p:nvSpPr>
          <p:spPr bwMode="auto">
            <a:xfrm rot="-18781">
              <a:off x="14801888" y="5813623"/>
              <a:ext cx="103211" cy="444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6892" name="AutoShape 197"/>
            <p:cNvSpPr/>
            <p:nvPr/>
          </p:nvSpPr>
          <p:spPr bwMode="auto">
            <a:xfrm rot="-18781">
              <a:off x="14332953" y="4934955"/>
              <a:ext cx="181017" cy="112740"/>
            </a:xfrm>
            <a:custGeom>
              <a:avLst/>
              <a:gdLst>
                <a:gd name="T0" fmla="*/ 0 w 21600"/>
                <a:gd name="T1" fmla="*/ 0 h 21600"/>
                <a:gd name="T2" fmla="*/ 67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6893" name="AutoShape 198"/>
            <p:cNvSpPr/>
            <p:nvPr/>
          </p:nvSpPr>
          <p:spPr bwMode="auto">
            <a:xfrm rot="-18781">
              <a:off x="14753775" y="5962535"/>
              <a:ext cx="60339" cy="5716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6894" name="AutoShape 199"/>
            <p:cNvSpPr/>
            <p:nvPr/>
          </p:nvSpPr>
          <p:spPr bwMode="auto">
            <a:xfrm rot="-18781">
              <a:off x="14818957" y="5697267"/>
              <a:ext cx="117502" cy="492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6895" name="AutoShape 200"/>
            <p:cNvSpPr/>
            <p:nvPr/>
          </p:nvSpPr>
          <p:spPr bwMode="auto">
            <a:xfrm rot="-18781">
              <a:off x="14800008" y="5430306"/>
              <a:ext cx="173077" cy="49225"/>
            </a:xfrm>
            <a:custGeom>
              <a:avLst/>
              <a:gdLst>
                <a:gd name="T0" fmla="*/ 0 w 21600"/>
                <a:gd name="T1" fmla="*/ 0 h 21600"/>
                <a:gd name="T2" fmla="*/ 0 w 21600"/>
                <a:gd name="T3" fmla="*/ 0 h 21600"/>
                <a:gd name="T4" fmla="*/ 64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6896" name="AutoShape 201"/>
            <p:cNvSpPr/>
            <p:nvPr/>
          </p:nvSpPr>
          <p:spPr bwMode="auto">
            <a:xfrm rot="-18781">
              <a:off x="14633024" y="5132718"/>
              <a:ext cx="212774" cy="71455"/>
            </a:xfrm>
            <a:custGeom>
              <a:avLst/>
              <a:gdLst>
                <a:gd name="T0" fmla="*/ 0 w 21600"/>
                <a:gd name="T1" fmla="*/ 0 h 21600"/>
                <a:gd name="T2" fmla="*/ 99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6897" name="AutoShape 202"/>
            <p:cNvSpPr/>
            <p:nvPr/>
          </p:nvSpPr>
          <p:spPr bwMode="auto">
            <a:xfrm rot="-18781">
              <a:off x="14699851" y="5231937"/>
              <a:ext cx="174665" cy="69867"/>
            </a:xfrm>
            <a:custGeom>
              <a:avLst/>
              <a:gdLst>
                <a:gd name="T0" fmla="*/ 0 w 21600"/>
                <a:gd name="T1" fmla="*/ 0 h 21600"/>
                <a:gd name="T2" fmla="*/ 65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6898" name="AutoShape 203"/>
            <p:cNvSpPr/>
            <p:nvPr/>
          </p:nvSpPr>
          <p:spPr bwMode="auto">
            <a:xfrm rot="-18781">
              <a:off x="12046969" y="9631736"/>
              <a:ext cx="674843" cy="279469"/>
            </a:xfrm>
            <a:custGeom>
              <a:avLst/>
              <a:gdLst>
                <a:gd name="T0" fmla="*/ 1372 w 18193"/>
                <a:gd name="T1" fmla="*/ 0 h 20862"/>
                <a:gd name="T2" fmla="*/ 8272 w 18193"/>
                <a:gd name="T3" fmla="*/ 0 h 20862"/>
                <a:gd name="T4" fmla="*/ 12389 w 18193"/>
                <a:gd name="T5" fmla="*/ 0 h 20862"/>
                <a:gd name="T6" fmla="*/ 2745 w 18193"/>
                <a:gd name="T7" fmla="*/ 174 h 20862"/>
                <a:gd name="T8" fmla="*/ 6862 w 18193"/>
                <a:gd name="T9" fmla="*/ 174 h 20862"/>
                <a:gd name="T10" fmla="*/ 12389 w 18193"/>
                <a:gd name="T11" fmla="*/ 174 h 20862"/>
                <a:gd name="T12" fmla="*/ 8272 w 18193"/>
                <a:gd name="T13" fmla="*/ 174 h 20862"/>
                <a:gd name="T14" fmla="*/ 1372 w 18193"/>
                <a:gd name="T15" fmla="*/ 174 h 20862"/>
                <a:gd name="T16" fmla="*/ 1372 w 18193"/>
                <a:gd name="T17" fmla="*/ 0 h 20862"/>
                <a:gd name="T18" fmla="*/ 1372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6899" name="AutoShape 204"/>
            <p:cNvSpPr/>
            <p:nvPr/>
          </p:nvSpPr>
          <p:spPr bwMode="auto">
            <a:xfrm rot="-18781">
              <a:off x="13310982" y="9623966"/>
              <a:ext cx="674843" cy="281057"/>
            </a:xfrm>
            <a:custGeom>
              <a:avLst/>
              <a:gdLst>
                <a:gd name="T0" fmla="*/ 1372 w 18193"/>
                <a:gd name="T1" fmla="*/ 0 h 20862"/>
                <a:gd name="T2" fmla="*/ 8272 w 18193"/>
                <a:gd name="T3" fmla="*/ 0 h 20862"/>
                <a:gd name="T4" fmla="*/ 12389 w 18193"/>
                <a:gd name="T5" fmla="*/ 0 h 20862"/>
                <a:gd name="T6" fmla="*/ 2745 w 18193"/>
                <a:gd name="T7" fmla="*/ 175 h 20862"/>
                <a:gd name="T8" fmla="*/ 6862 w 18193"/>
                <a:gd name="T9" fmla="*/ 175 h 20862"/>
                <a:gd name="T10" fmla="*/ 12389 w 18193"/>
                <a:gd name="T11" fmla="*/ 175 h 20862"/>
                <a:gd name="T12" fmla="*/ 8272 w 18193"/>
                <a:gd name="T13" fmla="*/ 364 h 20862"/>
                <a:gd name="T14" fmla="*/ 1372 w 18193"/>
                <a:gd name="T15" fmla="*/ 175 h 20862"/>
                <a:gd name="T16" fmla="*/ 1372 w 18193"/>
                <a:gd name="T17" fmla="*/ 0 h 20862"/>
                <a:gd name="T18" fmla="*/ 1372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grpSp>
          <p:nvGrpSpPr>
            <p:cNvPr id="36900" name="Group 207"/>
            <p:cNvGrpSpPr/>
            <p:nvPr/>
          </p:nvGrpSpPr>
          <p:grpSpPr bwMode="auto">
            <a:xfrm rot="-3383747">
              <a:off x="10088864" y="6090049"/>
              <a:ext cx="2996355" cy="2982014"/>
              <a:chOff x="0" y="0"/>
              <a:chExt cx="1886" cy="1877"/>
            </a:xfrm>
          </p:grpSpPr>
          <p:sp>
            <p:nvSpPr>
              <p:cNvPr id="36910" name="AutoShape 205"/>
              <p:cNvSpPr/>
              <p:nvPr/>
            </p:nvSpPr>
            <p:spPr bwMode="auto">
              <a:xfrm rot="2744935">
                <a:off x="398" y="152"/>
                <a:ext cx="1090" cy="1571"/>
              </a:xfrm>
              <a:custGeom>
                <a:avLst/>
                <a:gdLst>
                  <a:gd name="T0" fmla="*/ 0 w 19329"/>
                  <a:gd name="T1" fmla="*/ 0 h 20287"/>
                  <a:gd name="T2" fmla="*/ 0 w 19329"/>
                  <a:gd name="T3" fmla="*/ 0 h 20287"/>
                  <a:gd name="T4" fmla="*/ 0 w 19329"/>
                  <a:gd name="T5" fmla="*/ 1 h 20287"/>
                  <a:gd name="T6" fmla="*/ 0 w 19329"/>
                  <a:gd name="T7" fmla="*/ 1 h 20287"/>
                  <a:gd name="T8" fmla="*/ 0 w 19329"/>
                  <a:gd name="T9" fmla="*/ 1 h 20287"/>
                  <a:gd name="T10" fmla="*/ 0 w 19329"/>
                  <a:gd name="T11" fmla="*/ 1 h 20287"/>
                  <a:gd name="T12" fmla="*/ 0 w 19329"/>
                  <a:gd name="T13" fmla="*/ 0 h 20287"/>
                  <a:gd name="T14" fmla="*/ 0 w 19329"/>
                  <a:gd name="T15" fmla="*/ 0 h 20287"/>
                  <a:gd name="T16" fmla="*/ 0 w 19329"/>
                  <a:gd name="T17" fmla="*/ 0 h 20287"/>
                  <a:gd name="T18" fmla="*/ 0 w 19329"/>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9" h="20287">
                    <a:moveTo>
                      <a:pt x="18752" y="0"/>
                    </a:moveTo>
                    <a:cubicBezTo>
                      <a:pt x="18752" y="0"/>
                      <a:pt x="11312" y="0"/>
                      <a:pt x="5962" y="5158"/>
                    </a:cubicBezTo>
                    <a:cubicBezTo>
                      <a:pt x="2636"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36911" name="AutoShape 206"/>
              <p:cNvSpPr/>
              <p:nvPr/>
            </p:nvSpPr>
            <p:spPr bwMode="auto">
              <a:xfrm rot="2744935">
                <a:off x="875" y="537"/>
                <a:ext cx="144" cy="146"/>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1" y="21600"/>
                      <a:pt x="1476"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grpSp>
          <p:nvGrpSpPr>
            <p:cNvPr id="36901" name="Group 210"/>
            <p:cNvGrpSpPr/>
            <p:nvPr/>
          </p:nvGrpSpPr>
          <p:grpSpPr bwMode="auto">
            <a:xfrm rot="3555821" flipH="1">
              <a:off x="12845932" y="6005398"/>
              <a:ext cx="2996355" cy="2982014"/>
              <a:chOff x="0" y="0"/>
              <a:chExt cx="1886" cy="1877"/>
            </a:xfrm>
          </p:grpSpPr>
          <p:sp>
            <p:nvSpPr>
              <p:cNvPr id="36908" name="AutoShape 208"/>
              <p:cNvSpPr/>
              <p:nvPr/>
            </p:nvSpPr>
            <p:spPr bwMode="auto">
              <a:xfrm rot="2744935">
                <a:off x="398" y="152"/>
                <a:ext cx="1090" cy="1571"/>
              </a:xfrm>
              <a:custGeom>
                <a:avLst/>
                <a:gdLst>
                  <a:gd name="T0" fmla="*/ 0 w 19329"/>
                  <a:gd name="T1" fmla="*/ 0 h 20286"/>
                  <a:gd name="T2" fmla="*/ 0 w 19329"/>
                  <a:gd name="T3" fmla="*/ 0 h 20286"/>
                  <a:gd name="T4" fmla="*/ 0 w 19329"/>
                  <a:gd name="T5" fmla="*/ 1 h 20286"/>
                  <a:gd name="T6" fmla="*/ 0 w 19329"/>
                  <a:gd name="T7" fmla="*/ 1 h 20286"/>
                  <a:gd name="T8" fmla="*/ 0 w 19329"/>
                  <a:gd name="T9" fmla="*/ 1 h 20286"/>
                  <a:gd name="T10" fmla="*/ 0 w 19329"/>
                  <a:gd name="T11" fmla="*/ 1 h 20286"/>
                  <a:gd name="T12" fmla="*/ 0 w 19329"/>
                  <a:gd name="T13" fmla="*/ 0 h 20286"/>
                  <a:gd name="T14" fmla="*/ 0 w 19329"/>
                  <a:gd name="T15" fmla="*/ 0 h 20286"/>
                  <a:gd name="T16" fmla="*/ 0 w 19329"/>
                  <a:gd name="T17" fmla="*/ 0 h 20286"/>
                  <a:gd name="T18" fmla="*/ 0 w 19329"/>
                  <a:gd name="T19" fmla="*/ 0 h 20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29" h="20286">
                    <a:moveTo>
                      <a:pt x="18752" y="0"/>
                    </a:moveTo>
                    <a:cubicBezTo>
                      <a:pt x="18752" y="0"/>
                      <a:pt x="11312" y="0"/>
                      <a:pt x="5962" y="5158"/>
                    </a:cubicBezTo>
                    <a:cubicBezTo>
                      <a:pt x="2636"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1"/>
                      <a:pt x="18752" y="0"/>
                      <a:pt x="18752" y="0"/>
                    </a:cubicBezTo>
                    <a:close/>
                    <a:moveTo>
                      <a:pt x="18752" y="0"/>
                    </a:moveTo>
                  </a:path>
                </a:pathLst>
              </a:custGeom>
              <a:solidFill>
                <a:srgbClr val="FFFFFF"/>
              </a:solidFill>
              <a:ln>
                <a:noFill/>
              </a:ln>
            </p:spPr>
            <p:txBody>
              <a:bodyPr lIns="0" tIns="0" rIns="0" bIns="0"/>
              <a:lstStyle/>
              <a:p>
                <a:endParaRPr lang="en-US"/>
              </a:p>
            </p:txBody>
          </p:sp>
          <p:sp>
            <p:nvSpPr>
              <p:cNvPr id="36909" name="AutoShape 209"/>
              <p:cNvSpPr/>
              <p:nvPr/>
            </p:nvSpPr>
            <p:spPr bwMode="auto">
              <a:xfrm rot="2744935">
                <a:off x="875" y="537"/>
                <a:ext cx="144" cy="146"/>
              </a:xfrm>
              <a:custGeom>
                <a:avLst/>
                <a:gdLst>
                  <a:gd name="T0" fmla="*/ 0 w 18401"/>
                  <a:gd name="T1" fmla="*/ 0 h 18929"/>
                  <a:gd name="T2" fmla="*/ 0 w 18401"/>
                  <a:gd name="T3" fmla="*/ 0 h 18929"/>
                  <a:gd name="T4" fmla="*/ 0 w 18401"/>
                  <a:gd name="T5" fmla="*/ 0 h 18929"/>
                  <a:gd name="T6" fmla="*/ 0 w 18401"/>
                  <a:gd name="T7" fmla="*/ 0 h 18929"/>
                  <a:gd name="T8" fmla="*/ 0 w 18401"/>
                  <a:gd name="T9" fmla="*/ 0 h 18929"/>
                  <a:gd name="T10" fmla="*/ 0 w 18401"/>
                  <a:gd name="T11" fmla="*/ 0 h 18929"/>
                  <a:gd name="T12" fmla="*/ 0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1" y="21600"/>
                      <a:pt x="1476" y="16793"/>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grpSp>
        <p:grpSp>
          <p:nvGrpSpPr>
            <p:cNvPr id="36902" name="Group 214"/>
            <p:cNvGrpSpPr/>
            <p:nvPr/>
          </p:nvGrpSpPr>
          <p:grpSpPr bwMode="auto">
            <a:xfrm rot="-119998">
              <a:off x="11888596" y="4370315"/>
              <a:ext cx="2099160" cy="3015409"/>
              <a:chOff x="0" y="0"/>
              <a:chExt cx="1321" cy="1898"/>
            </a:xfrm>
          </p:grpSpPr>
          <p:sp>
            <p:nvSpPr>
              <p:cNvPr id="36905" name="AutoShape 211"/>
              <p:cNvSpPr/>
              <p:nvPr/>
            </p:nvSpPr>
            <p:spPr bwMode="auto">
              <a:xfrm rot="101208">
                <a:off x="27" y="18"/>
                <a:ext cx="1267" cy="1862"/>
              </a:xfrm>
              <a:custGeom>
                <a:avLst/>
                <a:gdLst>
                  <a:gd name="T0" fmla="*/ 0 w 21600"/>
                  <a:gd name="T1" fmla="*/ 1 h 21600"/>
                  <a:gd name="T2" fmla="*/ 0 w 21600"/>
                  <a:gd name="T3" fmla="*/ 1 h 21600"/>
                  <a:gd name="T4" fmla="*/ 0 w 21600"/>
                  <a:gd name="T5" fmla="*/ 1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2"/>
                    </a:cubicBezTo>
                    <a:cubicBezTo>
                      <a:pt x="21600" y="6062"/>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6906" name="AutoShape 212"/>
              <p:cNvSpPr/>
              <p:nvPr/>
            </p:nvSpPr>
            <p:spPr bwMode="auto">
              <a:xfrm rot="101208">
                <a:off x="155" y="426"/>
                <a:ext cx="1026" cy="8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6907" name="AutoShape 213"/>
              <p:cNvSpPr/>
              <p:nvPr/>
            </p:nvSpPr>
            <p:spPr bwMode="auto">
              <a:xfrm rot="101208">
                <a:off x="533" y="494"/>
                <a:ext cx="603" cy="696"/>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grpSp>
        <p:sp>
          <p:nvSpPr>
            <p:cNvPr id="36903" name="Oval 240"/>
            <p:cNvSpPr/>
            <p:nvPr/>
          </p:nvSpPr>
          <p:spPr bwMode="auto">
            <a:xfrm>
              <a:off x="12204700" y="7429500"/>
              <a:ext cx="1562100" cy="1562100"/>
            </a:xfrm>
            <a:prstGeom prst="ellipse">
              <a:avLst/>
            </a:prstGeom>
            <a:solidFill>
              <a:srgbClr val="EC1F3A"/>
            </a:solidFill>
            <a:ln w="25400">
              <a:solidFill>
                <a:schemeClr val="tx1">
                  <a:alpha val="0"/>
                </a:schemeClr>
              </a:solidFill>
              <a:miter lim="800000"/>
            </a:ln>
          </p:spPr>
          <p:txBody>
            <a:bodyPr lIns="0" tIns="0" rIns="0" bIns="0"/>
            <a:lstStyle/>
            <a:p>
              <a:endParaRPr lang="en-US"/>
            </a:p>
          </p:txBody>
        </p:sp>
        <p:sp>
          <p:nvSpPr>
            <p:cNvPr id="36904" name="Rectangle 241"/>
            <p:cNvSpPr/>
            <p:nvPr/>
          </p:nvSpPr>
          <p:spPr bwMode="auto">
            <a:xfrm rot="21540001">
              <a:off x="12362915" y="7835269"/>
              <a:ext cx="1253607" cy="861690"/>
            </a:xfrm>
            <a:prstGeom prst="rect">
              <a:avLst/>
            </a:prstGeom>
            <a:noFill/>
            <a:ln>
              <a:noFill/>
            </a:ln>
          </p:spPr>
          <p:txBody>
            <a:bodyPr wrap="none" lIns="0" tIns="0" rIns="0" bIns="0" anchor="ctr">
              <a:spAutoFit/>
            </a:bodyPr>
            <a:lstStyle/>
            <a:p>
              <a:r>
                <a:rPr lang="en-US" sz="56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65</a:t>
              </a:r>
              <a:r>
                <a:rPr lang="en-US" sz="36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a:t>
              </a:r>
              <a:endParaRPr lang="en-US" sz="36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35844" name="Group 1"/>
          <p:cNvGrpSpPr/>
          <p:nvPr/>
        </p:nvGrpSpPr>
        <p:grpSpPr bwMode="auto">
          <a:xfrm>
            <a:off x="1358900" y="3943350"/>
            <a:ext cx="7861300" cy="7956550"/>
            <a:chOff x="1358900" y="3943350"/>
            <a:chExt cx="7861300" cy="7956550"/>
          </a:xfrm>
        </p:grpSpPr>
        <p:sp>
          <p:nvSpPr>
            <p:cNvPr id="36873" name="Rectangle 242"/>
            <p:cNvSpPr/>
            <p:nvPr/>
          </p:nvSpPr>
          <p:spPr bwMode="auto">
            <a:xfrm>
              <a:off x="1612900" y="3943350"/>
              <a:ext cx="7607300" cy="2527300"/>
            </a:xfrm>
            <a:prstGeom prst="rect">
              <a:avLst/>
            </a:prstGeom>
            <a:noFill/>
            <a:ln>
              <a:noFill/>
            </a:ln>
          </p:spPr>
          <p:txBody>
            <a:bodyPr lIns="0" tIns="0" rIns="0" bIns="0" anchor="ctr"/>
            <a:lstStyle/>
            <a:p>
              <a:pPr algn="r"/>
              <a:r>
                <a:rPr lang="en-US" sz="96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Display Impressions</a:t>
              </a:r>
              <a:endParaRPr lang="en-US" sz="96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6874" name="Rectangle 243"/>
            <p:cNvSpPr/>
            <p:nvPr/>
          </p:nvSpPr>
          <p:spPr bwMode="auto">
            <a:xfrm>
              <a:off x="1473200" y="6972300"/>
              <a:ext cx="7607300" cy="914400"/>
            </a:xfrm>
            <a:prstGeom prst="rect">
              <a:avLst/>
            </a:prstGeom>
            <a:noFill/>
            <a:ln>
              <a:noFill/>
            </a:ln>
          </p:spPr>
          <p:txBody>
            <a:bodyPr lIns="0" tIns="0" rIns="0" bIns="0"/>
            <a:lstStyle/>
            <a:p>
              <a:pPr algn="r"/>
              <a:r>
                <a:rPr lang="en-US" sz="2400" b="1">
                  <a:solidFill>
                    <a:srgbClr val="FFFFFF"/>
                  </a:solidFill>
                  <a:latin typeface="Open Sans Bold" charset="0"/>
                  <a:ea typeface="MS PGothic" panose="020B0600070205080204" charset="-128"/>
                  <a:cs typeface="MS PGothic" panose="020B0600070205080204" charset="-128"/>
                  <a:sym typeface="Open Sans Bold" charset="0"/>
                </a:rPr>
                <a:t>The U.S accounts for 24,7% in global online display impressions</a:t>
              </a:r>
              <a:endParaRPr lang="en-US" sz="2400" b="1">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36875" name="Rectangle 244"/>
            <p:cNvSpPr/>
            <p:nvPr/>
          </p:nvSpPr>
          <p:spPr bwMode="auto">
            <a:xfrm>
              <a:off x="1473200" y="8890000"/>
              <a:ext cx="7607300" cy="3009900"/>
            </a:xfrm>
            <a:prstGeom prst="rect">
              <a:avLst/>
            </a:prstGeom>
            <a:noFill/>
            <a:ln>
              <a:noFill/>
            </a:ln>
          </p:spPr>
          <p:txBody>
            <a:bodyPr lIns="0" tIns="0" rIns="0" bIns="0"/>
            <a:lstStyle/>
            <a:p>
              <a:pPr algn="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quam.Praesent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endPar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36876" name="Line 245"/>
            <p:cNvSpPr>
              <a:spLocks noChangeShapeType="1"/>
            </p:cNvSpPr>
            <p:nvPr/>
          </p:nvSpPr>
          <p:spPr bwMode="auto">
            <a:xfrm>
              <a:off x="1358900" y="8305800"/>
              <a:ext cx="7721600" cy="0"/>
            </a:xfrm>
            <a:prstGeom prst="line">
              <a:avLst/>
            </a:prstGeom>
            <a:noFill/>
            <a:ln w="12700">
              <a:solidFill>
                <a:srgbClr val="4D4D4D">
                  <a:alpha val="70195"/>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Scale>
                                      <p:cBhvr>
                                        <p:cTn id="7" dur="1000" decel="50000" fill="hold">
                                          <p:stCondLst>
                                            <p:cond delay="0"/>
                                          </p:stCondLst>
                                        </p:cTn>
                                        <p:tgtEl>
                                          <p:spTgt spid="3584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35844"/>
                                        </p:tgtEl>
                                        <p:attrNameLst>
                                          <p:attrName>ppt_x</p:attrName>
                                          <p:attrName>ppt_y</p:attrName>
                                        </p:attrNameLst>
                                      </p:cBhvr>
                                    </p:animMotion>
                                    <p:animEffect transition="in" filter="fade">
                                      <p:cBhvr>
                                        <p:cTn id="9" dur="1000"/>
                                        <p:tgtEl>
                                          <p:spTgt spid="35844"/>
                                        </p:tgtEl>
                                      </p:cBhvr>
                                    </p:animEffect>
                                  </p:childTnLst>
                                </p:cTn>
                              </p:par>
                            </p:childTnLst>
                          </p:cTn>
                        </p:par>
                      </p:childTnLst>
                    </p:cTn>
                  </p:par>
                  <p:par>
                    <p:cTn id="10" fill="hold">
                      <p:stCondLst>
                        <p:cond delay="indefinite"/>
                      </p:stCondLst>
                      <p:childTnLst>
                        <p:par>
                          <p:cTn id="11" fill="hold">
                            <p:stCondLst>
                              <p:cond delay="0"/>
                            </p:stCondLst>
                            <p:childTnLst>
                              <p:par>
                                <p:cTn id="12" presetID="37"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450" decel="100000" fill="hold"/>
                                        <p:tgtEl>
                                          <p:spTgt spid="2"/>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2"/>
                                        </p:tgtEl>
                                        <p:attrNameLst>
                                          <p:attrName>ppt_y</p:attrName>
                                        </p:attrNameLst>
                                      </p:cBhvr>
                                      <p:tavLst>
                                        <p:tav tm="0">
                                          <p:val>
                                            <p:strVal val="#ppt_y-.03"/>
                                          </p:val>
                                        </p:tav>
                                        <p:tav tm="100000">
                                          <p:val>
                                            <p:strVal val="#ppt_y"/>
                                          </p:val>
                                        </p:tav>
                                      </p:tavLst>
                                    </p:anim>
                                  </p:childTnLst>
                                </p:cTn>
                              </p:par>
                              <p:par>
                                <p:cTn id="18" presetID="22" presetClass="entr" presetSubtype="8"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par>
                                <p:cTn id="21" presetID="23" presetClass="entr" presetSubtype="16" fill="hold" nodeType="withEffect">
                                  <p:stCondLst>
                                    <p:cond delay="0"/>
                                  </p:stCondLst>
                                  <p:childTnLst>
                                    <p:set>
                                      <p:cBhvr>
                                        <p:cTn id="22" dur="1" fill="hold">
                                          <p:stCondLst>
                                            <p:cond delay="0"/>
                                          </p:stCondLst>
                                        </p:cTn>
                                        <p:tgtEl>
                                          <p:spTgt spid="35849"/>
                                        </p:tgtEl>
                                        <p:attrNameLst>
                                          <p:attrName>style.visibility</p:attrName>
                                        </p:attrNameLst>
                                      </p:cBhvr>
                                      <p:to>
                                        <p:strVal val="visible"/>
                                      </p:to>
                                    </p:set>
                                    <p:anim calcmode="lin" valueType="num">
                                      <p:cBhvr>
                                        <p:cTn id="23" dur="500" fill="hold"/>
                                        <p:tgtEl>
                                          <p:spTgt spid="35849"/>
                                        </p:tgtEl>
                                        <p:attrNameLst>
                                          <p:attrName>ppt_w</p:attrName>
                                        </p:attrNameLst>
                                      </p:cBhvr>
                                      <p:tavLst>
                                        <p:tav tm="0">
                                          <p:val>
                                            <p:fltVal val="0"/>
                                          </p:val>
                                        </p:tav>
                                        <p:tav tm="100000">
                                          <p:val>
                                            <p:strVal val="#ppt_w"/>
                                          </p:val>
                                        </p:tav>
                                      </p:tavLst>
                                    </p:anim>
                                    <p:anim calcmode="lin" valueType="num">
                                      <p:cBhvr>
                                        <p:cTn id="24" dur="500" fill="hold"/>
                                        <p:tgtEl>
                                          <p:spTgt spid="35849"/>
                                        </p:tgtEl>
                                        <p:attrNameLst>
                                          <p:attrName>ppt_h</p:attrName>
                                        </p:attrNameLst>
                                      </p:cBhvr>
                                      <p:tavLst>
                                        <p:tav tm="0">
                                          <p:val>
                                            <p:fltVal val="0"/>
                                          </p:val>
                                        </p:tav>
                                        <p:tav tm="100000">
                                          <p:val>
                                            <p:strVal val="#ppt_h"/>
                                          </p:val>
                                        </p:tav>
                                      </p:tavLst>
                                    </p:anim>
                                  </p:childTnLst>
                                </p:cTn>
                              </p:par>
                              <p:par>
                                <p:cTn id="25" presetID="23" presetClass="entr" presetSubtype="16" fill="hold" nodeType="withEffect">
                                  <p:stCondLst>
                                    <p:cond delay="200"/>
                                  </p:stCondLst>
                                  <p:childTnLst>
                                    <p:set>
                                      <p:cBhvr>
                                        <p:cTn id="26" dur="1" fill="hold">
                                          <p:stCondLst>
                                            <p:cond delay="0"/>
                                          </p:stCondLst>
                                        </p:cTn>
                                        <p:tgtEl>
                                          <p:spTgt spid="35851"/>
                                        </p:tgtEl>
                                        <p:attrNameLst>
                                          <p:attrName>style.visibility</p:attrName>
                                        </p:attrNameLst>
                                      </p:cBhvr>
                                      <p:to>
                                        <p:strVal val="visible"/>
                                      </p:to>
                                    </p:set>
                                    <p:anim calcmode="lin" valueType="num">
                                      <p:cBhvr>
                                        <p:cTn id="27" dur="500" fill="hold"/>
                                        <p:tgtEl>
                                          <p:spTgt spid="35851"/>
                                        </p:tgtEl>
                                        <p:attrNameLst>
                                          <p:attrName>ppt_w</p:attrName>
                                        </p:attrNameLst>
                                      </p:cBhvr>
                                      <p:tavLst>
                                        <p:tav tm="0">
                                          <p:val>
                                            <p:fltVal val="0"/>
                                          </p:val>
                                        </p:tav>
                                        <p:tav tm="100000">
                                          <p:val>
                                            <p:strVal val="#ppt_w"/>
                                          </p:val>
                                        </p:tav>
                                      </p:tavLst>
                                    </p:anim>
                                    <p:anim calcmode="lin" valueType="num">
                                      <p:cBhvr>
                                        <p:cTn id="28" dur="500" fill="hold"/>
                                        <p:tgtEl>
                                          <p:spTgt spid="35851"/>
                                        </p:tgtEl>
                                        <p:attrNameLst>
                                          <p:attrName>ppt_h</p:attrName>
                                        </p:attrNameLst>
                                      </p:cBhvr>
                                      <p:tavLst>
                                        <p:tav tm="0">
                                          <p:val>
                                            <p:fltVal val="0"/>
                                          </p:val>
                                        </p:tav>
                                        <p:tav tm="100000">
                                          <p:val>
                                            <p:strVal val="#ppt_h"/>
                                          </p:val>
                                        </p:tav>
                                      </p:tavLst>
                                    </p:anim>
                                  </p:childTnLst>
                                </p:cTn>
                              </p:par>
                              <p:par>
                                <p:cTn id="29" presetID="23" presetClass="entr" presetSubtype="16" fill="hold" nodeType="withEffect">
                                  <p:stCondLst>
                                    <p:cond delay="400"/>
                                  </p:stCondLst>
                                  <p:childTnLst>
                                    <p:set>
                                      <p:cBhvr>
                                        <p:cTn id="30" dur="1" fill="hold">
                                          <p:stCondLst>
                                            <p:cond delay="0"/>
                                          </p:stCondLst>
                                        </p:cTn>
                                        <p:tgtEl>
                                          <p:spTgt spid="35852"/>
                                        </p:tgtEl>
                                        <p:attrNameLst>
                                          <p:attrName>style.visibility</p:attrName>
                                        </p:attrNameLst>
                                      </p:cBhvr>
                                      <p:to>
                                        <p:strVal val="visible"/>
                                      </p:to>
                                    </p:set>
                                    <p:anim calcmode="lin" valueType="num">
                                      <p:cBhvr>
                                        <p:cTn id="31" dur="500" fill="hold"/>
                                        <p:tgtEl>
                                          <p:spTgt spid="35852"/>
                                        </p:tgtEl>
                                        <p:attrNameLst>
                                          <p:attrName>ppt_w</p:attrName>
                                        </p:attrNameLst>
                                      </p:cBhvr>
                                      <p:tavLst>
                                        <p:tav tm="0">
                                          <p:val>
                                            <p:fltVal val="0"/>
                                          </p:val>
                                        </p:tav>
                                        <p:tav tm="100000">
                                          <p:val>
                                            <p:strVal val="#ppt_w"/>
                                          </p:val>
                                        </p:tav>
                                      </p:tavLst>
                                    </p:anim>
                                    <p:anim calcmode="lin" valueType="num">
                                      <p:cBhvr>
                                        <p:cTn id="32" dur="500" fill="hold"/>
                                        <p:tgtEl>
                                          <p:spTgt spid="35852"/>
                                        </p:tgtEl>
                                        <p:attrNameLst>
                                          <p:attrName>ppt_h</p:attrName>
                                        </p:attrNameLst>
                                      </p:cBhvr>
                                      <p:tavLst>
                                        <p:tav tm="0">
                                          <p:val>
                                            <p:fltVal val="0"/>
                                          </p:val>
                                        </p:tav>
                                        <p:tav tm="100000">
                                          <p:val>
                                            <p:strVal val="#ppt_h"/>
                                          </p:val>
                                        </p:tav>
                                      </p:tavLst>
                                    </p:anim>
                                  </p:childTnLst>
                                </p:cTn>
                              </p:par>
                              <p:par>
                                <p:cTn id="33" presetID="23" presetClass="entr" presetSubtype="16" fill="hold" nodeType="withEffect">
                                  <p:stCondLst>
                                    <p:cond delay="600"/>
                                  </p:stCondLst>
                                  <p:childTnLst>
                                    <p:set>
                                      <p:cBhvr>
                                        <p:cTn id="34" dur="1" fill="hold">
                                          <p:stCondLst>
                                            <p:cond delay="0"/>
                                          </p:stCondLst>
                                        </p:cTn>
                                        <p:tgtEl>
                                          <p:spTgt spid="35850"/>
                                        </p:tgtEl>
                                        <p:attrNameLst>
                                          <p:attrName>style.visibility</p:attrName>
                                        </p:attrNameLst>
                                      </p:cBhvr>
                                      <p:to>
                                        <p:strVal val="visible"/>
                                      </p:to>
                                    </p:set>
                                    <p:anim calcmode="lin" valueType="num">
                                      <p:cBhvr>
                                        <p:cTn id="35" dur="500" fill="hold"/>
                                        <p:tgtEl>
                                          <p:spTgt spid="35850"/>
                                        </p:tgtEl>
                                        <p:attrNameLst>
                                          <p:attrName>ppt_w</p:attrName>
                                        </p:attrNameLst>
                                      </p:cBhvr>
                                      <p:tavLst>
                                        <p:tav tm="0">
                                          <p:val>
                                            <p:fltVal val="0"/>
                                          </p:val>
                                        </p:tav>
                                        <p:tav tm="100000">
                                          <p:val>
                                            <p:strVal val="#ppt_w"/>
                                          </p:val>
                                        </p:tav>
                                      </p:tavLst>
                                    </p:anim>
                                    <p:anim calcmode="lin" valueType="num">
                                      <p:cBhvr>
                                        <p:cTn id="36" dur="500" fill="hold"/>
                                        <p:tgtEl>
                                          <p:spTgt spid="358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p:nvPr/>
        </p:nvSpPr>
        <p:spPr bwMode="auto">
          <a:xfrm>
            <a:off x="1357313" y="919803"/>
            <a:ext cx="4154984" cy="1246495"/>
          </a:xfrm>
          <a:prstGeom prst="rect">
            <a:avLst/>
          </a:prstGeom>
          <a:noFill/>
          <a:ln>
            <a:noFill/>
          </a:ln>
        </p:spPr>
        <p:txBody>
          <a:bodyPr wrap="none" lIns="0" tIns="0" rIns="0" bIns="0" anchor="ctr">
            <a:spAutoFit/>
          </a:bodyPr>
          <a:lstStyle/>
          <a:p>
            <a:pPr algn="l"/>
            <a:r>
              <a:rPr lang="zh-CN" altLang="en-US" sz="81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rPr>
              <a:t>产品结构</a:t>
            </a:r>
            <a:endParaRPr lang="en-US" sz="81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6866" name="Group 2"/>
          <p:cNvGrpSpPr/>
          <p:nvPr/>
        </p:nvGrpSpPr>
        <p:grpSpPr bwMode="auto">
          <a:xfrm>
            <a:off x="13182600" y="3606800"/>
            <a:ext cx="8686800" cy="7251700"/>
            <a:chOff x="13182600" y="3606800"/>
            <a:chExt cx="8686800" cy="7251700"/>
          </a:xfrm>
        </p:grpSpPr>
        <p:grpSp>
          <p:nvGrpSpPr>
            <p:cNvPr id="37921" name="Group 4"/>
            <p:cNvGrpSpPr/>
            <p:nvPr/>
          </p:nvGrpSpPr>
          <p:grpSpPr bwMode="auto">
            <a:xfrm>
              <a:off x="13182600" y="3606800"/>
              <a:ext cx="8255000" cy="2959100"/>
              <a:chOff x="0" y="88"/>
              <a:chExt cx="5200" cy="1864"/>
            </a:xfrm>
          </p:grpSpPr>
          <p:sp>
            <p:nvSpPr>
              <p:cNvPr id="37926" name="Freeform 2"/>
              <p:cNvSpPr/>
              <p:nvPr/>
            </p:nvSpPr>
            <p:spPr bwMode="auto">
              <a:xfrm>
                <a:off x="88" y="88"/>
                <a:ext cx="5032" cy="1784"/>
              </a:xfrm>
              <a:custGeom>
                <a:avLst/>
                <a:gdLst>
                  <a:gd name="T0" fmla="*/ 15 w 18725"/>
                  <a:gd name="T1" fmla="*/ 0 h 17428"/>
                  <a:gd name="T2" fmla="*/ 2 w 18725"/>
                  <a:gd name="T3" fmla="*/ 0 h 17428"/>
                  <a:gd name="T4" fmla="*/ 16 w 18725"/>
                  <a:gd name="T5" fmla="*/ 0 h 17428"/>
                  <a:gd name="T6" fmla="*/ 24 w 18725"/>
                  <a:gd name="T7" fmla="*/ 0 h 17428"/>
                  <a:gd name="T8" fmla="*/ 6 w 18725"/>
                  <a:gd name="T9" fmla="*/ 0 h 17428"/>
                  <a:gd name="T10" fmla="*/ 2 w 18725"/>
                  <a:gd name="T11" fmla="*/ 0 h 17428"/>
                  <a:gd name="T12" fmla="*/ 11 w 18725"/>
                  <a:gd name="T13" fmla="*/ 0 h 174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725" h="17428">
                    <a:moveTo>
                      <a:pt x="10980" y="793"/>
                    </a:moveTo>
                    <a:cubicBezTo>
                      <a:pt x="10783" y="688"/>
                      <a:pt x="3623" y="-803"/>
                      <a:pt x="1408" y="4765"/>
                    </a:cubicBezTo>
                    <a:cubicBezTo>
                      <a:pt x="-806" y="10333"/>
                      <a:pt x="2105" y="19317"/>
                      <a:pt x="11094" y="17076"/>
                    </a:cubicBezTo>
                    <a:cubicBezTo>
                      <a:pt x="20084" y="14835"/>
                      <a:pt x="19519" y="7659"/>
                      <a:pt x="17451" y="4538"/>
                    </a:cubicBezTo>
                    <a:cubicBezTo>
                      <a:pt x="15370" y="1397"/>
                      <a:pt x="10368" y="-2283"/>
                      <a:pt x="4426" y="1822"/>
                    </a:cubicBezTo>
                    <a:cubicBezTo>
                      <a:pt x="-1516" y="5926"/>
                      <a:pt x="-431" y="13354"/>
                      <a:pt x="1681" y="15119"/>
                    </a:cubicBezTo>
                    <a:cubicBezTo>
                      <a:pt x="3793" y="16884"/>
                      <a:pt x="7683" y="15995"/>
                      <a:pt x="7683" y="15995"/>
                    </a:cubicBezTo>
                  </a:path>
                </a:pathLst>
              </a:custGeom>
              <a:noFill/>
              <a:ln>
                <a:noFill/>
              </a:ln>
            </p:spPr>
            <p:txBody>
              <a:bodyPr lIns="0" tIns="0" rIns="0" bIns="0"/>
              <a:lstStyle/>
              <a:p>
                <a:endParaRPr lang="en-US"/>
              </a:p>
            </p:txBody>
          </p:sp>
          <p:pic>
            <p:nvPicPr>
              <p:cNvPr id="37927" name="Picture 3"/>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64"/>
                <a:ext cx="5200" cy="1688"/>
              </a:xfrm>
              <a:prstGeom prst="rect">
                <a:avLst/>
              </a:prstGeom>
              <a:noFill/>
              <a:ln>
                <a:noFill/>
              </a:ln>
            </p:spPr>
          </p:pic>
        </p:grpSp>
        <p:sp>
          <p:nvSpPr>
            <p:cNvPr id="37922" name="Rectangle 5"/>
            <p:cNvSpPr/>
            <p:nvPr/>
          </p:nvSpPr>
          <p:spPr bwMode="auto">
            <a:xfrm>
              <a:off x="13512800" y="4559300"/>
              <a:ext cx="7607300" cy="1295400"/>
            </a:xfrm>
            <a:prstGeom prst="rect">
              <a:avLst/>
            </a:prstGeom>
            <a:noFill/>
            <a:ln>
              <a:noFill/>
            </a:ln>
          </p:spPr>
          <p:txBody>
            <a:bodyPr lIns="0" tIns="0" rIns="0" bIns="0" anchor="ctr"/>
            <a:lstStyle/>
            <a:p>
              <a:r>
                <a:rPr lang="en-US" sz="96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rPr>
                <a:t>Organic SEO</a:t>
              </a:r>
              <a:endParaRPr lang="en-US" sz="9600" dirty="0">
                <a:solidFill>
                  <a:srgbClr val="EFB133"/>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7923" name="Rectangle 6"/>
            <p:cNvSpPr/>
            <p:nvPr/>
          </p:nvSpPr>
          <p:spPr bwMode="auto">
            <a:xfrm>
              <a:off x="13398500" y="6705600"/>
              <a:ext cx="8470900" cy="1320800"/>
            </a:xfrm>
            <a:prstGeom prst="rect">
              <a:avLst/>
            </a:prstGeom>
            <a:noFill/>
            <a:ln>
              <a:noFill/>
            </a:ln>
          </p:spPr>
          <p:txBody>
            <a:bodyPr lIns="0" tIns="0" rIns="0" bIns="0"/>
            <a:lstStyle/>
            <a:p>
              <a:pPr algn="l"/>
              <a:r>
                <a:rPr lang="en-US" sz="4800" b="1">
                  <a:solidFill>
                    <a:schemeClr val="bg1"/>
                  </a:solidFill>
                  <a:latin typeface="Open Sans Bold" charset="0"/>
                  <a:ea typeface="MS PGothic" panose="020B0600070205080204" charset="-128"/>
                  <a:cs typeface="MS PGothic" panose="020B0600070205080204" charset="-128"/>
                  <a:sym typeface="Open Sans Bold" charset="0"/>
                </a:rPr>
                <a:t>70% </a:t>
              </a:r>
              <a:r>
                <a:rPr lang="en-US" sz="2400" b="1">
                  <a:solidFill>
                    <a:schemeClr val="bg1"/>
                  </a:solidFill>
                  <a:latin typeface="Open Sans Bold" charset="0"/>
                  <a:ea typeface="MS PGothic" panose="020B0600070205080204" charset="-128"/>
                  <a:cs typeface="MS PGothic" panose="020B0600070205080204" charset="-128"/>
                  <a:sym typeface="Open Sans Bold" charset="0"/>
                </a:rPr>
                <a:t>of the link search users click on are organic.</a:t>
              </a:r>
              <a:endParaRPr lang="en-US" sz="2400" b="1">
                <a:solidFill>
                  <a:schemeClr val="bg1"/>
                </a:solidFill>
                <a:latin typeface="Open Sans Bold" charset="0"/>
                <a:ea typeface="MS PGothic" panose="020B0600070205080204" charset="-128"/>
                <a:cs typeface="MS PGothic" panose="020B0600070205080204" charset="-128"/>
                <a:sym typeface="Open Sans Bold" charset="0"/>
              </a:endParaRPr>
            </a:p>
          </p:txBody>
        </p:sp>
        <p:sp>
          <p:nvSpPr>
            <p:cNvPr id="37924" name="Rectangle 7"/>
            <p:cNvSpPr/>
            <p:nvPr/>
          </p:nvSpPr>
          <p:spPr bwMode="auto">
            <a:xfrm>
              <a:off x="13398500" y="8686800"/>
              <a:ext cx="8166100" cy="2171700"/>
            </a:xfrm>
            <a:prstGeom prst="rect">
              <a:avLst/>
            </a:prstGeom>
            <a:noFill/>
            <a:ln>
              <a:noFill/>
            </a:ln>
          </p:spPr>
          <p:txBody>
            <a:bodyPr lIns="0" tIns="0" rIns="0" bIns="0"/>
            <a:lstStyle/>
            <a:p>
              <a:pPr algn="l"/>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BFBFBF"/>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rPr>
                <a:t> quam.</a:t>
              </a:r>
              <a:endParaRPr lang="en-US" sz="2400" dirty="0">
                <a:solidFill>
                  <a:srgbClr val="BFBFBF"/>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37925" name="Line 8"/>
            <p:cNvSpPr>
              <a:spLocks noChangeShapeType="1"/>
            </p:cNvSpPr>
            <p:nvPr/>
          </p:nvSpPr>
          <p:spPr bwMode="auto">
            <a:xfrm>
              <a:off x="13398500" y="8102600"/>
              <a:ext cx="8089900" cy="0"/>
            </a:xfrm>
            <a:prstGeom prst="line">
              <a:avLst/>
            </a:prstGeom>
            <a:noFill/>
            <a:ln w="12700">
              <a:solidFill>
                <a:srgbClr val="4D4D4D">
                  <a:alpha val="70195"/>
                </a:srgbClr>
              </a:solidFill>
              <a:miter lim="800000"/>
            </a:ln>
          </p:spPr>
          <p:txBody>
            <a:bodyPr lIns="0" tIns="0" rIns="0" bIns="0"/>
            <a:lstStyle/>
            <a:p>
              <a:endParaRPr lang="en-US"/>
            </a:p>
          </p:txBody>
        </p:sp>
      </p:grpSp>
      <p:grpSp>
        <p:nvGrpSpPr>
          <p:cNvPr id="2" name="Group 1"/>
          <p:cNvGrpSpPr/>
          <p:nvPr/>
        </p:nvGrpSpPr>
        <p:grpSpPr bwMode="auto">
          <a:xfrm>
            <a:off x="2570163" y="7915275"/>
            <a:ext cx="7721600" cy="4327525"/>
            <a:chOff x="2570163" y="7915275"/>
            <a:chExt cx="7721600" cy="4327525"/>
          </a:xfrm>
        </p:grpSpPr>
        <p:grpSp>
          <p:nvGrpSpPr>
            <p:cNvPr id="37916" name="Group 13"/>
            <p:cNvGrpSpPr/>
            <p:nvPr/>
          </p:nvGrpSpPr>
          <p:grpSpPr bwMode="auto">
            <a:xfrm>
              <a:off x="2570163" y="7915275"/>
              <a:ext cx="7721600" cy="4327525"/>
              <a:chOff x="0" y="0"/>
              <a:chExt cx="4864" cy="2725"/>
            </a:xfrm>
          </p:grpSpPr>
          <p:sp>
            <p:nvSpPr>
              <p:cNvPr id="37918" name="AutoShape 10"/>
              <p:cNvSpPr/>
              <p:nvPr/>
            </p:nvSpPr>
            <p:spPr bwMode="auto">
              <a:xfrm>
                <a:off x="0" y="479"/>
                <a:ext cx="4854" cy="2246"/>
              </a:xfrm>
              <a:custGeom>
                <a:avLst/>
                <a:gdLst>
                  <a:gd name="T0" fmla="*/ 0 w 21600"/>
                  <a:gd name="T1" fmla="*/ 0 h 21600"/>
                  <a:gd name="T2" fmla="*/ 27 w 21600"/>
                  <a:gd name="T3" fmla="*/ 2 h 21600"/>
                  <a:gd name="T4" fmla="*/ 55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3" y="11873"/>
                      <a:pt x="6977" y="21600"/>
                      <a:pt x="10800" y="21600"/>
                    </a:cubicBezTo>
                    <a:cubicBezTo>
                      <a:pt x="14893" y="21600"/>
                      <a:pt x="21597" y="11873"/>
                      <a:pt x="21600" y="0"/>
                    </a:cubicBezTo>
                    <a:cubicBezTo>
                      <a:pt x="21600" y="0"/>
                      <a:pt x="0" y="0"/>
                      <a:pt x="0" y="0"/>
                    </a:cubicBezTo>
                    <a:close/>
                    <a:moveTo>
                      <a:pt x="0" y="0"/>
                    </a:moveTo>
                  </a:path>
                </a:pathLst>
              </a:custGeom>
              <a:solidFill>
                <a:srgbClr val="485A6B"/>
              </a:solidFill>
              <a:ln>
                <a:noFill/>
              </a:ln>
            </p:spPr>
            <p:txBody>
              <a:bodyPr lIns="0" tIns="0" rIns="0" bIns="0"/>
              <a:lstStyle/>
              <a:p>
                <a:endParaRPr lang="en-US"/>
              </a:p>
            </p:txBody>
          </p:sp>
          <p:sp>
            <p:nvSpPr>
              <p:cNvPr id="37919" name="AutoShape 11"/>
              <p:cNvSpPr/>
              <p:nvPr/>
            </p:nvSpPr>
            <p:spPr bwMode="auto">
              <a:xfrm>
                <a:off x="0" y="488"/>
                <a:ext cx="4854" cy="2229"/>
              </a:xfrm>
              <a:custGeom>
                <a:avLst/>
                <a:gdLst>
                  <a:gd name="T0" fmla="*/ 0 w 21600"/>
                  <a:gd name="T1" fmla="*/ 0 h 21600"/>
                  <a:gd name="T2" fmla="*/ 5 w 21600"/>
                  <a:gd name="T3" fmla="*/ 0 h 21600"/>
                  <a:gd name="T4" fmla="*/ 49 w 21600"/>
                  <a:gd name="T5" fmla="*/ 0 h 21600"/>
                  <a:gd name="T6" fmla="*/ 29 w 21600"/>
                  <a:gd name="T7" fmla="*/ 2 h 21600"/>
                  <a:gd name="T8" fmla="*/ 55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cubicBezTo>
                      <a:pt x="0" y="344"/>
                      <a:pt x="1898" y="118"/>
                      <a:pt x="1920" y="593"/>
                    </a:cubicBezTo>
                    <a:lnTo>
                      <a:pt x="19154" y="1338"/>
                    </a:lnTo>
                    <a:cubicBezTo>
                      <a:pt x="19152" y="10542"/>
                      <a:pt x="15259" y="18403"/>
                      <a:pt x="11594" y="21600"/>
                    </a:cubicBezTo>
                    <a:cubicBezTo>
                      <a:pt x="15704" y="20494"/>
                      <a:pt x="21598" y="11186"/>
                      <a:pt x="21600" y="0"/>
                    </a:cubicBezTo>
                    <a:cubicBezTo>
                      <a:pt x="21600" y="0"/>
                      <a:pt x="0" y="0"/>
                      <a:pt x="0" y="0"/>
                    </a:cubicBezTo>
                    <a:close/>
                    <a:moveTo>
                      <a:pt x="0" y="0"/>
                    </a:moveTo>
                  </a:path>
                </a:pathLst>
              </a:custGeom>
              <a:solidFill>
                <a:srgbClr val="000000">
                  <a:alpha val="20000"/>
                </a:srgbClr>
              </a:solidFill>
              <a:ln>
                <a:noFill/>
              </a:ln>
            </p:spPr>
            <p:txBody>
              <a:bodyPr lIns="0" tIns="0" rIns="0" bIns="0"/>
              <a:lstStyle/>
              <a:p>
                <a:endParaRPr lang="en-US"/>
              </a:p>
            </p:txBody>
          </p:sp>
          <p:sp>
            <p:nvSpPr>
              <p:cNvPr id="37920" name="AutoShape 12"/>
              <p:cNvSpPr/>
              <p:nvPr/>
            </p:nvSpPr>
            <p:spPr bwMode="auto">
              <a:xfrm>
                <a:off x="8" y="0"/>
                <a:ext cx="4856" cy="1032"/>
              </a:xfrm>
              <a:custGeom>
                <a:avLst/>
                <a:gdLst>
                  <a:gd name="T0" fmla="*/ 55 w 21600"/>
                  <a:gd name="T1" fmla="*/ 0 h 21600"/>
                  <a:gd name="T2" fmla="*/ 28 w 21600"/>
                  <a:gd name="T3" fmla="*/ 0 h 21600"/>
                  <a:gd name="T4" fmla="*/ 0 w 21600"/>
                  <a:gd name="T5" fmla="*/ 0 h 21600"/>
                  <a:gd name="T6" fmla="*/ 28 w 21600"/>
                  <a:gd name="T7" fmla="*/ 0 h 21600"/>
                  <a:gd name="T8" fmla="*/ 55 w 21600"/>
                  <a:gd name="T9" fmla="*/ 0 h 21600"/>
                  <a:gd name="T10" fmla="*/ 55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374351"/>
              </a:solidFill>
              <a:ln>
                <a:noFill/>
              </a:ln>
            </p:spPr>
            <p:txBody>
              <a:bodyPr lIns="0" tIns="0" rIns="0" bIns="0"/>
              <a:lstStyle/>
              <a:p>
                <a:endParaRPr lang="en-US"/>
              </a:p>
            </p:txBody>
          </p:sp>
        </p:grpSp>
        <p:sp>
          <p:nvSpPr>
            <p:cNvPr id="37917" name="Rectangle 35"/>
            <p:cNvSpPr/>
            <p:nvPr/>
          </p:nvSpPr>
          <p:spPr bwMode="auto">
            <a:xfrm>
              <a:off x="5394920" y="8176558"/>
              <a:ext cx="1846659" cy="3877985"/>
            </a:xfrm>
            <a:prstGeom prst="rect">
              <a:avLst/>
            </a:prstGeom>
            <a:noFill/>
            <a:ln>
              <a:noFill/>
            </a:ln>
          </p:spPr>
          <p:txBody>
            <a:bodyPr wrap="none" lIns="0" tIns="0" rIns="0" bIns="0" anchor="ctr">
              <a:spAutoFit/>
            </a:bodyPr>
            <a:lstStyle/>
            <a:p>
              <a:pPr>
                <a:lnSpc>
                  <a:spcPct val="19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1600" baseline="-2000">
                  <a:solidFill>
                    <a:srgbClr val="FFFFFF"/>
                  </a:solidFill>
                  <a:latin typeface="et-line" charset="0"/>
                  <a:ea typeface="MS PGothic" panose="020B0600070205080204" charset="-128"/>
                  <a:cs typeface="MS PGothic" panose="020B0600070205080204" charset="-128"/>
                  <a:sym typeface="et-line" charset="0"/>
                </a:rPr>
                <a:t></a:t>
              </a:r>
              <a:endParaRPr lang="en-US" sz="21600" baseline="-2000">
                <a:solidFill>
                  <a:srgbClr val="FFFFFF"/>
                </a:solidFill>
                <a:latin typeface="et-line" charset="0"/>
                <a:ea typeface="MS PGothic" panose="020B0600070205080204" charset="-128"/>
                <a:cs typeface="MS PGothic" panose="020B0600070205080204" charset="-128"/>
                <a:sym typeface="et-line" charset="0"/>
              </a:endParaRPr>
            </a:p>
          </p:txBody>
        </p:sp>
      </p:grpSp>
      <p:sp>
        <p:nvSpPr>
          <p:cNvPr id="40" name="Freeform 9"/>
          <p:cNvSpPr/>
          <p:nvPr/>
        </p:nvSpPr>
        <p:spPr bwMode="auto">
          <a:xfrm flipH="1">
            <a:off x="7151688" y="6170613"/>
            <a:ext cx="1111250" cy="1112837"/>
          </a:xfrm>
          <a:custGeom>
            <a:avLst/>
            <a:gdLst>
              <a:gd name="T0" fmla="*/ 3744 w 18105"/>
              <a:gd name="T1" fmla="*/ 2679 h 21600"/>
              <a:gd name="T2" fmla="*/ 0 w 18105"/>
              <a:gd name="T3" fmla="*/ 0 h 21600"/>
              <a:gd name="T4" fmla="*/ 0 w 18105"/>
              <a:gd name="T5" fmla="*/ 0 h 21600"/>
              <a:gd name="T6" fmla="*/ 3744 w 18105"/>
              <a:gd name="T7" fmla="*/ 0 h 21600"/>
              <a:gd name="T8" fmla="*/ 3744 w 18105"/>
              <a:gd name="T9" fmla="*/ 0 h 21600"/>
              <a:gd name="T10" fmla="*/ 3744 w 18105"/>
              <a:gd name="T11" fmla="*/ 2679 h 21600"/>
              <a:gd name="T12" fmla="*/ 3744 w 18105"/>
              <a:gd name="T13" fmla="*/ 2679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105" h="21600">
                <a:moveTo>
                  <a:pt x="12799" y="21600"/>
                </a:moveTo>
                <a:cubicBezTo>
                  <a:pt x="12799" y="21600"/>
                  <a:pt x="5041" y="20453"/>
                  <a:pt x="2352" y="11844"/>
                </a:cubicBezTo>
                <a:cubicBezTo>
                  <a:pt x="-338" y="3234"/>
                  <a:pt x="15" y="0"/>
                  <a:pt x="15" y="0"/>
                </a:cubicBezTo>
                <a:cubicBezTo>
                  <a:pt x="15" y="0"/>
                  <a:pt x="2953" y="11153"/>
                  <a:pt x="8685" y="13557"/>
                </a:cubicBezTo>
                <a:cubicBezTo>
                  <a:pt x="14416" y="15961"/>
                  <a:pt x="17063" y="14422"/>
                  <a:pt x="17063" y="14422"/>
                </a:cubicBezTo>
                <a:cubicBezTo>
                  <a:pt x="17063" y="14422"/>
                  <a:pt x="21262" y="20626"/>
                  <a:pt x="12799" y="21600"/>
                </a:cubicBezTo>
                <a:close/>
                <a:moveTo>
                  <a:pt x="12799" y="21600"/>
                </a:moveTo>
              </a:path>
            </a:pathLst>
          </a:custGeom>
          <a:solidFill>
            <a:srgbClr val="7CB349"/>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1" name="Freeform 14"/>
          <p:cNvSpPr/>
          <p:nvPr/>
        </p:nvSpPr>
        <p:spPr bwMode="auto">
          <a:xfrm>
            <a:off x="5053013" y="4659313"/>
            <a:ext cx="3457575" cy="4316412"/>
          </a:xfrm>
          <a:custGeom>
            <a:avLst/>
            <a:gdLst>
              <a:gd name="T0" fmla="*/ 0 w 20978"/>
              <a:gd name="T1" fmla="*/ 3381122 h 18031"/>
              <a:gd name="T2" fmla="*/ 190201 w 20978"/>
              <a:gd name="T3" fmla="*/ 2521478 h 18031"/>
              <a:gd name="T4" fmla="*/ 81421 w 20978"/>
              <a:gd name="T5" fmla="*/ 1260859 h 18031"/>
              <a:gd name="T6" fmla="*/ 407433 w 20978"/>
              <a:gd name="T7" fmla="*/ 343762 h 18031"/>
              <a:gd name="T8" fmla="*/ 624829 w 20978"/>
              <a:gd name="T9" fmla="*/ 401215 h 18031"/>
              <a:gd name="T10" fmla="*/ 461823 w 20978"/>
              <a:gd name="T11" fmla="*/ 687763 h 18031"/>
              <a:gd name="T12" fmla="*/ 244427 w 20978"/>
              <a:gd name="T13" fmla="*/ 916858 h 18031"/>
              <a:gd name="T14" fmla="*/ 380238 w 20978"/>
              <a:gd name="T15" fmla="*/ 1948382 h 18031"/>
              <a:gd name="T16" fmla="*/ 489018 w 20978"/>
              <a:gd name="T17" fmla="*/ 3495789 h 18031"/>
              <a:gd name="T18" fmla="*/ 0 w 20978"/>
              <a:gd name="T19" fmla="*/ 3381122 h 18031"/>
              <a:gd name="T20" fmla="*/ 0 w 20978"/>
              <a:gd name="T21" fmla="*/ 3381122 h 180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978" h="18031">
                <a:moveTo>
                  <a:pt x="0" y="15925"/>
                </a:moveTo>
                <a:cubicBezTo>
                  <a:pt x="0" y="15925"/>
                  <a:pt x="3327" y="15299"/>
                  <a:pt x="5995" y="11630"/>
                </a:cubicBezTo>
                <a:cubicBezTo>
                  <a:pt x="8664" y="7961"/>
                  <a:pt x="3784" y="7733"/>
                  <a:pt x="2386" y="5268"/>
                </a:cubicBezTo>
                <a:cubicBezTo>
                  <a:pt x="988" y="2803"/>
                  <a:pt x="6209" y="-1305"/>
                  <a:pt x="13321" y="404"/>
                </a:cubicBezTo>
                <a:cubicBezTo>
                  <a:pt x="20433" y="2113"/>
                  <a:pt x="19934" y="1201"/>
                  <a:pt x="20767" y="806"/>
                </a:cubicBezTo>
                <a:cubicBezTo>
                  <a:pt x="21600" y="411"/>
                  <a:pt x="19986" y="3019"/>
                  <a:pt x="15616" y="2185"/>
                </a:cubicBezTo>
                <a:cubicBezTo>
                  <a:pt x="11246" y="1351"/>
                  <a:pt x="8401" y="1902"/>
                  <a:pt x="7910" y="3412"/>
                </a:cubicBezTo>
                <a:cubicBezTo>
                  <a:pt x="7420" y="4921"/>
                  <a:pt x="7106" y="5500"/>
                  <a:pt x="12330" y="8482"/>
                </a:cubicBezTo>
                <a:cubicBezTo>
                  <a:pt x="17554" y="11465"/>
                  <a:pt x="15833" y="16508"/>
                  <a:pt x="15833" y="16508"/>
                </a:cubicBezTo>
                <a:cubicBezTo>
                  <a:pt x="15833" y="16508"/>
                  <a:pt x="6665" y="20295"/>
                  <a:pt x="0" y="15925"/>
                </a:cubicBezTo>
                <a:close/>
                <a:moveTo>
                  <a:pt x="0" y="15925"/>
                </a:moveTo>
              </a:path>
            </a:pathLst>
          </a:custGeom>
          <a:solidFill>
            <a:srgbClr val="97BB5B"/>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2" name="Freeform 15"/>
          <p:cNvSpPr/>
          <p:nvPr/>
        </p:nvSpPr>
        <p:spPr bwMode="auto">
          <a:xfrm>
            <a:off x="4391025" y="6078538"/>
            <a:ext cx="2117725" cy="2100262"/>
          </a:xfrm>
          <a:custGeom>
            <a:avLst/>
            <a:gdLst>
              <a:gd name="T0" fmla="*/ 68427 w 18105"/>
              <a:gd name="T1" fmla="*/ 47256 h 21600"/>
              <a:gd name="T2" fmla="*/ 13685 w 18105"/>
              <a:gd name="T3" fmla="*/ 28392 h 21600"/>
              <a:gd name="T4" fmla="*/ 0 w 18105"/>
              <a:gd name="T5" fmla="*/ 0 h 21600"/>
              <a:gd name="T6" fmla="*/ 41056 w 18105"/>
              <a:gd name="T7" fmla="*/ 28392 h 21600"/>
              <a:gd name="T8" fmla="*/ 95798 w 18105"/>
              <a:gd name="T9" fmla="*/ 28392 h 21600"/>
              <a:gd name="T10" fmla="*/ 68427 w 18105"/>
              <a:gd name="T11" fmla="*/ 47256 h 21600"/>
              <a:gd name="T12" fmla="*/ 68427 w 18105"/>
              <a:gd name="T13" fmla="*/ 47256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105" h="21600">
                <a:moveTo>
                  <a:pt x="12799" y="21600"/>
                </a:moveTo>
                <a:cubicBezTo>
                  <a:pt x="12799" y="21600"/>
                  <a:pt x="5041" y="20453"/>
                  <a:pt x="2352" y="11844"/>
                </a:cubicBezTo>
                <a:cubicBezTo>
                  <a:pt x="-338" y="3234"/>
                  <a:pt x="15" y="0"/>
                  <a:pt x="15" y="0"/>
                </a:cubicBezTo>
                <a:cubicBezTo>
                  <a:pt x="15" y="0"/>
                  <a:pt x="2953" y="11153"/>
                  <a:pt x="8685" y="13557"/>
                </a:cubicBezTo>
                <a:cubicBezTo>
                  <a:pt x="14416" y="15961"/>
                  <a:pt x="17063" y="14422"/>
                  <a:pt x="17063" y="14422"/>
                </a:cubicBezTo>
                <a:cubicBezTo>
                  <a:pt x="17063" y="14422"/>
                  <a:pt x="21262" y="20626"/>
                  <a:pt x="12799" y="21600"/>
                </a:cubicBezTo>
                <a:close/>
                <a:moveTo>
                  <a:pt x="12799" y="21600"/>
                </a:moveTo>
              </a:path>
            </a:pathLst>
          </a:custGeom>
          <a:solidFill>
            <a:srgbClr val="6C9D3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52" name="Group 27"/>
          <p:cNvGrpSpPr/>
          <p:nvPr/>
        </p:nvGrpSpPr>
        <p:grpSpPr bwMode="auto">
          <a:xfrm>
            <a:off x="6529388" y="5861050"/>
            <a:ext cx="792162" cy="792163"/>
            <a:chOff x="0" y="0"/>
            <a:chExt cx="498" cy="498"/>
          </a:xfrm>
        </p:grpSpPr>
        <p:sp>
          <p:nvSpPr>
            <p:cNvPr id="37914" name="AutoShape 25"/>
            <p:cNvSpPr/>
            <p:nvPr/>
          </p:nvSpPr>
          <p:spPr bwMode="auto">
            <a:xfrm>
              <a:off x="0" y="0"/>
              <a:ext cx="498" cy="49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solidFill>
            <a:ln>
              <a:noFill/>
            </a:ln>
          </p:spPr>
          <p:txBody>
            <a:bodyPr lIns="0" tIns="0" rIns="0" bIns="0"/>
            <a:lstStyle/>
            <a:p>
              <a:endParaRPr lang="en-US"/>
            </a:p>
          </p:txBody>
        </p:sp>
        <p:sp>
          <p:nvSpPr>
            <p:cNvPr id="37915" name="AutoShape 26"/>
            <p:cNvSpPr/>
            <p:nvPr/>
          </p:nvSpPr>
          <p:spPr bwMode="auto">
            <a:xfrm>
              <a:off x="101" y="4"/>
              <a:ext cx="394" cy="31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3" name="Group 2"/>
          <p:cNvGrpSpPr/>
          <p:nvPr/>
        </p:nvGrpSpPr>
        <p:grpSpPr bwMode="auto">
          <a:xfrm>
            <a:off x="3930650" y="6364288"/>
            <a:ext cx="1525588" cy="1527175"/>
            <a:chOff x="3930651" y="6364288"/>
            <a:chExt cx="1525588" cy="1527175"/>
          </a:xfrm>
        </p:grpSpPr>
        <p:grpSp>
          <p:nvGrpSpPr>
            <p:cNvPr id="37910" name="Group 18"/>
            <p:cNvGrpSpPr/>
            <p:nvPr/>
          </p:nvGrpSpPr>
          <p:grpSpPr bwMode="auto">
            <a:xfrm>
              <a:off x="3930651" y="6364288"/>
              <a:ext cx="1525588" cy="1527175"/>
              <a:chOff x="0" y="0"/>
              <a:chExt cx="961" cy="961"/>
            </a:xfrm>
          </p:grpSpPr>
          <p:sp>
            <p:nvSpPr>
              <p:cNvPr id="37912" name="AutoShape 16"/>
              <p:cNvSpPr/>
              <p:nvPr/>
            </p:nvSpPr>
            <p:spPr bwMode="auto">
              <a:xfrm>
                <a:off x="0" y="0"/>
                <a:ext cx="961" cy="9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EC1F3A"/>
              </a:solidFill>
              <a:ln>
                <a:noFill/>
              </a:ln>
            </p:spPr>
            <p:txBody>
              <a:bodyPr lIns="0" tIns="0" rIns="0" bIns="0"/>
              <a:lstStyle/>
              <a:p>
                <a:endParaRPr lang="en-US"/>
              </a:p>
            </p:txBody>
          </p:sp>
          <p:sp>
            <p:nvSpPr>
              <p:cNvPr id="37913" name="AutoShape 17"/>
              <p:cNvSpPr/>
              <p:nvPr/>
            </p:nvSpPr>
            <p:spPr bwMode="auto">
              <a:xfrm>
                <a:off x="195" y="9"/>
                <a:ext cx="760" cy="6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sp>
          <p:nvSpPr>
            <p:cNvPr id="37911" name="Rectangle 28"/>
            <p:cNvSpPr/>
            <p:nvPr/>
          </p:nvSpPr>
          <p:spPr bwMode="auto">
            <a:xfrm>
              <a:off x="4168776" y="6661150"/>
              <a:ext cx="977900" cy="923925"/>
            </a:xfrm>
            <a:prstGeom prst="rect">
              <a:avLst/>
            </a:prstGeom>
            <a:noFill/>
            <a:ln>
              <a:noFill/>
            </a:ln>
          </p:spPr>
          <p:txBody>
            <a:bodyPr lIns="0" tIns="0" rIns="0" bIns="0" anchor="ctr"/>
            <a:lstStyle/>
            <a:p>
              <a:r>
                <a:rPr lang="en-US" sz="4800" dirty="0">
                  <a:solidFill>
                    <a:srgbClr val="FFFFFF"/>
                  </a:solidFill>
                  <a:latin typeface="微软雅黑" panose="020B0503020204020204" charset="-122"/>
                  <a:ea typeface="MS PGothic" panose="020B0600070205080204" charset="-128"/>
                  <a:cs typeface="MS PGothic" panose="020B0600070205080204" charset="-128"/>
                  <a:sym typeface="Diavlo Bold Regular" charset="0"/>
                </a:rPr>
                <a:t>#1</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old Regular" charset="0"/>
              </a:endParaRPr>
            </a:p>
          </p:txBody>
        </p:sp>
      </p:grpSp>
      <p:grpSp>
        <p:nvGrpSpPr>
          <p:cNvPr id="5" name="Group 4"/>
          <p:cNvGrpSpPr/>
          <p:nvPr/>
        </p:nvGrpSpPr>
        <p:grpSpPr bwMode="auto">
          <a:xfrm>
            <a:off x="4702175" y="3938588"/>
            <a:ext cx="1525588" cy="1527175"/>
            <a:chOff x="4702176" y="3938588"/>
            <a:chExt cx="1525588" cy="1527175"/>
          </a:xfrm>
        </p:grpSpPr>
        <p:grpSp>
          <p:nvGrpSpPr>
            <p:cNvPr id="37906" name="Group 21"/>
            <p:cNvGrpSpPr/>
            <p:nvPr/>
          </p:nvGrpSpPr>
          <p:grpSpPr bwMode="auto">
            <a:xfrm>
              <a:off x="4702176" y="3938588"/>
              <a:ext cx="1525588" cy="1527175"/>
              <a:chOff x="0" y="0"/>
              <a:chExt cx="961" cy="961"/>
            </a:xfrm>
          </p:grpSpPr>
          <p:sp>
            <p:nvSpPr>
              <p:cNvPr id="37908" name="AutoShape 19"/>
              <p:cNvSpPr/>
              <p:nvPr/>
            </p:nvSpPr>
            <p:spPr bwMode="auto">
              <a:xfrm>
                <a:off x="0" y="0"/>
                <a:ext cx="961" cy="9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6981F"/>
              </a:solidFill>
              <a:ln>
                <a:noFill/>
              </a:ln>
            </p:spPr>
            <p:txBody>
              <a:bodyPr lIns="0" tIns="0" rIns="0" bIns="0"/>
              <a:lstStyle/>
              <a:p>
                <a:endParaRPr lang="en-US"/>
              </a:p>
            </p:txBody>
          </p:sp>
          <p:sp>
            <p:nvSpPr>
              <p:cNvPr id="37909" name="AutoShape 20"/>
              <p:cNvSpPr/>
              <p:nvPr/>
            </p:nvSpPr>
            <p:spPr bwMode="auto">
              <a:xfrm>
                <a:off x="195" y="9"/>
                <a:ext cx="760" cy="6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sp>
          <p:nvSpPr>
            <p:cNvPr id="37907" name="Rectangle 29"/>
            <p:cNvSpPr/>
            <p:nvPr/>
          </p:nvSpPr>
          <p:spPr bwMode="auto">
            <a:xfrm>
              <a:off x="5026026" y="4178300"/>
              <a:ext cx="842963" cy="923925"/>
            </a:xfrm>
            <a:prstGeom prst="rect">
              <a:avLst/>
            </a:prstGeom>
            <a:noFill/>
            <a:ln>
              <a:noFill/>
            </a:ln>
          </p:spPr>
          <p:txBody>
            <a:bodyPr lIns="0" tIns="0" rIns="0" bIns="0" anchor="ctr"/>
            <a:lstStyle/>
            <a:p>
              <a:r>
                <a:rPr lang="en-US" sz="4800" dirty="0">
                  <a:solidFill>
                    <a:srgbClr val="FFFFFF"/>
                  </a:solidFill>
                  <a:latin typeface="微软雅黑" panose="020B0503020204020204" charset="-122"/>
                  <a:ea typeface="MS PGothic" panose="020B0600070205080204" charset="-128"/>
                  <a:cs typeface="MS PGothic" panose="020B0600070205080204" charset="-128"/>
                  <a:sym typeface="Diavlo Bold Regular" charset="0"/>
                </a:rPr>
                <a:t>g+</a:t>
              </a:r>
              <a:endParaRPr lang="en-US" sz="4800" dirty="0">
                <a:solidFill>
                  <a:srgbClr val="FFFFFF"/>
                </a:solidFill>
                <a:latin typeface="微软雅黑" panose="020B0503020204020204" charset="-122"/>
                <a:ea typeface="MS PGothic" panose="020B0600070205080204" charset="-128"/>
                <a:cs typeface="MS PGothic" panose="020B0600070205080204" charset="-128"/>
                <a:sym typeface="Diavlo Bold Regular" charset="0"/>
              </a:endParaRPr>
            </a:p>
          </p:txBody>
        </p:sp>
      </p:grpSp>
      <p:grpSp>
        <p:nvGrpSpPr>
          <p:cNvPr id="4" name="Group 3"/>
          <p:cNvGrpSpPr/>
          <p:nvPr/>
        </p:nvGrpSpPr>
        <p:grpSpPr bwMode="auto">
          <a:xfrm>
            <a:off x="7716838" y="3995738"/>
            <a:ext cx="1525587" cy="1525587"/>
            <a:chOff x="7716838" y="3995738"/>
            <a:chExt cx="1525588" cy="1525588"/>
          </a:xfrm>
        </p:grpSpPr>
        <p:grpSp>
          <p:nvGrpSpPr>
            <p:cNvPr id="37902" name="Group 24"/>
            <p:cNvGrpSpPr/>
            <p:nvPr/>
          </p:nvGrpSpPr>
          <p:grpSpPr bwMode="auto">
            <a:xfrm>
              <a:off x="7716838" y="3995738"/>
              <a:ext cx="1525588" cy="1525588"/>
              <a:chOff x="0" y="0"/>
              <a:chExt cx="961" cy="961"/>
            </a:xfrm>
          </p:grpSpPr>
          <p:sp>
            <p:nvSpPr>
              <p:cNvPr id="37904" name="AutoShape 22"/>
              <p:cNvSpPr/>
              <p:nvPr/>
            </p:nvSpPr>
            <p:spPr bwMode="auto">
              <a:xfrm>
                <a:off x="0" y="0"/>
                <a:ext cx="961" cy="96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495869"/>
              </a:solidFill>
              <a:ln>
                <a:noFill/>
              </a:ln>
            </p:spPr>
            <p:txBody>
              <a:bodyPr lIns="0" tIns="0" rIns="0" bIns="0"/>
              <a:lstStyle/>
              <a:p>
                <a:endParaRPr lang="en-US"/>
              </a:p>
            </p:txBody>
          </p:sp>
          <p:sp>
            <p:nvSpPr>
              <p:cNvPr id="37905" name="AutoShape 23"/>
              <p:cNvSpPr/>
              <p:nvPr/>
            </p:nvSpPr>
            <p:spPr bwMode="auto">
              <a:xfrm>
                <a:off x="195" y="9"/>
                <a:ext cx="760" cy="6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sp>
          <p:nvSpPr>
            <p:cNvPr id="37903" name="Rectangle 30"/>
            <p:cNvSpPr/>
            <p:nvPr/>
          </p:nvSpPr>
          <p:spPr bwMode="auto">
            <a:xfrm>
              <a:off x="8285163" y="4398963"/>
              <a:ext cx="398463" cy="923925"/>
            </a:xfrm>
            <a:prstGeom prst="rect">
              <a:avLst/>
            </a:prstGeom>
            <a:noFill/>
            <a:ln>
              <a:noFill/>
            </a:ln>
          </p:spPr>
          <p:txBody>
            <a:bodyPr lIns="0" tIns="0" rIns="0" bIns="0" anchor="ctr"/>
            <a:lstStyle/>
            <a:p>
              <a:r>
                <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f</a:t>
              </a:r>
              <a:endPar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sp>
        <p:nvSpPr>
          <p:cNvPr id="58" name="AutoShape 31"/>
          <p:cNvSpPr/>
          <p:nvPr/>
        </p:nvSpPr>
        <p:spPr bwMode="auto">
          <a:xfrm rot="2176248">
            <a:off x="5945188" y="3462338"/>
            <a:ext cx="1558925" cy="1128712"/>
          </a:xfrm>
          <a:custGeom>
            <a:avLst/>
            <a:gdLst>
              <a:gd name="T0" fmla="*/ 251151 w 21098"/>
              <a:gd name="T1" fmla="*/ 91551 h 17889"/>
              <a:gd name="T2" fmla="*/ 180143 w 21098"/>
              <a:gd name="T3" fmla="*/ 19875 h 17889"/>
              <a:gd name="T4" fmla="*/ 5468 w 21098"/>
              <a:gd name="T5" fmla="*/ 0 h 17889"/>
              <a:gd name="T6" fmla="*/ 65540 w 21098"/>
              <a:gd name="T7" fmla="*/ 79626 h 17889"/>
              <a:gd name="T8" fmla="*/ 234748 w 21098"/>
              <a:gd name="T9" fmla="*/ 107514 h 17889"/>
              <a:gd name="T10" fmla="*/ 196547 w 21098"/>
              <a:gd name="T11" fmla="*/ 71676 h 17889"/>
              <a:gd name="T12" fmla="*/ 158346 w 21098"/>
              <a:gd name="T13" fmla="*/ 63726 h 17889"/>
              <a:gd name="T14" fmla="*/ 251151 w 21098"/>
              <a:gd name="T15" fmla="*/ 91551 h 17889"/>
              <a:gd name="T16" fmla="*/ 251151 w 21098"/>
              <a:gd name="T17" fmla="*/ 91551 h 178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098" h="17889">
                <a:moveTo>
                  <a:pt x="21101" y="14881"/>
                </a:moveTo>
                <a:cubicBezTo>
                  <a:pt x="21101" y="14881"/>
                  <a:pt x="20167" y="6990"/>
                  <a:pt x="15249" y="2891"/>
                </a:cubicBezTo>
                <a:cubicBezTo>
                  <a:pt x="10330" y="-1207"/>
                  <a:pt x="1142" y="254"/>
                  <a:pt x="322" y="254"/>
                </a:cubicBezTo>
                <a:cubicBezTo>
                  <a:pt x="-499" y="253"/>
                  <a:pt x="-63" y="4873"/>
                  <a:pt x="5432" y="12633"/>
                </a:cubicBezTo>
                <a:cubicBezTo>
                  <a:pt x="10926" y="20393"/>
                  <a:pt x="19687" y="17273"/>
                  <a:pt x="19687" y="17273"/>
                </a:cubicBezTo>
                <a:cubicBezTo>
                  <a:pt x="19687" y="17273"/>
                  <a:pt x="19016" y="13372"/>
                  <a:pt x="16416" y="11528"/>
                </a:cubicBezTo>
                <a:cubicBezTo>
                  <a:pt x="13817" y="9685"/>
                  <a:pt x="13485" y="9915"/>
                  <a:pt x="13485" y="9915"/>
                </a:cubicBezTo>
                <a:cubicBezTo>
                  <a:pt x="13485" y="9915"/>
                  <a:pt x="17680" y="8942"/>
                  <a:pt x="21101" y="14881"/>
                </a:cubicBezTo>
                <a:close/>
                <a:moveTo>
                  <a:pt x="21101" y="14881"/>
                </a:moveTo>
              </a:path>
            </a:pathLst>
          </a:custGeom>
          <a:solidFill>
            <a:srgbClr val="589C38"/>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59" name="AutoShape 32"/>
          <p:cNvSpPr/>
          <p:nvPr/>
        </p:nvSpPr>
        <p:spPr bwMode="auto">
          <a:xfrm rot="2176248">
            <a:off x="7913688" y="6630988"/>
            <a:ext cx="1143000" cy="819150"/>
          </a:xfrm>
          <a:custGeom>
            <a:avLst/>
            <a:gdLst>
              <a:gd name="T0" fmla="*/ 0 w 21103"/>
              <a:gd name="T1" fmla="*/ 25139 h 17889"/>
              <a:gd name="T2" fmla="*/ 20528 w 21103"/>
              <a:gd name="T3" fmla="*/ 4213 h 17889"/>
              <a:gd name="T4" fmla="*/ 70412 w 21103"/>
              <a:gd name="T5" fmla="*/ 0 h 17889"/>
              <a:gd name="T6" fmla="*/ 52809 w 21103"/>
              <a:gd name="T7" fmla="*/ 20972 h 17889"/>
              <a:gd name="T8" fmla="*/ 5850 w 21103"/>
              <a:gd name="T9" fmla="*/ 29352 h 17889"/>
              <a:gd name="T10" fmla="*/ 14678 w 21103"/>
              <a:gd name="T11" fmla="*/ 20972 h 17889"/>
              <a:gd name="T12" fmla="*/ 26377 w 21103"/>
              <a:gd name="T13" fmla="*/ 16759 h 17889"/>
              <a:gd name="T14" fmla="*/ 0 w 21103"/>
              <a:gd name="T15" fmla="*/ 25139 h 17889"/>
              <a:gd name="T16" fmla="*/ 0 w 21103"/>
              <a:gd name="T17" fmla="*/ 25139 h 178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103" h="17889">
                <a:moveTo>
                  <a:pt x="3" y="14876"/>
                </a:moveTo>
                <a:cubicBezTo>
                  <a:pt x="3" y="14876"/>
                  <a:pt x="934" y="6985"/>
                  <a:pt x="5852" y="2889"/>
                </a:cubicBezTo>
                <a:cubicBezTo>
                  <a:pt x="10770" y="-1207"/>
                  <a:pt x="19961" y="258"/>
                  <a:pt x="20782" y="258"/>
                </a:cubicBezTo>
                <a:cubicBezTo>
                  <a:pt x="21603" y="259"/>
                  <a:pt x="21168" y="4878"/>
                  <a:pt x="15675" y="12636"/>
                </a:cubicBezTo>
                <a:cubicBezTo>
                  <a:pt x="10183" y="20393"/>
                  <a:pt x="1418" y="17268"/>
                  <a:pt x="1418" y="17268"/>
                </a:cubicBezTo>
                <a:cubicBezTo>
                  <a:pt x="1418" y="17268"/>
                  <a:pt x="2088" y="13368"/>
                  <a:pt x="4688" y="11526"/>
                </a:cubicBezTo>
                <a:cubicBezTo>
                  <a:pt x="7287" y="9683"/>
                  <a:pt x="7619" y="9914"/>
                  <a:pt x="7619" y="9914"/>
                </a:cubicBezTo>
                <a:cubicBezTo>
                  <a:pt x="7619" y="9914"/>
                  <a:pt x="3423" y="8938"/>
                  <a:pt x="3" y="14876"/>
                </a:cubicBezTo>
                <a:close/>
                <a:moveTo>
                  <a:pt x="3" y="14876"/>
                </a:moveTo>
              </a:path>
            </a:pathLst>
          </a:custGeom>
          <a:solidFill>
            <a:srgbClr val="589C38"/>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60" name="AutoShape 33"/>
          <p:cNvSpPr/>
          <p:nvPr/>
        </p:nvSpPr>
        <p:spPr bwMode="auto">
          <a:xfrm rot="2176248">
            <a:off x="3605213" y="5300663"/>
            <a:ext cx="1143000" cy="819150"/>
          </a:xfrm>
          <a:custGeom>
            <a:avLst/>
            <a:gdLst>
              <a:gd name="T0" fmla="*/ 73354 w 21098"/>
              <a:gd name="T1" fmla="*/ 25139 h 17889"/>
              <a:gd name="T2" fmla="*/ 52821 w 21098"/>
              <a:gd name="T3" fmla="*/ 4213 h 17889"/>
              <a:gd name="T4" fmla="*/ 0 w 21098"/>
              <a:gd name="T5" fmla="*/ 0 h 17889"/>
              <a:gd name="T6" fmla="*/ 17607 w 21098"/>
              <a:gd name="T7" fmla="*/ 20972 h 17889"/>
              <a:gd name="T8" fmla="*/ 67503 w 21098"/>
              <a:gd name="T9" fmla="*/ 29352 h 17889"/>
              <a:gd name="T10" fmla="*/ 55747 w 21098"/>
              <a:gd name="T11" fmla="*/ 20972 h 17889"/>
              <a:gd name="T12" fmla="*/ 46970 w 21098"/>
              <a:gd name="T13" fmla="*/ 16759 h 17889"/>
              <a:gd name="T14" fmla="*/ 73354 w 21098"/>
              <a:gd name="T15" fmla="*/ 25139 h 17889"/>
              <a:gd name="T16" fmla="*/ 73354 w 21098"/>
              <a:gd name="T17" fmla="*/ 25139 h 178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098" h="17889">
                <a:moveTo>
                  <a:pt x="21101" y="14881"/>
                </a:moveTo>
                <a:cubicBezTo>
                  <a:pt x="21101" y="14881"/>
                  <a:pt x="20167" y="6990"/>
                  <a:pt x="15249" y="2891"/>
                </a:cubicBezTo>
                <a:cubicBezTo>
                  <a:pt x="10330" y="-1207"/>
                  <a:pt x="1142" y="254"/>
                  <a:pt x="322" y="254"/>
                </a:cubicBezTo>
                <a:cubicBezTo>
                  <a:pt x="-499" y="253"/>
                  <a:pt x="-63" y="4873"/>
                  <a:pt x="5432" y="12633"/>
                </a:cubicBezTo>
                <a:cubicBezTo>
                  <a:pt x="10926" y="20393"/>
                  <a:pt x="19687" y="17273"/>
                  <a:pt x="19687" y="17273"/>
                </a:cubicBezTo>
                <a:cubicBezTo>
                  <a:pt x="19687" y="17273"/>
                  <a:pt x="19016" y="13372"/>
                  <a:pt x="16416" y="11528"/>
                </a:cubicBezTo>
                <a:cubicBezTo>
                  <a:pt x="13817" y="9685"/>
                  <a:pt x="13485" y="9915"/>
                  <a:pt x="13485" y="9915"/>
                </a:cubicBezTo>
                <a:cubicBezTo>
                  <a:pt x="13485" y="9915"/>
                  <a:pt x="17680" y="8942"/>
                  <a:pt x="21101" y="14881"/>
                </a:cubicBezTo>
                <a:close/>
                <a:moveTo>
                  <a:pt x="21101" y="14881"/>
                </a:moveTo>
              </a:path>
            </a:pathLst>
          </a:custGeom>
          <a:solidFill>
            <a:srgbClr val="589C38"/>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down)">
                                      <p:cBhvr>
                                        <p:cTn id="15" dur="500"/>
                                        <p:tgtEl>
                                          <p:spTgt spid="41"/>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wipe(down)">
                                      <p:cBhvr>
                                        <p:cTn id="18" dur="500"/>
                                        <p:tgtEl>
                                          <p:spTgt spid="42"/>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down)">
                                      <p:cBhvr>
                                        <p:cTn id="21" dur="500"/>
                                        <p:tgtEl>
                                          <p:spTgt spid="40"/>
                                        </p:tgtEl>
                                      </p:cBhvr>
                                    </p:animEffect>
                                  </p:childTnLst>
                                </p:cTn>
                              </p:par>
                              <p:par>
                                <p:cTn id="22" presetID="23" presetClass="entr" presetSubtype="16" fill="hold" grpId="0" nodeType="withEffect">
                                  <p:stCondLst>
                                    <p:cond delay="200"/>
                                  </p:stCondLst>
                                  <p:childTnLst>
                                    <p:set>
                                      <p:cBhvr>
                                        <p:cTn id="23" dur="1" fill="hold">
                                          <p:stCondLst>
                                            <p:cond delay="0"/>
                                          </p:stCondLst>
                                        </p:cTn>
                                        <p:tgtEl>
                                          <p:spTgt spid="60"/>
                                        </p:tgtEl>
                                        <p:attrNameLst>
                                          <p:attrName>style.visibility</p:attrName>
                                        </p:attrNameLst>
                                      </p:cBhvr>
                                      <p:to>
                                        <p:strVal val="visible"/>
                                      </p:to>
                                    </p:set>
                                    <p:anim calcmode="lin" valueType="num">
                                      <p:cBhvr>
                                        <p:cTn id="24" dur="500" fill="hold"/>
                                        <p:tgtEl>
                                          <p:spTgt spid="60"/>
                                        </p:tgtEl>
                                        <p:attrNameLst>
                                          <p:attrName>ppt_w</p:attrName>
                                        </p:attrNameLst>
                                      </p:cBhvr>
                                      <p:tavLst>
                                        <p:tav tm="0">
                                          <p:val>
                                            <p:fltVal val="0"/>
                                          </p:val>
                                        </p:tav>
                                        <p:tav tm="100000">
                                          <p:val>
                                            <p:strVal val="#ppt_w"/>
                                          </p:val>
                                        </p:tav>
                                      </p:tavLst>
                                    </p:anim>
                                    <p:anim calcmode="lin" valueType="num">
                                      <p:cBhvr>
                                        <p:cTn id="25" dur="500" fill="hold"/>
                                        <p:tgtEl>
                                          <p:spTgt spid="60"/>
                                        </p:tgtEl>
                                        <p:attrNameLst>
                                          <p:attrName>ppt_h</p:attrName>
                                        </p:attrNameLst>
                                      </p:cBhvr>
                                      <p:tavLst>
                                        <p:tav tm="0">
                                          <p:val>
                                            <p:fltVal val="0"/>
                                          </p:val>
                                        </p:tav>
                                        <p:tav tm="100000">
                                          <p:val>
                                            <p:strVal val="#ppt_h"/>
                                          </p:val>
                                        </p:tav>
                                      </p:tavLst>
                                    </p:anim>
                                  </p:childTnLst>
                                </p:cTn>
                              </p:par>
                              <p:par>
                                <p:cTn id="26" presetID="23" presetClass="entr" presetSubtype="16" fill="hold" nodeType="withEffect">
                                  <p:stCondLst>
                                    <p:cond delay="40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childTnLst>
                                </p:cTn>
                              </p:par>
                              <p:par>
                                <p:cTn id="30" presetID="23" presetClass="entr" presetSubtype="16" fill="hold" nodeType="withEffect">
                                  <p:stCondLst>
                                    <p:cond delay="300"/>
                                  </p:stCondLst>
                                  <p:childTnLst>
                                    <p:set>
                                      <p:cBhvr>
                                        <p:cTn id="31" dur="1" fill="hold">
                                          <p:stCondLst>
                                            <p:cond delay="0"/>
                                          </p:stCondLst>
                                        </p:cTn>
                                        <p:tgtEl>
                                          <p:spTgt spid="52"/>
                                        </p:tgtEl>
                                        <p:attrNameLst>
                                          <p:attrName>style.visibility</p:attrName>
                                        </p:attrNameLst>
                                      </p:cBhvr>
                                      <p:to>
                                        <p:strVal val="visible"/>
                                      </p:to>
                                    </p:set>
                                    <p:anim calcmode="lin" valueType="num">
                                      <p:cBhvr>
                                        <p:cTn id="32" dur="500" fill="hold"/>
                                        <p:tgtEl>
                                          <p:spTgt spid="52"/>
                                        </p:tgtEl>
                                        <p:attrNameLst>
                                          <p:attrName>ppt_w</p:attrName>
                                        </p:attrNameLst>
                                      </p:cBhvr>
                                      <p:tavLst>
                                        <p:tav tm="0">
                                          <p:val>
                                            <p:fltVal val="0"/>
                                          </p:val>
                                        </p:tav>
                                        <p:tav tm="100000">
                                          <p:val>
                                            <p:strVal val="#ppt_w"/>
                                          </p:val>
                                        </p:tav>
                                      </p:tavLst>
                                    </p:anim>
                                    <p:anim calcmode="lin" valueType="num">
                                      <p:cBhvr>
                                        <p:cTn id="33" dur="500" fill="hold"/>
                                        <p:tgtEl>
                                          <p:spTgt spid="52"/>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500"/>
                                  </p:stCondLst>
                                  <p:childTnLst>
                                    <p:set>
                                      <p:cBhvr>
                                        <p:cTn id="35" dur="1" fill="hold">
                                          <p:stCondLst>
                                            <p:cond delay="0"/>
                                          </p:stCondLst>
                                        </p:cTn>
                                        <p:tgtEl>
                                          <p:spTgt spid="59"/>
                                        </p:tgtEl>
                                        <p:attrNameLst>
                                          <p:attrName>style.visibility</p:attrName>
                                        </p:attrNameLst>
                                      </p:cBhvr>
                                      <p:to>
                                        <p:strVal val="visible"/>
                                      </p:to>
                                    </p:set>
                                    <p:anim calcmode="lin" valueType="num">
                                      <p:cBhvr>
                                        <p:cTn id="36" dur="500" fill="hold"/>
                                        <p:tgtEl>
                                          <p:spTgt spid="59"/>
                                        </p:tgtEl>
                                        <p:attrNameLst>
                                          <p:attrName>ppt_w</p:attrName>
                                        </p:attrNameLst>
                                      </p:cBhvr>
                                      <p:tavLst>
                                        <p:tav tm="0">
                                          <p:val>
                                            <p:fltVal val="0"/>
                                          </p:val>
                                        </p:tav>
                                        <p:tav tm="100000">
                                          <p:val>
                                            <p:strVal val="#ppt_w"/>
                                          </p:val>
                                        </p:tav>
                                      </p:tavLst>
                                    </p:anim>
                                    <p:anim calcmode="lin" valueType="num">
                                      <p:cBhvr>
                                        <p:cTn id="37" dur="500" fill="hold"/>
                                        <p:tgtEl>
                                          <p:spTgt spid="59"/>
                                        </p:tgtEl>
                                        <p:attrNameLst>
                                          <p:attrName>ppt_h</p:attrName>
                                        </p:attrNameLst>
                                      </p:cBhvr>
                                      <p:tavLst>
                                        <p:tav tm="0">
                                          <p:val>
                                            <p:fltVal val="0"/>
                                          </p:val>
                                        </p:tav>
                                        <p:tav tm="100000">
                                          <p:val>
                                            <p:strVal val="#ppt_h"/>
                                          </p:val>
                                        </p:tav>
                                      </p:tavLst>
                                    </p:anim>
                                  </p:childTnLst>
                                </p:cTn>
                              </p:par>
                              <p:par>
                                <p:cTn id="38" presetID="23" presetClass="entr" presetSubtype="16" fill="hold" nodeType="withEffect">
                                  <p:stCondLst>
                                    <p:cond delay="200"/>
                                  </p:stCondLst>
                                  <p:childTnLst>
                                    <p:set>
                                      <p:cBhvr>
                                        <p:cTn id="39" dur="1" fill="hold">
                                          <p:stCondLst>
                                            <p:cond delay="0"/>
                                          </p:stCondLst>
                                        </p:cTn>
                                        <p:tgtEl>
                                          <p:spTgt spid="4"/>
                                        </p:tgtEl>
                                        <p:attrNameLst>
                                          <p:attrName>style.visibility</p:attrName>
                                        </p:attrNameLst>
                                      </p:cBhvr>
                                      <p:to>
                                        <p:strVal val="visible"/>
                                      </p:to>
                                    </p:set>
                                    <p:anim calcmode="lin" valueType="num">
                                      <p:cBhvr>
                                        <p:cTn id="40" dur="500" fill="hold"/>
                                        <p:tgtEl>
                                          <p:spTgt spid="4"/>
                                        </p:tgtEl>
                                        <p:attrNameLst>
                                          <p:attrName>ppt_w</p:attrName>
                                        </p:attrNameLst>
                                      </p:cBhvr>
                                      <p:tavLst>
                                        <p:tav tm="0">
                                          <p:val>
                                            <p:fltVal val="0"/>
                                          </p:val>
                                        </p:tav>
                                        <p:tav tm="100000">
                                          <p:val>
                                            <p:strVal val="#ppt_w"/>
                                          </p:val>
                                        </p:tav>
                                      </p:tavLst>
                                    </p:anim>
                                    <p:anim calcmode="lin" valueType="num">
                                      <p:cBhvr>
                                        <p:cTn id="41" dur="500" fill="hold"/>
                                        <p:tgtEl>
                                          <p:spTgt spid="4"/>
                                        </p:tgtEl>
                                        <p:attrNameLst>
                                          <p:attrName>ppt_h</p:attrName>
                                        </p:attrNameLst>
                                      </p:cBhvr>
                                      <p:tavLst>
                                        <p:tav tm="0">
                                          <p:val>
                                            <p:fltVal val="0"/>
                                          </p:val>
                                        </p:tav>
                                        <p:tav tm="100000">
                                          <p:val>
                                            <p:strVal val="#ppt_h"/>
                                          </p:val>
                                        </p:tav>
                                      </p:tavLst>
                                    </p:anim>
                                  </p:childTnLst>
                                </p:cTn>
                              </p:par>
                              <p:par>
                                <p:cTn id="42" presetID="23" presetClass="entr" presetSubtype="16" fill="hold" grpId="0" nodeType="withEffect">
                                  <p:stCondLst>
                                    <p:cond delay="300"/>
                                  </p:stCondLst>
                                  <p:childTnLst>
                                    <p:set>
                                      <p:cBhvr>
                                        <p:cTn id="43" dur="1" fill="hold">
                                          <p:stCondLst>
                                            <p:cond delay="0"/>
                                          </p:stCondLst>
                                        </p:cTn>
                                        <p:tgtEl>
                                          <p:spTgt spid="58"/>
                                        </p:tgtEl>
                                        <p:attrNameLst>
                                          <p:attrName>style.visibility</p:attrName>
                                        </p:attrNameLst>
                                      </p:cBhvr>
                                      <p:to>
                                        <p:strVal val="visible"/>
                                      </p:to>
                                    </p:set>
                                    <p:anim calcmode="lin" valueType="num">
                                      <p:cBhvr>
                                        <p:cTn id="44" dur="500" fill="hold"/>
                                        <p:tgtEl>
                                          <p:spTgt spid="58"/>
                                        </p:tgtEl>
                                        <p:attrNameLst>
                                          <p:attrName>ppt_w</p:attrName>
                                        </p:attrNameLst>
                                      </p:cBhvr>
                                      <p:tavLst>
                                        <p:tav tm="0">
                                          <p:val>
                                            <p:fltVal val="0"/>
                                          </p:val>
                                        </p:tav>
                                        <p:tav tm="100000">
                                          <p:val>
                                            <p:strVal val="#ppt_w"/>
                                          </p:val>
                                        </p:tav>
                                      </p:tavLst>
                                    </p:anim>
                                    <p:anim calcmode="lin" valueType="num">
                                      <p:cBhvr>
                                        <p:cTn id="45" dur="500" fill="hold"/>
                                        <p:tgtEl>
                                          <p:spTgt spid="58"/>
                                        </p:tgtEl>
                                        <p:attrNameLst>
                                          <p:attrName>ppt_h</p:attrName>
                                        </p:attrNameLst>
                                      </p:cBhvr>
                                      <p:tavLst>
                                        <p:tav tm="0">
                                          <p:val>
                                            <p:fltVal val="0"/>
                                          </p:val>
                                        </p:tav>
                                        <p:tav tm="100000">
                                          <p:val>
                                            <p:strVal val="#ppt_h"/>
                                          </p:val>
                                        </p:tav>
                                      </p:tavLst>
                                    </p:anim>
                                  </p:childTnLst>
                                </p:cTn>
                              </p:par>
                              <p:par>
                                <p:cTn id="46" presetID="23" presetClass="entr" presetSubtype="16" fill="hold" nodeType="withEffect">
                                  <p:stCondLst>
                                    <p:cond delay="50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fill="hold"/>
                                        <p:tgtEl>
                                          <p:spTgt spid="5"/>
                                        </p:tgtEl>
                                        <p:attrNameLst>
                                          <p:attrName>ppt_w</p:attrName>
                                        </p:attrNameLst>
                                      </p:cBhvr>
                                      <p:tavLst>
                                        <p:tav tm="0">
                                          <p:val>
                                            <p:fltVal val="0"/>
                                          </p:val>
                                        </p:tav>
                                        <p:tav tm="100000">
                                          <p:val>
                                            <p:strVal val="#ppt_w"/>
                                          </p:val>
                                        </p:tav>
                                      </p:tavLst>
                                    </p:anim>
                                    <p:anim calcmode="lin" valueType="num">
                                      <p:cBhvr>
                                        <p:cTn id="49"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37" presetClass="entr" presetSubtype="0" fill="hold" nodeType="clickEffect">
                                  <p:stCondLst>
                                    <p:cond delay="0"/>
                                  </p:stCondLst>
                                  <p:childTnLst>
                                    <p:set>
                                      <p:cBhvr>
                                        <p:cTn id="53" dur="1" fill="hold">
                                          <p:stCondLst>
                                            <p:cond delay="0"/>
                                          </p:stCondLst>
                                        </p:cTn>
                                        <p:tgtEl>
                                          <p:spTgt spid="36866"/>
                                        </p:tgtEl>
                                        <p:attrNameLst>
                                          <p:attrName>style.visibility</p:attrName>
                                        </p:attrNameLst>
                                      </p:cBhvr>
                                      <p:to>
                                        <p:strVal val="visible"/>
                                      </p:to>
                                    </p:set>
                                    <p:animEffect transition="in" filter="fade">
                                      <p:cBhvr>
                                        <p:cTn id="54" dur="1000"/>
                                        <p:tgtEl>
                                          <p:spTgt spid="36866"/>
                                        </p:tgtEl>
                                      </p:cBhvr>
                                    </p:animEffect>
                                    <p:anim calcmode="lin" valueType="num">
                                      <p:cBhvr>
                                        <p:cTn id="55" dur="1000" fill="hold"/>
                                        <p:tgtEl>
                                          <p:spTgt spid="36866"/>
                                        </p:tgtEl>
                                        <p:attrNameLst>
                                          <p:attrName>ppt_x</p:attrName>
                                        </p:attrNameLst>
                                      </p:cBhvr>
                                      <p:tavLst>
                                        <p:tav tm="0">
                                          <p:val>
                                            <p:strVal val="#ppt_x"/>
                                          </p:val>
                                        </p:tav>
                                        <p:tav tm="100000">
                                          <p:val>
                                            <p:strVal val="#ppt_x"/>
                                          </p:val>
                                        </p:tav>
                                      </p:tavLst>
                                    </p:anim>
                                    <p:anim calcmode="lin" valueType="num">
                                      <p:cBhvr>
                                        <p:cTn id="56" dur="900" decel="100000" fill="hold"/>
                                        <p:tgtEl>
                                          <p:spTgt spid="36866"/>
                                        </p:tgtEl>
                                        <p:attrNameLst>
                                          <p:attrName>ppt_y</p:attrName>
                                        </p:attrNameLst>
                                      </p:cBhvr>
                                      <p:tavLst>
                                        <p:tav tm="0">
                                          <p:val>
                                            <p:strVal val="#ppt_y+1"/>
                                          </p:val>
                                        </p:tav>
                                        <p:tav tm="100000">
                                          <p:val>
                                            <p:strVal val="#ppt_y-.03"/>
                                          </p:val>
                                        </p:tav>
                                      </p:tavLst>
                                    </p:anim>
                                    <p:anim calcmode="lin" valueType="num">
                                      <p:cBhvr>
                                        <p:cTn id="57" dur="100" accel="100000" fill="hold">
                                          <p:stCondLst>
                                            <p:cond delay="900"/>
                                          </p:stCondLst>
                                        </p:cTn>
                                        <p:tgtEl>
                                          <p:spTgt spid="3686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8" grpId="0" animBg="1"/>
      <p:bldP spid="59" grpId="0" animBg="1"/>
      <p:bldP spid="6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89" name="Group 1"/>
          <p:cNvGrpSpPr/>
          <p:nvPr/>
        </p:nvGrpSpPr>
        <p:grpSpPr bwMode="auto">
          <a:xfrm>
            <a:off x="7498671" y="2335213"/>
            <a:ext cx="9378721" cy="8803635"/>
            <a:chOff x="7498671" y="2335213"/>
            <a:chExt cx="9378721" cy="8803635"/>
          </a:xfrm>
        </p:grpSpPr>
        <p:sp>
          <p:nvSpPr>
            <p:cNvPr id="38914" name="Rectangle 1"/>
            <p:cNvSpPr/>
            <p:nvPr/>
          </p:nvSpPr>
          <p:spPr bwMode="auto">
            <a:xfrm>
              <a:off x="7498671" y="9892353"/>
              <a:ext cx="9378721" cy="1246495"/>
            </a:xfrm>
            <a:prstGeom prst="rect">
              <a:avLst/>
            </a:prstGeom>
            <a:noFill/>
            <a:ln>
              <a:noFill/>
            </a:ln>
          </p:spPr>
          <p:txBody>
            <a:bodyPr wrap="none" lIns="0" tIns="0" rIns="0" bIns="0" anchor="ctr">
              <a:spAutoFit/>
            </a:bodyPr>
            <a:lstStyle/>
            <a:p>
              <a:r>
                <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Content Marketing</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8915" name="Group 114"/>
            <p:cNvGrpSpPr/>
            <p:nvPr/>
          </p:nvGrpSpPr>
          <p:grpSpPr bwMode="auto">
            <a:xfrm rot="10800000" flipH="1">
              <a:off x="8305800" y="2335213"/>
              <a:ext cx="7478713" cy="7151687"/>
              <a:chOff x="0" y="0"/>
              <a:chExt cx="4711" cy="4504"/>
            </a:xfrm>
          </p:grpSpPr>
          <p:sp>
            <p:nvSpPr>
              <p:cNvPr id="38918" name="AutoShape 2"/>
              <p:cNvSpPr/>
              <p:nvPr/>
            </p:nvSpPr>
            <p:spPr bwMode="auto">
              <a:xfrm>
                <a:off x="377" y="1122"/>
                <a:ext cx="3947" cy="2625"/>
              </a:xfrm>
              <a:custGeom>
                <a:avLst/>
                <a:gdLst>
                  <a:gd name="T0" fmla="*/ 24 w 21600"/>
                  <a:gd name="T1" fmla="*/ 5 h 21600"/>
                  <a:gd name="T2" fmla="*/ 1 w 21600"/>
                  <a:gd name="T3" fmla="*/ 5 h 21600"/>
                  <a:gd name="T4" fmla="*/ 0 w 21600"/>
                  <a:gd name="T5" fmla="*/ 4 h 21600"/>
                  <a:gd name="T6" fmla="*/ 0 w 21600"/>
                  <a:gd name="T7" fmla="*/ 0 h 21600"/>
                  <a:gd name="T8" fmla="*/ 1 w 21600"/>
                  <a:gd name="T9" fmla="*/ 0 h 21600"/>
                  <a:gd name="T10" fmla="*/ 24 w 21600"/>
                  <a:gd name="T11" fmla="*/ 0 h 21600"/>
                  <a:gd name="T12" fmla="*/ 24 w 21600"/>
                  <a:gd name="T13" fmla="*/ 0 h 21600"/>
                  <a:gd name="T14" fmla="*/ 24 w 21600"/>
                  <a:gd name="T15" fmla="*/ 4 h 21600"/>
                  <a:gd name="T16" fmla="*/ 24 w 21600"/>
                  <a:gd name="T17" fmla="*/ 5 h 21600"/>
                  <a:gd name="T18" fmla="*/ 24 w 21600"/>
                  <a:gd name="T19" fmla="*/ 5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119" y="21600"/>
                    </a:moveTo>
                    <a:lnTo>
                      <a:pt x="481" y="21600"/>
                    </a:lnTo>
                    <a:cubicBezTo>
                      <a:pt x="217" y="21600"/>
                      <a:pt x="0" y="21274"/>
                      <a:pt x="0" y="20875"/>
                    </a:cubicBezTo>
                    <a:lnTo>
                      <a:pt x="0" y="725"/>
                    </a:lnTo>
                    <a:cubicBezTo>
                      <a:pt x="0" y="326"/>
                      <a:pt x="217" y="0"/>
                      <a:pt x="481" y="0"/>
                    </a:cubicBezTo>
                    <a:lnTo>
                      <a:pt x="21119" y="0"/>
                    </a:lnTo>
                    <a:cubicBezTo>
                      <a:pt x="21383" y="0"/>
                      <a:pt x="21600" y="326"/>
                      <a:pt x="21600" y="725"/>
                    </a:cubicBezTo>
                    <a:lnTo>
                      <a:pt x="21600" y="20875"/>
                    </a:lnTo>
                    <a:cubicBezTo>
                      <a:pt x="21600" y="21274"/>
                      <a:pt x="21383" y="21600"/>
                      <a:pt x="21119" y="21600"/>
                    </a:cubicBezTo>
                    <a:close/>
                    <a:moveTo>
                      <a:pt x="21119" y="21600"/>
                    </a:moveTo>
                  </a:path>
                </a:pathLst>
              </a:custGeom>
              <a:solidFill>
                <a:srgbClr val="FFFFFF"/>
              </a:solidFill>
              <a:ln>
                <a:noFill/>
              </a:ln>
            </p:spPr>
            <p:txBody>
              <a:bodyPr lIns="0" tIns="0" rIns="0" bIns="0"/>
              <a:lstStyle/>
              <a:p>
                <a:endParaRPr lang="en-US"/>
              </a:p>
            </p:txBody>
          </p:sp>
          <p:sp>
            <p:nvSpPr>
              <p:cNvPr id="38919" name="AutoShape 3"/>
              <p:cNvSpPr/>
              <p:nvPr/>
            </p:nvSpPr>
            <p:spPr bwMode="auto">
              <a:xfrm>
                <a:off x="3848" y="3604"/>
                <a:ext cx="219" cy="1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600"/>
                    </a:moveTo>
                    <a:lnTo>
                      <a:pt x="0" y="21600"/>
                    </a:lnTo>
                    <a:lnTo>
                      <a:pt x="0" y="3050"/>
                    </a:lnTo>
                    <a:cubicBezTo>
                      <a:pt x="0" y="1374"/>
                      <a:pt x="912" y="0"/>
                      <a:pt x="2030" y="0"/>
                    </a:cubicBezTo>
                    <a:lnTo>
                      <a:pt x="19570" y="0"/>
                    </a:lnTo>
                    <a:cubicBezTo>
                      <a:pt x="20686" y="0"/>
                      <a:pt x="21600" y="1374"/>
                      <a:pt x="21600" y="3050"/>
                    </a:cubicBezTo>
                    <a:cubicBezTo>
                      <a:pt x="21600" y="3050"/>
                      <a:pt x="21600" y="21600"/>
                      <a:pt x="21600" y="21600"/>
                    </a:cubicBezTo>
                    <a:close/>
                    <a:moveTo>
                      <a:pt x="21600" y="21600"/>
                    </a:moveTo>
                  </a:path>
                </a:pathLst>
              </a:custGeom>
              <a:solidFill>
                <a:srgbClr val="B3B3B3"/>
              </a:solidFill>
              <a:ln>
                <a:noFill/>
              </a:ln>
            </p:spPr>
            <p:txBody>
              <a:bodyPr lIns="0" tIns="0" rIns="0" bIns="0"/>
              <a:lstStyle/>
              <a:p>
                <a:endParaRPr lang="en-US"/>
              </a:p>
            </p:txBody>
          </p:sp>
          <p:sp>
            <p:nvSpPr>
              <p:cNvPr id="38920" name="AutoShape 4"/>
              <p:cNvSpPr/>
              <p:nvPr/>
            </p:nvSpPr>
            <p:spPr bwMode="auto">
              <a:xfrm>
                <a:off x="637" y="3604"/>
                <a:ext cx="219" cy="1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600"/>
                    </a:moveTo>
                    <a:lnTo>
                      <a:pt x="0" y="21600"/>
                    </a:lnTo>
                    <a:lnTo>
                      <a:pt x="0" y="3050"/>
                    </a:lnTo>
                    <a:cubicBezTo>
                      <a:pt x="0" y="1374"/>
                      <a:pt x="913" y="0"/>
                      <a:pt x="2030" y="0"/>
                    </a:cubicBezTo>
                    <a:lnTo>
                      <a:pt x="19571" y="0"/>
                    </a:lnTo>
                    <a:cubicBezTo>
                      <a:pt x="20688" y="0"/>
                      <a:pt x="21600" y="1374"/>
                      <a:pt x="21600" y="3050"/>
                    </a:cubicBezTo>
                    <a:cubicBezTo>
                      <a:pt x="21600" y="3050"/>
                      <a:pt x="21600" y="21600"/>
                      <a:pt x="21600" y="21600"/>
                    </a:cubicBezTo>
                    <a:close/>
                    <a:moveTo>
                      <a:pt x="21600" y="21600"/>
                    </a:moveTo>
                  </a:path>
                </a:pathLst>
              </a:custGeom>
              <a:solidFill>
                <a:srgbClr val="B3B3B3"/>
              </a:solidFill>
              <a:ln>
                <a:noFill/>
              </a:ln>
            </p:spPr>
            <p:txBody>
              <a:bodyPr lIns="0" tIns="0" rIns="0" bIns="0"/>
              <a:lstStyle/>
              <a:p>
                <a:endParaRPr lang="en-US"/>
              </a:p>
            </p:txBody>
          </p:sp>
          <p:sp>
            <p:nvSpPr>
              <p:cNvPr id="38921" name="AutoShape 5"/>
              <p:cNvSpPr/>
              <p:nvPr/>
            </p:nvSpPr>
            <p:spPr bwMode="auto">
              <a:xfrm>
                <a:off x="0" y="3793"/>
                <a:ext cx="4711" cy="711"/>
              </a:xfrm>
              <a:custGeom>
                <a:avLst/>
                <a:gdLst>
                  <a:gd name="T0" fmla="*/ 49 w 21355"/>
                  <a:gd name="T1" fmla="*/ 0 h 21600"/>
                  <a:gd name="T2" fmla="*/ 1 w 21355"/>
                  <a:gd name="T3" fmla="*/ 0 h 21600"/>
                  <a:gd name="T4" fmla="*/ 0 w 21355"/>
                  <a:gd name="T5" fmla="*/ 0 h 21600"/>
                  <a:gd name="T6" fmla="*/ 4 w 21355"/>
                  <a:gd name="T7" fmla="*/ 0 h 21600"/>
                  <a:gd name="T8" fmla="*/ 47 w 21355"/>
                  <a:gd name="T9" fmla="*/ 0 h 21600"/>
                  <a:gd name="T10" fmla="*/ 50 w 21355"/>
                  <a:gd name="T11" fmla="*/ 0 h 21600"/>
                  <a:gd name="T12" fmla="*/ 49 w 21355"/>
                  <a:gd name="T13" fmla="*/ 0 h 21600"/>
                  <a:gd name="T14" fmla="*/ 49 w 21355"/>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55" h="21600">
                    <a:moveTo>
                      <a:pt x="20881" y="21600"/>
                    </a:moveTo>
                    <a:lnTo>
                      <a:pt x="525" y="21600"/>
                    </a:lnTo>
                    <a:cubicBezTo>
                      <a:pt x="35" y="21600"/>
                      <a:pt x="-114" y="20065"/>
                      <a:pt x="87" y="17949"/>
                    </a:cubicBezTo>
                    <a:lnTo>
                      <a:pt x="1790" y="0"/>
                    </a:lnTo>
                    <a:lnTo>
                      <a:pt x="19628" y="0"/>
                    </a:lnTo>
                    <a:lnTo>
                      <a:pt x="21145" y="16108"/>
                    </a:lnTo>
                    <a:cubicBezTo>
                      <a:pt x="21486" y="19725"/>
                      <a:pt x="21420" y="21600"/>
                      <a:pt x="20881" y="21600"/>
                    </a:cubicBezTo>
                    <a:close/>
                    <a:moveTo>
                      <a:pt x="20881" y="21600"/>
                    </a:moveTo>
                  </a:path>
                </a:pathLst>
              </a:custGeom>
              <a:solidFill>
                <a:srgbClr val="CCCCCC"/>
              </a:solidFill>
              <a:ln>
                <a:noFill/>
              </a:ln>
            </p:spPr>
            <p:txBody>
              <a:bodyPr lIns="0" tIns="0" rIns="0" bIns="0"/>
              <a:lstStyle/>
              <a:p>
                <a:endParaRPr lang="en-US"/>
              </a:p>
            </p:txBody>
          </p:sp>
          <p:sp>
            <p:nvSpPr>
              <p:cNvPr id="38922" name="AutoShape 6"/>
              <p:cNvSpPr/>
              <p:nvPr/>
            </p:nvSpPr>
            <p:spPr bwMode="auto">
              <a:xfrm>
                <a:off x="247" y="3876"/>
                <a:ext cx="4228" cy="451"/>
              </a:xfrm>
              <a:custGeom>
                <a:avLst/>
                <a:gdLst>
                  <a:gd name="T0" fmla="*/ 0 w 21600"/>
                  <a:gd name="T1" fmla="*/ 0 h 21600"/>
                  <a:gd name="T2" fmla="*/ 2 w 21600"/>
                  <a:gd name="T3" fmla="*/ 0 h 21600"/>
                  <a:gd name="T4" fmla="*/ 30 w 21600"/>
                  <a:gd name="T5" fmla="*/ 0 h 21600"/>
                  <a:gd name="T6" fmla="*/ 32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600"/>
                    </a:moveTo>
                    <a:lnTo>
                      <a:pt x="1396" y="0"/>
                    </a:lnTo>
                    <a:lnTo>
                      <a:pt x="20189" y="0"/>
                    </a:lnTo>
                    <a:lnTo>
                      <a:pt x="21600" y="21600"/>
                    </a:lnTo>
                    <a:cubicBezTo>
                      <a:pt x="21600" y="21600"/>
                      <a:pt x="0" y="21600"/>
                      <a:pt x="0" y="21600"/>
                    </a:cubicBezTo>
                    <a:close/>
                    <a:moveTo>
                      <a:pt x="0" y="21600"/>
                    </a:moveTo>
                  </a:path>
                </a:pathLst>
              </a:custGeom>
              <a:solidFill>
                <a:srgbClr val="343434"/>
              </a:solidFill>
              <a:ln>
                <a:noFill/>
              </a:ln>
            </p:spPr>
            <p:txBody>
              <a:bodyPr lIns="0" tIns="0" rIns="0" bIns="0"/>
              <a:lstStyle/>
              <a:p>
                <a:endParaRPr lang="en-US"/>
              </a:p>
            </p:txBody>
          </p:sp>
          <p:sp>
            <p:nvSpPr>
              <p:cNvPr id="38923" name="AutoShape 7"/>
              <p:cNvSpPr/>
              <p:nvPr/>
            </p:nvSpPr>
            <p:spPr bwMode="auto">
              <a:xfrm>
                <a:off x="59" y="4455"/>
                <a:ext cx="4587" cy="35"/>
              </a:xfrm>
              <a:custGeom>
                <a:avLst/>
                <a:gdLst>
                  <a:gd name="T0" fmla="*/ 44 w 21600"/>
                  <a:gd name="T1" fmla="*/ 0 h 21600"/>
                  <a:gd name="T2" fmla="*/ 0 w 21600"/>
                  <a:gd name="T3" fmla="*/ 0 h 21600"/>
                  <a:gd name="T4" fmla="*/ 0 w 21600"/>
                  <a:gd name="T5" fmla="*/ 0 h 21600"/>
                  <a:gd name="T6" fmla="*/ 0 w 21600"/>
                  <a:gd name="T7" fmla="*/ 0 h 21600"/>
                  <a:gd name="T8" fmla="*/ 0 w 21600"/>
                  <a:gd name="T9" fmla="*/ 0 h 21600"/>
                  <a:gd name="T10" fmla="*/ 44 w 21600"/>
                  <a:gd name="T11" fmla="*/ 0 h 21600"/>
                  <a:gd name="T12" fmla="*/ 44 w 21600"/>
                  <a:gd name="T13" fmla="*/ 0 h 21600"/>
                  <a:gd name="T14" fmla="*/ 44 w 21600"/>
                  <a:gd name="T15" fmla="*/ 0 h 21600"/>
                  <a:gd name="T16" fmla="*/ 44 w 21600"/>
                  <a:gd name="T17" fmla="*/ 0 h 21600"/>
                  <a:gd name="T18" fmla="*/ 44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517" y="21600"/>
                    </a:moveTo>
                    <a:lnTo>
                      <a:pt x="83" y="21600"/>
                    </a:lnTo>
                    <a:cubicBezTo>
                      <a:pt x="37" y="21600"/>
                      <a:pt x="0" y="16745"/>
                      <a:pt x="0" y="10807"/>
                    </a:cubicBezTo>
                    <a:lnTo>
                      <a:pt x="0" y="10800"/>
                    </a:lnTo>
                    <a:cubicBezTo>
                      <a:pt x="0" y="4862"/>
                      <a:pt x="37" y="0"/>
                      <a:pt x="83" y="0"/>
                    </a:cubicBezTo>
                    <a:lnTo>
                      <a:pt x="21517" y="0"/>
                    </a:lnTo>
                    <a:cubicBezTo>
                      <a:pt x="21563" y="0"/>
                      <a:pt x="21600" y="4862"/>
                      <a:pt x="21600" y="10800"/>
                    </a:cubicBezTo>
                    <a:lnTo>
                      <a:pt x="21600" y="10807"/>
                    </a:lnTo>
                    <a:cubicBezTo>
                      <a:pt x="21600" y="16745"/>
                      <a:pt x="21563" y="21600"/>
                      <a:pt x="21517" y="21600"/>
                    </a:cubicBezTo>
                    <a:close/>
                    <a:moveTo>
                      <a:pt x="21517" y="21600"/>
                    </a:moveTo>
                  </a:path>
                </a:pathLst>
              </a:custGeom>
              <a:solidFill>
                <a:srgbClr val="FFFFFF"/>
              </a:solidFill>
              <a:ln>
                <a:noFill/>
              </a:ln>
            </p:spPr>
            <p:txBody>
              <a:bodyPr lIns="0" tIns="0" rIns="0" bIns="0"/>
              <a:lstStyle/>
              <a:p>
                <a:endParaRPr lang="en-US"/>
              </a:p>
            </p:txBody>
          </p:sp>
          <p:sp>
            <p:nvSpPr>
              <p:cNvPr id="38924" name="AutoShape 8"/>
              <p:cNvSpPr/>
              <p:nvPr/>
            </p:nvSpPr>
            <p:spPr bwMode="auto">
              <a:xfrm>
                <a:off x="3860" y="3640"/>
                <a:ext cx="193" cy="2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569" y="21600"/>
                    </a:moveTo>
                    <a:lnTo>
                      <a:pt x="2030" y="21600"/>
                    </a:lnTo>
                    <a:cubicBezTo>
                      <a:pt x="913" y="21600"/>
                      <a:pt x="0" y="20804"/>
                      <a:pt x="0" y="19831"/>
                    </a:cubicBezTo>
                    <a:lnTo>
                      <a:pt x="0" y="1770"/>
                    </a:lnTo>
                    <a:cubicBezTo>
                      <a:pt x="0" y="796"/>
                      <a:pt x="913" y="0"/>
                      <a:pt x="2030" y="0"/>
                    </a:cubicBezTo>
                    <a:lnTo>
                      <a:pt x="19569" y="0"/>
                    </a:lnTo>
                    <a:cubicBezTo>
                      <a:pt x="20687" y="0"/>
                      <a:pt x="21600" y="796"/>
                      <a:pt x="21600" y="1770"/>
                    </a:cubicBezTo>
                    <a:lnTo>
                      <a:pt x="21600" y="19831"/>
                    </a:lnTo>
                    <a:cubicBezTo>
                      <a:pt x="21600" y="20804"/>
                      <a:pt x="20687" y="21600"/>
                      <a:pt x="19569" y="21600"/>
                    </a:cubicBezTo>
                    <a:close/>
                    <a:moveTo>
                      <a:pt x="19569" y="21600"/>
                    </a:moveTo>
                  </a:path>
                </a:pathLst>
              </a:custGeom>
              <a:solidFill>
                <a:srgbClr val="FFFFFF"/>
              </a:solidFill>
              <a:ln>
                <a:noFill/>
              </a:ln>
            </p:spPr>
            <p:txBody>
              <a:bodyPr lIns="0" tIns="0" rIns="0" bIns="0"/>
              <a:lstStyle/>
              <a:p>
                <a:endParaRPr lang="en-US"/>
              </a:p>
            </p:txBody>
          </p:sp>
          <p:sp>
            <p:nvSpPr>
              <p:cNvPr id="38925" name="AutoShape 9"/>
              <p:cNvSpPr/>
              <p:nvPr/>
            </p:nvSpPr>
            <p:spPr bwMode="auto">
              <a:xfrm>
                <a:off x="649" y="3640"/>
                <a:ext cx="193" cy="22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570" y="21600"/>
                    </a:moveTo>
                    <a:lnTo>
                      <a:pt x="2030" y="21600"/>
                    </a:lnTo>
                    <a:cubicBezTo>
                      <a:pt x="913" y="21600"/>
                      <a:pt x="0" y="20804"/>
                      <a:pt x="0" y="19831"/>
                    </a:cubicBezTo>
                    <a:lnTo>
                      <a:pt x="0" y="1770"/>
                    </a:lnTo>
                    <a:cubicBezTo>
                      <a:pt x="0" y="796"/>
                      <a:pt x="913" y="0"/>
                      <a:pt x="2030" y="0"/>
                    </a:cubicBezTo>
                    <a:lnTo>
                      <a:pt x="19570" y="0"/>
                    </a:lnTo>
                    <a:cubicBezTo>
                      <a:pt x="20687" y="0"/>
                      <a:pt x="21600" y="796"/>
                      <a:pt x="21600" y="1770"/>
                    </a:cubicBezTo>
                    <a:lnTo>
                      <a:pt x="21600" y="19831"/>
                    </a:lnTo>
                    <a:cubicBezTo>
                      <a:pt x="21600" y="20804"/>
                      <a:pt x="20687" y="21600"/>
                      <a:pt x="19570" y="21600"/>
                    </a:cubicBezTo>
                    <a:close/>
                    <a:moveTo>
                      <a:pt x="19570" y="21600"/>
                    </a:moveTo>
                  </a:path>
                </a:pathLst>
              </a:custGeom>
              <a:solidFill>
                <a:srgbClr val="FFFFFF"/>
              </a:solidFill>
              <a:ln>
                <a:noFill/>
              </a:ln>
            </p:spPr>
            <p:txBody>
              <a:bodyPr lIns="0" tIns="0" rIns="0" bIns="0"/>
              <a:lstStyle/>
              <a:p>
                <a:endParaRPr lang="en-US"/>
              </a:p>
            </p:txBody>
          </p:sp>
          <p:sp>
            <p:nvSpPr>
              <p:cNvPr id="38926" name="AutoShape 10"/>
              <p:cNvSpPr/>
              <p:nvPr/>
            </p:nvSpPr>
            <p:spPr bwMode="auto">
              <a:xfrm>
                <a:off x="613" y="3261"/>
                <a:ext cx="172"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442" y="21600"/>
                    </a:moveTo>
                    <a:lnTo>
                      <a:pt x="3157" y="21600"/>
                    </a:lnTo>
                    <a:cubicBezTo>
                      <a:pt x="1421" y="21600"/>
                      <a:pt x="0" y="19863"/>
                      <a:pt x="0" y="17741"/>
                    </a:cubicBezTo>
                    <a:lnTo>
                      <a:pt x="0" y="3859"/>
                    </a:lnTo>
                    <a:cubicBezTo>
                      <a:pt x="0" y="1737"/>
                      <a:pt x="1421" y="0"/>
                      <a:pt x="3157" y="0"/>
                    </a:cubicBezTo>
                    <a:lnTo>
                      <a:pt x="18442" y="0"/>
                    </a:lnTo>
                    <a:cubicBezTo>
                      <a:pt x="20179" y="0"/>
                      <a:pt x="21600" y="1737"/>
                      <a:pt x="21600" y="3859"/>
                    </a:cubicBezTo>
                    <a:lnTo>
                      <a:pt x="21600" y="17741"/>
                    </a:lnTo>
                    <a:cubicBezTo>
                      <a:pt x="21600" y="19863"/>
                      <a:pt x="20179" y="21600"/>
                      <a:pt x="18442" y="21600"/>
                    </a:cubicBezTo>
                    <a:close/>
                    <a:moveTo>
                      <a:pt x="18442" y="21600"/>
                    </a:moveTo>
                  </a:path>
                </a:pathLst>
              </a:custGeom>
              <a:solidFill>
                <a:srgbClr val="CCCCCC"/>
              </a:solidFill>
              <a:ln>
                <a:noFill/>
              </a:ln>
            </p:spPr>
            <p:txBody>
              <a:bodyPr lIns="0" tIns="0" rIns="0" bIns="0"/>
              <a:lstStyle/>
              <a:p>
                <a:endParaRPr lang="en-US"/>
              </a:p>
            </p:txBody>
          </p:sp>
          <p:sp>
            <p:nvSpPr>
              <p:cNvPr id="38927" name="AutoShape 11"/>
              <p:cNvSpPr/>
              <p:nvPr/>
            </p:nvSpPr>
            <p:spPr bwMode="auto">
              <a:xfrm>
                <a:off x="613" y="3049"/>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978"/>
                      <a:pt x="0" y="17993"/>
                    </a:cubicBezTo>
                    <a:lnTo>
                      <a:pt x="0" y="3607"/>
                    </a:lnTo>
                    <a:cubicBezTo>
                      <a:pt x="0" y="1622"/>
                      <a:pt x="1737" y="0"/>
                      <a:pt x="3859" y="0"/>
                    </a:cubicBezTo>
                    <a:lnTo>
                      <a:pt x="17741" y="0"/>
                    </a:lnTo>
                    <a:cubicBezTo>
                      <a:pt x="19863" y="0"/>
                      <a:pt x="21600" y="1622"/>
                      <a:pt x="21600" y="3607"/>
                    </a:cubicBezTo>
                    <a:lnTo>
                      <a:pt x="21600" y="17993"/>
                    </a:lnTo>
                    <a:cubicBezTo>
                      <a:pt x="21600" y="19978"/>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28" name="AutoShape 12"/>
              <p:cNvSpPr/>
              <p:nvPr/>
            </p:nvSpPr>
            <p:spPr bwMode="auto">
              <a:xfrm>
                <a:off x="613" y="2824"/>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977"/>
                      <a:pt x="0" y="17993"/>
                    </a:cubicBezTo>
                    <a:lnTo>
                      <a:pt x="0" y="3608"/>
                    </a:lnTo>
                    <a:cubicBezTo>
                      <a:pt x="0" y="1623"/>
                      <a:pt x="1737" y="0"/>
                      <a:pt x="3859" y="0"/>
                    </a:cubicBezTo>
                    <a:lnTo>
                      <a:pt x="17741" y="0"/>
                    </a:lnTo>
                    <a:cubicBezTo>
                      <a:pt x="19863" y="0"/>
                      <a:pt x="21600" y="1623"/>
                      <a:pt x="21600" y="3608"/>
                    </a:cubicBezTo>
                    <a:lnTo>
                      <a:pt x="21600" y="17993"/>
                    </a:lnTo>
                    <a:cubicBezTo>
                      <a:pt x="21600" y="19977"/>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29" name="AutoShape 13"/>
              <p:cNvSpPr/>
              <p:nvPr/>
            </p:nvSpPr>
            <p:spPr bwMode="auto">
              <a:xfrm>
                <a:off x="613" y="2611"/>
                <a:ext cx="172"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977"/>
                      <a:pt x="0" y="17992"/>
                    </a:cubicBezTo>
                    <a:lnTo>
                      <a:pt x="0" y="3607"/>
                    </a:lnTo>
                    <a:cubicBezTo>
                      <a:pt x="0" y="1623"/>
                      <a:pt x="1737" y="0"/>
                      <a:pt x="3859" y="0"/>
                    </a:cubicBezTo>
                    <a:lnTo>
                      <a:pt x="17741" y="0"/>
                    </a:lnTo>
                    <a:cubicBezTo>
                      <a:pt x="19863" y="0"/>
                      <a:pt x="21600" y="1623"/>
                      <a:pt x="21600" y="3607"/>
                    </a:cubicBezTo>
                    <a:lnTo>
                      <a:pt x="21600" y="17992"/>
                    </a:lnTo>
                    <a:cubicBezTo>
                      <a:pt x="21600" y="19977"/>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30" name="AutoShape 14"/>
              <p:cNvSpPr/>
              <p:nvPr/>
            </p:nvSpPr>
            <p:spPr bwMode="auto">
              <a:xfrm>
                <a:off x="613" y="2399"/>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977"/>
                      <a:pt x="0" y="17992"/>
                    </a:cubicBezTo>
                    <a:lnTo>
                      <a:pt x="0" y="3607"/>
                    </a:lnTo>
                    <a:cubicBezTo>
                      <a:pt x="0" y="1622"/>
                      <a:pt x="1737" y="0"/>
                      <a:pt x="3859" y="0"/>
                    </a:cubicBezTo>
                    <a:lnTo>
                      <a:pt x="17741" y="0"/>
                    </a:lnTo>
                    <a:cubicBezTo>
                      <a:pt x="19863" y="0"/>
                      <a:pt x="21600" y="1622"/>
                      <a:pt x="21600" y="3607"/>
                    </a:cubicBezTo>
                    <a:lnTo>
                      <a:pt x="21600" y="17992"/>
                    </a:lnTo>
                    <a:cubicBezTo>
                      <a:pt x="21600" y="19977"/>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31" name="AutoShape 15"/>
              <p:cNvSpPr/>
              <p:nvPr/>
            </p:nvSpPr>
            <p:spPr bwMode="auto">
              <a:xfrm>
                <a:off x="613" y="2186"/>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977"/>
                      <a:pt x="0" y="17992"/>
                    </a:cubicBezTo>
                    <a:lnTo>
                      <a:pt x="0" y="3607"/>
                    </a:lnTo>
                    <a:cubicBezTo>
                      <a:pt x="0" y="1623"/>
                      <a:pt x="1737" y="0"/>
                      <a:pt x="3859" y="0"/>
                    </a:cubicBezTo>
                    <a:lnTo>
                      <a:pt x="17741" y="0"/>
                    </a:lnTo>
                    <a:cubicBezTo>
                      <a:pt x="19863" y="0"/>
                      <a:pt x="21600" y="1623"/>
                      <a:pt x="21600" y="3607"/>
                    </a:cubicBezTo>
                    <a:lnTo>
                      <a:pt x="21600" y="17992"/>
                    </a:lnTo>
                    <a:cubicBezTo>
                      <a:pt x="21600" y="19977"/>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32" name="AutoShape 16"/>
              <p:cNvSpPr/>
              <p:nvPr/>
            </p:nvSpPr>
            <p:spPr bwMode="auto">
              <a:xfrm>
                <a:off x="838" y="3261"/>
                <a:ext cx="172"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443" y="21600"/>
                    </a:moveTo>
                    <a:lnTo>
                      <a:pt x="3157" y="21600"/>
                    </a:lnTo>
                    <a:cubicBezTo>
                      <a:pt x="1420" y="21600"/>
                      <a:pt x="0" y="19863"/>
                      <a:pt x="0" y="17741"/>
                    </a:cubicBezTo>
                    <a:lnTo>
                      <a:pt x="0" y="3859"/>
                    </a:lnTo>
                    <a:cubicBezTo>
                      <a:pt x="0" y="1737"/>
                      <a:pt x="1420" y="0"/>
                      <a:pt x="3157" y="0"/>
                    </a:cubicBezTo>
                    <a:lnTo>
                      <a:pt x="18443" y="0"/>
                    </a:lnTo>
                    <a:cubicBezTo>
                      <a:pt x="20180" y="0"/>
                      <a:pt x="21600" y="1737"/>
                      <a:pt x="21600" y="3859"/>
                    </a:cubicBezTo>
                    <a:lnTo>
                      <a:pt x="21600" y="17741"/>
                    </a:lnTo>
                    <a:cubicBezTo>
                      <a:pt x="21600" y="19863"/>
                      <a:pt x="20180" y="21600"/>
                      <a:pt x="18443" y="21600"/>
                    </a:cubicBezTo>
                    <a:close/>
                    <a:moveTo>
                      <a:pt x="18443" y="21600"/>
                    </a:moveTo>
                  </a:path>
                </a:pathLst>
              </a:custGeom>
              <a:solidFill>
                <a:srgbClr val="CCCCCC"/>
              </a:solidFill>
              <a:ln>
                <a:noFill/>
              </a:ln>
            </p:spPr>
            <p:txBody>
              <a:bodyPr lIns="0" tIns="0" rIns="0" bIns="0"/>
              <a:lstStyle/>
              <a:p>
                <a:endParaRPr lang="en-US"/>
              </a:p>
            </p:txBody>
          </p:sp>
          <p:sp>
            <p:nvSpPr>
              <p:cNvPr id="38933" name="AutoShape 17"/>
              <p:cNvSpPr/>
              <p:nvPr/>
            </p:nvSpPr>
            <p:spPr bwMode="auto">
              <a:xfrm>
                <a:off x="838" y="3049"/>
                <a:ext cx="370"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684" y="21600"/>
                    </a:moveTo>
                    <a:lnTo>
                      <a:pt x="1916" y="21600"/>
                    </a:lnTo>
                    <a:cubicBezTo>
                      <a:pt x="862" y="21600"/>
                      <a:pt x="0" y="19864"/>
                      <a:pt x="0" y="17741"/>
                    </a:cubicBezTo>
                    <a:lnTo>
                      <a:pt x="0" y="3859"/>
                    </a:lnTo>
                    <a:cubicBezTo>
                      <a:pt x="0" y="1736"/>
                      <a:pt x="862" y="0"/>
                      <a:pt x="1916" y="0"/>
                    </a:cubicBezTo>
                    <a:lnTo>
                      <a:pt x="19684" y="0"/>
                    </a:lnTo>
                    <a:cubicBezTo>
                      <a:pt x="20738" y="0"/>
                      <a:pt x="21600" y="1736"/>
                      <a:pt x="21600" y="3859"/>
                    </a:cubicBezTo>
                    <a:lnTo>
                      <a:pt x="21600" y="17741"/>
                    </a:lnTo>
                    <a:cubicBezTo>
                      <a:pt x="21600" y="19864"/>
                      <a:pt x="20738" y="21600"/>
                      <a:pt x="19684" y="21600"/>
                    </a:cubicBezTo>
                    <a:close/>
                    <a:moveTo>
                      <a:pt x="19684" y="21600"/>
                    </a:moveTo>
                  </a:path>
                </a:pathLst>
              </a:custGeom>
              <a:solidFill>
                <a:srgbClr val="CCCCCC"/>
              </a:solidFill>
              <a:ln>
                <a:noFill/>
              </a:ln>
            </p:spPr>
            <p:txBody>
              <a:bodyPr lIns="0" tIns="0" rIns="0" bIns="0"/>
              <a:lstStyle/>
              <a:p>
                <a:endParaRPr lang="en-US"/>
              </a:p>
            </p:txBody>
          </p:sp>
          <p:sp>
            <p:nvSpPr>
              <p:cNvPr id="38934" name="AutoShape 18"/>
              <p:cNvSpPr/>
              <p:nvPr/>
            </p:nvSpPr>
            <p:spPr bwMode="auto">
              <a:xfrm>
                <a:off x="838" y="2824"/>
                <a:ext cx="230"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521" y="21600"/>
                    </a:moveTo>
                    <a:lnTo>
                      <a:pt x="3078" y="21600"/>
                    </a:lnTo>
                    <a:cubicBezTo>
                      <a:pt x="1385" y="21600"/>
                      <a:pt x="0" y="19863"/>
                      <a:pt x="0" y="17742"/>
                    </a:cubicBezTo>
                    <a:lnTo>
                      <a:pt x="0" y="3860"/>
                    </a:lnTo>
                    <a:cubicBezTo>
                      <a:pt x="0" y="1737"/>
                      <a:pt x="1385" y="0"/>
                      <a:pt x="3078" y="0"/>
                    </a:cubicBezTo>
                    <a:lnTo>
                      <a:pt x="18521" y="0"/>
                    </a:lnTo>
                    <a:cubicBezTo>
                      <a:pt x="20215" y="0"/>
                      <a:pt x="21600" y="1737"/>
                      <a:pt x="21600" y="3860"/>
                    </a:cubicBezTo>
                    <a:lnTo>
                      <a:pt x="21600" y="17742"/>
                    </a:lnTo>
                    <a:cubicBezTo>
                      <a:pt x="21600" y="19863"/>
                      <a:pt x="20215" y="21600"/>
                      <a:pt x="18521" y="21600"/>
                    </a:cubicBezTo>
                    <a:close/>
                    <a:moveTo>
                      <a:pt x="18521" y="21600"/>
                    </a:moveTo>
                  </a:path>
                </a:pathLst>
              </a:custGeom>
              <a:solidFill>
                <a:srgbClr val="CCCCCC"/>
              </a:solidFill>
              <a:ln>
                <a:noFill/>
              </a:ln>
            </p:spPr>
            <p:txBody>
              <a:bodyPr lIns="0" tIns="0" rIns="0" bIns="0"/>
              <a:lstStyle/>
              <a:p>
                <a:endParaRPr lang="en-US"/>
              </a:p>
            </p:txBody>
          </p:sp>
          <p:sp>
            <p:nvSpPr>
              <p:cNvPr id="38935" name="AutoShape 19"/>
              <p:cNvSpPr/>
              <p:nvPr/>
            </p:nvSpPr>
            <p:spPr bwMode="auto">
              <a:xfrm>
                <a:off x="838" y="2611"/>
                <a:ext cx="395"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802" y="21600"/>
                    </a:moveTo>
                    <a:lnTo>
                      <a:pt x="1798" y="21600"/>
                    </a:lnTo>
                    <a:cubicBezTo>
                      <a:pt x="810" y="21600"/>
                      <a:pt x="0" y="19863"/>
                      <a:pt x="0" y="17740"/>
                    </a:cubicBezTo>
                    <a:lnTo>
                      <a:pt x="0" y="3858"/>
                    </a:lnTo>
                    <a:cubicBezTo>
                      <a:pt x="0" y="1737"/>
                      <a:pt x="810" y="0"/>
                      <a:pt x="1798" y="0"/>
                    </a:cubicBezTo>
                    <a:lnTo>
                      <a:pt x="19802" y="0"/>
                    </a:lnTo>
                    <a:cubicBezTo>
                      <a:pt x="20791" y="0"/>
                      <a:pt x="21600" y="1737"/>
                      <a:pt x="21600" y="3858"/>
                    </a:cubicBezTo>
                    <a:lnTo>
                      <a:pt x="21600" y="17740"/>
                    </a:lnTo>
                    <a:cubicBezTo>
                      <a:pt x="21600" y="19863"/>
                      <a:pt x="20791" y="21600"/>
                      <a:pt x="19802" y="21600"/>
                    </a:cubicBezTo>
                    <a:close/>
                    <a:moveTo>
                      <a:pt x="19802" y="21600"/>
                    </a:moveTo>
                  </a:path>
                </a:pathLst>
              </a:custGeom>
              <a:solidFill>
                <a:srgbClr val="CCCCCC"/>
              </a:solidFill>
              <a:ln>
                <a:noFill/>
              </a:ln>
            </p:spPr>
            <p:txBody>
              <a:bodyPr lIns="0" tIns="0" rIns="0" bIns="0"/>
              <a:lstStyle/>
              <a:p>
                <a:endParaRPr lang="en-US"/>
              </a:p>
            </p:txBody>
          </p:sp>
          <p:sp>
            <p:nvSpPr>
              <p:cNvPr id="38936" name="AutoShape 20"/>
              <p:cNvSpPr/>
              <p:nvPr/>
            </p:nvSpPr>
            <p:spPr bwMode="auto">
              <a:xfrm>
                <a:off x="838" y="2399"/>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19977"/>
                      <a:pt x="0" y="17992"/>
                    </a:cubicBezTo>
                    <a:lnTo>
                      <a:pt x="0" y="3607"/>
                    </a:lnTo>
                    <a:cubicBezTo>
                      <a:pt x="0" y="1622"/>
                      <a:pt x="1736" y="0"/>
                      <a:pt x="3859" y="0"/>
                    </a:cubicBezTo>
                    <a:lnTo>
                      <a:pt x="17741" y="0"/>
                    </a:lnTo>
                    <a:cubicBezTo>
                      <a:pt x="19864" y="0"/>
                      <a:pt x="21600" y="1622"/>
                      <a:pt x="21600" y="3607"/>
                    </a:cubicBezTo>
                    <a:lnTo>
                      <a:pt x="21600" y="17992"/>
                    </a:lnTo>
                    <a:cubicBezTo>
                      <a:pt x="21600" y="19977"/>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37" name="AutoShape 21"/>
              <p:cNvSpPr/>
              <p:nvPr/>
            </p:nvSpPr>
            <p:spPr bwMode="auto">
              <a:xfrm>
                <a:off x="838" y="2186"/>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19977"/>
                      <a:pt x="0" y="17992"/>
                    </a:cubicBezTo>
                    <a:lnTo>
                      <a:pt x="0" y="3607"/>
                    </a:lnTo>
                    <a:cubicBezTo>
                      <a:pt x="0" y="1623"/>
                      <a:pt x="1736" y="0"/>
                      <a:pt x="3859" y="0"/>
                    </a:cubicBezTo>
                    <a:lnTo>
                      <a:pt x="17741" y="0"/>
                    </a:lnTo>
                    <a:cubicBezTo>
                      <a:pt x="19864" y="0"/>
                      <a:pt x="21600" y="1623"/>
                      <a:pt x="21600" y="3607"/>
                    </a:cubicBezTo>
                    <a:lnTo>
                      <a:pt x="21600" y="17992"/>
                    </a:lnTo>
                    <a:cubicBezTo>
                      <a:pt x="21600" y="19977"/>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38" name="AutoShape 22"/>
              <p:cNvSpPr/>
              <p:nvPr/>
            </p:nvSpPr>
            <p:spPr bwMode="auto">
              <a:xfrm>
                <a:off x="1050"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39" name="AutoShape 23"/>
              <p:cNvSpPr/>
              <p:nvPr/>
            </p:nvSpPr>
            <p:spPr bwMode="auto">
              <a:xfrm>
                <a:off x="1251" y="3261"/>
                <a:ext cx="155"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0" y="21600"/>
                      <a:pt x="0" y="19863"/>
                      <a:pt x="0" y="17741"/>
                    </a:cubicBezTo>
                    <a:lnTo>
                      <a:pt x="0" y="3859"/>
                    </a:lnTo>
                    <a:cubicBezTo>
                      <a:pt x="0" y="1737"/>
                      <a:pt x="1570" y="0"/>
                      <a:pt x="3491" y="0"/>
                    </a:cubicBezTo>
                    <a:lnTo>
                      <a:pt x="18109" y="0"/>
                    </a:lnTo>
                    <a:cubicBezTo>
                      <a:pt x="20030" y="0"/>
                      <a:pt x="21600" y="1737"/>
                      <a:pt x="21600" y="3859"/>
                    </a:cubicBezTo>
                    <a:lnTo>
                      <a:pt x="21600" y="17741"/>
                    </a:lnTo>
                    <a:cubicBezTo>
                      <a:pt x="21600" y="19863"/>
                      <a:pt x="20030"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0" name="AutoShape 24"/>
              <p:cNvSpPr/>
              <p:nvPr/>
            </p:nvSpPr>
            <p:spPr bwMode="auto">
              <a:xfrm>
                <a:off x="1452" y="3261"/>
                <a:ext cx="155"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0" y="21600"/>
                      <a:pt x="0" y="19863"/>
                      <a:pt x="0" y="17741"/>
                    </a:cubicBezTo>
                    <a:lnTo>
                      <a:pt x="0" y="3859"/>
                    </a:lnTo>
                    <a:cubicBezTo>
                      <a:pt x="0" y="1737"/>
                      <a:pt x="1570"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1" name="AutoShape 25"/>
              <p:cNvSpPr/>
              <p:nvPr/>
            </p:nvSpPr>
            <p:spPr bwMode="auto">
              <a:xfrm>
                <a:off x="1652"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2" name="AutoShape 26"/>
              <p:cNvSpPr/>
              <p:nvPr/>
            </p:nvSpPr>
            <p:spPr bwMode="auto">
              <a:xfrm>
                <a:off x="1853"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30" y="0"/>
                      <a:pt x="21600" y="1737"/>
                      <a:pt x="21600" y="3859"/>
                    </a:cubicBezTo>
                    <a:lnTo>
                      <a:pt x="21600" y="17741"/>
                    </a:lnTo>
                    <a:cubicBezTo>
                      <a:pt x="21600" y="19863"/>
                      <a:pt x="20030"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3" name="AutoShape 27"/>
              <p:cNvSpPr/>
              <p:nvPr/>
            </p:nvSpPr>
            <p:spPr bwMode="auto">
              <a:xfrm>
                <a:off x="2054" y="3261"/>
                <a:ext cx="155"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0" y="21600"/>
                      <a:pt x="0" y="19863"/>
                      <a:pt x="0" y="17741"/>
                    </a:cubicBezTo>
                    <a:lnTo>
                      <a:pt x="0" y="3859"/>
                    </a:lnTo>
                    <a:cubicBezTo>
                      <a:pt x="0" y="1737"/>
                      <a:pt x="1570"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4" name="AutoShape 28"/>
              <p:cNvSpPr/>
              <p:nvPr/>
            </p:nvSpPr>
            <p:spPr bwMode="auto">
              <a:xfrm>
                <a:off x="2254"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0" y="21600"/>
                      <a:pt x="0" y="19863"/>
                      <a:pt x="0" y="17741"/>
                    </a:cubicBezTo>
                    <a:lnTo>
                      <a:pt x="0" y="3859"/>
                    </a:lnTo>
                    <a:cubicBezTo>
                      <a:pt x="0" y="1737"/>
                      <a:pt x="1570"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5" name="AutoShape 29"/>
              <p:cNvSpPr/>
              <p:nvPr/>
            </p:nvSpPr>
            <p:spPr bwMode="auto">
              <a:xfrm>
                <a:off x="2467" y="3261"/>
                <a:ext cx="155"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10" y="21600"/>
                    </a:moveTo>
                    <a:lnTo>
                      <a:pt x="3492" y="21600"/>
                    </a:lnTo>
                    <a:cubicBezTo>
                      <a:pt x="1571" y="21600"/>
                      <a:pt x="0" y="19863"/>
                      <a:pt x="0" y="17741"/>
                    </a:cubicBezTo>
                    <a:lnTo>
                      <a:pt x="0" y="3859"/>
                    </a:lnTo>
                    <a:cubicBezTo>
                      <a:pt x="0" y="1737"/>
                      <a:pt x="1571" y="0"/>
                      <a:pt x="3492" y="0"/>
                    </a:cubicBezTo>
                    <a:lnTo>
                      <a:pt x="18110" y="0"/>
                    </a:lnTo>
                    <a:cubicBezTo>
                      <a:pt x="20029" y="0"/>
                      <a:pt x="21600" y="1737"/>
                      <a:pt x="21600" y="3859"/>
                    </a:cubicBezTo>
                    <a:lnTo>
                      <a:pt x="21600" y="17741"/>
                    </a:lnTo>
                    <a:cubicBezTo>
                      <a:pt x="21600" y="19863"/>
                      <a:pt x="20029" y="21600"/>
                      <a:pt x="18110" y="21600"/>
                    </a:cubicBezTo>
                    <a:close/>
                    <a:moveTo>
                      <a:pt x="18110" y="21600"/>
                    </a:moveTo>
                  </a:path>
                </a:pathLst>
              </a:custGeom>
              <a:solidFill>
                <a:srgbClr val="CCCCCC"/>
              </a:solidFill>
              <a:ln>
                <a:noFill/>
              </a:ln>
            </p:spPr>
            <p:txBody>
              <a:bodyPr lIns="0" tIns="0" rIns="0" bIns="0"/>
              <a:lstStyle/>
              <a:p>
                <a:endParaRPr lang="en-US"/>
              </a:p>
            </p:txBody>
          </p:sp>
          <p:sp>
            <p:nvSpPr>
              <p:cNvPr id="38946" name="AutoShape 30"/>
              <p:cNvSpPr/>
              <p:nvPr/>
            </p:nvSpPr>
            <p:spPr bwMode="auto">
              <a:xfrm>
                <a:off x="2667"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7" name="AutoShape 31"/>
              <p:cNvSpPr/>
              <p:nvPr/>
            </p:nvSpPr>
            <p:spPr bwMode="auto">
              <a:xfrm>
                <a:off x="2868"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8" name="AutoShape 32"/>
              <p:cNvSpPr/>
              <p:nvPr/>
            </p:nvSpPr>
            <p:spPr bwMode="auto">
              <a:xfrm>
                <a:off x="3069" y="3261"/>
                <a:ext cx="155"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29" y="0"/>
                      <a:pt x="21600" y="1737"/>
                      <a:pt x="21600" y="3859"/>
                    </a:cubicBezTo>
                    <a:lnTo>
                      <a:pt x="21600" y="17741"/>
                    </a:lnTo>
                    <a:cubicBezTo>
                      <a:pt x="21600" y="19863"/>
                      <a:pt x="20029"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49" name="AutoShape 33"/>
              <p:cNvSpPr/>
              <p:nvPr/>
            </p:nvSpPr>
            <p:spPr bwMode="auto">
              <a:xfrm>
                <a:off x="3270" y="3261"/>
                <a:ext cx="155"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31" y="0"/>
                      <a:pt x="21600" y="1737"/>
                      <a:pt x="21600" y="3859"/>
                    </a:cubicBezTo>
                    <a:lnTo>
                      <a:pt x="21600" y="17741"/>
                    </a:lnTo>
                    <a:cubicBezTo>
                      <a:pt x="21600" y="19863"/>
                      <a:pt x="20031"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50" name="AutoShape 34"/>
              <p:cNvSpPr/>
              <p:nvPr/>
            </p:nvSpPr>
            <p:spPr bwMode="auto">
              <a:xfrm>
                <a:off x="3470"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9" y="21600"/>
                    </a:moveTo>
                    <a:lnTo>
                      <a:pt x="3491" y="21600"/>
                    </a:lnTo>
                    <a:cubicBezTo>
                      <a:pt x="1571" y="21600"/>
                      <a:pt x="0" y="19863"/>
                      <a:pt x="0" y="17741"/>
                    </a:cubicBezTo>
                    <a:lnTo>
                      <a:pt x="0" y="3859"/>
                    </a:lnTo>
                    <a:cubicBezTo>
                      <a:pt x="0" y="1737"/>
                      <a:pt x="1571" y="0"/>
                      <a:pt x="3491" y="0"/>
                    </a:cubicBezTo>
                    <a:lnTo>
                      <a:pt x="18109" y="0"/>
                    </a:lnTo>
                    <a:cubicBezTo>
                      <a:pt x="20031" y="0"/>
                      <a:pt x="21600" y="1737"/>
                      <a:pt x="21600" y="3859"/>
                    </a:cubicBezTo>
                    <a:lnTo>
                      <a:pt x="21600" y="17741"/>
                    </a:lnTo>
                    <a:cubicBezTo>
                      <a:pt x="21600" y="19863"/>
                      <a:pt x="20031" y="21600"/>
                      <a:pt x="18109" y="21600"/>
                    </a:cubicBezTo>
                    <a:close/>
                    <a:moveTo>
                      <a:pt x="18109" y="21600"/>
                    </a:moveTo>
                  </a:path>
                </a:pathLst>
              </a:custGeom>
              <a:solidFill>
                <a:srgbClr val="CCCCCC"/>
              </a:solidFill>
              <a:ln>
                <a:noFill/>
              </a:ln>
            </p:spPr>
            <p:txBody>
              <a:bodyPr lIns="0" tIns="0" rIns="0" bIns="0"/>
              <a:lstStyle/>
              <a:p>
                <a:endParaRPr lang="en-US"/>
              </a:p>
            </p:txBody>
          </p:sp>
          <p:sp>
            <p:nvSpPr>
              <p:cNvPr id="38951" name="AutoShape 35"/>
              <p:cNvSpPr/>
              <p:nvPr/>
            </p:nvSpPr>
            <p:spPr bwMode="auto">
              <a:xfrm>
                <a:off x="3671" y="3261"/>
                <a:ext cx="156"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108" y="21600"/>
                    </a:moveTo>
                    <a:lnTo>
                      <a:pt x="3492" y="21600"/>
                    </a:lnTo>
                    <a:cubicBezTo>
                      <a:pt x="1571" y="21600"/>
                      <a:pt x="0" y="19863"/>
                      <a:pt x="0" y="17741"/>
                    </a:cubicBezTo>
                    <a:lnTo>
                      <a:pt x="0" y="3859"/>
                    </a:lnTo>
                    <a:cubicBezTo>
                      <a:pt x="0" y="1737"/>
                      <a:pt x="1571" y="0"/>
                      <a:pt x="3492" y="0"/>
                    </a:cubicBezTo>
                    <a:lnTo>
                      <a:pt x="18108" y="0"/>
                    </a:lnTo>
                    <a:cubicBezTo>
                      <a:pt x="20029" y="0"/>
                      <a:pt x="21600" y="1737"/>
                      <a:pt x="21600" y="3859"/>
                    </a:cubicBezTo>
                    <a:lnTo>
                      <a:pt x="21600" y="17741"/>
                    </a:lnTo>
                    <a:cubicBezTo>
                      <a:pt x="21600" y="19863"/>
                      <a:pt x="20029" y="21600"/>
                      <a:pt x="18108" y="21600"/>
                    </a:cubicBezTo>
                    <a:close/>
                    <a:moveTo>
                      <a:pt x="18108" y="21600"/>
                    </a:moveTo>
                  </a:path>
                </a:pathLst>
              </a:custGeom>
              <a:solidFill>
                <a:srgbClr val="CCCCCC"/>
              </a:solidFill>
              <a:ln>
                <a:noFill/>
              </a:ln>
            </p:spPr>
            <p:txBody>
              <a:bodyPr lIns="0" tIns="0" rIns="0" bIns="0"/>
              <a:lstStyle/>
              <a:p>
                <a:endParaRPr lang="en-US"/>
              </a:p>
            </p:txBody>
          </p:sp>
          <p:sp>
            <p:nvSpPr>
              <p:cNvPr id="38952" name="AutoShape 36"/>
              <p:cNvSpPr/>
              <p:nvPr/>
            </p:nvSpPr>
            <p:spPr bwMode="auto">
              <a:xfrm>
                <a:off x="3883" y="3261"/>
                <a:ext cx="172" cy="14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443" y="21600"/>
                    </a:moveTo>
                    <a:lnTo>
                      <a:pt x="3157" y="21600"/>
                    </a:lnTo>
                    <a:cubicBezTo>
                      <a:pt x="1421" y="21600"/>
                      <a:pt x="0" y="19863"/>
                      <a:pt x="0" y="17741"/>
                    </a:cubicBezTo>
                    <a:lnTo>
                      <a:pt x="0" y="3859"/>
                    </a:lnTo>
                    <a:cubicBezTo>
                      <a:pt x="0" y="1737"/>
                      <a:pt x="1421" y="0"/>
                      <a:pt x="3157" y="0"/>
                    </a:cubicBezTo>
                    <a:lnTo>
                      <a:pt x="18443" y="0"/>
                    </a:lnTo>
                    <a:cubicBezTo>
                      <a:pt x="20180" y="0"/>
                      <a:pt x="21600" y="1737"/>
                      <a:pt x="21600" y="3859"/>
                    </a:cubicBezTo>
                    <a:lnTo>
                      <a:pt x="21600" y="17741"/>
                    </a:lnTo>
                    <a:cubicBezTo>
                      <a:pt x="21600" y="19863"/>
                      <a:pt x="20180" y="21600"/>
                      <a:pt x="18443" y="21600"/>
                    </a:cubicBezTo>
                    <a:close/>
                    <a:moveTo>
                      <a:pt x="18443" y="21600"/>
                    </a:moveTo>
                  </a:path>
                </a:pathLst>
              </a:custGeom>
              <a:solidFill>
                <a:srgbClr val="CCCCCC"/>
              </a:solidFill>
              <a:ln>
                <a:noFill/>
              </a:ln>
            </p:spPr>
            <p:txBody>
              <a:bodyPr lIns="0" tIns="0" rIns="0" bIns="0"/>
              <a:lstStyle/>
              <a:p>
                <a:endParaRPr lang="en-US"/>
              </a:p>
            </p:txBody>
          </p:sp>
          <p:sp>
            <p:nvSpPr>
              <p:cNvPr id="38953" name="AutoShape 37"/>
              <p:cNvSpPr/>
              <p:nvPr/>
            </p:nvSpPr>
            <p:spPr bwMode="auto">
              <a:xfrm>
                <a:off x="1251"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5" y="21600"/>
                      <a:pt x="0" y="20006"/>
                      <a:pt x="0" y="18060"/>
                    </a:cubicBezTo>
                    <a:lnTo>
                      <a:pt x="0" y="3542"/>
                    </a:lnTo>
                    <a:cubicBezTo>
                      <a:pt x="0" y="1594"/>
                      <a:pt x="1735"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54" name="AutoShape 38"/>
              <p:cNvSpPr/>
              <p:nvPr/>
            </p:nvSpPr>
            <p:spPr bwMode="auto">
              <a:xfrm>
                <a:off x="1475"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20006"/>
                      <a:pt x="0" y="18060"/>
                    </a:cubicBezTo>
                    <a:lnTo>
                      <a:pt x="0" y="3542"/>
                    </a:lnTo>
                    <a:cubicBezTo>
                      <a:pt x="0" y="1594"/>
                      <a:pt x="1736"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55" name="AutoShape 39"/>
              <p:cNvSpPr/>
              <p:nvPr/>
            </p:nvSpPr>
            <p:spPr bwMode="auto">
              <a:xfrm>
                <a:off x="1688"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20006"/>
                      <a:pt x="0" y="18060"/>
                    </a:cubicBezTo>
                    <a:lnTo>
                      <a:pt x="0" y="3542"/>
                    </a:lnTo>
                    <a:cubicBezTo>
                      <a:pt x="0" y="1594"/>
                      <a:pt x="1736"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56" name="AutoShape 40"/>
              <p:cNvSpPr/>
              <p:nvPr/>
            </p:nvSpPr>
            <p:spPr bwMode="auto">
              <a:xfrm>
                <a:off x="1912"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20006"/>
                      <a:pt x="0" y="18060"/>
                    </a:cubicBezTo>
                    <a:lnTo>
                      <a:pt x="0" y="3542"/>
                    </a:lnTo>
                    <a:cubicBezTo>
                      <a:pt x="0" y="1594"/>
                      <a:pt x="1736" y="0"/>
                      <a:pt x="3859" y="0"/>
                    </a:cubicBezTo>
                    <a:lnTo>
                      <a:pt x="17741" y="0"/>
                    </a:lnTo>
                    <a:cubicBezTo>
                      <a:pt x="19864" y="0"/>
                      <a:pt x="21600" y="1594"/>
                      <a:pt x="21600" y="3542"/>
                    </a:cubicBezTo>
                    <a:lnTo>
                      <a:pt x="21600" y="18060"/>
                    </a:lnTo>
                    <a:cubicBezTo>
                      <a:pt x="21600" y="20006"/>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57" name="AutoShape 41"/>
              <p:cNvSpPr/>
              <p:nvPr/>
            </p:nvSpPr>
            <p:spPr bwMode="auto">
              <a:xfrm>
                <a:off x="2124"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5" y="21600"/>
                      <a:pt x="0" y="20006"/>
                      <a:pt x="0" y="18060"/>
                    </a:cubicBezTo>
                    <a:lnTo>
                      <a:pt x="0" y="3542"/>
                    </a:lnTo>
                    <a:cubicBezTo>
                      <a:pt x="0" y="1594"/>
                      <a:pt x="1735"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58" name="AutoShape 42"/>
              <p:cNvSpPr/>
              <p:nvPr/>
            </p:nvSpPr>
            <p:spPr bwMode="auto">
              <a:xfrm>
                <a:off x="2349"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20006"/>
                      <a:pt x="0" y="18060"/>
                    </a:cubicBezTo>
                    <a:lnTo>
                      <a:pt x="0" y="3542"/>
                    </a:lnTo>
                    <a:cubicBezTo>
                      <a:pt x="0" y="1594"/>
                      <a:pt x="1736"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59" name="AutoShape 43"/>
              <p:cNvSpPr/>
              <p:nvPr/>
            </p:nvSpPr>
            <p:spPr bwMode="auto">
              <a:xfrm>
                <a:off x="2561"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20006"/>
                      <a:pt x="0" y="18060"/>
                    </a:cubicBezTo>
                    <a:lnTo>
                      <a:pt x="0" y="3542"/>
                    </a:lnTo>
                    <a:cubicBezTo>
                      <a:pt x="0" y="1594"/>
                      <a:pt x="1737"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60" name="AutoShape 44"/>
              <p:cNvSpPr/>
              <p:nvPr/>
            </p:nvSpPr>
            <p:spPr bwMode="auto">
              <a:xfrm>
                <a:off x="2786" y="3049"/>
                <a:ext cx="168"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20006"/>
                      <a:pt x="0" y="18060"/>
                    </a:cubicBezTo>
                    <a:lnTo>
                      <a:pt x="0" y="3542"/>
                    </a:lnTo>
                    <a:cubicBezTo>
                      <a:pt x="0" y="1594"/>
                      <a:pt x="1737"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61" name="AutoShape 45"/>
              <p:cNvSpPr/>
              <p:nvPr/>
            </p:nvSpPr>
            <p:spPr bwMode="auto">
              <a:xfrm>
                <a:off x="2998"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5" y="21600"/>
                      <a:pt x="0" y="20006"/>
                      <a:pt x="0" y="18060"/>
                    </a:cubicBezTo>
                    <a:lnTo>
                      <a:pt x="0" y="3542"/>
                    </a:lnTo>
                    <a:cubicBezTo>
                      <a:pt x="0" y="1594"/>
                      <a:pt x="1735"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62" name="AutoShape 46"/>
              <p:cNvSpPr/>
              <p:nvPr/>
            </p:nvSpPr>
            <p:spPr bwMode="auto">
              <a:xfrm>
                <a:off x="3222"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5" y="21600"/>
                      <a:pt x="0" y="20006"/>
                      <a:pt x="0" y="18060"/>
                    </a:cubicBezTo>
                    <a:lnTo>
                      <a:pt x="0" y="3542"/>
                    </a:lnTo>
                    <a:cubicBezTo>
                      <a:pt x="0" y="1594"/>
                      <a:pt x="1735"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63" name="AutoShape 47"/>
              <p:cNvSpPr/>
              <p:nvPr/>
            </p:nvSpPr>
            <p:spPr bwMode="auto">
              <a:xfrm>
                <a:off x="3447" y="3049"/>
                <a:ext cx="168"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5" y="21600"/>
                      <a:pt x="0" y="20006"/>
                      <a:pt x="0" y="18060"/>
                    </a:cubicBezTo>
                    <a:lnTo>
                      <a:pt x="0" y="3542"/>
                    </a:lnTo>
                    <a:cubicBezTo>
                      <a:pt x="0" y="1594"/>
                      <a:pt x="1735"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64" name="AutoShape 48"/>
              <p:cNvSpPr/>
              <p:nvPr/>
            </p:nvSpPr>
            <p:spPr bwMode="auto">
              <a:xfrm>
                <a:off x="3659" y="3049"/>
                <a:ext cx="169"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20006"/>
                      <a:pt x="0" y="18060"/>
                    </a:cubicBezTo>
                    <a:lnTo>
                      <a:pt x="0" y="3542"/>
                    </a:lnTo>
                    <a:cubicBezTo>
                      <a:pt x="0" y="1594"/>
                      <a:pt x="1737" y="0"/>
                      <a:pt x="3859" y="0"/>
                    </a:cubicBezTo>
                    <a:lnTo>
                      <a:pt x="17741" y="0"/>
                    </a:lnTo>
                    <a:cubicBezTo>
                      <a:pt x="19863" y="0"/>
                      <a:pt x="21600" y="1594"/>
                      <a:pt x="21600" y="3542"/>
                    </a:cubicBezTo>
                    <a:lnTo>
                      <a:pt x="21600" y="18060"/>
                    </a:lnTo>
                    <a:cubicBezTo>
                      <a:pt x="21600" y="20006"/>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65" name="AutoShape 49"/>
              <p:cNvSpPr/>
              <p:nvPr/>
            </p:nvSpPr>
            <p:spPr bwMode="auto">
              <a:xfrm>
                <a:off x="3883" y="3049"/>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6" y="21600"/>
                      <a:pt x="0" y="19978"/>
                      <a:pt x="0" y="17993"/>
                    </a:cubicBezTo>
                    <a:lnTo>
                      <a:pt x="0" y="3608"/>
                    </a:lnTo>
                    <a:cubicBezTo>
                      <a:pt x="0" y="1623"/>
                      <a:pt x="1736" y="0"/>
                      <a:pt x="3859" y="0"/>
                    </a:cubicBezTo>
                    <a:lnTo>
                      <a:pt x="17742" y="0"/>
                    </a:lnTo>
                    <a:cubicBezTo>
                      <a:pt x="19864" y="0"/>
                      <a:pt x="21600" y="1623"/>
                      <a:pt x="21600" y="3608"/>
                    </a:cubicBezTo>
                    <a:lnTo>
                      <a:pt x="21600" y="17993"/>
                    </a:lnTo>
                    <a:cubicBezTo>
                      <a:pt x="21600" y="19978"/>
                      <a:pt x="19864"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66" name="AutoShape 50"/>
              <p:cNvSpPr/>
              <p:nvPr/>
            </p:nvSpPr>
            <p:spPr bwMode="auto">
              <a:xfrm>
                <a:off x="3765" y="2824"/>
                <a:ext cx="294"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179" y="21600"/>
                    </a:moveTo>
                    <a:lnTo>
                      <a:pt x="2422" y="21600"/>
                    </a:lnTo>
                    <a:cubicBezTo>
                      <a:pt x="1089" y="21600"/>
                      <a:pt x="0" y="19863"/>
                      <a:pt x="0" y="17740"/>
                    </a:cubicBezTo>
                    <a:lnTo>
                      <a:pt x="0" y="3860"/>
                    </a:lnTo>
                    <a:cubicBezTo>
                      <a:pt x="0" y="1737"/>
                      <a:pt x="1089" y="0"/>
                      <a:pt x="2422" y="0"/>
                    </a:cubicBezTo>
                    <a:lnTo>
                      <a:pt x="19179" y="0"/>
                    </a:lnTo>
                    <a:cubicBezTo>
                      <a:pt x="20511" y="0"/>
                      <a:pt x="21600" y="1737"/>
                      <a:pt x="21600" y="3860"/>
                    </a:cubicBezTo>
                    <a:lnTo>
                      <a:pt x="21600" y="17740"/>
                    </a:lnTo>
                    <a:cubicBezTo>
                      <a:pt x="21600" y="19863"/>
                      <a:pt x="20511" y="21600"/>
                      <a:pt x="19179" y="21600"/>
                    </a:cubicBezTo>
                    <a:close/>
                    <a:moveTo>
                      <a:pt x="19179" y="21600"/>
                    </a:moveTo>
                  </a:path>
                </a:pathLst>
              </a:custGeom>
              <a:solidFill>
                <a:srgbClr val="CCCCCC"/>
              </a:solidFill>
              <a:ln>
                <a:noFill/>
              </a:ln>
            </p:spPr>
            <p:txBody>
              <a:bodyPr lIns="0" tIns="0" rIns="0" bIns="0"/>
              <a:lstStyle/>
              <a:p>
                <a:endParaRPr lang="en-US"/>
              </a:p>
            </p:txBody>
          </p:sp>
          <p:sp>
            <p:nvSpPr>
              <p:cNvPr id="38967" name="AutoShape 51"/>
              <p:cNvSpPr/>
              <p:nvPr/>
            </p:nvSpPr>
            <p:spPr bwMode="auto">
              <a:xfrm>
                <a:off x="3718" y="2611"/>
                <a:ext cx="336"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489" y="21600"/>
                    </a:moveTo>
                    <a:lnTo>
                      <a:pt x="2112" y="21600"/>
                    </a:lnTo>
                    <a:cubicBezTo>
                      <a:pt x="951" y="21600"/>
                      <a:pt x="0" y="19863"/>
                      <a:pt x="0" y="17740"/>
                    </a:cubicBezTo>
                    <a:lnTo>
                      <a:pt x="0" y="3858"/>
                    </a:lnTo>
                    <a:cubicBezTo>
                      <a:pt x="0" y="1737"/>
                      <a:pt x="951" y="0"/>
                      <a:pt x="2112" y="0"/>
                    </a:cubicBezTo>
                    <a:lnTo>
                      <a:pt x="19489" y="0"/>
                    </a:lnTo>
                    <a:cubicBezTo>
                      <a:pt x="20649" y="0"/>
                      <a:pt x="21600" y="1737"/>
                      <a:pt x="21600" y="3858"/>
                    </a:cubicBezTo>
                    <a:lnTo>
                      <a:pt x="21600" y="17740"/>
                    </a:lnTo>
                    <a:cubicBezTo>
                      <a:pt x="21600" y="19863"/>
                      <a:pt x="20649" y="21600"/>
                      <a:pt x="19489" y="21600"/>
                    </a:cubicBezTo>
                    <a:close/>
                    <a:moveTo>
                      <a:pt x="19489" y="21600"/>
                    </a:moveTo>
                  </a:path>
                </a:pathLst>
              </a:custGeom>
              <a:solidFill>
                <a:srgbClr val="CCCCCC"/>
              </a:solidFill>
              <a:ln>
                <a:noFill/>
              </a:ln>
            </p:spPr>
            <p:txBody>
              <a:bodyPr lIns="0" tIns="0" rIns="0" bIns="0"/>
              <a:lstStyle/>
              <a:p>
                <a:endParaRPr lang="en-US"/>
              </a:p>
            </p:txBody>
          </p:sp>
          <p:sp>
            <p:nvSpPr>
              <p:cNvPr id="38968" name="AutoShape 52"/>
              <p:cNvSpPr/>
              <p:nvPr/>
            </p:nvSpPr>
            <p:spPr bwMode="auto">
              <a:xfrm>
                <a:off x="3600" y="2399"/>
                <a:ext cx="454"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0035" y="21600"/>
                    </a:moveTo>
                    <a:lnTo>
                      <a:pt x="1565" y="21600"/>
                    </a:lnTo>
                    <a:cubicBezTo>
                      <a:pt x="704" y="21600"/>
                      <a:pt x="0" y="19864"/>
                      <a:pt x="0" y="17742"/>
                    </a:cubicBezTo>
                    <a:lnTo>
                      <a:pt x="0" y="3860"/>
                    </a:lnTo>
                    <a:cubicBezTo>
                      <a:pt x="0" y="1737"/>
                      <a:pt x="704" y="0"/>
                      <a:pt x="1565" y="0"/>
                    </a:cubicBezTo>
                    <a:lnTo>
                      <a:pt x="20035" y="0"/>
                    </a:lnTo>
                    <a:cubicBezTo>
                      <a:pt x="20896" y="0"/>
                      <a:pt x="21600" y="1737"/>
                      <a:pt x="21600" y="3860"/>
                    </a:cubicBezTo>
                    <a:lnTo>
                      <a:pt x="21600" y="17742"/>
                    </a:lnTo>
                    <a:cubicBezTo>
                      <a:pt x="21600" y="19864"/>
                      <a:pt x="20896" y="21600"/>
                      <a:pt x="20035" y="21600"/>
                    </a:cubicBezTo>
                    <a:close/>
                    <a:moveTo>
                      <a:pt x="20035" y="21600"/>
                    </a:moveTo>
                  </a:path>
                </a:pathLst>
              </a:custGeom>
              <a:solidFill>
                <a:srgbClr val="CCCCCC"/>
              </a:solidFill>
              <a:ln>
                <a:noFill/>
              </a:ln>
            </p:spPr>
            <p:txBody>
              <a:bodyPr lIns="0" tIns="0" rIns="0" bIns="0"/>
              <a:lstStyle/>
              <a:p>
                <a:endParaRPr lang="en-US"/>
              </a:p>
            </p:txBody>
          </p:sp>
          <p:sp>
            <p:nvSpPr>
              <p:cNvPr id="38969" name="AutoShape 53"/>
              <p:cNvSpPr/>
              <p:nvPr/>
            </p:nvSpPr>
            <p:spPr bwMode="auto">
              <a:xfrm>
                <a:off x="3824" y="2186"/>
                <a:ext cx="227"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469" y="21600"/>
                    </a:moveTo>
                    <a:lnTo>
                      <a:pt x="3131" y="21600"/>
                    </a:lnTo>
                    <a:cubicBezTo>
                      <a:pt x="1410" y="21600"/>
                      <a:pt x="0" y="19863"/>
                      <a:pt x="0" y="17740"/>
                    </a:cubicBezTo>
                    <a:lnTo>
                      <a:pt x="0" y="3860"/>
                    </a:lnTo>
                    <a:cubicBezTo>
                      <a:pt x="0" y="1737"/>
                      <a:pt x="1410" y="0"/>
                      <a:pt x="3131" y="0"/>
                    </a:cubicBezTo>
                    <a:lnTo>
                      <a:pt x="18469" y="0"/>
                    </a:lnTo>
                    <a:cubicBezTo>
                      <a:pt x="20192" y="0"/>
                      <a:pt x="21600" y="1737"/>
                      <a:pt x="21600" y="3860"/>
                    </a:cubicBezTo>
                    <a:lnTo>
                      <a:pt x="21600" y="17740"/>
                    </a:lnTo>
                    <a:cubicBezTo>
                      <a:pt x="21600" y="19863"/>
                      <a:pt x="20192" y="21600"/>
                      <a:pt x="18469" y="21600"/>
                    </a:cubicBezTo>
                    <a:close/>
                    <a:moveTo>
                      <a:pt x="18469" y="21600"/>
                    </a:moveTo>
                  </a:path>
                </a:pathLst>
              </a:custGeom>
              <a:solidFill>
                <a:srgbClr val="CCCCCC"/>
              </a:solidFill>
              <a:ln>
                <a:noFill/>
              </a:ln>
            </p:spPr>
            <p:txBody>
              <a:bodyPr lIns="0" tIns="0" rIns="0" bIns="0"/>
              <a:lstStyle/>
              <a:p>
                <a:endParaRPr lang="en-US"/>
              </a:p>
            </p:txBody>
          </p:sp>
          <p:sp>
            <p:nvSpPr>
              <p:cNvPr id="38970" name="AutoShape 54"/>
              <p:cNvSpPr/>
              <p:nvPr/>
            </p:nvSpPr>
            <p:spPr bwMode="auto">
              <a:xfrm>
                <a:off x="3553"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71" name="AutoShape 55"/>
              <p:cNvSpPr/>
              <p:nvPr/>
            </p:nvSpPr>
            <p:spPr bwMode="auto">
              <a:xfrm>
                <a:off x="3329" y="2824"/>
                <a:ext cx="180"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6" y="21600"/>
                      <a:pt x="0" y="19894"/>
                      <a:pt x="0" y="17808"/>
                    </a:cubicBezTo>
                    <a:lnTo>
                      <a:pt x="0" y="3792"/>
                    </a:lnTo>
                    <a:cubicBezTo>
                      <a:pt x="0" y="1706"/>
                      <a:pt x="1736" y="0"/>
                      <a:pt x="3858"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72" name="AutoShape 56"/>
              <p:cNvSpPr/>
              <p:nvPr/>
            </p:nvSpPr>
            <p:spPr bwMode="auto">
              <a:xfrm>
                <a:off x="3104"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19894"/>
                      <a:pt x="0" y="17808"/>
                    </a:cubicBezTo>
                    <a:lnTo>
                      <a:pt x="0" y="3792"/>
                    </a:lnTo>
                    <a:cubicBezTo>
                      <a:pt x="0" y="1706"/>
                      <a:pt x="1736"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73" name="AutoShape 57"/>
              <p:cNvSpPr/>
              <p:nvPr/>
            </p:nvSpPr>
            <p:spPr bwMode="auto">
              <a:xfrm>
                <a:off x="2880"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19894"/>
                      <a:pt x="0" y="17808"/>
                    </a:cubicBezTo>
                    <a:lnTo>
                      <a:pt x="0" y="3792"/>
                    </a:lnTo>
                    <a:cubicBezTo>
                      <a:pt x="0" y="1706"/>
                      <a:pt x="1736" y="0"/>
                      <a:pt x="3859" y="0"/>
                    </a:cubicBezTo>
                    <a:lnTo>
                      <a:pt x="17741" y="0"/>
                    </a:lnTo>
                    <a:cubicBezTo>
                      <a:pt x="19864" y="0"/>
                      <a:pt x="21600" y="1706"/>
                      <a:pt x="21600" y="3792"/>
                    </a:cubicBezTo>
                    <a:lnTo>
                      <a:pt x="21600" y="17808"/>
                    </a:lnTo>
                    <a:cubicBezTo>
                      <a:pt x="21600" y="19894"/>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74" name="AutoShape 58"/>
              <p:cNvSpPr/>
              <p:nvPr/>
            </p:nvSpPr>
            <p:spPr bwMode="auto">
              <a:xfrm>
                <a:off x="2667"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4" y="0"/>
                      <a:pt x="21600" y="1706"/>
                      <a:pt x="21600" y="3792"/>
                    </a:cubicBezTo>
                    <a:lnTo>
                      <a:pt x="21600" y="17808"/>
                    </a:lnTo>
                    <a:cubicBezTo>
                      <a:pt x="21600" y="19894"/>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75" name="AutoShape 59"/>
              <p:cNvSpPr/>
              <p:nvPr/>
            </p:nvSpPr>
            <p:spPr bwMode="auto">
              <a:xfrm>
                <a:off x="2443"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7" y="21600"/>
                      <a:pt x="0" y="19894"/>
                      <a:pt x="0" y="17808"/>
                    </a:cubicBezTo>
                    <a:lnTo>
                      <a:pt x="0" y="3792"/>
                    </a:lnTo>
                    <a:cubicBezTo>
                      <a:pt x="0" y="1706"/>
                      <a:pt x="1737" y="0"/>
                      <a:pt x="3859" y="0"/>
                    </a:cubicBezTo>
                    <a:lnTo>
                      <a:pt x="17742" y="0"/>
                    </a:lnTo>
                    <a:cubicBezTo>
                      <a:pt x="19864" y="0"/>
                      <a:pt x="21600" y="1706"/>
                      <a:pt x="21600" y="3792"/>
                    </a:cubicBezTo>
                    <a:lnTo>
                      <a:pt x="21600" y="17808"/>
                    </a:lnTo>
                    <a:cubicBezTo>
                      <a:pt x="21600" y="19894"/>
                      <a:pt x="19864"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76" name="AutoShape 60"/>
              <p:cNvSpPr/>
              <p:nvPr/>
            </p:nvSpPr>
            <p:spPr bwMode="auto">
              <a:xfrm>
                <a:off x="2219"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7" y="21600"/>
                      <a:pt x="0" y="19894"/>
                      <a:pt x="0" y="17808"/>
                    </a:cubicBezTo>
                    <a:lnTo>
                      <a:pt x="0" y="3792"/>
                    </a:lnTo>
                    <a:cubicBezTo>
                      <a:pt x="0" y="1706"/>
                      <a:pt x="1737" y="0"/>
                      <a:pt x="3859" y="0"/>
                    </a:cubicBezTo>
                    <a:lnTo>
                      <a:pt x="17742" y="0"/>
                    </a:lnTo>
                    <a:cubicBezTo>
                      <a:pt x="19863" y="0"/>
                      <a:pt x="21600" y="1706"/>
                      <a:pt x="21600" y="3792"/>
                    </a:cubicBezTo>
                    <a:lnTo>
                      <a:pt x="21600" y="17808"/>
                    </a:lnTo>
                    <a:cubicBezTo>
                      <a:pt x="21600" y="19894"/>
                      <a:pt x="19863"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77" name="AutoShape 61"/>
              <p:cNvSpPr/>
              <p:nvPr/>
            </p:nvSpPr>
            <p:spPr bwMode="auto">
              <a:xfrm>
                <a:off x="1995" y="2824"/>
                <a:ext cx="180"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7" y="21600"/>
                      <a:pt x="0" y="19894"/>
                      <a:pt x="0" y="17808"/>
                    </a:cubicBezTo>
                    <a:lnTo>
                      <a:pt x="0" y="3792"/>
                    </a:lnTo>
                    <a:cubicBezTo>
                      <a:pt x="0" y="1706"/>
                      <a:pt x="1737" y="0"/>
                      <a:pt x="3859" y="0"/>
                    </a:cubicBezTo>
                    <a:lnTo>
                      <a:pt x="17742" y="0"/>
                    </a:lnTo>
                    <a:cubicBezTo>
                      <a:pt x="19863" y="0"/>
                      <a:pt x="21600" y="1706"/>
                      <a:pt x="21600" y="3792"/>
                    </a:cubicBezTo>
                    <a:lnTo>
                      <a:pt x="21600" y="17808"/>
                    </a:lnTo>
                    <a:cubicBezTo>
                      <a:pt x="21600" y="19894"/>
                      <a:pt x="19863"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78" name="AutoShape 62"/>
              <p:cNvSpPr/>
              <p:nvPr/>
            </p:nvSpPr>
            <p:spPr bwMode="auto">
              <a:xfrm>
                <a:off x="1770"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8" y="21600"/>
                    </a:lnTo>
                    <a:cubicBezTo>
                      <a:pt x="1737" y="21600"/>
                      <a:pt x="0" y="19894"/>
                      <a:pt x="0" y="17808"/>
                    </a:cubicBezTo>
                    <a:lnTo>
                      <a:pt x="0" y="3792"/>
                    </a:lnTo>
                    <a:cubicBezTo>
                      <a:pt x="0" y="1706"/>
                      <a:pt x="1737" y="0"/>
                      <a:pt x="3858" y="0"/>
                    </a:cubicBezTo>
                    <a:lnTo>
                      <a:pt x="17742" y="0"/>
                    </a:lnTo>
                    <a:cubicBezTo>
                      <a:pt x="19863" y="0"/>
                      <a:pt x="21600" y="1706"/>
                      <a:pt x="21600" y="3792"/>
                    </a:cubicBezTo>
                    <a:lnTo>
                      <a:pt x="21600" y="17808"/>
                    </a:lnTo>
                    <a:cubicBezTo>
                      <a:pt x="21600" y="19894"/>
                      <a:pt x="19863"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79" name="AutoShape 63"/>
              <p:cNvSpPr/>
              <p:nvPr/>
            </p:nvSpPr>
            <p:spPr bwMode="auto">
              <a:xfrm>
                <a:off x="1546"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0" name="AutoShape 64"/>
              <p:cNvSpPr/>
              <p:nvPr/>
            </p:nvSpPr>
            <p:spPr bwMode="auto">
              <a:xfrm>
                <a:off x="1322"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1" name="AutoShape 65"/>
              <p:cNvSpPr/>
              <p:nvPr/>
            </p:nvSpPr>
            <p:spPr bwMode="auto">
              <a:xfrm>
                <a:off x="1097" y="2824"/>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2" name="AutoShape 66"/>
              <p:cNvSpPr/>
              <p:nvPr/>
            </p:nvSpPr>
            <p:spPr bwMode="auto">
              <a:xfrm>
                <a:off x="3494"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6" y="21600"/>
                      <a:pt x="0" y="19894"/>
                      <a:pt x="0" y="17808"/>
                    </a:cubicBezTo>
                    <a:lnTo>
                      <a:pt x="0" y="3792"/>
                    </a:lnTo>
                    <a:cubicBezTo>
                      <a:pt x="0" y="1706"/>
                      <a:pt x="1736" y="0"/>
                      <a:pt x="3858"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3" name="AutoShape 67"/>
              <p:cNvSpPr/>
              <p:nvPr/>
            </p:nvSpPr>
            <p:spPr bwMode="auto">
              <a:xfrm>
                <a:off x="3270" y="2611"/>
                <a:ext cx="180"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6" y="21600"/>
                      <a:pt x="0" y="19894"/>
                      <a:pt x="0" y="17808"/>
                    </a:cubicBezTo>
                    <a:lnTo>
                      <a:pt x="0" y="3792"/>
                    </a:lnTo>
                    <a:cubicBezTo>
                      <a:pt x="0" y="1706"/>
                      <a:pt x="1736" y="0"/>
                      <a:pt x="3858"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4" name="AutoShape 68"/>
              <p:cNvSpPr/>
              <p:nvPr/>
            </p:nvSpPr>
            <p:spPr bwMode="auto">
              <a:xfrm>
                <a:off x="3045"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5" name="AutoShape 69"/>
              <p:cNvSpPr/>
              <p:nvPr/>
            </p:nvSpPr>
            <p:spPr bwMode="auto">
              <a:xfrm>
                <a:off x="2821"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6" y="21600"/>
                      <a:pt x="0" y="19894"/>
                      <a:pt x="0" y="17808"/>
                    </a:cubicBezTo>
                    <a:lnTo>
                      <a:pt x="0" y="3792"/>
                    </a:lnTo>
                    <a:cubicBezTo>
                      <a:pt x="0" y="1706"/>
                      <a:pt x="1736" y="0"/>
                      <a:pt x="3858"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6" name="AutoShape 70"/>
              <p:cNvSpPr/>
              <p:nvPr/>
            </p:nvSpPr>
            <p:spPr bwMode="auto">
              <a:xfrm>
                <a:off x="2597" y="2611"/>
                <a:ext cx="180"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19894"/>
                      <a:pt x="0" y="17808"/>
                    </a:cubicBezTo>
                    <a:lnTo>
                      <a:pt x="0" y="3792"/>
                    </a:lnTo>
                    <a:cubicBezTo>
                      <a:pt x="0" y="1706"/>
                      <a:pt x="1736" y="0"/>
                      <a:pt x="3859" y="0"/>
                    </a:cubicBezTo>
                    <a:lnTo>
                      <a:pt x="17741" y="0"/>
                    </a:lnTo>
                    <a:cubicBezTo>
                      <a:pt x="19864" y="0"/>
                      <a:pt x="21600" y="1706"/>
                      <a:pt x="21600" y="3792"/>
                    </a:cubicBezTo>
                    <a:lnTo>
                      <a:pt x="21600" y="17808"/>
                    </a:lnTo>
                    <a:cubicBezTo>
                      <a:pt x="21600" y="19894"/>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7" name="AutoShape 71"/>
              <p:cNvSpPr/>
              <p:nvPr/>
            </p:nvSpPr>
            <p:spPr bwMode="auto">
              <a:xfrm>
                <a:off x="2372"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4" y="0"/>
                      <a:pt x="21600" y="1706"/>
                      <a:pt x="21600" y="3792"/>
                    </a:cubicBezTo>
                    <a:lnTo>
                      <a:pt x="21600" y="17808"/>
                    </a:lnTo>
                    <a:cubicBezTo>
                      <a:pt x="21600" y="19894"/>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8" name="AutoShape 72"/>
              <p:cNvSpPr/>
              <p:nvPr/>
            </p:nvSpPr>
            <p:spPr bwMode="auto">
              <a:xfrm>
                <a:off x="2148"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89" name="AutoShape 73"/>
              <p:cNvSpPr/>
              <p:nvPr/>
            </p:nvSpPr>
            <p:spPr bwMode="auto">
              <a:xfrm>
                <a:off x="1936" y="2611"/>
                <a:ext cx="180"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0" name="AutoShape 74"/>
              <p:cNvSpPr/>
              <p:nvPr/>
            </p:nvSpPr>
            <p:spPr bwMode="auto">
              <a:xfrm>
                <a:off x="1711"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8" y="21600"/>
                    </a:lnTo>
                    <a:cubicBezTo>
                      <a:pt x="1737" y="21600"/>
                      <a:pt x="0" y="19894"/>
                      <a:pt x="0" y="17808"/>
                    </a:cubicBezTo>
                    <a:lnTo>
                      <a:pt x="0" y="3792"/>
                    </a:lnTo>
                    <a:cubicBezTo>
                      <a:pt x="0" y="1706"/>
                      <a:pt x="1737" y="0"/>
                      <a:pt x="3858" y="0"/>
                    </a:cubicBezTo>
                    <a:lnTo>
                      <a:pt x="17742" y="0"/>
                    </a:lnTo>
                    <a:cubicBezTo>
                      <a:pt x="19863" y="0"/>
                      <a:pt x="21600" y="1706"/>
                      <a:pt x="21600" y="3792"/>
                    </a:cubicBezTo>
                    <a:lnTo>
                      <a:pt x="21600" y="17808"/>
                    </a:lnTo>
                    <a:cubicBezTo>
                      <a:pt x="21600" y="19894"/>
                      <a:pt x="19863"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91" name="AutoShape 75"/>
              <p:cNvSpPr/>
              <p:nvPr/>
            </p:nvSpPr>
            <p:spPr bwMode="auto">
              <a:xfrm>
                <a:off x="1487"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2" name="AutoShape 76"/>
              <p:cNvSpPr/>
              <p:nvPr/>
            </p:nvSpPr>
            <p:spPr bwMode="auto">
              <a:xfrm>
                <a:off x="1263" y="2611"/>
                <a:ext cx="181" cy="18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7" y="21600"/>
                      <a:pt x="0" y="19894"/>
                      <a:pt x="0" y="17808"/>
                    </a:cubicBezTo>
                    <a:lnTo>
                      <a:pt x="0" y="3792"/>
                    </a:lnTo>
                    <a:cubicBezTo>
                      <a:pt x="0" y="1706"/>
                      <a:pt x="1737" y="0"/>
                      <a:pt x="3858"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3" name="AutoShape 77"/>
              <p:cNvSpPr/>
              <p:nvPr/>
            </p:nvSpPr>
            <p:spPr bwMode="auto">
              <a:xfrm>
                <a:off x="3376"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4" y="0"/>
                      <a:pt x="21600" y="1707"/>
                      <a:pt x="21600" y="3792"/>
                    </a:cubicBezTo>
                    <a:lnTo>
                      <a:pt x="21600" y="17808"/>
                    </a:lnTo>
                    <a:cubicBezTo>
                      <a:pt x="21600" y="19894"/>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4" name="AutoShape 78"/>
              <p:cNvSpPr/>
              <p:nvPr/>
            </p:nvSpPr>
            <p:spPr bwMode="auto">
              <a:xfrm>
                <a:off x="3151"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7" y="21600"/>
                      <a:pt x="0" y="19894"/>
                      <a:pt x="0" y="17808"/>
                    </a:cubicBezTo>
                    <a:lnTo>
                      <a:pt x="0" y="3792"/>
                    </a:lnTo>
                    <a:cubicBezTo>
                      <a:pt x="0" y="1707"/>
                      <a:pt x="1737" y="0"/>
                      <a:pt x="3859" y="0"/>
                    </a:cubicBezTo>
                    <a:lnTo>
                      <a:pt x="17742" y="0"/>
                    </a:lnTo>
                    <a:cubicBezTo>
                      <a:pt x="19864" y="0"/>
                      <a:pt x="21600" y="1707"/>
                      <a:pt x="21600" y="3792"/>
                    </a:cubicBezTo>
                    <a:lnTo>
                      <a:pt x="21600" y="17808"/>
                    </a:lnTo>
                    <a:cubicBezTo>
                      <a:pt x="21600" y="19894"/>
                      <a:pt x="19864" y="21600"/>
                      <a:pt x="17742" y="21600"/>
                    </a:cubicBezTo>
                    <a:close/>
                    <a:moveTo>
                      <a:pt x="17742" y="21600"/>
                    </a:moveTo>
                  </a:path>
                </a:pathLst>
              </a:custGeom>
              <a:solidFill>
                <a:srgbClr val="CCCCCC"/>
              </a:solidFill>
              <a:ln>
                <a:noFill/>
              </a:ln>
            </p:spPr>
            <p:txBody>
              <a:bodyPr lIns="0" tIns="0" rIns="0" bIns="0"/>
              <a:lstStyle/>
              <a:p>
                <a:endParaRPr lang="en-US"/>
              </a:p>
            </p:txBody>
          </p:sp>
          <p:sp>
            <p:nvSpPr>
              <p:cNvPr id="38995" name="AutoShape 79"/>
              <p:cNvSpPr/>
              <p:nvPr/>
            </p:nvSpPr>
            <p:spPr bwMode="auto">
              <a:xfrm>
                <a:off x="2927"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3" y="0"/>
                      <a:pt x="21600" y="1707"/>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6" name="AutoShape 80"/>
              <p:cNvSpPr/>
              <p:nvPr/>
            </p:nvSpPr>
            <p:spPr bwMode="auto">
              <a:xfrm>
                <a:off x="2703"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3" y="0"/>
                      <a:pt x="21600" y="1707"/>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7" name="AutoShape 81"/>
              <p:cNvSpPr/>
              <p:nvPr/>
            </p:nvSpPr>
            <p:spPr bwMode="auto">
              <a:xfrm>
                <a:off x="2479" y="2399"/>
                <a:ext cx="180"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3" y="0"/>
                      <a:pt x="21600" y="1707"/>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8" name="AutoShape 82"/>
              <p:cNvSpPr/>
              <p:nvPr/>
            </p:nvSpPr>
            <p:spPr bwMode="auto">
              <a:xfrm>
                <a:off x="2254"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3" y="0"/>
                      <a:pt x="21600" y="1707"/>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8999" name="AutoShape 83"/>
              <p:cNvSpPr/>
              <p:nvPr/>
            </p:nvSpPr>
            <p:spPr bwMode="auto">
              <a:xfrm>
                <a:off x="2042"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3" y="0"/>
                      <a:pt x="21600" y="1707"/>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00" name="AutoShape 84"/>
              <p:cNvSpPr/>
              <p:nvPr/>
            </p:nvSpPr>
            <p:spPr bwMode="auto">
              <a:xfrm>
                <a:off x="1817"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8" y="21600"/>
                    </a:lnTo>
                    <a:cubicBezTo>
                      <a:pt x="1737" y="21600"/>
                      <a:pt x="0" y="19894"/>
                      <a:pt x="0" y="17808"/>
                    </a:cubicBezTo>
                    <a:lnTo>
                      <a:pt x="0" y="3792"/>
                    </a:lnTo>
                    <a:cubicBezTo>
                      <a:pt x="0" y="1707"/>
                      <a:pt x="1737" y="0"/>
                      <a:pt x="3858" y="0"/>
                    </a:cubicBezTo>
                    <a:lnTo>
                      <a:pt x="17742" y="0"/>
                    </a:lnTo>
                    <a:cubicBezTo>
                      <a:pt x="19863" y="0"/>
                      <a:pt x="21600" y="1707"/>
                      <a:pt x="21600" y="3792"/>
                    </a:cubicBezTo>
                    <a:lnTo>
                      <a:pt x="21600" y="17808"/>
                    </a:lnTo>
                    <a:cubicBezTo>
                      <a:pt x="21600" y="19894"/>
                      <a:pt x="19863" y="21600"/>
                      <a:pt x="17742" y="21600"/>
                    </a:cubicBezTo>
                    <a:close/>
                    <a:moveTo>
                      <a:pt x="17742" y="21600"/>
                    </a:moveTo>
                  </a:path>
                </a:pathLst>
              </a:custGeom>
              <a:solidFill>
                <a:srgbClr val="CCCCCC"/>
              </a:solidFill>
              <a:ln>
                <a:noFill/>
              </a:ln>
            </p:spPr>
            <p:txBody>
              <a:bodyPr lIns="0" tIns="0" rIns="0" bIns="0"/>
              <a:lstStyle/>
              <a:p>
                <a:endParaRPr lang="en-US"/>
              </a:p>
            </p:txBody>
          </p:sp>
          <p:sp>
            <p:nvSpPr>
              <p:cNvPr id="39001" name="AutoShape 85"/>
              <p:cNvSpPr/>
              <p:nvPr/>
            </p:nvSpPr>
            <p:spPr bwMode="auto">
              <a:xfrm>
                <a:off x="1593"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7" y="21600"/>
                      <a:pt x="0" y="19894"/>
                      <a:pt x="0" y="17808"/>
                    </a:cubicBezTo>
                    <a:lnTo>
                      <a:pt x="0" y="3792"/>
                    </a:lnTo>
                    <a:cubicBezTo>
                      <a:pt x="0" y="1707"/>
                      <a:pt x="1737" y="0"/>
                      <a:pt x="3859" y="0"/>
                    </a:cubicBezTo>
                    <a:lnTo>
                      <a:pt x="17742" y="0"/>
                    </a:lnTo>
                    <a:cubicBezTo>
                      <a:pt x="19864" y="0"/>
                      <a:pt x="21600" y="1707"/>
                      <a:pt x="21600" y="3792"/>
                    </a:cubicBezTo>
                    <a:lnTo>
                      <a:pt x="21600" y="17808"/>
                    </a:lnTo>
                    <a:cubicBezTo>
                      <a:pt x="21600" y="19894"/>
                      <a:pt x="19864" y="21600"/>
                      <a:pt x="17742" y="21600"/>
                    </a:cubicBezTo>
                    <a:close/>
                    <a:moveTo>
                      <a:pt x="17742" y="21600"/>
                    </a:moveTo>
                  </a:path>
                </a:pathLst>
              </a:custGeom>
              <a:solidFill>
                <a:srgbClr val="CCCCCC"/>
              </a:solidFill>
              <a:ln>
                <a:noFill/>
              </a:ln>
            </p:spPr>
            <p:txBody>
              <a:bodyPr lIns="0" tIns="0" rIns="0" bIns="0"/>
              <a:lstStyle/>
              <a:p>
                <a:endParaRPr lang="en-US"/>
              </a:p>
            </p:txBody>
          </p:sp>
          <p:sp>
            <p:nvSpPr>
              <p:cNvPr id="39002" name="AutoShape 86"/>
              <p:cNvSpPr/>
              <p:nvPr/>
            </p:nvSpPr>
            <p:spPr bwMode="auto">
              <a:xfrm>
                <a:off x="1369" y="2399"/>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7"/>
                      <a:pt x="1737" y="0"/>
                      <a:pt x="3859" y="0"/>
                    </a:cubicBezTo>
                    <a:lnTo>
                      <a:pt x="17741" y="0"/>
                    </a:lnTo>
                    <a:cubicBezTo>
                      <a:pt x="19863" y="0"/>
                      <a:pt x="21600" y="1707"/>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03" name="AutoShape 87"/>
              <p:cNvSpPr/>
              <p:nvPr/>
            </p:nvSpPr>
            <p:spPr bwMode="auto">
              <a:xfrm>
                <a:off x="1050" y="2399"/>
                <a:ext cx="276"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026" y="21600"/>
                    </a:moveTo>
                    <a:lnTo>
                      <a:pt x="2574" y="21600"/>
                    </a:lnTo>
                    <a:cubicBezTo>
                      <a:pt x="1158" y="21600"/>
                      <a:pt x="0" y="19864"/>
                      <a:pt x="0" y="17742"/>
                    </a:cubicBezTo>
                    <a:lnTo>
                      <a:pt x="0" y="3860"/>
                    </a:lnTo>
                    <a:cubicBezTo>
                      <a:pt x="0" y="1737"/>
                      <a:pt x="1158" y="0"/>
                      <a:pt x="2574" y="0"/>
                    </a:cubicBezTo>
                    <a:lnTo>
                      <a:pt x="19026" y="0"/>
                    </a:lnTo>
                    <a:cubicBezTo>
                      <a:pt x="20442" y="0"/>
                      <a:pt x="21600" y="1737"/>
                      <a:pt x="21600" y="3860"/>
                    </a:cubicBezTo>
                    <a:lnTo>
                      <a:pt x="21600" y="17742"/>
                    </a:lnTo>
                    <a:cubicBezTo>
                      <a:pt x="21600" y="19864"/>
                      <a:pt x="20442" y="21600"/>
                      <a:pt x="19026" y="21600"/>
                    </a:cubicBezTo>
                    <a:close/>
                    <a:moveTo>
                      <a:pt x="19026" y="21600"/>
                    </a:moveTo>
                  </a:path>
                </a:pathLst>
              </a:custGeom>
              <a:solidFill>
                <a:srgbClr val="CCCCCC"/>
              </a:solidFill>
              <a:ln>
                <a:noFill/>
              </a:ln>
            </p:spPr>
            <p:txBody>
              <a:bodyPr lIns="0" tIns="0" rIns="0" bIns="0"/>
              <a:lstStyle/>
              <a:p>
                <a:endParaRPr lang="en-US"/>
              </a:p>
            </p:txBody>
          </p:sp>
          <p:sp>
            <p:nvSpPr>
              <p:cNvPr id="39004" name="AutoShape 88"/>
              <p:cNvSpPr/>
              <p:nvPr/>
            </p:nvSpPr>
            <p:spPr bwMode="auto">
              <a:xfrm>
                <a:off x="3600"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9" y="21600"/>
                    </a:lnTo>
                    <a:cubicBezTo>
                      <a:pt x="1737" y="21600"/>
                      <a:pt x="0" y="19894"/>
                      <a:pt x="0" y="17808"/>
                    </a:cubicBezTo>
                    <a:lnTo>
                      <a:pt x="0" y="3792"/>
                    </a:lnTo>
                    <a:cubicBezTo>
                      <a:pt x="0" y="1706"/>
                      <a:pt x="1737" y="0"/>
                      <a:pt x="3859" y="0"/>
                    </a:cubicBezTo>
                    <a:lnTo>
                      <a:pt x="17742" y="0"/>
                    </a:lnTo>
                    <a:cubicBezTo>
                      <a:pt x="19864" y="0"/>
                      <a:pt x="21600" y="1706"/>
                      <a:pt x="21600" y="3792"/>
                    </a:cubicBezTo>
                    <a:lnTo>
                      <a:pt x="21600" y="17808"/>
                    </a:lnTo>
                    <a:cubicBezTo>
                      <a:pt x="21600" y="19894"/>
                      <a:pt x="19864" y="21600"/>
                      <a:pt x="17742" y="21600"/>
                    </a:cubicBezTo>
                    <a:close/>
                    <a:moveTo>
                      <a:pt x="17742" y="21600"/>
                    </a:moveTo>
                  </a:path>
                </a:pathLst>
              </a:custGeom>
              <a:solidFill>
                <a:srgbClr val="CCCCCC"/>
              </a:solidFill>
              <a:ln>
                <a:noFill/>
              </a:ln>
            </p:spPr>
            <p:txBody>
              <a:bodyPr lIns="0" tIns="0" rIns="0" bIns="0"/>
              <a:lstStyle/>
              <a:p>
                <a:endParaRPr lang="en-US"/>
              </a:p>
            </p:txBody>
          </p:sp>
          <p:sp>
            <p:nvSpPr>
              <p:cNvPr id="39005" name="AutoShape 89"/>
              <p:cNvSpPr/>
              <p:nvPr/>
            </p:nvSpPr>
            <p:spPr bwMode="auto">
              <a:xfrm>
                <a:off x="3376"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06" name="AutoShape 90"/>
              <p:cNvSpPr/>
              <p:nvPr/>
            </p:nvSpPr>
            <p:spPr bwMode="auto">
              <a:xfrm>
                <a:off x="3151"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07" name="AutoShape 91"/>
              <p:cNvSpPr/>
              <p:nvPr/>
            </p:nvSpPr>
            <p:spPr bwMode="auto">
              <a:xfrm>
                <a:off x="2927"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08" name="AutoShape 92"/>
              <p:cNvSpPr/>
              <p:nvPr/>
            </p:nvSpPr>
            <p:spPr bwMode="auto">
              <a:xfrm>
                <a:off x="2715"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09" name="AutoShape 93"/>
              <p:cNvSpPr/>
              <p:nvPr/>
            </p:nvSpPr>
            <p:spPr bwMode="auto">
              <a:xfrm>
                <a:off x="2490"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6" y="21600"/>
                      <a:pt x="0" y="19894"/>
                      <a:pt x="0" y="17808"/>
                    </a:cubicBezTo>
                    <a:lnTo>
                      <a:pt x="0" y="3792"/>
                    </a:lnTo>
                    <a:cubicBezTo>
                      <a:pt x="0" y="1706"/>
                      <a:pt x="1736" y="0"/>
                      <a:pt x="3858"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10" name="AutoShape 94"/>
              <p:cNvSpPr/>
              <p:nvPr/>
            </p:nvSpPr>
            <p:spPr bwMode="auto">
              <a:xfrm>
                <a:off x="2266"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8" y="21600"/>
                    </a:lnTo>
                    <a:cubicBezTo>
                      <a:pt x="1736" y="21600"/>
                      <a:pt x="0" y="19894"/>
                      <a:pt x="0" y="17808"/>
                    </a:cubicBezTo>
                    <a:lnTo>
                      <a:pt x="0" y="3792"/>
                    </a:lnTo>
                    <a:cubicBezTo>
                      <a:pt x="0" y="1706"/>
                      <a:pt x="1736" y="0"/>
                      <a:pt x="3858" y="0"/>
                    </a:cubicBezTo>
                    <a:lnTo>
                      <a:pt x="17741" y="0"/>
                    </a:lnTo>
                    <a:cubicBezTo>
                      <a:pt x="19864" y="0"/>
                      <a:pt x="21600" y="1706"/>
                      <a:pt x="21600" y="3792"/>
                    </a:cubicBezTo>
                    <a:lnTo>
                      <a:pt x="21600" y="17808"/>
                    </a:lnTo>
                    <a:cubicBezTo>
                      <a:pt x="21600" y="19894"/>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11" name="AutoShape 95"/>
              <p:cNvSpPr/>
              <p:nvPr/>
            </p:nvSpPr>
            <p:spPr bwMode="auto">
              <a:xfrm>
                <a:off x="2042"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2" y="21600"/>
                    </a:moveTo>
                    <a:lnTo>
                      <a:pt x="3858" y="21600"/>
                    </a:lnTo>
                    <a:cubicBezTo>
                      <a:pt x="1737" y="21600"/>
                      <a:pt x="0" y="19894"/>
                      <a:pt x="0" y="17808"/>
                    </a:cubicBezTo>
                    <a:lnTo>
                      <a:pt x="0" y="3792"/>
                    </a:lnTo>
                    <a:cubicBezTo>
                      <a:pt x="0" y="1706"/>
                      <a:pt x="1737" y="0"/>
                      <a:pt x="3858" y="0"/>
                    </a:cubicBezTo>
                    <a:lnTo>
                      <a:pt x="17742" y="0"/>
                    </a:lnTo>
                    <a:cubicBezTo>
                      <a:pt x="19863" y="0"/>
                      <a:pt x="21600" y="1706"/>
                      <a:pt x="21600" y="3792"/>
                    </a:cubicBezTo>
                    <a:lnTo>
                      <a:pt x="21600" y="17808"/>
                    </a:lnTo>
                    <a:cubicBezTo>
                      <a:pt x="21600" y="19894"/>
                      <a:pt x="19863" y="21600"/>
                      <a:pt x="17742" y="21600"/>
                    </a:cubicBezTo>
                    <a:close/>
                    <a:moveTo>
                      <a:pt x="17742" y="21600"/>
                    </a:moveTo>
                  </a:path>
                </a:pathLst>
              </a:custGeom>
              <a:solidFill>
                <a:srgbClr val="CCCCCC"/>
              </a:solidFill>
              <a:ln>
                <a:noFill/>
              </a:ln>
            </p:spPr>
            <p:txBody>
              <a:bodyPr lIns="0" tIns="0" rIns="0" bIns="0"/>
              <a:lstStyle/>
              <a:p>
                <a:endParaRPr lang="en-US"/>
              </a:p>
            </p:txBody>
          </p:sp>
          <p:sp>
            <p:nvSpPr>
              <p:cNvPr id="39012" name="AutoShape 96"/>
              <p:cNvSpPr/>
              <p:nvPr/>
            </p:nvSpPr>
            <p:spPr bwMode="auto">
              <a:xfrm>
                <a:off x="1817"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13" name="AutoShape 97"/>
              <p:cNvSpPr/>
              <p:nvPr/>
            </p:nvSpPr>
            <p:spPr bwMode="auto">
              <a:xfrm>
                <a:off x="1593" y="2186"/>
                <a:ext cx="181"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7" y="21600"/>
                      <a:pt x="0" y="19894"/>
                      <a:pt x="0" y="17808"/>
                    </a:cubicBezTo>
                    <a:lnTo>
                      <a:pt x="0" y="3792"/>
                    </a:lnTo>
                    <a:cubicBezTo>
                      <a:pt x="0" y="1706"/>
                      <a:pt x="1737" y="0"/>
                      <a:pt x="3859" y="0"/>
                    </a:cubicBezTo>
                    <a:lnTo>
                      <a:pt x="17741" y="0"/>
                    </a:lnTo>
                    <a:cubicBezTo>
                      <a:pt x="19863" y="0"/>
                      <a:pt x="21600" y="1706"/>
                      <a:pt x="21600" y="3792"/>
                    </a:cubicBezTo>
                    <a:lnTo>
                      <a:pt x="21600" y="17808"/>
                    </a:lnTo>
                    <a:cubicBezTo>
                      <a:pt x="21600" y="19894"/>
                      <a:pt x="19863"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14" name="AutoShape 98"/>
              <p:cNvSpPr/>
              <p:nvPr/>
            </p:nvSpPr>
            <p:spPr bwMode="auto">
              <a:xfrm>
                <a:off x="1274" y="2186"/>
                <a:ext cx="276"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9026" y="21600"/>
                    </a:moveTo>
                    <a:lnTo>
                      <a:pt x="2574" y="21600"/>
                    </a:lnTo>
                    <a:cubicBezTo>
                      <a:pt x="1158" y="21600"/>
                      <a:pt x="0" y="19863"/>
                      <a:pt x="0" y="17740"/>
                    </a:cubicBezTo>
                    <a:lnTo>
                      <a:pt x="0" y="3860"/>
                    </a:lnTo>
                    <a:cubicBezTo>
                      <a:pt x="0" y="1737"/>
                      <a:pt x="1158" y="0"/>
                      <a:pt x="2574" y="0"/>
                    </a:cubicBezTo>
                    <a:lnTo>
                      <a:pt x="19026" y="0"/>
                    </a:lnTo>
                    <a:cubicBezTo>
                      <a:pt x="20442" y="0"/>
                      <a:pt x="21600" y="1737"/>
                      <a:pt x="21600" y="3860"/>
                    </a:cubicBezTo>
                    <a:lnTo>
                      <a:pt x="21600" y="17740"/>
                    </a:lnTo>
                    <a:cubicBezTo>
                      <a:pt x="21600" y="19863"/>
                      <a:pt x="20442" y="21600"/>
                      <a:pt x="19026" y="21600"/>
                    </a:cubicBezTo>
                    <a:close/>
                    <a:moveTo>
                      <a:pt x="19026" y="21600"/>
                    </a:moveTo>
                  </a:path>
                </a:pathLst>
              </a:custGeom>
              <a:solidFill>
                <a:srgbClr val="CCCCCC"/>
              </a:solidFill>
              <a:ln>
                <a:noFill/>
              </a:ln>
            </p:spPr>
            <p:txBody>
              <a:bodyPr lIns="0" tIns="0" rIns="0" bIns="0"/>
              <a:lstStyle/>
              <a:p>
                <a:endParaRPr lang="en-US"/>
              </a:p>
            </p:txBody>
          </p:sp>
          <p:sp>
            <p:nvSpPr>
              <p:cNvPr id="39015" name="AutoShape 99"/>
              <p:cNvSpPr/>
              <p:nvPr/>
            </p:nvSpPr>
            <p:spPr bwMode="auto">
              <a:xfrm>
                <a:off x="1050" y="2186"/>
                <a:ext cx="172" cy="1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7741" y="21600"/>
                    </a:moveTo>
                    <a:lnTo>
                      <a:pt x="3859" y="21600"/>
                    </a:lnTo>
                    <a:cubicBezTo>
                      <a:pt x="1736" y="21600"/>
                      <a:pt x="0" y="19977"/>
                      <a:pt x="0" y="17992"/>
                    </a:cubicBezTo>
                    <a:lnTo>
                      <a:pt x="0" y="3607"/>
                    </a:lnTo>
                    <a:cubicBezTo>
                      <a:pt x="0" y="1623"/>
                      <a:pt x="1736" y="0"/>
                      <a:pt x="3859" y="0"/>
                    </a:cubicBezTo>
                    <a:lnTo>
                      <a:pt x="17741" y="0"/>
                    </a:lnTo>
                    <a:cubicBezTo>
                      <a:pt x="19864" y="0"/>
                      <a:pt x="21600" y="1623"/>
                      <a:pt x="21600" y="3607"/>
                    </a:cubicBezTo>
                    <a:lnTo>
                      <a:pt x="21600" y="17992"/>
                    </a:lnTo>
                    <a:cubicBezTo>
                      <a:pt x="21600" y="19977"/>
                      <a:pt x="19864" y="21600"/>
                      <a:pt x="17741" y="21600"/>
                    </a:cubicBezTo>
                    <a:close/>
                    <a:moveTo>
                      <a:pt x="17741" y="21600"/>
                    </a:moveTo>
                  </a:path>
                </a:pathLst>
              </a:custGeom>
              <a:solidFill>
                <a:srgbClr val="CCCCCC"/>
              </a:solidFill>
              <a:ln>
                <a:noFill/>
              </a:ln>
            </p:spPr>
            <p:txBody>
              <a:bodyPr lIns="0" tIns="0" rIns="0" bIns="0"/>
              <a:lstStyle/>
              <a:p>
                <a:endParaRPr lang="en-US"/>
              </a:p>
            </p:txBody>
          </p:sp>
          <p:sp>
            <p:nvSpPr>
              <p:cNvPr id="39016" name="AutoShape 100"/>
              <p:cNvSpPr/>
              <p:nvPr/>
            </p:nvSpPr>
            <p:spPr bwMode="auto">
              <a:xfrm>
                <a:off x="1747" y="1406"/>
                <a:ext cx="1224" cy="62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032" y="21600"/>
                    </a:moveTo>
                    <a:lnTo>
                      <a:pt x="568" y="21600"/>
                    </a:lnTo>
                    <a:cubicBezTo>
                      <a:pt x="255" y="21600"/>
                      <a:pt x="0" y="21098"/>
                      <a:pt x="0" y="20483"/>
                    </a:cubicBezTo>
                    <a:lnTo>
                      <a:pt x="0" y="1117"/>
                    </a:lnTo>
                    <a:cubicBezTo>
                      <a:pt x="0" y="502"/>
                      <a:pt x="255" y="0"/>
                      <a:pt x="568" y="0"/>
                    </a:cubicBezTo>
                    <a:lnTo>
                      <a:pt x="21032" y="0"/>
                    </a:lnTo>
                    <a:cubicBezTo>
                      <a:pt x="21345" y="0"/>
                      <a:pt x="21600" y="502"/>
                      <a:pt x="21600" y="1117"/>
                    </a:cubicBezTo>
                    <a:lnTo>
                      <a:pt x="21600" y="20483"/>
                    </a:lnTo>
                    <a:cubicBezTo>
                      <a:pt x="21600" y="21098"/>
                      <a:pt x="21345" y="21600"/>
                      <a:pt x="21032" y="21600"/>
                    </a:cubicBezTo>
                    <a:close/>
                    <a:moveTo>
                      <a:pt x="21032" y="21600"/>
                    </a:moveTo>
                  </a:path>
                </a:pathLst>
              </a:custGeom>
              <a:solidFill>
                <a:srgbClr val="CCCCCC"/>
              </a:solidFill>
              <a:ln>
                <a:noFill/>
              </a:ln>
            </p:spPr>
            <p:txBody>
              <a:bodyPr lIns="0" tIns="0" rIns="0" bIns="0"/>
              <a:lstStyle/>
              <a:p>
                <a:endParaRPr lang="en-US"/>
              </a:p>
            </p:txBody>
          </p:sp>
          <p:sp>
            <p:nvSpPr>
              <p:cNvPr id="39017" name="AutoShape 101"/>
              <p:cNvSpPr/>
              <p:nvPr/>
            </p:nvSpPr>
            <p:spPr bwMode="auto">
              <a:xfrm>
                <a:off x="2372" y="1229"/>
                <a:ext cx="591" cy="1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356" y="21600"/>
                    </a:moveTo>
                    <a:lnTo>
                      <a:pt x="244" y="21600"/>
                    </a:lnTo>
                    <a:cubicBezTo>
                      <a:pt x="109" y="21600"/>
                      <a:pt x="0" y="21099"/>
                      <a:pt x="0" y="20484"/>
                    </a:cubicBezTo>
                    <a:lnTo>
                      <a:pt x="0" y="1116"/>
                    </a:lnTo>
                    <a:cubicBezTo>
                      <a:pt x="0" y="503"/>
                      <a:pt x="109" y="0"/>
                      <a:pt x="244" y="0"/>
                    </a:cubicBezTo>
                    <a:lnTo>
                      <a:pt x="21356" y="0"/>
                    </a:lnTo>
                    <a:cubicBezTo>
                      <a:pt x="21490" y="0"/>
                      <a:pt x="21600" y="503"/>
                      <a:pt x="21600" y="1116"/>
                    </a:cubicBezTo>
                    <a:lnTo>
                      <a:pt x="21600" y="20484"/>
                    </a:lnTo>
                    <a:cubicBezTo>
                      <a:pt x="21600" y="21099"/>
                      <a:pt x="21490" y="21600"/>
                      <a:pt x="21356" y="21600"/>
                    </a:cubicBezTo>
                    <a:close/>
                    <a:moveTo>
                      <a:pt x="21356" y="21600"/>
                    </a:moveTo>
                  </a:path>
                </a:pathLst>
              </a:custGeom>
              <a:solidFill>
                <a:srgbClr val="CCCCCC"/>
              </a:solidFill>
              <a:ln>
                <a:noFill/>
              </a:ln>
            </p:spPr>
            <p:txBody>
              <a:bodyPr lIns="0" tIns="0" rIns="0" bIns="0"/>
              <a:lstStyle/>
              <a:p>
                <a:endParaRPr lang="en-US"/>
              </a:p>
            </p:txBody>
          </p:sp>
          <p:sp>
            <p:nvSpPr>
              <p:cNvPr id="39018" name="AutoShape 102"/>
              <p:cNvSpPr/>
              <p:nvPr/>
            </p:nvSpPr>
            <p:spPr bwMode="auto">
              <a:xfrm>
                <a:off x="1747" y="1229"/>
                <a:ext cx="590" cy="1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356" y="21600"/>
                    </a:moveTo>
                    <a:lnTo>
                      <a:pt x="244" y="21600"/>
                    </a:lnTo>
                    <a:cubicBezTo>
                      <a:pt x="109" y="21600"/>
                      <a:pt x="0" y="21099"/>
                      <a:pt x="0" y="20484"/>
                    </a:cubicBezTo>
                    <a:lnTo>
                      <a:pt x="0" y="1116"/>
                    </a:lnTo>
                    <a:cubicBezTo>
                      <a:pt x="0" y="503"/>
                      <a:pt x="109" y="0"/>
                      <a:pt x="244" y="0"/>
                    </a:cubicBezTo>
                    <a:lnTo>
                      <a:pt x="21356" y="0"/>
                    </a:lnTo>
                    <a:cubicBezTo>
                      <a:pt x="21491" y="0"/>
                      <a:pt x="21600" y="503"/>
                      <a:pt x="21600" y="1116"/>
                    </a:cubicBezTo>
                    <a:lnTo>
                      <a:pt x="21600" y="20484"/>
                    </a:lnTo>
                    <a:cubicBezTo>
                      <a:pt x="21600" y="21099"/>
                      <a:pt x="21491" y="21600"/>
                      <a:pt x="21356" y="21600"/>
                    </a:cubicBezTo>
                    <a:close/>
                    <a:moveTo>
                      <a:pt x="21356" y="21600"/>
                    </a:moveTo>
                  </a:path>
                </a:pathLst>
              </a:custGeom>
              <a:solidFill>
                <a:srgbClr val="CCCCCC"/>
              </a:solidFill>
              <a:ln>
                <a:noFill/>
              </a:ln>
            </p:spPr>
            <p:txBody>
              <a:bodyPr lIns="0" tIns="0" rIns="0" bIns="0"/>
              <a:lstStyle/>
              <a:p>
                <a:endParaRPr lang="en-US"/>
              </a:p>
            </p:txBody>
          </p:sp>
          <p:sp>
            <p:nvSpPr>
              <p:cNvPr id="39019" name="AutoShape 103"/>
              <p:cNvSpPr/>
              <p:nvPr/>
            </p:nvSpPr>
            <p:spPr bwMode="auto">
              <a:xfrm>
                <a:off x="247" y="3876"/>
                <a:ext cx="4228" cy="451"/>
              </a:xfrm>
              <a:custGeom>
                <a:avLst/>
                <a:gdLst>
                  <a:gd name="T0" fmla="*/ 32 w 21600"/>
                  <a:gd name="T1" fmla="*/ 0 h 21600"/>
                  <a:gd name="T2" fmla="*/ 2 w 21600"/>
                  <a:gd name="T3" fmla="*/ 0 h 21600"/>
                  <a:gd name="T4" fmla="*/ 0 w 21600"/>
                  <a:gd name="T5" fmla="*/ 0 h 21600"/>
                  <a:gd name="T6" fmla="*/ 32 w 21600"/>
                  <a:gd name="T7" fmla="*/ 0 h 21600"/>
                  <a:gd name="T8" fmla="*/ 32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396" y="0"/>
                    </a:lnTo>
                    <a:lnTo>
                      <a:pt x="0" y="21600"/>
                    </a:lnTo>
                    <a:cubicBezTo>
                      <a:pt x="0" y="21600"/>
                      <a:pt x="21600" y="21600"/>
                      <a:pt x="21600" y="21600"/>
                    </a:cubicBezTo>
                    <a:close/>
                    <a:moveTo>
                      <a:pt x="21600" y="21600"/>
                    </a:moveTo>
                  </a:path>
                </a:pathLst>
              </a:custGeom>
              <a:solidFill>
                <a:srgbClr val="4D4D4D"/>
              </a:solidFill>
              <a:ln>
                <a:noFill/>
              </a:ln>
            </p:spPr>
            <p:txBody>
              <a:bodyPr lIns="0" tIns="0" rIns="0" bIns="0"/>
              <a:lstStyle/>
              <a:p>
                <a:endParaRPr lang="en-US"/>
              </a:p>
            </p:txBody>
          </p:sp>
          <p:sp>
            <p:nvSpPr>
              <p:cNvPr id="39020" name="AutoShape 104"/>
              <p:cNvSpPr/>
              <p:nvPr/>
            </p:nvSpPr>
            <p:spPr bwMode="auto">
              <a:xfrm>
                <a:off x="3246" y="460"/>
                <a:ext cx="577" cy="80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535" y="21600"/>
                    </a:moveTo>
                    <a:lnTo>
                      <a:pt x="0" y="21567"/>
                    </a:lnTo>
                    <a:lnTo>
                      <a:pt x="65" y="0"/>
                    </a:lnTo>
                    <a:lnTo>
                      <a:pt x="21600" y="33"/>
                    </a:lnTo>
                    <a:cubicBezTo>
                      <a:pt x="21600" y="33"/>
                      <a:pt x="21535" y="21600"/>
                      <a:pt x="21535" y="21600"/>
                    </a:cubicBezTo>
                    <a:close/>
                    <a:moveTo>
                      <a:pt x="21535" y="21600"/>
                    </a:moveTo>
                  </a:path>
                </a:pathLst>
              </a:custGeom>
              <a:solidFill>
                <a:srgbClr val="F2CAA8"/>
              </a:solidFill>
              <a:ln>
                <a:noFill/>
              </a:ln>
            </p:spPr>
            <p:txBody>
              <a:bodyPr lIns="0" tIns="0" rIns="0" bIns="0"/>
              <a:lstStyle/>
              <a:p>
                <a:endParaRPr lang="en-US"/>
              </a:p>
            </p:txBody>
          </p:sp>
          <p:sp>
            <p:nvSpPr>
              <p:cNvPr id="39021" name="AutoShape 105"/>
              <p:cNvSpPr/>
              <p:nvPr/>
            </p:nvSpPr>
            <p:spPr bwMode="auto">
              <a:xfrm>
                <a:off x="2762" y="1040"/>
                <a:ext cx="1335" cy="1679"/>
              </a:xfrm>
              <a:custGeom>
                <a:avLst/>
                <a:gdLst>
                  <a:gd name="T0" fmla="*/ 0 w 21196"/>
                  <a:gd name="T1" fmla="*/ 0 h 21011"/>
                  <a:gd name="T2" fmla="*/ 0 w 21196"/>
                  <a:gd name="T3" fmla="*/ 0 h 21011"/>
                  <a:gd name="T4" fmla="*/ 0 w 21196"/>
                  <a:gd name="T5" fmla="*/ 0 h 21011"/>
                  <a:gd name="T6" fmla="*/ 0 w 21196"/>
                  <a:gd name="T7" fmla="*/ 0 h 21011"/>
                  <a:gd name="T8" fmla="*/ 0 w 21196"/>
                  <a:gd name="T9" fmla="*/ 0 h 21011"/>
                  <a:gd name="T10" fmla="*/ 0 w 21196"/>
                  <a:gd name="T11" fmla="*/ 0 h 21011"/>
                  <a:gd name="T12" fmla="*/ 0 w 21196"/>
                  <a:gd name="T13" fmla="*/ 0 h 21011"/>
                  <a:gd name="T14" fmla="*/ 0 w 21196"/>
                  <a:gd name="T15" fmla="*/ 0 h 21011"/>
                  <a:gd name="T16" fmla="*/ 0 w 21196"/>
                  <a:gd name="T17" fmla="*/ 0 h 21011"/>
                  <a:gd name="T18" fmla="*/ 0 w 21196"/>
                  <a:gd name="T19" fmla="*/ 0 h 21011"/>
                  <a:gd name="T20" fmla="*/ 0 w 21196"/>
                  <a:gd name="T21" fmla="*/ 0 h 21011"/>
                  <a:gd name="T22" fmla="*/ 0 w 21196"/>
                  <a:gd name="T23" fmla="*/ 1 h 21011"/>
                  <a:gd name="T24" fmla="*/ 0 w 21196"/>
                  <a:gd name="T25" fmla="*/ 1 h 21011"/>
                  <a:gd name="T26" fmla="*/ 0 w 21196"/>
                  <a:gd name="T27" fmla="*/ 0 h 21011"/>
                  <a:gd name="T28" fmla="*/ 0 w 21196"/>
                  <a:gd name="T29" fmla="*/ 0 h 21011"/>
                  <a:gd name="T30" fmla="*/ 0 w 21196"/>
                  <a:gd name="T31" fmla="*/ 1 h 21011"/>
                  <a:gd name="T32" fmla="*/ 0 w 21196"/>
                  <a:gd name="T33" fmla="*/ 1 h 21011"/>
                  <a:gd name="T34" fmla="*/ 0 w 21196"/>
                  <a:gd name="T35" fmla="*/ 0 h 21011"/>
                  <a:gd name="T36" fmla="*/ 0 w 21196"/>
                  <a:gd name="T37" fmla="*/ 0 h 21011"/>
                  <a:gd name="T38" fmla="*/ 0 w 21196"/>
                  <a:gd name="T39" fmla="*/ 1 h 21011"/>
                  <a:gd name="T40" fmla="*/ 0 w 21196"/>
                  <a:gd name="T41" fmla="*/ 1 h 21011"/>
                  <a:gd name="T42" fmla="*/ 0 w 21196"/>
                  <a:gd name="T43" fmla="*/ 0 h 21011"/>
                  <a:gd name="T44" fmla="*/ 0 w 21196"/>
                  <a:gd name="T45" fmla="*/ 0 h 210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196" h="21011">
                    <a:moveTo>
                      <a:pt x="6957" y="9865"/>
                    </a:moveTo>
                    <a:cubicBezTo>
                      <a:pt x="6979" y="9011"/>
                      <a:pt x="6978" y="7975"/>
                      <a:pt x="6990" y="6750"/>
                    </a:cubicBezTo>
                    <a:lnTo>
                      <a:pt x="3919" y="10473"/>
                    </a:lnTo>
                    <a:cubicBezTo>
                      <a:pt x="2621" y="12048"/>
                      <a:pt x="730" y="11297"/>
                      <a:pt x="0" y="10581"/>
                    </a:cubicBezTo>
                    <a:lnTo>
                      <a:pt x="6074" y="1868"/>
                    </a:lnTo>
                    <a:cubicBezTo>
                      <a:pt x="6921" y="654"/>
                      <a:pt x="9446" y="52"/>
                      <a:pt x="11878" y="3"/>
                    </a:cubicBezTo>
                    <a:cubicBezTo>
                      <a:pt x="16905" y="-100"/>
                      <a:pt x="19970" y="2487"/>
                      <a:pt x="20049" y="7926"/>
                    </a:cubicBezTo>
                    <a:lnTo>
                      <a:pt x="21153" y="12103"/>
                    </a:lnTo>
                    <a:cubicBezTo>
                      <a:pt x="21600" y="13867"/>
                      <a:pt x="18434" y="14347"/>
                      <a:pt x="18001" y="12563"/>
                    </a:cubicBezTo>
                    <a:lnTo>
                      <a:pt x="17575" y="10807"/>
                    </a:lnTo>
                    <a:cubicBezTo>
                      <a:pt x="17485" y="10899"/>
                      <a:pt x="17345" y="10990"/>
                      <a:pt x="17212" y="11067"/>
                    </a:cubicBezTo>
                    <a:lnTo>
                      <a:pt x="17590" y="14580"/>
                    </a:lnTo>
                    <a:cubicBezTo>
                      <a:pt x="17809" y="16390"/>
                      <a:pt x="14608" y="16401"/>
                      <a:pt x="14408" y="14881"/>
                    </a:cubicBezTo>
                    <a:lnTo>
                      <a:pt x="14025" y="11972"/>
                    </a:lnTo>
                    <a:cubicBezTo>
                      <a:pt x="13932" y="11989"/>
                      <a:pt x="13740" y="11991"/>
                      <a:pt x="13671" y="11993"/>
                    </a:cubicBezTo>
                    <a:lnTo>
                      <a:pt x="13772" y="15709"/>
                    </a:lnTo>
                    <a:cubicBezTo>
                      <a:pt x="13817" y="17384"/>
                      <a:pt x="10605" y="17415"/>
                      <a:pt x="10567" y="15751"/>
                    </a:cubicBezTo>
                    <a:lnTo>
                      <a:pt x="10453" y="11446"/>
                    </a:lnTo>
                    <a:cubicBezTo>
                      <a:pt x="10308" y="11387"/>
                      <a:pt x="10165" y="11324"/>
                      <a:pt x="10027" y="11255"/>
                    </a:cubicBezTo>
                    <a:lnTo>
                      <a:pt x="9124" y="19862"/>
                    </a:lnTo>
                    <a:cubicBezTo>
                      <a:pt x="8953" y="21500"/>
                      <a:pt x="5752" y="21351"/>
                      <a:pt x="5931" y="19643"/>
                    </a:cubicBezTo>
                    <a:cubicBezTo>
                      <a:pt x="5931" y="19643"/>
                      <a:pt x="6957" y="9865"/>
                      <a:pt x="6957" y="9865"/>
                    </a:cubicBezTo>
                    <a:close/>
                    <a:moveTo>
                      <a:pt x="6957" y="9865"/>
                    </a:moveTo>
                  </a:path>
                </a:pathLst>
              </a:custGeom>
              <a:solidFill>
                <a:srgbClr val="F2CAA8"/>
              </a:solidFill>
              <a:ln>
                <a:noFill/>
              </a:ln>
            </p:spPr>
            <p:txBody>
              <a:bodyPr lIns="0" tIns="0" rIns="0" bIns="0"/>
              <a:lstStyle/>
              <a:p>
                <a:endParaRPr lang="en-US"/>
              </a:p>
            </p:txBody>
          </p:sp>
          <p:sp>
            <p:nvSpPr>
              <p:cNvPr id="39022" name="AutoShape 106"/>
              <p:cNvSpPr/>
              <p:nvPr/>
            </p:nvSpPr>
            <p:spPr bwMode="auto">
              <a:xfrm>
                <a:off x="3175" y="697"/>
                <a:ext cx="706" cy="2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586" y="21600"/>
                    </a:moveTo>
                    <a:lnTo>
                      <a:pt x="0" y="21449"/>
                    </a:lnTo>
                    <a:lnTo>
                      <a:pt x="14" y="0"/>
                    </a:lnTo>
                    <a:lnTo>
                      <a:pt x="21600" y="151"/>
                    </a:lnTo>
                    <a:cubicBezTo>
                      <a:pt x="21600" y="151"/>
                      <a:pt x="21586" y="21600"/>
                      <a:pt x="21586" y="21600"/>
                    </a:cubicBezTo>
                    <a:close/>
                    <a:moveTo>
                      <a:pt x="21586" y="21600"/>
                    </a:moveTo>
                  </a:path>
                </a:pathLst>
              </a:custGeom>
              <a:solidFill>
                <a:srgbClr val="3F72A1"/>
              </a:solidFill>
              <a:ln>
                <a:noFill/>
              </a:ln>
            </p:spPr>
            <p:txBody>
              <a:bodyPr lIns="0" tIns="0" rIns="0" bIns="0"/>
              <a:lstStyle/>
              <a:p>
                <a:endParaRPr lang="en-US"/>
              </a:p>
            </p:txBody>
          </p:sp>
          <p:sp>
            <p:nvSpPr>
              <p:cNvPr id="39023" name="AutoShape 107"/>
              <p:cNvSpPr/>
              <p:nvPr/>
            </p:nvSpPr>
            <p:spPr bwMode="auto">
              <a:xfrm>
                <a:off x="3104" y="0"/>
                <a:ext cx="847" cy="7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0"/>
                    </a:moveTo>
                    <a:lnTo>
                      <a:pt x="30" y="21543"/>
                    </a:lnTo>
                    <a:lnTo>
                      <a:pt x="21600" y="21600"/>
                    </a:lnTo>
                    <a:lnTo>
                      <a:pt x="21570" y="0"/>
                    </a:lnTo>
                    <a:cubicBezTo>
                      <a:pt x="21570" y="0"/>
                      <a:pt x="0" y="0"/>
                      <a:pt x="0" y="0"/>
                    </a:cubicBezTo>
                    <a:close/>
                    <a:moveTo>
                      <a:pt x="0" y="0"/>
                    </a:moveTo>
                  </a:path>
                </a:pathLst>
              </a:custGeom>
              <a:solidFill>
                <a:srgbClr val="FFCD60"/>
              </a:solidFill>
              <a:ln>
                <a:noFill/>
              </a:ln>
            </p:spPr>
            <p:txBody>
              <a:bodyPr lIns="0" tIns="0" rIns="0" bIns="0"/>
              <a:lstStyle/>
              <a:p>
                <a:endParaRPr lang="en-US"/>
              </a:p>
            </p:txBody>
          </p:sp>
          <p:sp>
            <p:nvSpPr>
              <p:cNvPr id="39024" name="AutoShape 108"/>
              <p:cNvSpPr/>
              <p:nvPr/>
            </p:nvSpPr>
            <p:spPr bwMode="auto">
              <a:xfrm>
                <a:off x="1038" y="460"/>
                <a:ext cx="577" cy="80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567"/>
                    </a:moveTo>
                    <a:lnTo>
                      <a:pt x="21535" y="21600"/>
                    </a:lnTo>
                    <a:lnTo>
                      <a:pt x="21600" y="33"/>
                    </a:lnTo>
                    <a:lnTo>
                      <a:pt x="65" y="0"/>
                    </a:lnTo>
                    <a:cubicBezTo>
                      <a:pt x="65" y="0"/>
                      <a:pt x="0" y="21567"/>
                      <a:pt x="0" y="21567"/>
                    </a:cubicBezTo>
                    <a:close/>
                    <a:moveTo>
                      <a:pt x="0" y="21567"/>
                    </a:moveTo>
                  </a:path>
                </a:pathLst>
              </a:custGeom>
              <a:solidFill>
                <a:srgbClr val="F2CAA8"/>
              </a:solidFill>
              <a:ln>
                <a:noFill/>
              </a:ln>
            </p:spPr>
            <p:txBody>
              <a:bodyPr lIns="0" tIns="0" rIns="0" bIns="0"/>
              <a:lstStyle/>
              <a:p>
                <a:endParaRPr lang="en-US"/>
              </a:p>
            </p:txBody>
          </p:sp>
          <p:sp>
            <p:nvSpPr>
              <p:cNvPr id="39025" name="AutoShape 109"/>
              <p:cNvSpPr/>
              <p:nvPr/>
            </p:nvSpPr>
            <p:spPr bwMode="auto">
              <a:xfrm>
                <a:off x="696" y="1028"/>
                <a:ext cx="1398" cy="1726"/>
              </a:xfrm>
              <a:custGeom>
                <a:avLst/>
                <a:gdLst>
                  <a:gd name="T0" fmla="*/ 0 w 21206"/>
                  <a:gd name="T1" fmla="*/ 0 h 21060"/>
                  <a:gd name="T2" fmla="*/ 0 w 21206"/>
                  <a:gd name="T3" fmla="*/ 0 h 21060"/>
                  <a:gd name="T4" fmla="*/ 0 w 21206"/>
                  <a:gd name="T5" fmla="*/ 0 h 21060"/>
                  <a:gd name="T6" fmla="*/ 0 w 21206"/>
                  <a:gd name="T7" fmla="*/ 0 h 21060"/>
                  <a:gd name="T8" fmla="*/ 0 w 21206"/>
                  <a:gd name="T9" fmla="*/ 0 h 21060"/>
                  <a:gd name="T10" fmla="*/ 0 w 21206"/>
                  <a:gd name="T11" fmla="*/ 0 h 21060"/>
                  <a:gd name="T12" fmla="*/ 0 w 21206"/>
                  <a:gd name="T13" fmla="*/ 0 h 21060"/>
                  <a:gd name="T14" fmla="*/ 0 w 21206"/>
                  <a:gd name="T15" fmla="*/ 1 h 21060"/>
                  <a:gd name="T16" fmla="*/ 0 w 21206"/>
                  <a:gd name="T17" fmla="*/ 1 h 21060"/>
                  <a:gd name="T18" fmla="*/ 0 w 21206"/>
                  <a:gd name="T19" fmla="*/ 0 h 21060"/>
                  <a:gd name="T20" fmla="*/ 0 w 21206"/>
                  <a:gd name="T21" fmla="*/ 0 h 21060"/>
                  <a:gd name="T22" fmla="*/ 0 w 21206"/>
                  <a:gd name="T23" fmla="*/ 1 h 21060"/>
                  <a:gd name="T24" fmla="*/ 0 w 21206"/>
                  <a:gd name="T25" fmla="*/ 1 h 21060"/>
                  <a:gd name="T26" fmla="*/ 0 w 21206"/>
                  <a:gd name="T27" fmla="*/ 0 h 21060"/>
                  <a:gd name="T28" fmla="*/ 0 w 21206"/>
                  <a:gd name="T29" fmla="*/ 0 h 21060"/>
                  <a:gd name="T30" fmla="*/ 0 w 21206"/>
                  <a:gd name="T31" fmla="*/ 1 h 21060"/>
                  <a:gd name="T32" fmla="*/ 0 w 21206"/>
                  <a:gd name="T33" fmla="*/ 1 h 21060"/>
                  <a:gd name="T34" fmla="*/ 0 w 21206"/>
                  <a:gd name="T35" fmla="*/ 0 h 21060"/>
                  <a:gd name="T36" fmla="*/ 0 w 21206"/>
                  <a:gd name="T37" fmla="*/ 0 h 21060"/>
                  <a:gd name="T38" fmla="*/ 0 w 21206"/>
                  <a:gd name="T39" fmla="*/ 1 h 21060"/>
                  <a:gd name="T40" fmla="*/ 0 w 21206"/>
                  <a:gd name="T41" fmla="*/ 1 h 21060"/>
                  <a:gd name="T42" fmla="*/ 0 w 21206"/>
                  <a:gd name="T43" fmla="*/ 0 h 21060"/>
                  <a:gd name="T44" fmla="*/ 0 w 21206"/>
                  <a:gd name="T45" fmla="*/ 0 h 2106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206" h="21060">
                    <a:moveTo>
                      <a:pt x="14584" y="9637"/>
                    </a:moveTo>
                    <a:cubicBezTo>
                      <a:pt x="14568" y="8804"/>
                      <a:pt x="14574" y="7794"/>
                      <a:pt x="14569" y="6600"/>
                    </a:cubicBezTo>
                    <a:lnTo>
                      <a:pt x="17401" y="10041"/>
                    </a:lnTo>
                    <a:cubicBezTo>
                      <a:pt x="18658" y="11568"/>
                      <a:pt x="20618" y="10966"/>
                      <a:pt x="21206" y="10225"/>
                    </a:cubicBezTo>
                    <a:lnTo>
                      <a:pt x="15470" y="1842"/>
                    </a:lnTo>
                    <a:cubicBezTo>
                      <a:pt x="14660" y="659"/>
                      <a:pt x="12258" y="60"/>
                      <a:pt x="9934" y="4"/>
                    </a:cubicBezTo>
                    <a:cubicBezTo>
                      <a:pt x="5132" y="-113"/>
                      <a:pt x="2190" y="2399"/>
                      <a:pt x="2086" y="7702"/>
                    </a:cubicBezTo>
                    <a:lnTo>
                      <a:pt x="43" y="15744"/>
                    </a:lnTo>
                    <a:cubicBezTo>
                      <a:pt x="-394" y="17463"/>
                      <a:pt x="2628" y="17941"/>
                      <a:pt x="3051" y="16203"/>
                    </a:cubicBezTo>
                    <a:lnTo>
                      <a:pt x="4434" y="10520"/>
                    </a:lnTo>
                    <a:cubicBezTo>
                      <a:pt x="4520" y="10610"/>
                      <a:pt x="4653" y="10699"/>
                      <a:pt x="4780" y="10775"/>
                    </a:cubicBezTo>
                    <a:lnTo>
                      <a:pt x="3835" y="18408"/>
                    </a:lnTo>
                    <a:cubicBezTo>
                      <a:pt x="3617" y="20172"/>
                      <a:pt x="6675" y="20193"/>
                      <a:pt x="6874" y="18712"/>
                    </a:cubicBezTo>
                    <a:lnTo>
                      <a:pt x="7820" y="11668"/>
                    </a:lnTo>
                    <a:cubicBezTo>
                      <a:pt x="7909" y="11684"/>
                      <a:pt x="8092" y="11687"/>
                      <a:pt x="8158" y="11690"/>
                    </a:cubicBezTo>
                    <a:lnTo>
                      <a:pt x="7932" y="19813"/>
                    </a:lnTo>
                    <a:cubicBezTo>
                      <a:pt x="7887" y="21446"/>
                      <a:pt x="10949" y="21487"/>
                      <a:pt x="10994" y="19865"/>
                    </a:cubicBezTo>
                    <a:lnTo>
                      <a:pt x="11236" y="11167"/>
                    </a:lnTo>
                    <a:cubicBezTo>
                      <a:pt x="11375" y="11110"/>
                      <a:pt x="11511" y="11048"/>
                      <a:pt x="11644" y="10982"/>
                    </a:cubicBezTo>
                    <a:lnTo>
                      <a:pt x="12461" y="19377"/>
                    </a:lnTo>
                    <a:cubicBezTo>
                      <a:pt x="12616" y="20975"/>
                      <a:pt x="15675" y="20840"/>
                      <a:pt x="15513" y="19175"/>
                    </a:cubicBezTo>
                    <a:cubicBezTo>
                      <a:pt x="15513" y="19175"/>
                      <a:pt x="14584" y="9637"/>
                      <a:pt x="14584" y="9637"/>
                    </a:cubicBezTo>
                    <a:close/>
                    <a:moveTo>
                      <a:pt x="14584" y="9637"/>
                    </a:moveTo>
                  </a:path>
                </a:pathLst>
              </a:custGeom>
              <a:solidFill>
                <a:srgbClr val="F2CAA8"/>
              </a:solidFill>
              <a:ln>
                <a:noFill/>
              </a:ln>
            </p:spPr>
            <p:txBody>
              <a:bodyPr lIns="0" tIns="0" rIns="0" bIns="0"/>
              <a:lstStyle/>
              <a:p>
                <a:endParaRPr lang="en-US"/>
              </a:p>
            </p:txBody>
          </p:sp>
          <p:sp>
            <p:nvSpPr>
              <p:cNvPr id="39026" name="AutoShape 110"/>
              <p:cNvSpPr/>
              <p:nvPr/>
            </p:nvSpPr>
            <p:spPr bwMode="auto">
              <a:xfrm>
                <a:off x="979" y="697"/>
                <a:ext cx="706" cy="2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449"/>
                    </a:moveTo>
                    <a:lnTo>
                      <a:pt x="21586" y="21600"/>
                    </a:lnTo>
                    <a:lnTo>
                      <a:pt x="21600" y="151"/>
                    </a:lnTo>
                    <a:lnTo>
                      <a:pt x="14" y="0"/>
                    </a:lnTo>
                    <a:cubicBezTo>
                      <a:pt x="14" y="0"/>
                      <a:pt x="0" y="21449"/>
                      <a:pt x="0" y="21449"/>
                    </a:cubicBezTo>
                    <a:close/>
                    <a:moveTo>
                      <a:pt x="0" y="21449"/>
                    </a:moveTo>
                  </a:path>
                </a:pathLst>
              </a:custGeom>
              <a:solidFill>
                <a:srgbClr val="3F72A1"/>
              </a:solidFill>
              <a:ln>
                <a:noFill/>
              </a:ln>
            </p:spPr>
            <p:txBody>
              <a:bodyPr lIns="0" tIns="0" rIns="0" bIns="0"/>
              <a:lstStyle/>
              <a:p>
                <a:endParaRPr lang="en-US"/>
              </a:p>
            </p:txBody>
          </p:sp>
          <p:sp>
            <p:nvSpPr>
              <p:cNvPr id="39027" name="AutoShape 111"/>
              <p:cNvSpPr/>
              <p:nvPr/>
            </p:nvSpPr>
            <p:spPr bwMode="auto">
              <a:xfrm>
                <a:off x="908" y="0"/>
                <a:ext cx="847" cy="69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21600" y="21600"/>
                    </a:lnTo>
                    <a:lnTo>
                      <a:pt x="0" y="21543"/>
                    </a:lnTo>
                    <a:lnTo>
                      <a:pt x="0" y="0"/>
                    </a:lnTo>
                    <a:cubicBezTo>
                      <a:pt x="0" y="0"/>
                      <a:pt x="21600" y="0"/>
                      <a:pt x="21600" y="0"/>
                    </a:cubicBezTo>
                    <a:close/>
                    <a:moveTo>
                      <a:pt x="21600" y="0"/>
                    </a:moveTo>
                  </a:path>
                </a:pathLst>
              </a:custGeom>
              <a:solidFill>
                <a:srgbClr val="FFCD60"/>
              </a:solidFill>
              <a:ln>
                <a:noFill/>
              </a:ln>
            </p:spPr>
            <p:txBody>
              <a:bodyPr lIns="0" tIns="0" rIns="0" bIns="0"/>
              <a:lstStyle/>
              <a:p>
                <a:endParaRPr lang="en-US"/>
              </a:p>
            </p:txBody>
          </p:sp>
          <p:sp>
            <p:nvSpPr>
              <p:cNvPr id="39028" name="AutoShape 112"/>
              <p:cNvSpPr/>
              <p:nvPr/>
            </p:nvSpPr>
            <p:spPr bwMode="auto">
              <a:xfrm>
                <a:off x="3104" y="0"/>
                <a:ext cx="424" cy="70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0"/>
                    </a:moveTo>
                    <a:lnTo>
                      <a:pt x="60" y="21572"/>
                    </a:lnTo>
                    <a:lnTo>
                      <a:pt x="21600" y="21600"/>
                    </a:lnTo>
                    <a:lnTo>
                      <a:pt x="21540" y="0"/>
                    </a:lnTo>
                    <a:cubicBezTo>
                      <a:pt x="21540" y="0"/>
                      <a:pt x="0" y="0"/>
                      <a:pt x="0" y="0"/>
                    </a:cubicBezTo>
                    <a:close/>
                    <a:moveTo>
                      <a:pt x="0" y="0"/>
                    </a:moveTo>
                  </a:path>
                </a:pathLst>
              </a:custGeom>
              <a:solidFill>
                <a:srgbClr val="FFAE00"/>
              </a:solidFill>
              <a:ln>
                <a:noFill/>
              </a:ln>
            </p:spPr>
            <p:txBody>
              <a:bodyPr lIns="0" tIns="0" rIns="0" bIns="0"/>
              <a:lstStyle/>
              <a:p>
                <a:endParaRPr lang="en-US"/>
              </a:p>
            </p:txBody>
          </p:sp>
          <p:sp>
            <p:nvSpPr>
              <p:cNvPr id="39029" name="AutoShape 113"/>
              <p:cNvSpPr/>
              <p:nvPr/>
            </p:nvSpPr>
            <p:spPr bwMode="auto">
              <a:xfrm>
                <a:off x="908" y="0"/>
                <a:ext cx="424" cy="69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0"/>
                    </a:moveTo>
                    <a:lnTo>
                      <a:pt x="0" y="21572"/>
                    </a:lnTo>
                    <a:lnTo>
                      <a:pt x="21600" y="21600"/>
                    </a:lnTo>
                    <a:lnTo>
                      <a:pt x="21600" y="0"/>
                    </a:lnTo>
                    <a:cubicBezTo>
                      <a:pt x="21600" y="0"/>
                      <a:pt x="0" y="0"/>
                      <a:pt x="0" y="0"/>
                    </a:cubicBezTo>
                    <a:close/>
                    <a:moveTo>
                      <a:pt x="0" y="0"/>
                    </a:moveTo>
                  </a:path>
                </a:pathLst>
              </a:custGeom>
              <a:solidFill>
                <a:srgbClr val="FFAE00"/>
              </a:solidFill>
              <a:ln>
                <a:noFill/>
              </a:ln>
            </p:spPr>
            <p:txBody>
              <a:bodyPr lIns="0" tIns="0" rIns="0" bIns="0"/>
              <a:lstStyle/>
              <a:p>
                <a:endParaRPr lang="en-US"/>
              </a:p>
            </p:txBody>
          </p:sp>
        </p:grpSp>
        <p:sp>
          <p:nvSpPr>
            <p:cNvPr id="38916" name="Line 115"/>
            <p:cNvSpPr>
              <a:spLocks noChangeShapeType="1"/>
            </p:cNvSpPr>
            <p:nvPr/>
          </p:nvSpPr>
          <p:spPr bwMode="auto">
            <a:xfrm>
              <a:off x="9258300" y="2882900"/>
              <a:ext cx="5689600" cy="0"/>
            </a:xfrm>
            <a:prstGeom prst="line">
              <a:avLst/>
            </a:prstGeom>
            <a:noFill/>
            <a:ln w="38100">
              <a:solidFill>
                <a:srgbClr val="B3B3B3">
                  <a:alpha val="59999"/>
                </a:srgbClr>
              </a:solidFill>
              <a:miter lim="800000"/>
            </a:ln>
          </p:spPr>
          <p:txBody>
            <a:bodyPr lIns="0" tIns="0" rIns="0" bIns="0"/>
            <a:lstStyle/>
            <a:p>
              <a:endParaRPr lang="en-US"/>
            </a:p>
          </p:txBody>
        </p:sp>
        <p:sp>
          <p:nvSpPr>
            <p:cNvPr id="38917" name="Line 116"/>
            <p:cNvSpPr>
              <a:spLocks noChangeShapeType="1"/>
            </p:cNvSpPr>
            <p:nvPr/>
          </p:nvSpPr>
          <p:spPr bwMode="auto">
            <a:xfrm>
              <a:off x="9448800" y="3098800"/>
              <a:ext cx="5372100" cy="0"/>
            </a:xfrm>
            <a:prstGeom prst="line">
              <a:avLst/>
            </a:prstGeom>
            <a:noFill/>
            <a:ln w="38100">
              <a:solidFill>
                <a:srgbClr val="B3B3B3">
                  <a:alpha val="59999"/>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7889"/>
                                        </p:tgtEl>
                                        <p:attrNameLst>
                                          <p:attrName>style.visibility</p:attrName>
                                        </p:attrNameLst>
                                      </p:cBhvr>
                                      <p:to>
                                        <p:strVal val="visible"/>
                                      </p:to>
                                    </p:set>
                                    <p:animEffect transition="in" filter="fade">
                                      <p:cBhvr>
                                        <p:cTn id="7" dur="1000"/>
                                        <p:tgtEl>
                                          <p:spTgt spid="37889"/>
                                        </p:tgtEl>
                                      </p:cBhvr>
                                    </p:animEffect>
                                    <p:anim calcmode="lin" valueType="num">
                                      <p:cBhvr>
                                        <p:cTn id="8" dur="1000" fill="hold"/>
                                        <p:tgtEl>
                                          <p:spTgt spid="37889"/>
                                        </p:tgtEl>
                                        <p:attrNameLst>
                                          <p:attrName>ppt_x</p:attrName>
                                        </p:attrNameLst>
                                      </p:cBhvr>
                                      <p:tavLst>
                                        <p:tav tm="0">
                                          <p:val>
                                            <p:strVal val="#ppt_x"/>
                                          </p:val>
                                        </p:tav>
                                        <p:tav tm="100000">
                                          <p:val>
                                            <p:strVal val="#ppt_x"/>
                                          </p:val>
                                        </p:tav>
                                      </p:tavLst>
                                    </p:anim>
                                    <p:anim calcmode="lin" valueType="num">
                                      <p:cBhvr>
                                        <p:cTn id="9" dur="900" decel="100000" fill="hold"/>
                                        <p:tgtEl>
                                          <p:spTgt spid="3788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788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p:nvPr/>
        </p:nvSpPr>
        <p:spPr bwMode="auto">
          <a:xfrm>
            <a:off x="1357313" y="996003"/>
            <a:ext cx="4154984"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视频媒体</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8914" name="Group 1"/>
          <p:cNvGrpSpPr/>
          <p:nvPr/>
        </p:nvGrpSpPr>
        <p:grpSpPr bwMode="auto">
          <a:xfrm>
            <a:off x="1358900" y="3829050"/>
            <a:ext cx="7721600" cy="7232650"/>
            <a:chOff x="1358900" y="3829050"/>
            <a:chExt cx="7721600" cy="7232650"/>
          </a:xfrm>
        </p:grpSpPr>
        <p:sp>
          <p:nvSpPr>
            <p:cNvPr id="39995" name="Rectangle 2"/>
            <p:cNvSpPr/>
            <p:nvPr/>
          </p:nvSpPr>
          <p:spPr bwMode="auto">
            <a:xfrm>
              <a:off x="1473200" y="3829050"/>
              <a:ext cx="7607300" cy="2527300"/>
            </a:xfrm>
            <a:prstGeom prst="rect">
              <a:avLst/>
            </a:prstGeom>
            <a:noFill/>
            <a:ln>
              <a:noFill/>
            </a:ln>
          </p:spPr>
          <p:txBody>
            <a:bodyPr lIns="0" tIns="0" rIns="0" bIns="0" anchor="ctr"/>
            <a:lstStyle/>
            <a:p>
              <a:pPr algn="r"/>
              <a:r>
                <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12% More Sales!</a:t>
              </a:r>
              <a:endPar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39996" name="Rectangle 3"/>
            <p:cNvSpPr/>
            <p:nvPr/>
          </p:nvSpPr>
          <p:spPr bwMode="auto">
            <a:xfrm>
              <a:off x="1473200" y="6972300"/>
              <a:ext cx="7607300" cy="914400"/>
            </a:xfrm>
            <a:prstGeom prst="rect">
              <a:avLst/>
            </a:prstGeom>
            <a:noFill/>
            <a:ln>
              <a:noFill/>
            </a:ln>
          </p:spPr>
          <p:txBody>
            <a:bodyPr lIns="0" tIns="0" rIns="0" bIns="0"/>
            <a:lstStyle/>
            <a:p>
              <a:pPr algn="r"/>
              <a:r>
                <a:rPr lang="en-US" sz="2400" b="1">
                  <a:solidFill>
                    <a:srgbClr val="F28B34"/>
                  </a:solidFill>
                  <a:latin typeface="Open Sans Bold" charset="0"/>
                  <a:ea typeface="MS PGothic" panose="020B0600070205080204" charset="-128"/>
                  <a:cs typeface="MS PGothic" panose="020B0600070205080204" charset="-128"/>
                  <a:sym typeface="Open Sans Bold" charset="0"/>
                </a:rPr>
                <a:t>12% </a:t>
              </a:r>
              <a:r>
                <a:rPr lang="en-US" sz="2400" b="1">
                  <a:solidFill>
                    <a:srgbClr val="FFFFFF"/>
                  </a:solidFill>
                  <a:latin typeface="Open Sans Bold" charset="0"/>
                  <a:ea typeface="MS PGothic" panose="020B0600070205080204" charset="-128"/>
                  <a:cs typeface="MS PGothic" panose="020B0600070205080204" charset="-128"/>
                  <a:sym typeface="Open Sans Bold" charset="0"/>
                </a:rPr>
                <a:t>extra sales are coming from online video promotion </a:t>
              </a:r>
              <a:endParaRPr lang="en-US" sz="2400" b="1">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39997" name="Rectangle 4"/>
            <p:cNvSpPr/>
            <p:nvPr/>
          </p:nvSpPr>
          <p:spPr bwMode="auto">
            <a:xfrm>
              <a:off x="1371600" y="8890000"/>
              <a:ext cx="7708900" cy="2171700"/>
            </a:xfrm>
            <a:prstGeom prst="rect">
              <a:avLst/>
            </a:prstGeom>
            <a:noFill/>
            <a:ln>
              <a:noFill/>
            </a:ln>
          </p:spPr>
          <p:txBody>
            <a:bodyPr lIns="0" tIns="0" rIns="0" bIns="0"/>
            <a:lstStyle/>
            <a:p>
              <a:pPr algn="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quam.</a:t>
              </a:r>
              <a:endPar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39998" name="Line 5"/>
            <p:cNvSpPr>
              <a:spLocks noChangeShapeType="1"/>
            </p:cNvSpPr>
            <p:nvPr/>
          </p:nvSpPr>
          <p:spPr bwMode="auto">
            <a:xfrm>
              <a:off x="1358900" y="8305800"/>
              <a:ext cx="7721600" cy="0"/>
            </a:xfrm>
            <a:prstGeom prst="line">
              <a:avLst/>
            </a:prstGeom>
            <a:noFill/>
            <a:ln w="12700">
              <a:solidFill>
                <a:srgbClr val="FFFFFF">
                  <a:alpha val="70195"/>
                </a:srgbClr>
              </a:solidFill>
              <a:miter lim="800000"/>
            </a:ln>
          </p:spPr>
          <p:txBody>
            <a:bodyPr lIns="0" tIns="0" rIns="0" bIns="0"/>
            <a:lstStyle/>
            <a:p>
              <a:endParaRPr lang="en-US"/>
            </a:p>
          </p:txBody>
        </p:sp>
      </p:grpSp>
      <p:grpSp>
        <p:nvGrpSpPr>
          <p:cNvPr id="38915" name="Group 2"/>
          <p:cNvGrpSpPr/>
          <p:nvPr/>
        </p:nvGrpSpPr>
        <p:grpSpPr bwMode="auto">
          <a:xfrm>
            <a:off x="10387013" y="3575050"/>
            <a:ext cx="13133387" cy="9037638"/>
            <a:chOff x="10387013" y="3575050"/>
            <a:chExt cx="13133387" cy="9037638"/>
          </a:xfrm>
        </p:grpSpPr>
        <p:sp>
          <p:nvSpPr>
            <p:cNvPr id="39940" name="AutoShape 6"/>
            <p:cNvSpPr/>
            <p:nvPr/>
          </p:nvSpPr>
          <p:spPr bwMode="auto">
            <a:xfrm>
              <a:off x="11639550" y="3575050"/>
              <a:ext cx="10502900" cy="6958013"/>
            </a:xfrm>
            <a:custGeom>
              <a:avLst/>
              <a:gdLst>
                <a:gd name="T0" fmla="*/ 2147483647 w 21600"/>
                <a:gd name="T1" fmla="*/ 2147483647 h 21600"/>
                <a:gd name="T2" fmla="*/ 0 w 21600"/>
                <a:gd name="T3" fmla="*/ 2147483647 h 21600"/>
                <a:gd name="T4" fmla="*/ 0 w 21600"/>
                <a:gd name="T5" fmla="*/ 2147483647 h 21600"/>
                <a:gd name="T6" fmla="*/ 2147483647 w 21600"/>
                <a:gd name="T7" fmla="*/ 0 h 21600"/>
                <a:gd name="T8" fmla="*/ 2147483647 w 21600"/>
                <a:gd name="T9" fmla="*/ 0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600"/>
                  </a:moveTo>
                  <a:lnTo>
                    <a:pt x="0" y="21600"/>
                  </a:lnTo>
                  <a:lnTo>
                    <a:pt x="0" y="684"/>
                  </a:lnTo>
                  <a:cubicBezTo>
                    <a:pt x="0" y="249"/>
                    <a:pt x="285" y="0"/>
                    <a:pt x="573" y="0"/>
                  </a:cubicBezTo>
                  <a:lnTo>
                    <a:pt x="21172" y="0"/>
                  </a:lnTo>
                  <a:cubicBezTo>
                    <a:pt x="21460" y="0"/>
                    <a:pt x="21600" y="249"/>
                    <a:pt x="21600" y="684"/>
                  </a:cubicBezTo>
                  <a:cubicBezTo>
                    <a:pt x="21600" y="684"/>
                    <a:pt x="21600" y="21600"/>
                    <a:pt x="21600" y="21600"/>
                  </a:cubicBezTo>
                  <a:close/>
                  <a:moveTo>
                    <a:pt x="21600" y="21600"/>
                  </a:moveTo>
                </a:path>
              </a:pathLst>
            </a:custGeom>
            <a:solidFill>
              <a:srgbClr val="9A9A9A"/>
            </a:solidFill>
            <a:ln>
              <a:noFill/>
            </a:ln>
          </p:spPr>
          <p:txBody>
            <a:bodyPr lIns="0" tIns="0" rIns="0" bIns="0"/>
            <a:lstStyle/>
            <a:p>
              <a:endParaRPr lang="en-US"/>
            </a:p>
          </p:txBody>
        </p:sp>
        <p:sp>
          <p:nvSpPr>
            <p:cNvPr id="39941" name="AutoShape 7"/>
            <p:cNvSpPr/>
            <p:nvPr/>
          </p:nvSpPr>
          <p:spPr bwMode="auto">
            <a:xfrm>
              <a:off x="12057063" y="4062413"/>
              <a:ext cx="9737725" cy="5949950"/>
            </a:xfrm>
            <a:custGeom>
              <a:avLst/>
              <a:gdLst>
                <a:gd name="T0" fmla="*/ 2147483647 w 21600"/>
                <a:gd name="T1" fmla="*/ 2147483647 h 21600"/>
                <a:gd name="T2" fmla="*/ 0 w 21600"/>
                <a:gd name="T3" fmla="*/ 2147483647 h 21600"/>
                <a:gd name="T4" fmla="*/ 0 w 21600"/>
                <a:gd name="T5" fmla="*/ 0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EC1F3A"/>
            </a:solidFill>
            <a:ln>
              <a:noFill/>
            </a:ln>
          </p:spPr>
          <p:txBody>
            <a:bodyPr lIns="0" tIns="0" rIns="0" bIns="0"/>
            <a:lstStyle/>
            <a:p>
              <a:endParaRPr lang="en-US"/>
            </a:p>
          </p:txBody>
        </p:sp>
        <p:grpSp>
          <p:nvGrpSpPr>
            <p:cNvPr id="39942" name="Group 52"/>
            <p:cNvGrpSpPr/>
            <p:nvPr/>
          </p:nvGrpSpPr>
          <p:grpSpPr bwMode="auto">
            <a:xfrm>
              <a:off x="11777663" y="4627563"/>
              <a:ext cx="10161587" cy="7348537"/>
              <a:chOff x="0" y="0"/>
              <a:chExt cx="6401" cy="4628"/>
            </a:xfrm>
          </p:grpSpPr>
          <p:sp>
            <p:nvSpPr>
              <p:cNvPr id="39951" name="Rectangle 8"/>
              <p:cNvSpPr/>
              <p:nvPr/>
            </p:nvSpPr>
            <p:spPr bwMode="auto">
              <a:xfrm>
                <a:off x="567" y="148"/>
                <a:ext cx="5355" cy="612"/>
              </a:xfrm>
              <a:prstGeom prst="rect">
                <a:avLst/>
              </a:prstGeom>
              <a:noFill/>
              <a:ln>
                <a:noFill/>
              </a:ln>
            </p:spPr>
            <p:txBody>
              <a:bodyPr lIns="0" tIns="0" rIns="0" bIns="0" anchor="ctr"/>
              <a:lstStyle/>
              <a:p>
                <a:r>
                  <a:rPr lang="en-US" sz="64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rPr>
                  <a:t>MARKETING VIDEO</a:t>
                </a:r>
                <a:endParaRPr lang="en-US" sz="6400" dirty="0">
                  <a:solidFill>
                    <a:schemeClr val="bg1"/>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9952" name="Group 50"/>
              <p:cNvGrpSpPr/>
              <p:nvPr/>
            </p:nvGrpSpPr>
            <p:grpSpPr bwMode="auto">
              <a:xfrm rot="21565674" flipH="1">
                <a:off x="1122" y="23"/>
                <a:ext cx="4687" cy="4380"/>
                <a:chOff x="0" y="0"/>
                <a:chExt cx="4686" cy="4380"/>
              </a:xfrm>
            </p:grpSpPr>
            <p:sp>
              <p:nvSpPr>
                <p:cNvPr id="39954" name="AutoShape 9"/>
                <p:cNvSpPr/>
                <p:nvPr/>
              </p:nvSpPr>
              <p:spPr bwMode="auto">
                <a:xfrm>
                  <a:off x="1599" y="1062"/>
                  <a:ext cx="1998" cy="2431"/>
                </a:xfrm>
                <a:custGeom>
                  <a:avLst/>
                  <a:gdLst>
                    <a:gd name="T0" fmla="*/ 2 w 21600"/>
                    <a:gd name="T1" fmla="*/ 3 h 21600"/>
                    <a:gd name="T2" fmla="*/ 1 w 21600"/>
                    <a:gd name="T3" fmla="*/ 3 h 21600"/>
                    <a:gd name="T4" fmla="*/ 0 w 21600"/>
                    <a:gd name="T5" fmla="*/ 3 h 21600"/>
                    <a:gd name="T6" fmla="*/ 0 w 21600"/>
                    <a:gd name="T7" fmla="*/ 3 h 21600"/>
                    <a:gd name="T8" fmla="*/ 0 w 21600"/>
                    <a:gd name="T9" fmla="*/ 1 h 21600"/>
                    <a:gd name="T10" fmla="*/ 0 w 21600"/>
                    <a:gd name="T11" fmla="*/ 0 h 21600"/>
                    <a:gd name="T12" fmla="*/ 1 w 21600"/>
                    <a:gd name="T13" fmla="*/ 0 h 21600"/>
                    <a:gd name="T14" fmla="*/ 2 w 21600"/>
                    <a:gd name="T15" fmla="*/ 1 h 21600"/>
                    <a:gd name="T16" fmla="*/ 2 w 21600"/>
                    <a:gd name="T17" fmla="*/ 3 h 21600"/>
                    <a:gd name="T18" fmla="*/ 2 w 21600"/>
                    <a:gd name="T19" fmla="*/ 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39955" name="AutoShape 10"/>
                <p:cNvSpPr/>
                <p:nvPr/>
              </p:nvSpPr>
              <p:spPr bwMode="auto">
                <a:xfrm>
                  <a:off x="1826" y="1173"/>
                  <a:ext cx="1555" cy="3207"/>
                </a:xfrm>
                <a:custGeom>
                  <a:avLst/>
                  <a:gdLst>
                    <a:gd name="T0" fmla="*/ 0 w 21600"/>
                    <a:gd name="T1" fmla="*/ 0 h 21600"/>
                    <a:gd name="T2" fmla="*/ 0 w 21600"/>
                    <a:gd name="T3" fmla="*/ 3 h 21600"/>
                    <a:gd name="T4" fmla="*/ 0 w 21600"/>
                    <a:gd name="T5" fmla="*/ 3 h 21600"/>
                    <a:gd name="T6" fmla="*/ 0 w 21600"/>
                    <a:gd name="T7" fmla="*/ 3 h 21600"/>
                    <a:gd name="T8" fmla="*/ 0 w 21600"/>
                    <a:gd name="T9" fmla="*/ 5 h 21600"/>
                    <a:gd name="T10" fmla="*/ 0 w 21600"/>
                    <a:gd name="T11" fmla="*/ 6 h 21600"/>
                    <a:gd name="T12" fmla="*/ 0 w 21600"/>
                    <a:gd name="T13" fmla="*/ 6 h 21600"/>
                    <a:gd name="T14" fmla="*/ 0 w 21600"/>
                    <a:gd name="T15" fmla="*/ 9 h 21600"/>
                    <a:gd name="T16" fmla="*/ 0 w 21600"/>
                    <a:gd name="T17" fmla="*/ 11 h 21600"/>
                    <a:gd name="T18" fmla="*/ 0 w 21600"/>
                    <a:gd name="T19" fmla="*/ 9 h 21600"/>
                    <a:gd name="T20" fmla="*/ 0 w 21600"/>
                    <a:gd name="T21" fmla="*/ 7 h 21600"/>
                    <a:gd name="T22" fmla="*/ 0 w 21600"/>
                    <a:gd name="T23" fmla="*/ 7 h 21600"/>
                    <a:gd name="T24" fmla="*/ 0 w 21600"/>
                    <a:gd name="T25" fmla="*/ 9 h 21600"/>
                    <a:gd name="T26" fmla="*/ 0 w 21600"/>
                    <a:gd name="T27" fmla="*/ 11 h 21600"/>
                    <a:gd name="T28" fmla="*/ 1 w 21600"/>
                    <a:gd name="T29" fmla="*/ 9 h 21600"/>
                    <a:gd name="T30" fmla="*/ 1 w 21600"/>
                    <a:gd name="T31" fmla="*/ 6 h 21600"/>
                    <a:gd name="T32" fmla="*/ 1 w 21600"/>
                    <a:gd name="T33" fmla="*/ 6 h 21600"/>
                    <a:gd name="T34" fmla="*/ 1 w 21600"/>
                    <a:gd name="T35" fmla="*/ 5 h 21600"/>
                    <a:gd name="T36" fmla="*/ 1 w 21600"/>
                    <a:gd name="T37" fmla="*/ 3 h 21600"/>
                    <a:gd name="T38" fmla="*/ 1 w 21600"/>
                    <a:gd name="T39" fmla="*/ 3 h 21600"/>
                    <a:gd name="T40" fmla="*/ 1 w 21600"/>
                    <a:gd name="T41" fmla="*/ 3 h 21600"/>
                    <a:gd name="T42" fmla="*/ 0 w 21600"/>
                    <a:gd name="T43" fmla="*/ 0 h 21600"/>
                    <a:gd name="T44" fmla="*/ 0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39956" name="AutoShape 11"/>
                <p:cNvSpPr/>
                <p:nvPr/>
              </p:nvSpPr>
              <p:spPr bwMode="auto">
                <a:xfrm>
                  <a:off x="2938" y="404"/>
                  <a:ext cx="1092" cy="1485"/>
                </a:xfrm>
                <a:custGeom>
                  <a:avLst/>
                  <a:gdLst>
                    <a:gd name="T0" fmla="*/ 0 w 19437"/>
                    <a:gd name="T1" fmla="*/ 0 h 21352"/>
                    <a:gd name="T2" fmla="*/ 0 w 19437"/>
                    <a:gd name="T3" fmla="*/ 0 h 21352"/>
                    <a:gd name="T4" fmla="*/ 0 w 19437"/>
                    <a:gd name="T5" fmla="*/ 0 h 21352"/>
                    <a:gd name="T6" fmla="*/ 0 w 19437"/>
                    <a:gd name="T7" fmla="*/ 0 h 21352"/>
                    <a:gd name="T8" fmla="*/ 0 w 19437"/>
                    <a:gd name="T9" fmla="*/ 0 h 21352"/>
                    <a:gd name="T10" fmla="*/ 0 w 19437"/>
                    <a:gd name="T11" fmla="*/ 0 h 21352"/>
                    <a:gd name="T12" fmla="*/ 0 w 19437"/>
                    <a:gd name="T13" fmla="*/ 0 h 21352"/>
                    <a:gd name="T14" fmla="*/ 0 w 19437"/>
                    <a:gd name="T15" fmla="*/ 0 h 21352"/>
                    <a:gd name="T16" fmla="*/ 0 w 19437"/>
                    <a:gd name="T17" fmla="*/ 0 h 21352"/>
                    <a:gd name="T18" fmla="*/ 0 w 19437"/>
                    <a:gd name="T19" fmla="*/ 0 h 21352"/>
                    <a:gd name="T20" fmla="*/ 0 w 19437"/>
                    <a:gd name="T21" fmla="*/ 0 h 21352"/>
                    <a:gd name="T22" fmla="*/ 0 w 19437"/>
                    <a:gd name="T23" fmla="*/ 0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39957" name="AutoShape 12"/>
                <p:cNvSpPr/>
                <p:nvPr/>
              </p:nvSpPr>
              <p:spPr bwMode="auto">
                <a:xfrm>
                  <a:off x="3075" y="1363"/>
                  <a:ext cx="1611" cy="660"/>
                </a:xfrm>
                <a:custGeom>
                  <a:avLst/>
                  <a:gdLst>
                    <a:gd name="T0" fmla="*/ 1 w 21114"/>
                    <a:gd name="T1" fmla="*/ 0 h 20825"/>
                    <a:gd name="T2" fmla="*/ 1 w 21114"/>
                    <a:gd name="T3" fmla="*/ 0 h 20825"/>
                    <a:gd name="T4" fmla="*/ 1 w 21114"/>
                    <a:gd name="T5" fmla="*/ 0 h 20825"/>
                    <a:gd name="T6" fmla="*/ 1 w 21114"/>
                    <a:gd name="T7" fmla="*/ 0 h 20825"/>
                    <a:gd name="T8" fmla="*/ 0 w 21114"/>
                    <a:gd name="T9" fmla="*/ 0 h 20825"/>
                    <a:gd name="T10" fmla="*/ 0 w 21114"/>
                    <a:gd name="T11" fmla="*/ 0 h 20825"/>
                    <a:gd name="T12" fmla="*/ 0 w 21114"/>
                    <a:gd name="T13" fmla="*/ 0 h 20825"/>
                    <a:gd name="T14" fmla="*/ 0 w 21114"/>
                    <a:gd name="T15" fmla="*/ 0 h 20825"/>
                    <a:gd name="T16" fmla="*/ 0 w 21114"/>
                    <a:gd name="T17" fmla="*/ 0 h 20825"/>
                    <a:gd name="T18" fmla="*/ 1 w 21114"/>
                    <a:gd name="T19" fmla="*/ 0 h 20825"/>
                    <a:gd name="T20" fmla="*/ 1 w 21114"/>
                    <a:gd name="T21" fmla="*/ 0 h 20825"/>
                    <a:gd name="T22" fmla="*/ 1 w 21114"/>
                    <a:gd name="T23" fmla="*/ 0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4"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39958" name="AutoShape 13"/>
                <p:cNvSpPr/>
                <p:nvPr/>
              </p:nvSpPr>
              <p:spPr bwMode="auto">
                <a:xfrm>
                  <a:off x="3290" y="448"/>
                  <a:ext cx="59" cy="9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39959" name="AutoShape 14"/>
                <p:cNvSpPr/>
                <p:nvPr/>
              </p:nvSpPr>
              <p:spPr bwMode="auto">
                <a:xfrm>
                  <a:off x="3858" y="906"/>
                  <a:ext cx="55" cy="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39960" name="AutoShape 15"/>
                <p:cNvSpPr/>
                <p:nvPr/>
              </p:nvSpPr>
              <p:spPr bwMode="auto">
                <a:xfrm>
                  <a:off x="3676" y="582"/>
                  <a:ext cx="86" cy="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39961" name="AutoShape 16"/>
                <p:cNvSpPr/>
                <p:nvPr/>
              </p:nvSpPr>
              <p:spPr bwMode="auto">
                <a:xfrm>
                  <a:off x="3619" y="526"/>
                  <a:ext cx="101" cy="5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39962" name="AutoShape 17"/>
                <p:cNvSpPr/>
                <p:nvPr/>
              </p:nvSpPr>
              <p:spPr bwMode="auto">
                <a:xfrm>
                  <a:off x="3824" y="783"/>
                  <a:ext cx="108" cy="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39963" name="AutoShape 18"/>
                <p:cNvSpPr/>
                <p:nvPr/>
              </p:nvSpPr>
              <p:spPr bwMode="auto">
                <a:xfrm>
                  <a:off x="3597" y="1452"/>
                  <a:ext cx="51" cy="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9964" name="AutoShape 19"/>
                <p:cNvSpPr/>
                <p:nvPr/>
              </p:nvSpPr>
              <p:spPr bwMode="auto">
                <a:xfrm>
                  <a:off x="3370" y="448"/>
                  <a:ext cx="47" cy="8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39965" name="AutoShape 20"/>
                <p:cNvSpPr/>
                <p:nvPr/>
              </p:nvSpPr>
              <p:spPr bwMode="auto">
                <a:xfrm>
                  <a:off x="3722" y="1329"/>
                  <a:ext cx="36" cy="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39966" name="AutoShape 21"/>
                <p:cNvSpPr/>
                <p:nvPr/>
              </p:nvSpPr>
              <p:spPr bwMode="auto">
                <a:xfrm>
                  <a:off x="3449" y="482"/>
                  <a:ext cx="62" cy="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39967" name="AutoShape 22"/>
                <p:cNvSpPr/>
                <p:nvPr/>
              </p:nvSpPr>
              <p:spPr bwMode="auto">
                <a:xfrm>
                  <a:off x="3767" y="1251"/>
                  <a:ext cx="38" cy="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39968" name="AutoShape 23"/>
                <p:cNvSpPr/>
                <p:nvPr/>
              </p:nvSpPr>
              <p:spPr bwMode="auto">
                <a:xfrm>
                  <a:off x="3665" y="1385"/>
                  <a:ext cx="66" cy="8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39969" name="AutoShape 24"/>
                <p:cNvSpPr/>
                <p:nvPr/>
              </p:nvSpPr>
              <p:spPr bwMode="auto">
                <a:xfrm>
                  <a:off x="3846" y="1073"/>
                  <a:ext cx="70"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39970" name="AutoShape 25"/>
                <p:cNvSpPr/>
                <p:nvPr/>
              </p:nvSpPr>
              <p:spPr bwMode="auto">
                <a:xfrm>
                  <a:off x="3529" y="482"/>
                  <a:ext cx="123" cy="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39971" name="AutoShape 26"/>
                <p:cNvSpPr/>
                <p:nvPr/>
              </p:nvSpPr>
              <p:spPr bwMode="auto">
                <a:xfrm>
                  <a:off x="3812" y="1173"/>
                  <a:ext cx="41" cy="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39972" name="AutoShape 27"/>
                <p:cNvSpPr/>
                <p:nvPr/>
              </p:nvSpPr>
              <p:spPr bwMode="auto">
                <a:xfrm>
                  <a:off x="3858" y="995"/>
                  <a:ext cx="81"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39973" name="AutoShape 28"/>
                <p:cNvSpPr/>
                <p:nvPr/>
              </p:nvSpPr>
              <p:spPr bwMode="auto">
                <a:xfrm>
                  <a:off x="3846" y="816"/>
                  <a:ext cx="118"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39974" name="AutoShape 29"/>
                <p:cNvSpPr/>
                <p:nvPr/>
              </p:nvSpPr>
              <p:spPr bwMode="auto">
                <a:xfrm>
                  <a:off x="3733" y="616"/>
                  <a:ext cx="145" cy="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39975" name="AutoShape 30"/>
                <p:cNvSpPr/>
                <p:nvPr/>
              </p:nvSpPr>
              <p:spPr bwMode="auto">
                <a:xfrm>
                  <a:off x="3778" y="683"/>
                  <a:ext cx="120" cy="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39976" name="AutoShape 31"/>
                <p:cNvSpPr/>
                <p:nvPr/>
              </p:nvSpPr>
              <p:spPr bwMode="auto">
                <a:xfrm>
                  <a:off x="1951" y="3627"/>
                  <a:ext cx="461" cy="188"/>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39977" name="AutoShape 32"/>
                <p:cNvSpPr/>
                <p:nvPr/>
              </p:nvSpPr>
              <p:spPr bwMode="auto">
                <a:xfrm>
                  <a:off x="2813" y="3627"/>
                  <a:ext cx="462" cy="188"/>
                </a:xfrm>
                <a:custGeom>
                  <a:avLst/>
                  <a:gdLst>
                    <a:gd name="T0" fmla="*/ 0 w 18193"/>
                    <a:gd name="T1" fmla="*/ 0 h 20862"/>
                    <a:gd name="T2" fmla="*/ 0 w 18193"/>
                    <a:gd name="T3" fmla="*/ 0 h 20862"/>
                    <a:gd name="T4" fmla="*/ 0 w 18193"/>
                    <a:gd name="T5" fmla="*/ 0 h 20862"/>
                    <a:gd name="T6" fmla="*/ 0 w 18193"/>
                    <a:gd name="T7" fmla="*/ 0 h 20862"/>
                    <a:gd name="T8" fmla="*/ 0 w 18193"/>
                    <a:gd name="T9" fmla="*/ 0 h 20862"/>
                    <a:gd name="T10" fmla="*/ 0 w 18193"/>
                    <a:gd name="T11" fmla="*/ 0 h 20862"/>
                    <a:gd name="T12" fmla="*/ 0 w 18193"/>
                    <a:gd name="T13" fmla="*/ 0 h 20862"/>
                    <a:gd name="T14" fmla="*/ 0 w 18193"/>
                    <a:gd name="T15" fmla="*/ 0 h 20862"/>
                    <a:gd name="T16" fmla="*/ 0 w 18193"/>
                    <a:gd name="T17" fmla="*/ 0 h 20862"/>
                    <a:gd name="T18" fmla="*/ 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39978" name="AutoShape 33"/>
                <p:cNvSpPr/>
                <p:nvPr/>
              </p:nvSpPr>
              <p:spPr bwMode="auto">
                <a:xfrm>
                  <a:off x="1985" y="3014"/>
                  <a:ext cx="491" cy="166"/>
                </a:xfrm>
                <a:custGeom>
                  <a:avLst/>
                  <a:gdLst>
                    <a:gd name="T0" fmla="*/ 0 w 18187"/>
                    <a:gd name="T1" fmla="*/ 0 h 19211"/>
                    <a:gd name="T2" fmla="*/ 0 w 18187"/>
                    <a:gd name="T3" fmla="*/ 0 h 19211"/>
                    <a:gd name="T4" fmla="*/ 0 w 18187"/>
                    <a:gd name="T5" fmla="*/ 0 h 19211"/>
                    <a:gd name="T6" fmla="*/ 0 w 18187"/>
                    <a:gd name="T7" fmla="*/ 0 h 19211"/>
                    <a:gd name="T8" fmla="*/ 0 w 18187"/>
                    <a:gd name="T9" fmla="*/ 0 h 19211"/>
                    <a:gd name="T10" fmla="*/ 0 w 18187"/>
                    <a:gd name="T11" fmla="*/ 0 h 19211"/>
                    <a:gd name="T12" fmla="*/ 0 w 18187"/>
                    <a:gd name="T13" fmla="*/ 0 h 19211"/>
                    <a:gd name="T14" fmla="*/ 0 w 18187"/>
                    <a:gd name="T15" fmla="*/ 0 h 19211"/>
                    <a:gd name="T16" fmla="*/ 0 w 18187"/>
                    <a:gd name="T17" fmla="*/ 0 h 19211"/>
                    <a:gd name="T18" fmla="*/ 0 w 18187"/>
                    <a:gd name="T19" fmla="*/ 0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39979" name="AutoShape 34"/>
                <p:cNvSpPr/>
                <p:nvPr/>
              </p:nvSpPr>
              <p:spPr bwMode="auto">
                <a:xfrm>
                  <a:off x="2723" y="3014"/>
                  <a:ext cx="477" cy="154"/>
                </a:xfrm>
                <a:custGeom>
                  <a:avLst/>
                  <a:gdLst>
                    <a:gd name="T0" fmla="*/ 0 w 18187"/>
                    <a:gd name="T1" fmla="*/ 0 h 19275"/>
                    <a:gd name="T2" fmla="*/ 0 w 18187"/>
                    <a:gd name="T3" fmla="*/ 0 h 19275"/>
                    <a:gd name="T4" fmla="*/ 0 w 18187"/>
                    <a:gd name="T5" fmla="*/ 0 h 19275"/>
                    <a:gd name="T6" fmla="*/ 0 w 18187"/>
                    <a:gd name="T7" fmla="*/ 0 h 19275"/>
                    <a:gd name="T8" fmla="*/ 0 w 18187"/>
                    <a:gd name="T9" fmla="*/ 0 h 19275"/>
                    <a:gd name="T10" fmla="*/ 0 w 18187"/>
                    <a:gd name="T11" fmla="*/ 0 h 19275"/>
                    <a:gd name="T12" fmla="*/ 0 w 18187"/>
                    <a:gd name="T13" fmla="*/ 0 h 19275"/>
                    <a:gd name="T14" fmla="*/ 0 w 18187"/>
                    <a:gd name="T15" fmla="*/ 0 h 19275"/>
                    <a:gd name="T16" fmla="*/ 0 w 18187"/>
                    <a:gd name="T17" fmla="*/ 0 h 19275"/>
                    <a:gd name="T18" fmla="*/ 0 w 18187"/>
                    <a:gd name="T19" fmla="*/ 0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39980" name="AutoShape 35"/>
                <p:cNvSpPr/>
                <p:nvPr/>
              </p:nvSpPr>
              <p:spPr bwMode="auto">
                <a:xfrm>
                  <a:off x="2042" y="2344"/>
                  <a:ext cx="1078" cy="7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39981" name="AutoShape 36"/>
                <p:cNvSpPr/>
                <p:nvPr/>
              </p:nvSpPr>
              <p:spPr bwMode="auto">
                <a:xfrm>
                  <a:off x="2042" y="2434"/>
                  <a:ext cx="1078" cy="73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39982" name="AutoShape 37"/>
                <p:cNvSpPr/>
                <p:nvPr/>
              </p:nvSpPr>
              <p:spPr bwMode="auto">
                <a:xfrm>
                  <a:off x="2246" y="2690"/>
                  <a:ext cx="136" cy="12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39983" name="AutoShape 38"/>
                <p:cNvSpPr/>
                <p:nvPr/>
              </p:nvSpPr>
              <p:spPr bwMode="auto">
                <a:xfrm>
                  <a:off x="2428" y="2690"/>
                  <a:ext cx="129" cy="1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39984" name="AutoShape 39"/>
                <p:cNvSpPr/>
                <p:nvPr/>
              </p:nvSpPr>
              <p:spPr bwMode="auto">
                <a:xfrm>
                  <a:off x="2598" y="2690"/>
                  <a:ext cx="129" cy="1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39985" name="AutoShape 40"/>
                <p:cNvSpPr/>
                <p:nvPr/>
              </p:nvSpPr>
              <p:spPr bwMode="auto">
                <a:xfrm>
                  <a:off x="2779" y="2690"/>
                  <a:ext cx="137" cy="13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39986" name="AutoShape 41"/>
                <p:cNvSpPr/>
                <p:nvPr/>
              </p:nvSpPr>
              <p:spPr bwMode="auto">
                <a:xfrm>
                  <a:off x="2246" y="2891"/>
                  <a:ext cx="647"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39987" name="AutoShape 42"/>
                <p:cNvSpPr/>
                <p:nvPr/>
              </p:nvSpPr>
              <p:spPr bwMode="auto">
                <a:xfrm>
                  <a:off x="2291" y="2991"/>
                  <a:ext cx="557" cy="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grpSp>
              <p:nvGrpSpPr>
                <p:cNvPr id="39988" name="Group 45"/>
                <p:cNvGrpSpPr/>
                <p:nvPr/>
              </p:nvGrpSpPr>
              <p:grpSpPr bwMode="auto">
                <a:xfrm rot="12863898" flipH="1">
                  <a:off x="402" y="388"/>
                  <a:ext cx="2034" cy="2013"/>
                  <a:chOff x="0" y="0"/>
                  <a:chExt cx="2033" cy="2012"/>
                </a:xfrm>
              </p:grpSpPr>
              <p:sp>
                <p:nvSpPr>
                  <p:cNvPr id="39993" name="AutoShape 43"/>
                  <p:cNvSpPr/>
                  <p:nvPr/>
                </p:nvSpPr>
                <p:spPr bwMode="auto">
                  <a:xfrm rot="2744935">
                    <a:off x="431" y="164"/>
                    <a:ext cx="1172" cy="1690"/>
                  </a:xfrm>
                  <a:custGeom>
                    <a:avLst/>
                    <a:gdLst>
                      <a:gd name="T0" fmla="*/ 0 w 19277"/>
                      <a:gd name="T1" fmla="*/ 0 h 20249"/>
                      <a:gd name="T2" fmla="*/ 0 w 19277"/>
                      <a:gd name="T3" fmla="*/ 0 h 20249"/>
                      <a:gd name="T4" fmla="*/ 0 w 19277"/>
                      <a:gd name="T5" fmla="*/ 1 h 20249"/>
                      <a:gd name="T6" fmla="*/ 0 w 19277"/>
                      <a:gd name="T7" fmla="*/ 1 h 20249"/>
                      <a:gd name="T8" fmla="*/ 0 w 19277"/>
                      <a:gd name="T9" fmla="*/ 1 h 20249"/>
                      <a:gd name="T10" fmla="*/ 0 w 19277"/>
                      <a:gd name="T11" fmla="*/ 1 h 20249"/>
                      <a:gd name="T12" fmla="*/ 0 w 19277"/>
                      <a:gd name="T13" fmla="*/ 1 h 20249"/>
                      <a:gd name="T14" fmla="*/ 0 w 19277"/>
                      <a:gd name="T15" fmla="*/ 0 h 20249"/>
                      <a:gd name="T16" fmla="*/ 0 w 19277"/>
                      <a:gd name="T17" fmla="*/ 0 h 20249"/>
                      <a:gd name="T18" fmla="*/ 0 w 19277"/>
                      <a:gd name="T19" fmla="*/ 0 h 202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277" h="20249">
                        <a:moveTo>
                          <a:pt x="18701" y="-40"/>
                        </a:moveTo>
                        <a:cubicBezTo>
                          <a:pt x="18701" y="-40"/>
                          <a:pt x="11281" y="-24"/>
                          <a:pt x="5925" y="5135"/>
                        </a:cubicBezTo>
                        <a:cubicBezTo>
                          <a:pt x="2595" y="8343"/>
                          <a:pt x="456" y="11479"/>
                          <a:pt x="-25" y="16519"/>
                        </a:cubicBezTo>
                        <a:cubicBezTo>
                          <a:pt x="-507" y="21560"/>
                          <a:pt x="3037" y="20320"/>
                          <a:pt x="4579" y="19421"/>
                        </a:cubicBezTo>
                        <a:cubicBezTo>
                          <a:pt x="6121" y="18522"/>
                          <a:pt x="6132" y="15946"/>
                          <a:pt x="6132" y="15946"/>
                        </a:cubicBezTo>
                        <a:cubicBezTo>
                          <a:pt x="6132" y="15946"/>
                          <a:pt x="6123" y="18074"/>
                          <a:pt x="7047" y="17848"/>
                        </a:cubicBezTo>
                        <a:cubicBezTo>
                          <a:pt x="7972" y="17622"/>
                          <a:pt x="7519" y="15159"/>
                          <a:pt x="8604" y="13253"/>
                        </a:cubicBezTo>
                        <a:cubicBezTo>
                          <a:pt x="9689" y="11347"/>
                          <a:pt x="10933" y="7985"/>
                          <a:pt x="16013" y="7414"/>
                        </a:cubicBezTo>
                        <a:cubicBezTo>
                          <a:pt x="21093" y="6843"/>
                          <a:pt x="18701" y="-40"/>
                          <a:pt x="18701" y="-40"/>
                        </a:cubicBezTo>
                        <a:close/>
                        <a:moveTo>
                          <a:pt x="18701" y="-40"/>
                        </a:moveTo>
                      </a:path>
                    </a:pathLst>
                  </a:custGeom>
                  <a:solidFill>
                    <a:srgbClr val="FFFFFF"/>
                  </a:solidFill>
                  <a:ln>
                    <a:noFill/>
                  </a:ln>
                </p:spPr>
                <p:txBody>
                  <a:bodyPr lIns="0" tIns="0" rIns="0" bIns="0"/>
                  <a:lstStyle/>
                  <a:p>
                    <a:endParaRPr lang="en-US"/>
                  </a:p>
                </p:txBody>
              </p:sp>
              <p:sp>
                <p:nvSpPr>
                  <p:cNvPr id="39994" name="AutoShape 44"/>
                  <p:cNvSpPr/>
                  <p:nvPr/>
                </p:nvSpPr>
                <p:spPr bwMode="auto">
                  <a:xfrm rot="2744935">
                    <a:off x="943" y="576"/>
                    <a:ext cx="155" cy="157"/>
                  </a:xfrm>
                  <a:custGeom>
                    <a:avLst/>
                    <a:gdLst>
                      <a:gd name="T0" fmla="*/ 0 w 18379"/>
                      <a:gd name="T1" fmla="*/ 0 h 18919"/>
                      <a:gd name="T2" fmla="*/ 0 w 18379"/>
                      <a:gd name="T3" fmla="*/ 0 h 18919"/>
                      <a:gd name="T4" fmla="*/ 0 w 18379"/>
                      <a:gd name="T5" fmla="*/ 0 h 18919"/>
                      <a:gd name="T6" fmla="*/ 0 w 18379"/>
                      <a:gd name="T7" fmla="*/ 0 h 18919"/>
                      <a:gd name="T8" fmla="*/ 0 w 18379"/>
                      <a:gd name="T9" fmla="*/ 0 h 18919"/>
                      <a:gd name="T10" fmla="*/ 0 w 18379"/>
                      <a:gd name="T11" fmla="*/ 0 h 18919"/>
                      <a:gd name="T12" fmla="*/ 0 w 18379"/>
                      <a:gd name="T13" fmla="*/ 0 h 189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379" h="18919">
                        <a:moveTo>
                          <a:pt x="9312" y="-28"/>
                        </a:moveTo>
                        <a:cubicBezTo>
                          <a:pt x="9312" y="-28"/>
                          <a:pt x="18978" y="2848"/>
                          <a:pt x="18326" y="8015"/>
                        </a:cubicBezTo>
                        <a:cubicBezTo>
                          <a:pt x="17673" y="13181"/>
                          <a:pt x="8260" y="8368"/>
                          <a:pt x="8260" y="8368"/>
                        </a:cubicBezTo>
                        <a:lnTo>
                          <a:pt x="8236" y="16759"/>
                        </a:lnTo>
                        <a:cubicBezTo>
                          <a:pt x="8236" y="16759"/>
                          <a:pt x="5473" y="21572"/>
                          <a:pt x="1427" y="16779"/>
                        </a:cubicBezTo>
                        <a:cubicBezTo>
                          <a:pt x="-2622" y="11985"/>
                          <a:pt x="2299" y="2575"/>
                          <a:pt x="9312" y="-28"/>
                        </a:cubicBezTo>
                        <a:close/>
                        <a:moveTo>
                          <a:pt x="9312" y="-28"/>
                        </a:moveTo>
                      </a:path>
                    </a:pathLst>
                  </a:custGeom>
                  <a:solidFill>
                    <a:srgbClr val="E4E9EF"/>
                  </a:solidFill>
                  <a:ln>
                    <a:noFill/>
                  </a:ln>
                </p:spPr>
                <p:txBody>
                  <a:bodyPr lIns="0" tIns="0" rIns="0" bIns="0"/>
                  <a:lstStyle/>
                  <a:p>
                    <a:endParaRPr lang="en-US"/>
                  </a:p>
                </p:txBody>
              </p:sp>
            </p:grpSp>
            <p:sp>
              <p:nvSpPr>
                <p:cNvPr id="39989" name="AutoShape 46"/>
                <p:cNvSpPr/>
                <p:nvPr/>
              </p:nvSpPr>
              <p:spPr bwMode="auto">
                <a:xfrm>
                  <a:off x="3347" y="1787"/>
                  <a:ext cx="163" cy="141"/>
                </a:xfrm>
                <a:custGeom>
                  <a:avLst/>
                  <a:gdLst>
                    <a:gd name="T0" fmla="*/ 0 w 19296"/>
                    <a:gd name="T1" fmla="*/ 0 h 18382"/>
                    <a:gd name="T2" fmla="*/ 0 w 19296"/>
                    <a:gd name="T3" fmla="*/ 0 h 18382"/>
                    <a:gd name="T4" fmla="*/ 0 w 19296"/>
                    <a:gd name="T5" fmla="*/ 0 h 18382"/>
                    <a:gd name="T6" fmla="*/ 0 w 19296"/>
                    <a:gd name="T7" fmla="*/ 0 h 18382"/>
                    <a:gd name="T8" fmla="*/ 0 w 19296"/>
                    <a:gd name="T9" fmla="*/ 0 h 18382"/>
                    <a:gd name="T10" fmla="*/ 0 w 19296"/>
                    <a:gd name="T11" fmla="*/ 0 h 18382"/>
                    <a:gd name="T12" fmla="*/ 0 w 19296"/>
                    <a:gd name="T13" fmla="*/ 0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sp>
              <p:nvSpPr>
                <p:cNvPr id="39990" name="AutoShape 47"/>
                <p:cNvSpPr/>
                <p:nvPr/>
              </p:nvSpPr>
              <p:spPr bwMode="auto">
                <a:xfrm>
                  <a:off x="1905" y="47"/>
                  <a:ext cx="1374" cy="1985"/>
                </a:xfrm>
                <a:custGeom>
                  <a:avLst/>
                  <a:gdLst>
                    <a:gd name="T0" fmla="*/ 0 w 21600"/>
                    <a:gd name="T1" fmla="*/ 1 h 21600"/>
                    <a:gd name="T2" fmla="*/ 0 w 21600"/>
                    <a:gd name="T3" fmla="*/ 2 h 21600"/>
                    <a:gd name="T4" fmla="*/ 0 w 21600"/>
                    <a:gd name="T5" fmla="*/ 2 h 21600"/>
                    <a:gd name="T6" fmla="*/ 0 w 21600"/>
                    <a:gd name="T7" fmla="*/ 1 h 21600"/>
                    <a:gd name="T8" fmla="*/ 0 w 21600"/>
                    <a:gd name="T9" fmla="*/ 0 h 21600"/>
                    <a:gd name="T10" fmla="*/ 0 w 21600"/>
                    <a:gd name="T11" fmla="*/ 0 h 21600"/>
                    <a:gd name="T12" fmla="*/ 0 w 21600"/>
                    <a:gd name="T13" fmla="*/ 0 h 21600"/>
                    <a:gd name="T14" fmla="*/ 0 w 21600"/>
                    <a:gd name="T15" fmla="*/ 0 h 21600"/>
                    <a:gd name="T16" fmla="*/ 0 w 21600"/>
                    <a:gd name="T17" fmla="*/ 1 h 21600"/>
                    <a:gd name="T18" fmla="*/ 0 w 21600"/>
                    <a:gd name="T19" fmla="*/ 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39991" name="AutoShape 48"/>
                <p:cNvSpPr/>
                <p:nvPr/>
              </p:nvSpPr>
              <p:spPr bwMode="auto">
                <a:xfrm>
                  <a:off x="2042" y="482"/>
                  <a:ext cx="1112" cy="9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39992" name="AutoShape 49"/>
                <p:cNvSpPr/>
                <p:nvPr/>
              </p:nvSpPr>
              <p:spPr bwMode="auto">
                <a:xfrm>
                  <a:off x="2450" y="549"/>
                  <a:ext cx="654" cy="742"/>
                </a:xfrm>
                <a:custGeom>
                  <a:avLst/>
                  <a:gdLst>
                    <a:gd name="T0" fmla="*/ 0 w 18678"/>
                    <a:gd name="T1" fmla="*/ 0 h 20585"/>
                    <a:gd name="T2" fmla="*/ 0 w 18678"/>
                    <a:gd name="T3" fmla="*/ 0 h 20585"/>
                    <a:gd name="T4" fmla="*/ 0 w 18678"/>
                    <a:gd name="T5" fmla="*/ 0 h 20585"/>
                    <a:gd name="T6" fmla="*/ 0 w 18678"/>
                    <a:gd name="T7" fmla="*/ 0 h 20585"/>
                    <a:gd name="T8" fmla="*/ 0 w 18678"/>
                    <a:gd name="T9" fmla="*/ 0 h 20585"/>
                    <a:gd name="T10" fmla="*/ 0 w 18678"/>
                    <a:gd name="T11" fmla="*/ 0 h 20585"/>
                    <a:gd name="T12" fmla="*/ 0 w 18678"/>
                    <a:gd name="T13" fmla="*/ 0 h 20585"/>
                    <a:gd name="T14" fmla="*/ 0 w 18678"/>
                    <a:gd name="T15" fmla="*/ 0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grpSp>
          <p:sp>
            <p:nvSpPr>
              <p:cNvPr id="39953" name="Rectangle 51"/>
              <p:cNvSpPr/>
              <p:nvPr/>
            </p:nvSpPr>
            <p:spPr bwMode="auto">
              <a:xfrm>
                <a:off x="0" y="3384"/>
                <a:ext cx="6401" cy="1244"/>
              </a:xfrm>
              <a:prstGeom prst="rect">
                <a:avLst/>
              </a:prstGeom>
              <a:solidFill>
                <a:srgbClr val="989898"/>
              </a:solidFill>
              <a:ln w="25400">
                <a:solidFill>
                  <a:schemeClr val="tx1">
                    <a:alpha val="0"/>
                  </a:schemeClr>
                </a:solidFill>
                <a:miter lim="800000"/>
              </a:ln>
            </p:spPr>
            <p:txBody>
              <a:bodyPr lIns="0" tIns="0" rIns="0" bIns="0"/>
              <a:lstStyle/>
              <a:p>
                <a:endParaRPr lang="en-US"/>
              </a:p>
            </p:txBody>
          </p:sp>
        </p:grpSp>
        <p:sp>
          <p:nvSpPr>
            <p:cNvPr id="39943" name="Rectangle 53"/>
            <p:cNvSpPr/>
            <p:nvPr/>
          </p:nvSpPr>
          <p:spPr bwMode="auto">
            <a:xfrm>
              <a:off x="11660188" y="10466388"/>
              <a:ext cx="10477500" cy="2146300"/>
            </a:xfrm>
            <a:prstGeom prst="rect">
              <a:avLst/>
            </a:prstGeom>
            <a:solidFill>
              <a:srgbClr val="1E2836"/>
            </a:solidFill>
            <a:ln w="25400">
              <a:solidFill>
                <a:schemeClr val="tx1">
                  <a:alpha val="0"/>
                </a:schemeClr>
              </a:solidFill>
              <a:miter lim="800000"/>
            </a:ln>
          </p:spPr>
          <p:txBody>
            <a:bodyPr lIns="0" tIns="0" rIns="0" bIns="0"/>
            <a:lstStyle/>
            <a:p>
              <a:endParaRPr lang="en-US"/>
            </a:p>
          </p:txBody>
        </p:sp>
        <p:grpSp>
          <p:nvGrpSpPr>
            <p:cNvPr id="39944" name="Group 56"/>
            <p:cNvGrpSpPr/>
            <p:nvPr/>
          </p:nvGrpSpPr>
          <p:grpSpPr bwMode="auto">
            <a:xfrm>
              <a:off x="10387013" y="10455275"/>
              <a:ext cx="13133387" cy="625475"/>
              <a:chOff x="0" y="0"/>
              <a:chExt cx="8272" cy="394"/>
            </a:xfrm>
          </p:grpSpPr>
          <p:sp>
            <p:nvSpPr>
              <p:cNvPr id="39949" name="AutoShape 54"/>
              <p:cNvSpPr/>
              <p:nvPr/>
            </p:nvSpPr>
            <p:spPr bwMode="auto">
              <a:xfrm>
                <a:off x="0" y="0"/>
                <a:ext cx="8272" cy="394"/>
              </a:xfrm>
              <a:custGeom>
                <a:avLst/>
                <a:gdLst>
                  <a:gd name="T0" fmla="*/ 464 w 21600"/>
                  <a:gd name="T1" fmla="*/ 0 h 21600"/>
                  <a:gd name="T2" fmla="*/ 464 w 21600"/>
                  <a:gd name="T3" fmla="*/ 0 h 21600"/>
                  <a:gd name="T4" fmla="*/ 460 w 21600"/>
                  <a:gd name="T5" fmla="*/ 0 h 21600"/>
                  <a:gd name="T6" fmla="*/ 5 w 21600"/>
                  <a:gd name="T7" fmla="*/ 0 h 21600"/>
                  <a:gd name="T8" fmla="*/ 0 w 21600"/>
                  <a:gd name="T9" fmla="*/ 0 h 21600"/>
                  <a:gd name="T10" fmla="*/ 0 w 21600"/>
                  <a:gd name="T11" fmla="*/ 0 h 21600"/>
                  <a:gd name="T12" fmla="*/ 0 w 21600"/>
                  <a:gd name="T13" fmla="*/ 0 h 21600"/>
                  <a:gd name="T14" fmla="*/ 18 w 21600"/>
                  <a:gd name="T15" fmla="*/ 0 h 21600"/>
                  <a:gd name="T16" fmla="*/ 447 w 21600"/>
                  <a:gd name="T17" fmla="*/ 0 h 21600"/>
                  <a:gd name="T18" fmla="*/ 465 w 21600"/>
                  <a:gd name="T19" fmla="*/ 0 h 21600"/>
                  <a:gd name="T20" fmla="*/ 464 w 21600"/>
                  <a:gd name="T21" fmla="*/ 0 h 21600"/>
                  <a:gd name="T22" fmla="*/ 464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21566" y="13200"/>
                    </a:moveTo>
                    <a:lnTo>
                      <a:pt x="21566" y="3064"/>
                    </a:lnTo>
                    <a:cubicBezTo>
                      <a:pt x="21566" y="649"/>
                      <a:pt x="21507" y="0"/>
                      <a:pt x="21391" y="0"/>
                    </a:cubicBezTo>
                    <a:lnTo>
                      <a:pt x="223" y="0"/>
                    </a:lnTo>
                    <a:cubicBezTo>
                      <a:pt x="108" y="0"/>
                      <a:pt x="0" y="649"/>
                      <a:pt x="0" y="3064"/>
                    </a:cubicBezTo>
                    <a:lnTo>
                      <a:pt x="0" y="13200"/>
                    </a:lnTo>
                    <a:lnTo>
                      <a:pt x="15" y="13200"/>
                    </a:lnTo>
                    <a:cubicBezTo>
                      <a:pt x="15" y="13200"/>
                      <a:pt x="536" y="21600"/>
                      <a:pt x="849" y="21600"/>
                    </a:cubicBezTo>
                    <a:lnTo>
                      <a:pt x="20766" y="21600"/>
                    </a:lnTo>
                    <a:cubicBezTo>
                      <a:pt x="21079" y="21600"/>
                      <a:pt x="21600" y="13200"/>
                      <a:pt x="21600" y="13200"/>
                    </a:cubicBezTo>
                    <a:cubicBezTo>
                      <a:pt x="21600" y="13200"/>
                      <a:pt x="21566" y="13200"/>
                      <a:pt x="21566" y="13200"/>
                    </a:cubicBezTo>
                    <a:close/>
                    <a:moveTo>
                      <a:pt x="21566" y="13200"/>
                    </a:moveTo>
                  </a:path>
                </a:pathLst>
              </a:custGeom>
              <a:solidFill>
                <a:srgbClr val="FFFFFF"/>
              </a:solidFill>
              <a:ln>
                <a:noFill/>
              </a:ln>
            </p:spPr>
            <p:txBody>
              <a:bodyPr lIns="0" tIns="0" rIns="0" bIns="0"/>
              <a:lstStyle/>
              <a:p>
                <a:endParaRPr lang="en-US"/>
              </a:p>
            </p:txBody>
          </p:sp>
          <p:sp>
            <p:nvSpPr>
              <p:cNvPr id="39950" name="AutoShape 55"/>
              <p:cNvSpPr/>
              <p:nvPr/>
            </p:nvSpPr>
            <p:spPr bwMode="auto">
              <a:xfrm>
                <a:off x="3308" y="0"/>
                <a:ext cx="1677" cy="131"/>
              </a:xfrm>
              <a:custGeom>
                <a:avLst/>
                <a:gdLst>
                  <a:gd name="T0" fmla="*/ 1 w 21600"/>
                  <a:gd name="T1" fmla="*/ 0 h 21600"/>
                  <a:gd name="T2" fmla="*/ 0 w 21600"/>
                  <a:gd name="T3" fmla="*/ 0 h 21600"/>
                  <a:gd name="T4" fmla="*/ 0 w 21600"/>
                  <a:gd name="T5" fmla="*/ 0 h 21600"/>
                  <a:gd name="T6" fmla="*/ 1 w 21600"/>
                  <a:gd name="T7" fmla="*/ 0 h 21600"/>
                  <a:gd name="T8" fmla="*/ 1 w 21600"/>
                  <a:gd name="T9" fmla="*/ 0 h 21600"/>
                  <a:gd name="T10" fmla="*/ 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0057" y="21600"/>
                    </a:moveTo>
                    <a:lnTo>
                      <a:pt x="1543" y="21600"/>
                    </a:lnTo>
                    <a:cubicBezTo>
                      <a:pt x="0" y="21600"/>
                      <a:pt x="0" y="0"/>
                      <a:pt x="0" y="0"/>
                    </a:cubicBezTo>
                    <a:lnTo>
                      <a:pt x="21600" y="0"/>
                    </a:lnTo>
                    <a:cubicBezTo>
                      <a:pt x="21600" y="0"/>
                      <a:pt x="21600" y="21600"/>
                      <a:pt x="20057" y="21600"/>
                    </a:cubicBezTo>
                    <a:close/>
                    <a:moveTo>
                      <a:pt x="20057" y="21600"/>
                    </a:moveTo>
                  </a:path>
                </a:pathLst>
              </a:custGeom>
              <a:solidFill>
                <a:srgbClr val="B3B3B3"/>
              </a:solidFill>
              <a:ln>
                <a:noFill/>
              </a:ln>
            </p:spPr>
            <p:txBody>
              <a:bodyPr lIns="0" tIns="0" rIns="0" bIns="0"/>
              <a:lstStyle/>
              <a:p>
                <a:endParaRPr lang="en-US"/>
              </a:p>
            </p:txBody>
          </p:sp>
        </p:grpSp>
        <p:grpSp>
          <p:nvGrpSpPr>
            <p:cNvPr id="39945" name="Group 60"/>
            <p:cNvGrpSpPr/>
            <p:nvPr/>
          </p:nvGrpSpPr>
          <p:grpSpPr bwMode="auto">
            <a:xfrm>
              <a:off x="12268200" y="8915400"/>
              <a:ext cx="9307513" cy="850900"/>
              <a:chOff x="0" y="0"/>
              <a:chExt cx="5863" cy="536"/>
            </a:xfrm>
          </p:grpSpPr>
          <p:sp>
            <p:nvSpPr>
              <p:cNvPr id="39946" name="AutoShape 57"/>
              <p:cNvSpPr/>
              <p:nvPr/>
            </p:nvSpPr>
            <p:spPr bwMode="auto">
              <a:xfrm>
                <a:off x="0" y="0"/>
                <a:ext cx="5863" cy="536"/>
              </a:xfrm>
              <a:prstGeom prst="roundRect">
                <a:avLst>
                  <a:gd name="adj" fmla="val 10977"/>
                </a:avLst>
              </a:prstGeom>
              <a:solidFill>
                <a:srgbClr val="1A1A1A">
                  <a:alpha val="79999"/>
                </a:srgbClr>
              </a:solidFill>
              <a:ln>
                <a:noFill/>
              </a:ln>
            </p:spPr>
            <p:txBody>
              <a:bodyPr lIns="0" tIns="0" rIns="0" bIns="0"/>
              <a:lstStyle/>
              <a:p>
                <a:endParaRPr lang="en-US"/>
              </a:p>
            </p:txBody>
          </p:sp>
          <p:sp>
            <p:nvSpPr>
              <p:cNvPr id="39947" name="AutoShape 58"/>
              <p:cNvSpPr/>
              <p:nvPr/>
            </p:nvSpPr>
            <p:spPr bwMode="auto">
              <a:xfrm rot="5400000">
                <a:off x="261" y="159"/>
                <a:ext cx="245" cy="215"/>
              </a:xfrm>
              <a:prstGeom prst="triangle">
                <a:avLst>
                  <a:gd name="adj" fmla="val 50000"/>
                </a:avLst>
              </a:prstGeom>
              <a:solidFill>
                <a:srgbClr val="FFFFFF"/>
              </a:solidFill>
              <a:ln w="25400">
                <a:solidFill>
                  <a:schemeClr val="tx1">
                    <a:alpha val="0"/>
                  </a:schemeClr>
                </a:solidFill>
                <a:miter lim="800000"/>
              </a:ln>
            </p:spPr>
            <p:txBody>
              <a:bodyPr lIns="0" tIns="0" rIns="0" bIns="0"/>
              <a:lstStyle/>
              <a:p>
                <a:endParaRPr lang="en-US"/>
              </a:p>
            </p:txBody>
          </p:sp>
          <p:sp>
            <p:nvSpPr>
              <p:cNvPr id="39948" name="AutoShape 59"/>
              <p:cNvSpPr/>
              <p:nvPr/>
            </p:nvSpPr>
            <p:spPr bwMode="auto">
              <a:xfrm>
                <a:off x="707" y="252"/>
                <a:ext cx="4765" cy="23"/>
              </a:xfrm>
              <a:prstGeom prst="roundRect">
                <a:avLst>
                  <a:gd name="adj" fmla="val 50000"/>
                </a:avLst>
              </a:prstGeom>
              <a:solidFill>
                <a:srgbClr val="676767"/>
              </a:solidFill>
              <a:ln w="25400">
                <a:solidFill>
                  <a:schemeClr val="tx1">
                    <a:alpha val="0"/>
                  </a:schemeClr>
                </a:solidFill>
                <a:miter lim="800000"/>
              </a:ln>
            </p:spPr>
            <p:txBody>
              <a:bodyPr lIns="0" tIns="0" rIns="0" bIns="0"/>
              <a:lstStyle/>
              <a:p>
                <a:endParaRPr lang="en-US"/>
              </a:p>
            </p:txBody>
          </p:sp>
        </p:gr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p:cTn id="7" dur="500" fill="hold"/>
                                        <p:tgtEl>
                                          <p:spTgt spid="38914"/>
                                        </p:tgtEl>
                                        <p:attrNameLst>
                                          <p:attrName>ppt_w</p:attrName>
                                        </p:attrNameLst>
                                      </p:cBhvr>
                                      <p:tavLst>
                                        <p:tav tm="0" fmla="#ppt_w*sin(2.5*pi*$)">
                                          <p:val>
                                            <p:fltVal val="0"/>
                                          </p:val>
                                        </p:tav>
                                        <p:tav tm="100000">
                                          <p:val>
                                            <p:fltVal val="1"/>
                                          </p:val>
                                        </p:tav>
                                      </p:tavLst>
                                    </p:anim>
                                    <p:anim calcmode="lin" valueType="num">
                                      <p:cBhvr>
                                        <p:cTn id="8" dur="500" fill="hold"/>
                                        <p:tgtEl>
                                          <p:spTgt spid="38914"/>
                                        </p:tgtEl>
                                        <p:attrNameLst>
                                          <p:attrName>ppt_h</p:attrName>
                                        </p:attrNameLst>
                                      </p:cBhvr>
                                      <p:tavLst>
                                        <p:tav tm="0">
                                          <p:val>
                                            <p:strVal val="#ppt_h"/>
                                          </p:val>
                                        </p:tav>
                                        <p:tav tm="100000">
                                          <p:val>
                                            <p:strVal val="#ppt_h"/>
                                          </p:val>
                                        </p:tav>
                                      </p:tavLst>
                                    </p:anim>
                                  </p:childTnLst>
                                </p:cTn>
                              </p:par>
                              <p:par>
                                <p:cTn id="9" presetID="2" presetClass="entr" presetSubtype="8" fill="hold" nodeType="withEffect">
                                  <p:stCondLst>
                                    <p:cond delay="0"/>
                                  </p:stCondLst>
                                  <p:childTnLst>
                                    <p:set>
                                      <p:cBhvr>
                                        <p:cTn id="10" dur="1" fill="hold">
                                          <p:stCondLst>
                                            <p:cond delay="0"/>
                                          </p:stCondLst>
                                        </p:cTn>
                                        <p:tgtEl>
                                          <p:spTgt spid="38915"/>
                                        </p:tgtEl>
                                        <p:attrNameLst>
                                          <p:attrName>style.visibility</p:attrName>
                                        </p:attrNameLst>
                                      </p:cBhvr>
                                      <p:to>
                                        <p:strVal val="visible"/>
                                      </p:to>
                                    </p:set>
                                    <p:anim calcmode="lin" valueType="num">
                                      <p:cBhvr additive="base">
                                        <p:cTn id="11" dur="500" fill="hold"/>
                                        <p:tgtEl>
                                          <p:spTgt spid="38915"/>
                                        </p:tgtEl>
                                        <p:attrNameLst>
                                          <p:attrName>ppt_x</p:attrName>
                                        </p:attrNameLst>
                                      </p:cBhvr>
                                      <p:tavLst>
                                        <p:tav tm="0">
                                          <p:val>
                                            <p:strVal val="0-#ppt_w/2"/>
                                          </p:val>
                                        </p:tav>
                                        <p:tav tm="100000">
                                          <p:val>
                                            <p:strVal val="#ppt_x"/>
                                          </p:val>
                                        </p:tav>
                                      </p:tavLst>
                                    </p:anim>
                                    <p:anim calcmode="lin" valueType="num">
                                      <p:cBhvr additive="base">
                                        <p:cTn id="12" dur="500" fill="hold"/>
                                        <p:tgtEl>
                                          <p:spTgt spid="389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p:nvPr/>
        </p:nvSpPr>
        <p:spPr bwMode="auto">
          <a:xfrm>
            <a:off x="1357313" y="919803"/>
            <a:ext cx="4154984"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信息服务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39938" name="Group 1"/>
          <p:cNvGrpSpPr/>
          <p:nvPr/>
        </p:nvGrpSpPr>
        <p:grpSpPr bwMode="auto">
          <a:xfrm>
            <a:off x="2032000" y="3559175"/>
            <a:ext cx="9317038" cy="11963400"/>
            <a:chOff x="2032000" y="3559175"/>
            <a:chExt cx="9317038" cy="11963400"/>
          </a:xfrm>
        </p:grpSpPr>
        <p:sp>
          <p:nvSpPr>
            <p:cNvPr id="40968" name="AutoShape 2"/>
            <p:cNvSpPr/>
            <p:nvPr/>
          </p:nvSpPr>
          <p:spPr bwMode="auto">
            <a:xfrm>
              <a:off x="5578475" y="10623550"/>
              <a:ext cx="4306888" cy="4899025"/>
            </a:xfrm>
            <a:custGeom>
              <a:avLst/>
              <a:gdLst>
                <a:gd name="T0" fmla="*/ 2147483647 w 21246"/>
                <a:gd name="T1" fmla="*/ 2147483647 h 21600"/>
                <a:gd name="T2" fmla="*/ 2147483647 w 21246"/>
                <a:gd name="T3" fmla="*/ 0 h 21600"/>
                <a:gd name="T4" fmla="*/ 0 w 21246"/>
                <a:gd name="T5" fmla="*/ 0 h 21600"/>
                <a:gd name="T6" fmla="*/ 2147483647 w 21246"/>
                <a:gd name="T7" fmla="*/ 2147483647 h 21600"/>
                <a:gd name="T8" fmla="*/ 2147483647 w 21246"/>
                <a:gd name="T9" fmla="*/ 2147483647 h 21600"/>
                <a:gd name="T10" fmla="*/ 2147483647 w 21246"/>
                <a:gd name="T11" fmla="*/ 2147483647 h 21600"/>
                <a:gd name="T12" fmla="*/ 2147483647 w 21246"/>
                <a:gd name="T13" fmla="*/ 2147483647 h 21600"/>
                <a:gd name="T14" fmla="*/ 2147483647 w 21246"/>
                <a:gd name="T15" fmla="*/ 2147483647 h 21600"/>
                <a:gd name="T16" fmla="*/ 2147483647 w 21246"/>
                <a:gd name="T17" fmla="*/ 2147483647 h 21600"/>
                <a:gd name="T18" fmla="*/ 2147483647 w 21246"/>
                <a:gd name="T19" fmla="*/ 2147483647 h 21600"/>
                <a:gd name="T20" fmla="*/ 2147483647 w 21246"/>
                <a:gd name="T21" fmla="*/ 2147483647 h 21600"/>
                <a:gd name="T22" fmla="*/ 2147483647 w 21246"/>
                <a:gd name="T23" fmla="*/ 2147483647 h 21600"/>
                <a:gd name="T24" fmla="*/ 2147483647 w 21246"/>
                <a:gd name="T25" fmla="*/ 2147483647 h 21600"/>
                <a:gd name="T26" fmla="*/ 2147483647 w 21246"/>
                <a:gd name="T27" fmla="*/ 2147483647 h 21600"/>
                <a:gd name="T28" fmla="*/ 2147483647 w 21246"/>
                <a:gd name="T29" fmla="*/ 2147483647 h 21600"/>
                <a:gd name="T30" fmla="*/ 2147483647 w 21246"/>
                <a:gd name="T31" fmla="*/ 2147483647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246" h="21600">
                  <a:moveTo>
                    <a:pt x="19193" y="1469"/>
                  </a:moveTo>
                  <a:cubicBezTo>
                    <a:pt x="19260" y="921"/>
                    <a:pt x="19331" y="439"/>
                    <a:pt x="19385" y="0"/>
                  </a:cubicBezTo>
                  <a:lnTo>
                    <a:pt x="0" y="0"/>
                  </a:lnTo>
                  <a:cubicBezTo>
                    <a:pt x="38" y="2399"/>
                    <a:pt x="905" y="4994"/>
                    <a:pt x="1893" y="7141"/>
                  </a:cubicBezTo>
                  <a:cubicBezTo>
                    <a:pt x="3214" y="10010"/>
                    <a:pt x="421" y="16713"/>
                    <a:pt x="421" y="16713"/>
                  </a:cubicBezTo>
                  <a:lnTo>
                    <a:pt x="11095" y="21600"/>
                  </a:lnTo>
                  <a:cubicBezTo>
                    <a:pt x="11095" y="21600"/>
                    <a:pt x="9680" y="13623"/>
                    <a:pt x="11718" y="12889"/>
                  </a:cubicBezTo>
                  <a:cubicBezTo>
                    <a:pt x="13757" y="12155"/>
                    <a:pt x="16900" y="13320"/>
                    <a:pt x="18231" y="12585"/>
                  </a:cubicBezTo>
                  <a:cubicBezTo>
                    <a:pt x="19561" y="11851"/>
                    <a:pt x="18825" y="10661"/>
                    <a:pt x="18429" y="9952"/>
                  </a:cubicBezTo>
                  <a:cubicBezTo>
                    <a:pt x="18032" y="9243"/>
                    <a:pt x="19193" y="9420"/>
                    <a:pt x="19307" y="8964"/>
                  </a:cubicBezTo>
                  <a:cubicBezTo>
                    <a:pt x="19420" y="8508"/>
                    <a:pt x="18854" y="7977"/>
                    <a:pt x="18854" y="7977"/>
                  </a:cubicBezTo>
                  <a:cubicBezTo>
                    <a:pt x="18854" y="7977"/>
                    <a:pt x="19448" y="7825"/>
                    <a:pt x="19505" y="7419"/>
                  </a:cubicBezTo>
                  <a:cubicBezTo>
                    <a:pt x="19561" y="7014"/>
                    <a:pt x="18882" y="6812"/>
                    <a:pt x="19052" y="6356"/>
                  </a:cubicBezTo>
                  <a:cubicBezTo>
                    <a:pt x="19222" y="5900"/>
                    <a:pt x="20807" y="6331"/>
                    <a:pt x="21204" y="5394"/>
                  </a:cubicBezTo>
                  <a:cubicBezTo>
                    <a:pt x="21600" y="4457"/>
                    <a:pt x="19084" y="2359"/>
                    <a:pt x="19193" y="1469"/>
                  </a:cubicBezTo>
                  <a:close/>
                  <a:moveTo>
                    <a:pt x="19193" y="1469"/>
                  </a:moveTo>
                </a:path>
              </a:pathLst>
            </a:custGeom>
            <a:solidFill>
              <a:srgbClr val="FFFFFF"/>
            </a:solidFill>
            <a:ln>
              <a:noFill/>
            </a:ln>
          </p:spPr>
          <p:txBody>
            <a:bodyPr lIns="0" tIns="0" rIns="0" bIns="0"/>
            <a:lstStyle/>
            <a:p>
              <a:endParaRPr lang="en-US"/>
            </a:p>
          </p:txBody>
        </p:sp>
        <p:sp>
          <p:nvSpPr>
            <p:cNvPr id="40969" name="AutoShape 3"/>
            <p:cNvSpPr/>
            <p:nvPr/>
          </p:nvSpPr>
          <p:spPr bwMode="auto">
            <a:xfrm>
              <a:off x="2032000" y="8383588"/>
              <a:ext cx="3606800" cy="3008312"/>
            </a:xfrm>
            <a:custGeom>
              <a:avLst/>
              <a:gdLst>
                <a:gd name="T0" fmla="*/ 2147483647 w 20457"/>
                <a:gd name="T1" fmla="*/ 2147483647 h 19845"/>
                <a:gd name="T2" fmla="*/ 2147483647 w 20457"/>
                <a:gd name="T3" fmla="*/ 2147483647 h 19845"/>
                <a:gd name="T4" fmla="*/ 2147483647 w 20457"/>
                <a:gd name="T5" fmla="*/ 2147483647 h 19845"/>
                <a:gd name="T6" fmla="*/ 2147483647 w 20457"/>
                <a:gd name="T7" fmla="*/ 0 h 19845"/>
                <a:gd name="T8" fmla="*/ 2147483647 w 20457"/>
                <a:gd name="T9" fmla="*/ 2147483647 h 19845"/>
                <a:gd name="T10" fmla="*/ 2147483647 w 20457"/>
                <a:gd name="T11" fmla="*/ 2147483647 h 198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457" h="19845">
                  <a:moveTo>
                    <a:pt x="177" y="4545"/>
                  </a:moveTo>
                  <a:cubicBezTo>
                    <a:pt x="-109" y="7135"/>
                    <a:pt x="-1143" y="12791"/>
                    <a:pt x="8524" y="18347"/>
                  </a:cubicBezTo>
                  <a:cubicBezTo>
                    <a:pt x="14185" y="21600"/>
                    <a:pt x="17973" y="19146"/>
                    <a:pt x="20457" y="14895"/>
                  </a:cubicBezTo>
                  <a:lnTo>
                    <a:pt x="2207" y="0"/>
                  </a:lnTo>
                  <a:cubicBezTo>
                    <a:pt x="1091" y="1478"/>
                    <a:pt x="392" y="2608"/>
                    <a:pt x="177" y="4545"/>
                  </a:cubicBezTo>
                  <a:close/>
                  <a:moveTo>
                    <a:pt x="177" y="4545"/>
                  </a:moveTo>
                </a:path>
              </a:pathLst>
            </a:custGeom>
            <a:solidFill>
              <a:srgbClr val="FFFFFF"/>
            </a:solidFill>
            <a:ln>
              <a:noFill/>
            </a:ln>
          </p:spPr>
          <p:txBody>
            <a:bodyPr lIns="0" tIns="0" rIns="0" bIns="0"/>
            <a:lstStyle/>
            <a:p>
              <a:endParaRPr lang="en-US"/>
            </a:p>
          </p:txBody>
        </p:sp>
        <p:grpSp>
          <p:nvGrpSpPr>
            <p:cNvPr id="40970" name="Group 58"/>
            <p:cNvGrpSpPr/>
            <p:nvPr/>
          </p:nvGrpSpPr>
          <p:grpSpPr bwMode="auto">
            <a:xfrm>
              <a:off x="3529013" y="3559175"/>
              <a:ext cx="7820025" cy="6808788"/>
              <a:chOff x="0" y="0"/>
              <a:chExt cx="4926" cy="4288"/>
            </a:xfrm>
          </p:grpSpPr>
          <p:sp>
            <p:nvSpPr>
              <p:cNvPr id="40971" name="AutoShape 4"/>
              <p:cNvSpPr/>
              <p:nvPr/>
            </p:nvSpPr>
            <p:spPr bwMode="auto">
              <a:xfrm>
                <a:off x="2256" y="3766"/>
                <a:ext cx="522" cy="5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0878" y="1"/>
                    </a:moveTo>
                    <a:cubicBezTo>
                      <a:pt x="10852" y="1"/>
                      <a:pt x="10826" y="0"/>
                      <a:pt x="10800" y="0"/>
                    </a:cubicBezTo>
                    <a:cubicBezTo>
                      <a:pt x="9101" y="0"/>
                      <a:pt x="7494" y="393"/>
                      <a:pt x="6064" y="1093"/>
                    </a:cubicBezTo>
                    <a:cubicBezTo>
                      <a:pt x="5012" y="1608"/>
                      <a:pt x="4055" y="2288"/>
                      <a:pt x="3228" y="3100"/>
                    </a:cubicBezTo>
                    <a:cubicBezTo>
                      <a:pt x="1248" y="5048"/>
                      <a:pt x="15" y="7754"/>
                      <a:pt x="1" y="10749"/>
                    </a:cubicBezTo>
                    <a:cubicBezTo>
                      <a:pt x="1" y="10766"/>
                      <a:pt x="0" y="10783"/>
                      <a:pt x="0" y="10800"/>
                    </a:cubicBezTo>
                    <a:cubicBezTo>
                      <a:pt x="0" y="16765"/>
                      <a:pt x="4835" y="21600"/>
                      <a:pt x="10800" y="21600"/>
                    </a:cubicBezTo>
                    <a:cubicBezTo>
                      <a:pt x="10826" y="21600"/>
                      <a:pt x="10852" y="21599"/>
                      <a:pt x="10878" y="21599"/>
                    </a:cubicBezTo>
                    <a:cubicBezTo>
                      <a:pt x="13877" y="21578"/>
                      <a:pt x="16585" y="20334"/>
                      <a:pt x="18529" y="18343"/>
                    </a:cubicBezTo>
                    <a:cubicBezTo>
                      <a:pt x="20429" y="16396"/>
                      <a:pt x="21600" y="13735"/>
                      <a:pt x="21600" y="10800"/>
                    </a:cubicBezTo>
                    <a:cubicBezTo>
                      <a:pt x="21600" y="10783"/>
                      <a:pt x="21600" y="10766"/>
                      <a:pt x="21600" y="10749"/>
                    </a:cubicBezTo>
                    <a:cubicBezTo>
                      <a:pt x="21572" y="4834"/>
                      <a:pt x="16790" y="43"/>
                      <a:pt x="10878" y="1"/>
                    </a:cubicBezTo>
                    <a:close/>
                    <a:moveTo>
                      <a:pt x="10878" y="1"/>
                    </a:moveTo>
                  </a:path>
                </a:pathLst>
              </a:custGeom>
              <a:solidFill>
                <a:srgbClr val="368FE2"/>
              </a:solidFill>
              <a:ln>
                <a:noFill/>
              </a:ln>
            </p:spPr>
            <p:txBody>
              <a:bodyPr lIns="0" tIns="0" rIns="0" bIns="0"/>
              <a:lstStyle/>
              <a:p>
                <a:endParaRPr lang="en-US"/>
              </a:p>
            </p:txBody>
          </p:sp>
          <p:sp>
            <p:nvSpPr>
              <p:cNvPr id="40972" name="AutoShape 5"/>
              <p:cNvSpPr/>
              <p:nvPr/>
            </p:nvSpPr>
            <p:spPr bwMode="auto">
              <a:xfrm>
                <a:off x="2017" y="911"/>
                <a:ext cx="1121" cy="6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w 21600"/>
                  <a:gd name="T111" fmla="*/ 0 h 216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600" h="21600">
                    <a:moveTo>
                      <a:pt x="19003" y="18194"/>
                    </a:moveTo>
                    <a:cubicBezTo>
                      <a:pt x="18886" y="18102"/>
                      <a:pt x="18758" y="18048"/>
                      <a:pt x="18622" y="18048"/>
                    </a:cubicBezTo>
                    <a:cubicBezTo>
                      <a:pt x="18156" y="18048"/>
                      <a:pt x="17774" y="18648"/>
                      <a:pt x="17701" y="19432"/>
                    </a:cubicBezTo>
                    <a:lnTo>
                      <a:pt x="15693" y="19432"/>
                    </a:lnTo>
                    <a:cubicBezTo>
                      <a:pt x="15621" y="18648"/>
                      <a:pt x="15238" y="18048"/>
                      <a:pt x="14772" y="18048"/>
                    </a:cubicBezTo>
                    <a:cubicBezTo>
                      <a:pt x="14642" y="18048"/>
                      <a:pt x="14517" y="18096"/>
                      <a:pt x="14404" y="18181"/>
                    </a:cubicBezTo>
                    <a:lnTo>
                      <a:pt x="13386" y="15074"/>
                    </a:lnTo>
                    <a:cubicBezTo>
                      <a:pt x="13592" y="14771"/>
                      <a:pt x="13727" y="14321"/>
                      <a:pt x="13727" y="13811"/>
                    </a:cubicBezTo>
                    <a:cubicBezTo>
                      <a:pt x="13727" y="13245"/>
                      <a:pt x="13565" y="12747"/>
                      <a:pt x="13318" y="12450"/>
                    </a:cubicBezTo>
                    <a:lnTo>
                      <a:pt x="14389" y="9183"/>
                    </a:lnTo>
                    <a:cubicBezTo>
                      <a:pt x="14480" y="9234"/>
                      <a:pt x="14574" y="9269"/>
                      <a:pt x="14675" y="9269"/>
                    </a:cubicBezTo>
                    <a:cubicBezTo>
                      <a:pt x="15140" y="9269"/>
                      <a:pt x="15523" y="8669"/>
                      <a:pt x="15596" y="7886"/>
                    </a:cubicBezTo>
                    <a:lnTo>
                      <a:pt x="17701" y="7886"/>
                    </a:lnTo>
                    <a:cubicBezTo>
                      <a:pt x="17774" y="8669"/>
                      <a:pt x="18156" y="9269"/>
                      <a:pt x="18622" y="9269"/>
                    </a:cubicBezTo>
                    <a:cubicBezTo>
                      <a:pt x="18758" y="9269"/>
                      <a:pt x="18886" y="9216"/>
                      <a:pt x="19003" y="9124"/>
                    </a:cubicBezTo>
                    <a:lnTo>
                      <a:pt x="20017" y="12218"/>
                    </a:lnTo>
                    <a:cubicBezTo>
                      <a:pt x="19839" y="12518"/>
                      <a:pt x="19727" y="12939"/>
                      <a:pt x="19727" y="13407"/>
                    </a:cubicBezTo>
                    <a:cubicBezTo>
                      <a:pt x="19727" y="13967"/>
                      <a:pt x="19886" y="14460"/>
                      <a:pt x="20128" y="14758"/>
                    </a:cubicBezTo>
                    <a:cubicBezTo>
                      <a:pt x="20128" y="14758"/>
                      <a:pt x="19003" y="18194"/>
                      <a:pt x="19003" y="18194"/>
                    </a:cubicBezTo>
                    <a:close/>
                    <a:moveTo>
                      <a:pt x="7106" y="18445"/>
                    </a:moveTo>
                    <a:cubicBezTo>
                      <a:pt x="6990" y="18354"/>
                      <a:pt x="6861" y="18300"/>
                      <a:pt x="6725" y="18300"/>
                    </a:cubicBezTo>
                    <a:cubicBezTo>
                      <a:pt x="6260" y="18300"/>
                      <a:pt x="5877" y="18900"/>
                      <a:pt x="5804" y="19683"/>
                    </a:cubicBezTo>
                    <a:lnTo>
                      <a:pt x="3699" y="19683"/>
                    </a:lnTo>
                    <a:cubicBezTo>
                      <a:pt x="3626" y="18900"/>
                      <a:pt x="3243" y="18300"/>
                      <a:pt x="2778" y="18300"/>
                    </a:cubicBezTo>
                    <a:cubicBezTo>
                      <a:pt x="2678" y="18300"/>
                      <a:pt x="2583" y="18335"/>
                      <a:pt x="2492" y="18386"/>
                    </a:cubicBezTo>
                    <a:lnTo>
                      <a:pt x="1470" y="15265"/>
                    </a:lnTo>
                    <a:cubicBezTo>
                      <a:pt x="1713" y="14967"/>
                      <a:pt x="1873" y="14472"/>
                      <a:pt x="1873" y="13910"/>
                    </a:cubicBezTo>
                    <a:cubicBezTo>
                      <a:pt x="1873" y="13349"/>
                      <a:pt x="1713" y="12854"/>
                      <a:pt x="1470" y="12556"/>
                    </a:cubicBezTo>
                    <a:lnTo>
                      <a:pt x="2492" y="9434"/>
                    </a:lnTo>
                    <a:cubicBezTo>
                      <a:pt x="2583" y="9486"/>
                      <a:pt x="2678" y="9521"/>
                      <a:pt x="2778" y="9521"/>
                    </a:cubicBezTo>
                    <a:cubicBezTo>
                      <a:pt x="3243" y="9521"/>
                      <a:pt x="3626" y="8921"/>
                      <a:pt x="3699" y="8137"/>
                    </a:cubicBezTo>
                    <a:lnTo>
                      <a:pt x="5873" y="8137"/>
                    </a:lnTo>
                    <a:cubicBezTo>
                      <a:pt x="5952" y="8907"/>
                      <a:pt x="6332" y="9492"/>
                      <a:pt x="6792" y="9492"/>
                    </a:cubicBezTo>
                    <a:cubicBezTo>
                      <a:pt x="6904" y="9492"/>
                      <a:pt x="7011" y="9452"/>
                      <a:pt x="7110" y="9388"/>
                    </a:cubicBezTo>
                    <a:lnTo>
                      <a:pt x="8120" y="12470"/>
                    </a:lnTo>
                    <a:cubicBezTo>
                      <a:pt x="7942" y="12770"/>
                      <a:pt x="7831" y="13190"/>
                      <a:pt x="7831" y="13658"/>
                    </a:cubicBezTo>
                    <a:cubicBezTo>
                      <a:pt x="7831" y="14219"/>
                      <a:pt x="7990" y="14712"/>
                      <a:pt x="8232" y="15010"/>
                    </a:cubicBezTo>
                    <a:cubicBezTo>
                      <a:pt x="8232" y="15010"/>
                      <a:pt x="7106" y="18445"/>
                      <a:pt x="7106" y="18445"/>
                    </a:cubicBezTo>
                    <a:close/>
                    <a:moveTo>
                      <a:pt x="8391" y="3214"/>
                    </a:moveTo>
                    <a:cubicBezTo>
                      <a:pt x="8482" y="3265"/>
                      <a:pt x="8577" y="3300"/>
                      <a:pt x="8677" y="3300"/>
                    </a:cubicBezTo>
                    <a:cubicBezTo>
                      <a:pt x="9142" y="3300"/>
                      <a:pt x="9525" y="2700"/>
                      <a:pt x="9598" y="1917"/>
                    </a:cubicBezTo>
                    <a:lnTo>
                      <a:pt x="11703" y="1917"/>
                    </a:lnTo>
                    <a:cubicBezTo>
                      <a:pt x="11776" y="2700"/>
                      <a:pt x="12159" y="3300"/>
                      <a:pt x="12624" y="3300"/>
                    </a:cubicBezTo>
                    <a:cubicBezTo>
                      <a:pt x="12760" y="3300"/>
                      <a:pt x="12889" y="3247"/>
                      <a:pt x="13005" y="3155"/>
                    </a:cubicBezTo>
                    <a:lnTo>
                      <a:pt x="14062" y="6380"/>
                    </a:lnTo>
                    <a:cubicBezTo>
                      <a:pt x="13865" y="6683"/>
                      <a:pt x="13738" y="7122"/>
                      <a:pt x="13738" y="7619"/>
                    </a:cubicBezTo>
                    <a:cubicBezTo>
                      <a:pt x="13738" y="8141"/>
                      <a:pt x="13878" y="8601"/>
                      <a:pt x="14093" y="8903"/>
                    </a:cubicBezTo>
                    <a:lnTo>
                      <a:pt x="13010" y="12211"/>
                    </a:lnTo>
                    <a:cubicBezTo>
                      <a:pt x="12939" y="12181"/>
                      <a:pt x="12866" y="12161"/>
                      <a:pt x="12790" y="12161"/>
                    </a:cubicBezTo>
                    <a:cubicBezTo>
                      <a:pt x="12341" y="12161"/>
                      <a:pt x="11966" y="12719"/>
                      <a:pt x="11875" y="13463"/>
                    </a:cubicBezTo>
                    <a:lnTo>
                      <a:pt x="9692" y="13463"/>
                    </a:lnTo>
                    <a:cubicBezTo>
                      <a:pt x="9636" y="12645"/>
                      <a:pt x="9246" y="12009"/>
                      <a:pt x="8767" y="12009"/>
                    </a:cubicBezTo>
                    <a:cubicBezTo>
                      <a:pt x="8631" y="12009"/>
                      <a:pt x="8503" y="12062"/>
                      <a:pt x="8387" y="12153"/>
                    </a:cubicBezTo>
                    <a:lnTo>
                      <a:pt x="7388" y="9105"/>
                    </a:lnTo>
                    <a:cubicBezTo>
                      <a:pt x="7595" y="8802"/>
                      <a:pt x="7729" y="8352"/>
                      <a:pt x="7729" y="7842"/>
                    </a:cubicBezTo>
                    <a:cubicBezTo>
                      <a:pt x="7729" y="7277"/>
                      <a:pt x="7567" y="6778"/>
                      <a:pt x="7321" y="6481"/>
                    </a:cubicBezTo>
                    <a:cubicBezTo>
                      <a:pt x="7321" y="6481"/>
                      <a:pt x="8391" y="3214"/>
                      <a:pt x="8391" y="3214"/>
                    </a:cubicBezTo>
                    <a:close/>
                    <a:moveTo>
                      <a:pt x="20663" y="11757"/>
                    </a:moveTo>
                    <a:cubicBezTo>
                      <a:pt x="20521" y="11757"/>
                      <a:pt x="20388" y="11817"/>
                      <a:pt x="20268" y="11917"/>
                    </a:cubicBezTo>
                    <a:lnTo>
                      <a:pt x="19255" y="8828"/>
                    </a:lnTo>
                    <a:cubicBezTo>
                      <a:pt x="19441" y="8526"/>
                      <a:pt x="19559" y="8098"/>
                      <a:pt x="19559" y="7619"/>
                    </a:cubicBezTo>
                    <a:cubicBezTo>
                      <a:pt x="19559" y="6708"/>
                      <a:pt x="19139" y="5969"/>
                      <a:pt x="18622" y="5969"/>
                    </a:cubicBezTo>
                    <a:cubicBezTo>
                      <a:pt x="18156" y="5969"/>
                      <a:pt x="17774" y="6569"/>
                      <a:pt x="17701" y="7353"/>
                    </a:cubicBezTo>
                    <a:lnTo>
                      <a:pt x="15596" y="7353"/>
                    </a:lnTo>
                    <a:cubicBezTo>
                      <a:pt x="15523" y="6569"/>
                      <a:pt x="15140" y="5969"/>
                      <a:pt x="14675" y="5969"/>
                    </a:cubicBezTo>
                    <a:cubicBezTo>
                      <a:pt x="14548" y="5969"/>
                      <a:pt x="14428" y="6014"/>
                      <a:pt x="14318" y="6094"/>
                    </a:cubicBezTo>
                    <a:lnTo>
                      <a:pt x="13258" y="2859"/>
                    </a:lnTo>
                    <a:cubicBezTo>
                      <a:pt x="13443" y="2557"/>
                      <a:pt x="13561" y="2130"/>
                      <a:pt x="13561" y="1650"/>
                    </a:cubicBezTo>
                    <a:cubicBezTo>
                      <a:pt x="13561" y="739"/>
                      <a:pt x="13141" y="0"/>
                      <a:pt x="12624" y="0"/>
                    </a:cubicBezTo>
                    <a:cubicBezTo>
                      <a:pt x="12159" y="0"/>
                      <a:pt x="11776" y="600"/>
                      <a:pt x="11703" y="1383"/>
                    </a:cubicBezTo>
                    <a:lnTo>
                      <a:pt x="9598" y="1383"/>
                    </a:lnTo>
                    <a:cubicBezTo>
                      <a:pt x="9525" y="600"/>
                      <a:pt x="9142" y="0"/>
                      <a:pt x="8677" y="0"/>
                    </a:cubicBezTo>
                    <a:cubicBezTo>
                      <a:pt x="8160" y="0"/>
                      <a:pt x="7740" y="739"/>
                      <a:pt x="7740" y="1650"/>
                    </a:cubicBezTo>
                    <a:cubicBezTo>
                      <a:pt x="7740" y="2193"/>
                      <a:pt x="7891" y="2671"/>
                      <a:pt x="8121" y="2972"/>
                    </a:cubicBezTo>
                    <a:lnTo>
                      <a:pt x="7044" y="6260"/>
                    </a:lnTo>
                    <a:cubicBezTo>
                      <a:pt x="6963" y="6220"/>
                      <a:pt x="6880" y="6192"/>
                      <a:pt x="6792" y="6192"/>
                    </a:cubicBezTo>
                    <a:cubicBezTo>
                      <a:pt x="6321" y="6192"/>
                      <a:pt x="5935" y="6807"/>
                      <a:pt x="5869" y="7604"/>
                    </a:cubicBezTo>
                    <a:lnTo>
                      <a:pt x="3699" y="7604"/>
                    </a:lnTo>
                    <a:cubicBezTo>
                      <a:pt x="3626" y="6820"/>
                      <a:pt x="3243" y="6220"/>
                      <a:pt x="2778" y="6220"/>
                    </a:cubicBezTo>
                    <a:cubicBezTo>
                      <a:pt x="2261" y="6220"/>
                      <a:pt x="1841" y="6959"/>
                      <a:pt x="1841" y="7871"/>
                    </a:cubicBezTo>
                    <a:cubicBezTo>
                      <a:pt x="1841" y="8414"/>
                      <a:pt x="1992" y="8892"/>
                      <a:pt x="2222" y="9192"/>
                    </a:cubicBezTo>
                    <a:lnTo>
                      <a:pt x="1194" y="12331"/>
                    </a:lnTo>
                    <a:cubicBezTo>
                      <a:pt x="1112" y="12290"/>
                      <a:pt x="1026" y="12260"/>
                      <a:pt x="936" y="12260"/>
                    </a:cubicBezTo>
                    <a:cubicBezTo>
                      <a:pt x="419" y="12260"/>
                      <a:pt x="0" y="12999"/>
                      <a:pt x="0" y="13910"/>
                    </a:cubicBezTo>
                    <a:cubicBezTo>
                      <a:pt x="0" y="14822"/>
                      <a:pt x="419" y="15560"/>
                      <a:pt x="936" y="15560"/>
                    </a:cubicBezTo>
                    <a:cubicBezTo>
                      <a:pt x="1026" y="15560"/>
                      <a:pt x="1112" y="15531"/>
                      <a:pt x="1194" y="15489"/>
                    </a:cubicBezTo>
                    <a:lnTo>
                      <a:pt x="2222" y="18628"/>
                    </a:lnTo>
                    <a:cubicBezTo>
                      <a:pt x="1992" y="18929"/>
                      <a:pt x="1841" y="19407"/>
                      <a:pt x="1841" y="19950"/>
                    </a:cubicBezTo>
                    <a:cubicBezTo>
                      <a:pt x="1841" y="20861"/>
                      <a:pt x="2261" y="21600"/>
                      <a:pt x="2778" y="21600"/>
                    </a:cubicBezTo>
                    <a:cubicBezTo>
                      <a:pt x="3243" y="21600"/>
                      <a:pt x="3626" y="21000"/>
                      <a:pt x="3699" y="20217"/>
                    </a:cubicBezTo>
                    <a:lnTo>
                      <a:pt x="5804" y="20217"/>
                    </a:lnTo>
                    <a:cubicBezTo>
                      <a:pt x="5877" y="21000"/>
                      <a:pt x="6260" y="21600"/>
                      <a:pt x="6725" y="21600"/>
                    </a:cubicBezTo>
                    <a:cubicBezTo>
                      <a:pt x="7242" y="21600"/>
                      <a:pt x="7662" y="20861"/>
                      <a:pt x="7662" y="19950"/>
                    </a:cubicBezTo>
                    <a:cubicBezTo>
                      <a:pt x="7662" y="19471"/>
                      <a:pt x="7544" y="19043"/>
                      <a:pt x="7359" y="18741"/>
                    </a:cubicBezTo>
                    <a:lnTo>
                      <a:pt x="8507" y="15236"/>
                    </a:lnTo>
                    <a:cubicBezTo>
                      <a:pt x="8590" y="15279"/>
                      <a:pt x="8676" y="15309"/>
                      <a:pt x="8767" y="15309"/>
                    </a:cubicBezTo>
                    <a:cubicBezTo>
                      <a:pt x="9331" y="15309"/>
                      <a:pt x="9632" y="14879"/>
                      <a:pt x="9691" y="13996"/>
                    </a:cubicBezTo>
                    <a:lnTo>
                      <a:pt x="11864" y="13996"/>
                    </a:lnTo>
                    <a:cubicBezTo>
                      <a:pt x="11917" y="14819"/>
                      <a:pt x="12309" y="15461"/>
                      <a:pt x="12790" y="15461"/>
                    </a:cubicBezTo>
                    <a:cubicBezTo>
                      <a:pt x="12909" y="15461"/>
                      <a:pt x="13022" y="15418"/>
                      <a:pt x="13126" y="15347"/>
                    </a:cubicBezTo>
                    <a:lnTo>
                      <a:pt x="14151" y="18473"/>
                    </a:lnTo>
                    <a:cubicBezTo>
                      <a:pt x="13959" y="18775"/>
                      <a:pt x="13836" y="19209"/>
                      <a:pt x="13836" y="19698"/>
                    </a:cubicBezTo>
                    <a:cubicBezTo>
                      <a:pt x="13836" y="20610"/>
                      <a:pt x="14255" y="21348"/>
                      <a:pt x="14772" y="21348"/>
                    </a:cubicBezTo>
                    <a:cubicBezTo>
                      <a:pt x="15238" y="21348"/>
                      <a:pt x="15621" y="20749"/>
                      <a:pt x="15693" y="19965"/>
                    </a:cubicBezTo>
                    <a:lnTo>
                      <a:pt x="17701" y="19965"/>
                    </a:lnTo>
                    <a:cubicBezTo>
                      <a:pt x="17774" y="20749"/>
                      <a:pt x="18156" y="21348"/>
                      <a:pt x="18622" y="21348"/>
                    </a:cubicBezTo>
                    <a:cubicBezTo>
                      <a:pt x="19139" y="21348"/>
                      <a:pt x="19559" y="20610"/>
                      <a:pt x="19559" y="19698"/>
                    </a:cubicBezTo>
                    <a:cubicBezTo>
                      <a:pt x="19559" y="19219"/>
                      <a:pt x="19441" y="18791"/>
                      <a:pt x="19255" y="18490"/>
                    </a:cubicBezTo>
                    <a:lnTo>
                      <a:pt x="20404" y="14985"/>
                    </a:lnTo>
                    <a:cubicBezTo>
                      <a:pt x="20487" y="15027"/>
                      <a:pt x="20573" y="15057"/>
                      <a:pt x="20663" y="15057"/>
                    </a:cubicBezTo>
                    <a:cubicBezTo>
                      <a:pt x="21181" y="15057"/>
                      <a:pt x="21600" y="14318"/>
                      <a:pt x="21600" y="13407"/>
                    </a:cubicBezTo>
                    <a:cubicBezTo>
                      <a:pt x="21600" y="12496"/>
                      <a:pt x="21181" y="11757"/>
                      <a:pt x="20663" y="11757"/>
                    </a:cubicBezTo>
                    <a:close/>
                    <a:moveTo>
                      <a:pt x="20663" y="11757"/>
                    </a:moveTo>
                  </a:path>
                </a:pathLst>
              </a:custGeom>
              <a:solidFill>
                <a:srgbClr val="DB125A"/>
              </a:solidFill>
              <a:ln>
                <a:noFill/>
              </a:ln>
            </p:spPr>
            <p:txBody>
              <a:bodyPr lIns="0" tIns="0" rIns="0" bIns="0"/>
              <a:lstStyle/>
              <a:p>
                <a:endParaRPr lang="en-US"/>
              </a:p>
            </p:txBody>
          </p:sp>
          <p:sp>
            <p:nvSpPr>
              <p:cNvPr id="40973" name="AutoShape 6"/>
              <p:cNvSpPr/>
              <p:nvPr/>
            </p:nvSpPr>
            <p:spPr bwMode="auto">
              <a:xfrm>
                <a:off x="2754" y="1193"/>
                <a:ext cx="277" cy="2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600" h="21600">
                    <a:moveTo>
                      <a:pt x="15639" y="20478"/>
                    </a:moveTo>
                    <a:lnTo>
                      <a:pt x="5961" y="20478"/>
                    </a:lnTo>
                    <a:lnTo>
                      <a:pt x="1122" y="10800"/>
                    </a:lnTo>
                    <a:lnTo>
                      <a:pt x="5961" y="1122"/>
                    </a:lnTo>
                    <a:lnTo>
                      <a:pt x="15639" y="1122"/>
                    </a:lnTo>
                    <a:lnTo>
                      <a:pt x="20478" y="10800"/>
                    </a:lnTo>
                    <a:cubicBezTo>
                      <a:pt x="20478" y="10800"/>
                      <a:pt x="15639" y="20478"/>
                      <a:pt x="15639" y="20478"/>
                    </a:cubicBezTo>
                    <a:close/>
                    <a:moveTo>
                      <a:pt x="5400" y="0"/>
                    </a:moveTo>
                    <a:lnTo>
                      <a:pt x="0" y="10800"/>
                    </a:lnTo>
                    <a:lnTo>
                      <a:pt x="5400" y="21600"/>
                    </a:lnTo>
                    <a:lnTo>
                      <a:pt x="16200" y="21600"/>
                    </a:lnTo>
                    <a:lnTo>
                      <a:pt x="21600" y="10800"/>
                    </a:lnTo>
                    <a:lnTo>
                      <a:pt x="16200" y="0"/>
                    </a:lnTo>
                    <a:cubicBezTo>
                      <a:pt x="16200" y="0"/>
                      <a:pt x="5400" y="0"/>
                      <a:pt x="5400" y="0"/>
                    </a:cubicBezTo>
                    <a:close/>
                    <a:moveTo>
                      <a:pt x="5400" y="0"/>
                    </a:moveTo>
                  </a:path>
                </a:pathLst>
              </a:custGeom>
              <a:solidFill>
                <a:srgbClr val="DB125A"/>
              </a:solidFill>
              <a:ln>
                <a:noFill/>
              </a:ln>
            </p:spPr>
            <p:txBody>
              <a:bodyPr lIns="0" tIns="0" rIns="0" bIns="0"/>
              <a:lstStyle/>
              <a:p>
                <a:endParaRPr lang="en-US"/>
              </a:p>
            </p:txBody>
          </p:sp>
          <p:sp>
            <p:nvSpPr>
              <p:cNvPr id="40974" name="AutoShape 7"/>
              <p:cNvSpPr/>
              <p:nvPr/>
            </p:nvSpPr>
            <p:spPr bwMode="auto">
              <a:xfrm>
                <a:off x="2440" y="1009"/>
                <a:ext cx="277" cy="2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600" h="21600">
                    <a:moveTo>
                      <a:pt x="5962" y="1122"/>
                    </a:moveTo>
                    <a:lnTo>
                      <a:pt x="15638" y="1122"/>
                    </a:lnTo>
                    <a:lnTo>
                      <a:pt x="20477" y="10800"/>
                    </a:lnTo>
                    <a:lnTo>
                      <a:pt x="15638" y="20478"/>
                    </a:lnTo>
                    <a:lnTo>
                      <a:pt x="5962" y="20478"/>
                    </a:lnTo>
                    <a:lnTo>
                      <a:pt x="1124" y="10800"/>
                    </a:lnTo>
                    <a:cubicBezTo>
                      <a:pt x="1124" y="10800"/>
                      <a:pt x="5962" y="1122"/>
                      <a:pt x="5962" y="1122"/>
                    </a:cubicBezTo>
                    <a:close/>
                    <a:moveTo>
                      <a:pt x="16199" y="21600"/>
                    </a:moveTo>
                    <a:lnTo>
                      <a:pt x="21600" y="10800"/>
                    </a:lnTo>
                    <a:lnTo>
                      <a:pt x="16199" y="0"/>
                    </a:lnTo>
                    <a:lnTo>
                      <a:pt x="5401" y="0"/>
                    </a:lnTo>
                    <a:lnTo>
                      <a:pt x="0" y="10800"/>
                    </a:lnTo>
                    <a:lnTo>
                      <a:pt x="5401" y="21600"/>
                    </a:lnTo>
                    <a:cubicBezTo>
                      <a:pt x="5401" y="21600"/>
                      <a:pt x="16199" y="21600"/>
                      <a:pt x="16199" y="21600"/>
                    </a:cubicBezTo>
                    <a:close/>
                    <a:moveTo>
                      <a:pt x="16199" y="21600"/>
                    </a:moveTo>
                  </a:path>
                </a:pathLst>
              </a:custGeom>
              <a:solidFill>
                <a:srgbClr val="DB125A"/>
              </a:solidFill>
              <a:ln>
                <a:noFill/>
              </a:ln>
            </p:spPr>
            <p:txBody>
              <a:bodyPr lIns="0" tIns="0" rIns="0" bIns="0"/>
              <a:lstStyle/>
              <a:p>
                <a:endParaRPr lang="en-US"/>
              </a:p>
            </p:txBody>
          </p:sp>
          <p:sp>
            <p:nvSpPr>
              <p:cNvPr id="40975" name="AutoShape 8"/>
              <p:cNvSpPr/>
              <p:nvPr/>
            </p:nvSpPr>
            <p:spPr bwMode="auto">
              <a:xfrm>
                <a:off x="2136" y="1204"/>
                <a:ext cx="277" cy="2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600" h="21600">
                    <a:moveTo>
                      <a:pt x="15639" y="20477"/>
                    </a:moveTo>
                    <a:lnTo>
                      <a:pt x="5961" y="20477"/>
                    </a:lnTo>
                    <a:lnTo>
                      <a:pt x="1123" y="10800"/>
                    </a:lnTo>
                    <a:lnTo>
                      <a:pt x="5961" y="1122"/>
                    </a:lnTo>
                    <a:lnTo>
                      <a:pt x="15639" y="1122"/>
                    </a:lnTo>
                    <a:lnTo>
                      <a:pt x="20478" y="10800"/>
                    </a:lnTo>
                    <a:cubicBezTo>
                      <a:pt x="20478" y="10800"/>
                      <a:pt x="15639" y="20477"/>
                      <a:pt x="15639" y="20477"/>
                    </a:cubicBezTo>
                    <a:close/>
                    <a:moveTo>
                      <a:pt x="5400" y="0"/>
                    </a:moveTo>
                    <a:lnTo>
                      <a:pt x="0" y="10800"/>
                    </a:lnTo>
                    <a:lnTo>
                      <a:pt x="5400" y="21600"/>
                    </a:lnTo>
                    <a:lnTo>
                      <a:pt x="16201" y="21600"/>
                    </a:lnTo>
                    <a:lnTo>
                      <a:pt x="21600" y="10800"/>
                    </a:lnTo>
                    <a:lnTo>
                      <a:pt x="16201" y="0"/>
                    </a:lnTo>
                    <a:cubicBezTo>
                      <a:pt x="16201" y="0"/>
                      <a:pt x="5400" y="0"/>
                      <a:pt x="5400" y="0"/>
                    </a:cubicBezTo>
                    <a:close/>
                    <a:moveTo>
                      <a:pt x="5400" y="0"/>
                    </a:moveTo>
                  </a:path>
                </a:pathLst>
              </a:custGeom>
              <a:solidFill>
                <a:srgbClr val="368FE2"/>
              </a:solidFill>
              <a:ln>
                <a:noFill/>
              </a:ln>
            </p:spPr>
            <p:txBody>
              <a:bodyPr lIns="0" tIns="0" rIns="0" bIns="0"/>
              <a:lstStyle/>
              <a:p>
                <a:endParaRPr lang="en-US"/>
              </a:p>
            </p:txBody>
          </p:sp>
          <p:sp>
            <p:nvSpPr>
              <p:cNvPr id="40976" name="AutoShape 9"/>
              <p:cNvSpPr/>
              <p:nvPr/>
            </p:nvSpPr>
            <p:spPr bwMode="auto">
              <a:xfrm>
                <a:off x="3600" y="0"/>
                <a:ext cx="472" cy="658"/>
              </a:xfrm>
              <a:custGeom>
                <a:avLst/>
                <a:gdLst>
                  <a:gd name="T0" fmla="*/ 0 w 21490"/>
                  <a:gd name="T1" fmla="*/ 0 h 21600"/>
                  <a:gd name="T2" fmla="*/ 0 w 21490"/>
                  <a:gd name="T3" fmla="*/ 0 h 21600"/>
                  <a:gd name="T4" fmla="*/ 0 w 21490"/>
                  <a:gd name="T5" fmla="*/ 0 h 21600"/>
                  <a:gd name="T6" fmla="*/ 0 w 21490"/>
                  <a:gd name="T7" fmla="*/ 0 h 21600"/>
                  <a:gd name="T8" fmla="*/ 0 w 21490"/>
                  <a:gd name="T9" fmla="*/ 0 h 21600"/>
                  <a:gd name="T10" fmla="*/ 0 w 21490"/>
                  <a:gd name="T11" fmla="*/ 0 h 21600"/>
                  <a:gd name="T12" fmla="*/ 0 w 21490"/>
                  <a:gd name="T13" fmla="*/ 0 h 21600"/>
                  <a:gd name="T14" fmla="*/ 0 w 21490"/>
                  <a:gd name="T15" fmla="*/ 0 h 21600"/>
                  <a:gd name="T16" fmla="*/ 0 w 21490"/>
                  <a:gd name="T17" fmla="*/ 0 h 21600"/>
                  <a:gd name="T18" fmla="*/ 0 w 21490"/>
                  <a:gd name="T19" fmla="*/ 0 h 21600"/>
                  <a:gd name="T20" fmla="*/ 0 w 21490"/>
                  <a:gd name="T21" fmla="*/ 0 h 21600"/>
                  <a:gd name="T22" fmla="*/ 0 w 21490"/>
                  <a:gd name="T23" fmla="*/ 0 h 21600"/>
                  <a:gd name="T24" fmla="*/ 0 w 21490"/>
                  <a:gd name="T25" fmla="*/ 0 h 21600"/>
                  <a:gd name="T26" fmla="*/ 0 w 21490"/>
                  <a:gd name="T27" fmla="*/ 0 h 21600"/>
                  <a:gd name="T28" fmla="*/ 0 w 21490"/>
                  <a:gd name="T29" fmla="*/ 0 h 21600"/>
                  <a:gd name="T30" fmla="*/ 0 w 21490"/>
                  <a:gd name="T31" fmla="*/ 0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490" h="21600">
                    <a:moveTo>
                      <a:pt x="20087" y="21600"/>
                    </a:moveTo>
                    <a:cubicBezTo>
                      <a:pt x="21600" y="21600"/>
                      <a:pt x="21489" y="20521"/>
                      <a:pt x="21489" y="20521"/>
                    </a:cubicBezTo>
                    <a:lnTo>
                      <a:pt x="21489" y="3106"/>
                    </a:lnTo>
                    <a:lnTo>
                      <a:pt x="21489" y="2960"/>
                    </a:lnTo>
                    <a:lnTo>
                      <a:pt x="21489" y="447"/>
                    </a:lnTo>
                    <a:lnTo>
                      <a:pt x="21489" y="369"/>
                    </a:lnTo>
                    <a:lnTo>
                      <a:pt x="21489" y="0"/>
                    </a:lnTo>
                    <a:lnTo>
                      <a:pt x="0" y="0"/>
                    </a:lnTo>
                    <a:lnTo>
                      <a:pt x="0" y="306"/>
                    </a:lnTo>
                    <a:lnTo>
                      <a:pt x="0" y="447"/>
                    </a:lnTo>
                    <a:lnTo>
                      <a:pt x="0" y="2960"/>
                    </a:lnTo>
                    <a:lnTo>
                      <a:pt x="0" y="20690"/>
                    </a:lnTo>
                    <a:lnTo>
                      <a:pt x="0" y="21600"/>
                    </a:lnTo>
                    <a:cubicBezTo>
                      <a:pt x="0" y="21600"/>
                      <a:pt x="1391" y="21600"/>
                      <a:pt x="3438" y="21600"/>
                    </a:cubicBezTo>
                    <a:cubicBezTo>
                      <a:pt x="8881" y="21600"/>
                      <a:pt x="18988" y="21600"/>
                      <a:pt x="20087" y="21600"/>
                    </a:cubicBezTo>
                    <a:close/>
                    <a:moveTo>
                      <a:pt x="20087" y="21600"/>
                    </a:moveTo>
                  </a:path>
                </a:pathLst>
              </a:custGeom>
              <a:solidFill>
                <a:srgbClr val="7DB546"/>
              </a:solidFill>
              <a:ln>
                <a:noFill/>
              </a:ln>
            </p:spPr>
            <p:txBody>
              <a:bodyPr lIns="0" tIns="0" rIns="0" bIns="0"/>
              <a:lstStyle/>
              <a:p>
                <a:endParaRPr lang="en-US"/>
              </a:p>
            </p:txBody>
          </p:sp>
          <p:sp>
            <p:nvSpPr>
              <p:cNvPr id="40977" name="AutoShape 10"/>
              <p:cNvSpPr/>
              <p:nvPr/>
            </p:nvSpPr>
            <p:spPr bwMode="auto">
              <a:xfrm>
                <a:off x="4067" y="1063"/>
                <a:ext cx="439" cy="440"/>
              </a:xfrm>
              <a:custGeom>
                <a:avLst/>
                <a:gdLst>
                  <a:gd name="T0" fmla="*/ 0 w 21437"/>
                  <a:gd name="T1" fmla="*/ 0 h 21518"/>
                  <a:gd name="T2" fmla="*/ 0 w 21437"/>
                  <a:gd name="T3" fmla="*/ 0 h 21518"/>
                  <a:gd name="T4" fmla="*/ 0 w 21437"/>
                  <a:gd name="T5" fmla="*/ 0 h 21518"/>
                  <a:gd name="T6" fmla="*/ 0 w 21437"/>
                  <a:gd name="T7" fmla="*/ 0 h 21518"/>
                  <a:gd name="T8" fmla="*/ 0 w 21437"/>
                  <a:gd name="T9" fmla="*/ 0 h 21518"/>
                  <a:gd name="T10" fmla="*/ 0 w 21437"/>
                  <a:gd name="T11" fmla="*/ 0 h 21518"/>
                  <a:gd name="T12" fmla="*/ 0 w 21437"/>
                  <a:gd name="T13" fmla="*/ 0 h 21518"/>
                  <a:gd name="T14" fmla="*/ 0 w 21437"/>
                  <a:gd name="T15" fmla="*/ 0 h 21518"/>
                  <a:gd name="T16" fmla="*/ 0 w 21437"/>
                  <a:gd name="T17" fmla="*/ 0 h 21518"/>
                  <a:gd name="T18" fmla="*/ 0 w 21437"/>
                  <a:gd name="T19" fmla="*/ 0 h 21518"/>
                  <a:gd name="T20" fmla="*/ 0 w 21437"/>
                  <a:gd name="T21" fmla="*/ 0 h 21518"/>
                  <a:gd name="T22" fmla="*/ 0 w 21437"/>
                  <a:gd name="T23" fmla="*/ 0 h 21518"/>
                  <a:gd name="T24" fmla="*/ 0 w 21437"/>
                  <a:gd name="T25" fmla="*/ 0 h 21518"/>
                  <a:gd name="T26" fmla="*/ 0 w 21437"/>
                  <a:gd name="T27" fmla="*/ 0 h 21518"/>
                  <a:gd name="T28" fmla="*/ 0 w 21437"/>
                  <a:gd name="T29" fmla="*/ 0 h 21518"/>
                  <a:gd name="T30" fmla="*/ 0 w 21437"/>
                  <a:gd name="T31" fmla="*/ 0 h 21518"/>
                  <a:gd name="T32" fmla="*/ 0 w 21437"/>
                  <a:gd name="T33" fmla="*/ 0 h 21518"/>
                  <a:gd name="T34" fmla="*/ 0 w 21437"/>
                  <a:gd name="T35" fmla="*/ 0 h 21518"/>
                  <a:gd name="T36" fmla="*/ 0 w 21437"/>
                  <a:gd name="T37" fmla="*/ 0 h 21518"/>
                  <a:gd name="T38" fmla="*/ 0 w 21437"/>
                  <a:gd name="T39" fmla="*/ 0 h 21518"/>
                  <a:gd name="T40" fmla="*/ 0 w 21437"/>
                  <a:gd name="T41" fmla="*/ 0 h 21518"/>
                  <a:gd name="T42" fmla="*/ 0 w 21437"/>
                  <a:gd name="T43" fmla="*/ 0 h 21518"/>
                  <a:gd name="T44" fmla="*/ 0 w 21437"/>
                  <a:gd name="T45" fmla="*/ 0 h 21518"/>
                  <a:gd name="T46" fmla="*/ 0 w 21437"/>
                  <a:gd name="T47" fmla="*/ 0 h 21518"/>
                  <a:gd name="T48" fmla="*/ 0 w 21437"/>
                  <a:gd name="T49" fmla="*/ 0 h 21518"/>
                  <a:gd name="T50" fmla="*/ 0 w 21437"/>
                  <a:gd name="T51" fmla="*/ 0 h 21518"/>
                  <a:gd name="T52" fmla="*/ 0 w 21437"/>
                  <a:gd name="T53" fmla="*/ 0 h 21518"/>
                  <a:gd name="T54" fmla="*/ 0 w 21437"/>
                  <a:gd name="T55" fmla="*/ 0 h 21518"/>
                  <a:gd name="T56" fmla="*/ 0 w 21437"/>
                  <a:gd name="T57" fmla="*/ 0 h 21518"/>
                  <a:gd name="T58" fmla="*/ 0 w 21437"/>
                  <a:gd name="T59" fmla="*/ 0 h 21518"/>
                  <a:gd name="T60" fmla="*/ 0 w 21437"/>
                  <a:gd name="T61" fmla="*/ 0 h 21518"/>
                  <a:gd name="T62" fmla="*/ 0 w 21437"/>
                  <a:gd name="T63" fmla="*/ 0 h 21518"/>
                  <a:gd name="T64" fmla="*/ 0 w 21437"/>
                  <a:gd name="T65" fmla="*/ 0 h 21518"/>
                  <a:gd name="T66" fmla="*/ 0 w 21437"/>
                  <a:gd name="T67" fmla="*/ 0 h 21518"/>
                  <a:gd name="T68" fmla="*/ 0 w 21437"/>
                  <a:gd name="T69" fmla="*/ 0 h 215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1437" h="21518">
                    <a:moveTo>
                      <a:pt x="909" y="2243"/>
                    </a:moveTo>
                    <a:lnTo>
                      <a:pt x="2555" y="6306"/>
                    </a:lnTo>
                    <a:lnTo>
                      <a:pt x="6991" y="10759"/>
                    </a:lnTo>
                    <a:lnTo>
                      <a:pt x="1488" y="16282"/>
                    </a:lnTo>
                    <a:lnTo>
                      <a:pt x="245" y="17530"/>
                    </a:lnTo>
                    <a:cubicBezTo>
                      <a:pt x="-81" y="17858"/>
                      <a:pt x="-81" y="18395"/>
                      <a:pt x="245" y="18723"/>
                    </a:cubicBezTo>
                    <a:lnTo>
                      <a:pt x="2784" y="21272"/>
                    </a:lnTo>
                    <a:cubicBezTo>
                      <a:pt x="3112" y="21600"/>
                      <a:pt x="3646" y="21600"/>
                      <a:pt x="3974" y="21272"/>
                    </a:cubicBezTo>
                    <a:lnTo>
                      <a:pt x="5206" y="20035"/>
                    </a:lnTo>
                    <a:lnTo>
                      <a:pt x="5835" y="19403"/>
                    </a:lnTo>
                    <a:lnTo>
                      <a:pt x="10719" y="14501"/>
                    </a:lnTo>
                    <a:lnTo>
                      <a:pt x="15602" y="19402"/>
                    </a:lnTo>
                    <a:cubicBezTo>
                      <a:pt x="15602" y="19403"/>
                      <a:pt x="15602" y="19403"/>
                      <a:pt x="15602" y="19403"/>
                    </a:cubicBezTo>
                    <a:lnTo>
                      <a:pt x="17464" y="21272"/>
                    </a:lnTo>
                    <a:cubicBezTo>
                      <a:pt x="17791" y="21600"/>
                      <a:pt x="18326" y="21600"/>
                      <a:pt x="18654" y="21272"/>
                    </a:cubicBezTo>
                    <a:lnTo>
                      <a:pt x="21192" y="18723"/>
                    </a:lnTo>
                    <a:cubicBezTo>
                      <a:pt x="21519" y="18395"/>
                      <a:pt x="21519" y="17858"/>
                      <a:pt x="21192" y="17530"/>
                    </a:cubicBezTo>
                    <a:lnTo>
                      <a:pt x="19960" y="16293"/>
                    </a:lnTo>
                    <a:lnTo>
                      <a:pt x="14447" y="10759"/>
                    </a:lnTo>
                    <a:lnTo>
                      <a:pt x="18883" y="6306"/>
                    </a:lnTo>
                    <a:lnTo>
                      <a:pt x="20529" y="2243"/>
                    </a:lnTo>
                    <a:lnTo>
                      <a:pt x="21437" y="0"/>
                    </a:lnTo>
                    <a:lnTo>
                      <a:pt x="19203" y="912"/>
                    </a:lnTo>
                    <a:lnTo>
                      <a:pt x="15156" y="2564"/>
                    </a:lnTo>
                    <a:lnTo>
                      <a:pt x="17609" y="5027"/>
                    </a:lnTo>
                    <a:lnTo>
                      <a:pt x="16383" y="3795"/>
                    </a:lnTo>
                    <a:lnTo>
                      <a:pt x="15156" y="2564"/>
                    </a:lnTo>
                    <a:lnTo>
                      <a:pt x="10719" y="7017"/>
                    </a:lnTo>
                    <a:lnTo>
                      <a:pt x="6282" y="2563"/>
                    </a:lnTo>
                    <a:lnTo>
                      <a:pt x="5055" y="3795"/>
                    </a:lnTo>
                    <a:lnTo>
                      <a:pt x="6282" y="2563"/>
                    </a:lnTo>
                    <a:lnTo>
                      <a:pt x="2235" y="912"/>
                    </a:lnTo>
                    <a:lnTo>
                      <a:pt x="1" y="0"/>
                    </a:lnTo>
                    <a:cubicBezTo>
                      <a:pt x="1" y="0"/>
                      <a:pt x="909" y="2243"/>
                      <a:pt x="909" y="2243"/>
                    </a:cubicBezTo>
                    <a:close/>
                    <a:moveTo>
                      <a:pt x="909" y="2243"/>
                    </a:moveTo>
                  </a:path>
                </a:pathLst>
              </a:custGeom>
              <a:solidFill>
                <a:srgbClr val="368FE2"/>
              </a:solidFill>
              <a:ln>
                <a:noFill/>
              </a:ln>
            </p:spPr>
            <p:txBody>
              <a:bodyPr lIns="0" tIns="0" rIns="0" bIns="0"/>
              <a:lstStyle/>
              <a:p>
                <a:endParaRPr lang="en-US"/>
              </a:p>
            </p:txBody>
          </p:sp>
          <p:sp>
            <p:nvSpPr>
              <p:cNvPr id="40978" name="AutoShape 11"/>
              <p:cNvSpPr/>
              <p:nvPr/>
            </p:nvSpPr>
            <p:spPr bwMode="auto">
              <a:xfrm>
                <a:off x="347" y="531"/>
                <a:ext cx="418" cy="5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828" y="21600"/>
                    </a:moveTo>
                    <a:lnTo>
                      <a:pt x="19771" y="21600"/>
                    </a:lnTo>
                    <a:cubicBezTo>
                      <a:pt x="20781" y="21600"/>
                      <a:pt x="21600" y="20992"/>
                      <a:pt x="21600" y="20242"/>
                    </a:cubicBezTo>
                    <a:lnTo>
                      <a:pt x="21600" y="1359"/>
                    </a:lnTo>
                    <a:cubicBezTo>
                      <a:pt x="21600" y="608"/>
                      <a:pt x="20781" y="0"/>
                      <a:pt x="19771" y="0"/>
                    </a:cubicBezTo>
                    <a:lnTo>
                      <a:pt x="1828" y="0"/>
                    </a:lnTo>
                    <a:cubicBezTo>
                      <a:pt x="818" y="0"/>
                      <a:pt x="0" y="608"/>
                      <a:pt x="0" y="1359"/>
                    </a:cubicBezTo>
                    <a:lnTo>
                      <a:pt x="0" y="20242"/>
                    </a:lnTo>
                    <a:cubicBezTo>
                      <a:pt x="0" y="20992"/>
                      <a:pt x="818" y="21600"/>
                      <a:pt x="1828" y="21600"/>
                    </a:cubicBezTo>
                    <a:close/>
                    <a:moveTo>
                      <a:pt x="1828" y="21600"/>
                    </a:moveTo>
                  </a:path>
                </a:pathLst>
              </a:custGeom>
              <a:solidFill>
                <a:srgbClr val="F8A324"/>
              </a:solidFill>
              <a:ln>
                <a:noFill/>
              </a:ln>
            </p:spPr>
            <p:txBody>
              <a:bodyPr lIns="0" tIns="0" rIns="0" bIns="0"/>
              <a:lstStyle/>
              <a:p>
                <a:endParaRPr lang="en-US"/>
              </a:p>
            </p:txBody>
          </p:sp>
          <p:sp>
            <p:nvSpPr>
              <p:cNvPr id="40979" name="AutoShape 12"/>
              <p:cNvSpPr/>
              <p:nvPr/>
            </p:nvSpPr>
            <p:spPr bwMode="auto">
              <a:xfrm>
                <a:off x="1052" y="814"/>
                <a:ext cx="248" cy="29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9345" y="6377"/>
                    </a:moveTo>
                    <a:cubicBezTo>
                      <a:pt x="9843" y="5063"/>
                      <a:pt x="10265" y="3750"/>
                      <a:pt x="10647" y="2468"/>
                    </a:cubicBezTo>
                    <a:lnTo>
                      <a:pt x="10724" y="2468"/>
                    </a:lnTo>
                    <a:cubicBezTo>
                      <a:pt x="11108" y="3718"/>
                      <a:pt x="11489" y="4999"/>
                      <a:pt x="12063" y="6410"/>
                    </a:cubicBezTo>
                    <a:lnTo>
                      <a:pt x="14592" y="12627"/>
                    </a:lnTo>
                    <a:lnTo>
                      <a:pt x="6817" y="12627"/>
                    </a:lnTo>
                    <a:cubicBezTo>
                      <a:pt x="6817" y="12627"/>
                      <a:pt x="9345" y="6377"/>
                      <a:pt x="9345" y="6377"/>
                    </a:cubicBezTo>
                    <a:close/>
                    <a:moveTo>
                      <a:pt x="15281" y="14806"/>
                    </a:moveTo>
                    <a:lnTo>
                      <a:pt x="18039" y="21600"/>
                    </a:lnTo>
                    <a:lnTo>
                      <a:pt x="21600" y="21600"/>
                    </a:lnTo>
                    <a:lnTo>
                      <a:pt x="12792" y="0"/>
                    </a:lnTo>
                    <a:lnTo>
                      <a:pt x="8771" y="0"/>
                    </a:lnTo>
                    <a:lnTo>
                      <a:pt x="0" y="21600"/>
                    </a:lnTo>
                    <a:lnTo>
                      <a:pt x="3447" y="21600"/>
                    </a:lnTo>
                    <a:lnTo>
                      <a:pt x="6128" y="14806"/>
                    </a:lnTo>
                    <a:cubicBezTo>
                      <a:pt x="6128" y="14806"/>
                      <a:pt x="15281" y="14806"/>
                      <a:pt x="15281" y="14806"/>
                    </a:cubicBezTo>
                    <a:close/>
                    <a:moveTo>
                      <a:pt x="15281" y="14806"/>
                    </a:moveTo>
                  </a:path>
                </a:pathLst>
              </a:custGeom>
              <a:solidFill>
                <a:srgbClr val="368FE2"/>
              </a:solidFill>
              <a:ln>
                <a:noFill/>
              </a:ln>
            </p:spPr>
            <p:txBody>
              <a:bodyPr lIns="0" tIns="0" rIns="0" bIns="0"/>
              <a:lstStyle/>
              <a:p>
                <a:endParaRPr lang="en-US"/>
              </a:p>
            </p:txBody>
          </p:sp>
          <p:sp>
            <p:nvSpPr>
              <p:cNvPr id="40980" name="AutoShape 13"/>
              <p:cNvSpPr/>
              <p:nvPr/>
            </p:nvSpPr>
            <p:spPr bwMode="auto">
              <a:xfrm>
                <a:off x="1344" y="803"/>
                <a:ext cx="188" cy="30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600">
                    <a:moveTo>
                      <a:pt x="8132" y="19456"/>
                    </a:moveTo>
                    <a:cubicBezTo>
                      <a:pt x="6555" y="19456"/>
                      <a:pt x="5286" y="19424"/>
                      <a:pt x="4421" y="19330"/>
                    </a:cubicBezTo>
                    <a:lnTo>
                      <a:pt x="4421" y="11226"/>
                    </a:lnTo>
                    <a:lnTo>
                      <a:pt x="8081" y="11226"/>
                    </a:lnTo>
                    <a:cubicBezTo>
                      <a:pt x="12909" y="11226"/>
                      <a:pt x="16924" y="12424"/>
                      <a:pt x="16924" y="15325"/>
                    </a:cubicBezTo>
                    <a:cubicBezTo>
                      <a:pt x="16924" y="18415"/>
                      <a:pt x="12706" y="19456"/>
                      <a:pt x="8132" y="19456"/>
                    </a:cubicBezTo>
                    <a:close/>
                    <a:moveTo>
                      <a:pt x="4421" y="2302"/>
                    </a:moveTo>
                    <a:cubicBezTo>
                      <a:pt x="5132" y="2207"/>
                      <a:pt x="6301" y="2113"/>
                      <a:pt x="8335" y="2113"/>
                    </a:cubicBezTo>
                    <a:cubicBezTo>
                      <a:pt x="12806" y="2113"/>
                      <a:pt x="15857" y="3090"/>
                      <a:pt x="15857" y="5581"/>
                    </a:cubicBezTo>
                    <a:cubicBezTo>
                      <a:pt x="15857" y="7631"/>
                      <a:pt x="13113" y="9144"/>
                      <a:pt x="8436" y="9144"/>
                    </a:cubicBezTo>
                    <a:lnTo>
                      <a:pt x="4421" y="9144"/>
                    </a:lnTo>
                    <a:cubicBezTo>
                      <a:pt x="4421" y="9144"/>
                      <a:pt x="4421" y="2302"/>
                      <a:pt x="4421" y="2302"/>
                    </a:cubicBezTo>
                    <a:close/>
                    <a:moveTo>
                      <a:pt x="14536" y="10027"/>
                    </a:moveTo>
                    <a:lnTo>
                      <a:pt x="14536" y="9965"/>
                    </a:lnTo>
                    <a:cubicBezTo>
                      <a:pt x="18144" y="9144"/>
                      <a:pt x="20328" y="7347"/>
                      <a:pt x="20328" y="5297"/>
                    </a:cubicBezTo>
                    <a:cubicBezTo>
                      <a:pt x="20328" y="3626"/>
                      <a:pt x="19263" y="2364"/>
                      <a:pt x="17484" y="1545"/>
                    </a:cubicBezTo>
                    <a:cubicBezTo>
                      <a:pt x="15348" y="473"/>
                      <a:pt x="12503" y="0"/>
                      <a:pt x="8081" y="0"/>
                    </a:cubicBezTo>
                    <a:cubicBezTo>
                      <a:pt x="4980" y="0"/>
                      <a:pt x="1931" y="189"/>
                      <a:pt x="0" y="442"/>
                    </a:cubicBezTo>
                    <a:lnTo>
                      <a:pt x="0" y="21348"/>
                    </a:lnTo>
                    <a:cubicBezTo>
                      <a:pt x="1473" y="21474"/>
                      <a:pt x="3811" y="21600"/>
                      <a:pt x="6860" y="21600"/>
                    </a:cubicBezTo>
                    <a:cubicBezTo>
                      <a:pt x="12453" y="21600"/>
                      <a:pt x="16315" y="20969"/>
                      <a:pt x="18703" y="19613"/>
                    </a:cubicBezTo>
                    <a:cubicBezTo>
                      <a:pt x="20430" y="18573"/>
                      <a:pt x="21600" y="17186"/>
                      <a:pt x="21600" y="15357"/>
                    </a:cubicBezTo>
                    <a:cubicBezTo>
                      <a:pt x="21600" y="12203"/>
                      <a:pt x="17788" y="10531"/>
                      <a:pt x="14536" y="10027"/>
                    </a:cubicBezTo>
                    <a:close/>
                    <a:moveTo>
                      <a:pt x="14536" y="10027"/>
                    </a:moveTo>
                  </a:path>
                </a:pathLst>
              </a:custGeom>
              <a:solidFill>
                <a:srgbClr val="368FE2"/>
              </a:solidFill>
              <a:ln>
                <a:noFill/>
              </a:ln>
            </p:spPr>
            <p:txBody>
              <a:bodyPr lIns="0" tIns="0" rIns="0" bIns="0"/>
              <a:lstStyle/>
              <a:p>
                <a:endParaRPr lang="en-US"/>
              </a:p>
            </p:txBody>
          </p:sp>
          <p:sp>
            <p:nvSpPr>
              <p:cNvPr id="40981" name="AutoShape 14"/>
              <p:cNvSpPr/>
              <p:nvPr/>
            </p:nvSpPr>
            <p:spPr bwMode="auto">
              <a:xfrm>
                <a:off x="1561" y="803"/>
                <a:ext cx="226" cy="3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14048" y="21600"/>
                    </a:moveTo>
                    <a:cubicBezTo>
                      <a:pt x="17508" y="21600"/>
                      <a:pt x="20208" y="21103"/>
                      <a:pt x="21558" y="20605"/>
                    </a:cubicBezTo>
                    <a:lnTo>
                      <a:pt x="20799" y="18462"/>
                    </a:lnTo>
                    <a:cubicBezTo>
                      <a:pt x="19323" y="18989"/>
                      <a:pt x="17043" y="19331"/>
                      <a:pt x="14807" y="19331"/>
                    </a:cubicBezTo>
                    <a:cubicBezTo>
                      <a:pt x="7888" y="19331"/>
                      <a:pt x="3880" y="16037"/>
                      <a:pt x="3880" y="10909"/>
                    </a:cubicBezTo>
                    <a:cubicBezTo>
                      <a:pt x="3880" y="5407"/>
                      <a:pt x="8310" y="2269"/>
                      <a:pt x="14976" y="2269"/>
                    </a:cubicBezTo>
                    <a:cubicBezTo>
                      <a:pt x="17339" y="2269"/>
                      <a:pt x="19323" y="2642"/>
                      <a:pt x="20715" y="3138"/>
                    </a:cubicBezTo>
                    <a:lnTo>
                      <a:pt x="21600" y="932"/>
                    </a:lnTo>
                    <a:cubicBezTo>
                      <a:pt x="20629" y="559"/>
                      <a:pt x="18393" y="0"/>
                      <a:pt x="14849" y="0"/>
                    </a:cubicBezTo>
                    <a:cubicBezTo>
                      <a:pt x="6032" y="0"/>
                      <a:pt x="0" y="4444"/>
                      <a:pt x="0" y="11002"/>
                    </a:cubicBezTo>
                    <a:cubicBezTo>
                      <a:pt x="0" y="17871"/>
                      <a:pt x="6032" y="21600"/>
                      <a:pt x="14048" y="21600"/>
                    </a:cubicBezTo>
                    <a:close/>
                    <a:moveTo>
                      <a:pt x="14048" y="21600"/>
                    </a:moveTo>
                  </a:path>
                </a:pathLst>
              </a:custGeom>
              <a:solidFill>
                <a:srgbClr val="368FE2"/>
              </a:solidFill>
              <a:ln>
                <a:noFill/>
              </a:ln>
            </p:spPr>
            <p:txBody>
              <a:bodyPr lIns="0" tIns="0" rIns="0" bIns="0"/>
              <a:lstStyle/>
              <a:p>
                <a:endParaRPr lang="en-US"/>
              </a:p>
            </p:txBody>
          </p:sp>
          <p:sp>
            <p:nvSpPr>
              <p:cNvPr id="40982" name="AutoShape 15"/>
              <p:cNvSpPr/>
              <p:nvPr/>
            </p:nvSpPr>
            <p:spPr bwMode="auto">
              <a:xfrm>
                <a:off x="2982" y="271"/>
                <a:ext cx="469" cy="562"/>
              </a:xfrm>
              <a:custGeom>
                <a:avLst/>
                <a:gdLst>
                  <a:gd name="T0" fmla="*/ 0 w 20416"/>
                  <a:gd name="T1" fmla="*/ 0 h 21487"/>
                  <a:gd name="T2" fmla="*/ 0 w 20416"/>
                  <a:gd name="T3" fmla="*/ 0 h 21487"/>
                  <a:gd name="T4" fmla="*/ 0 w 20416"/>
                  <a:gd name="T5" fmla="*/ 0 h 21487"/>
                  <a:gd name="T6" fmla="*/ 0 w 20416"/>
                  <a:gd name="T7" fmla="*/ 0 h 21487"/>
                  <a:gd name="T8" fmla="*/ 0 w 20416"/>
                  <a:gd name="T9" fmla="*/ 0 h 21487"/>
                  <a:gd name="T10" fmla="*/ 0 w 20416"/>
                  <a:gd name="T11" fmla="*/ 0 h 21487"/>
                  <a:gd name="T12" fmla="*/ 0 w 20416"/>
                  <a:gd name="T13" fmla="*/ 0 h 21487"/>
                  <a:gd name="T14" fmla="*/ 0 w 20416"/>
                  <a:gd name="T15" fmla="*/ 0 h 21487"/>
                  <a:gd name="T16" fmla="*/ 0 w 20416"/>
                  <a:gd name="T17" fmla="*/ 0 h 21487"/>
                  <a:gd name="T18" fmla="*/ 0 w 20416"/>
                  <a:gd name="T19" fmla="*/ 0 h 21487"/>
                  <a:gd name="T20" fmla="*/ 0 w 20416"/>
                  <a:gd name="T21" fmla="*/ 0 h 21487"/>
                  <a:gd name="T22" fmla="*/ 0 w 20416"/>
                  <a:gd name="T23" fmla="*/ 0 h 21487"/>
                  <a:gd name="T24" fmla="*/ 0 w 20416"/>
                  <a:gd name="T25" fmla="*/ 0 h 2148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416" h="21487">
                    <a:moveTo>
                      <a:pt x="2689" y="21487"/>
                    </a:moveTo>
                    <a:lnTo>
                      <a:pt x="10208" y="21487"/>
                    </a:lnTo>
                    <a:lnTo>
                      <a:pt x="17727" y="21487"/>
                    </a:lnTo>
                    <a:cubicBezTo>
                      <a:pt x="19950" y="21487"/>
                      <a:pt x="21008" y="20037"/>
                      <a:pt x="20079" y="18265"/>
                    </a:cubicBezTo>
                    <a:lnTo>
                      <a:pt x="13273" y="5908"/>
                    </a:lnTo>
                    <a:cubicBezTo>
                      <a:pt x="13273" y="5908"/>
                      <a:pt x="13334" y="2697"/>
                      <a:pt x="13334" y="1349"/>
                    </a:cubicBezTo>
                    <a:cubicBezTo>
                      <a:pt x="13334" y="2"/>
                      <a:pt x="12228" y="2"/>
                      <a:pt x="11554" y="2"/>
                    </a:cubicBezTo>
                    <a:cubicBezTo>
                      <a:pt x="10881" y="2"/>
                      <a:pt x="8880" y="2"/>
                      <a:pt x="8413" y="2"/>
                    </a:cubicBezTo>
                    <a:cubicBezTo>
                      <a:pt x="7945" y="2"/>
                      <a:pt x="7082" y="-113"/>
                      <a:pt x="7082" y="1349"/>
                    </a:cubicBezTo>
                    <a:cubicBezTo>
                      <a:pt x="7082" y="2926"/>
                      <a:pt x="7143" y="5908"/>
                      <a:pt x="7143" y="5908"/>
                    </a:cubicBezTo>
                    <a:lnTo>
                      <a:pt x="337" y="18265"/>
                    </a:lnTo>
                    <a:cubicBezTo>
                      <a:pt x="-592" y="20037"/>
                      <a:pt x="466" y="21487"/>
                      <a:pt x="2689" y="21487"/>
                    </a:cubicBezTo>
                    <a:close/>
                    <a:moveTo>
                      <a:pt x="2689" y="21487"/>
                    </a:moveTo>
                  </a:path>
                </a:pathLst>
              </a:custGeom>
              <a:solidFill>
                <a:srgbClr val="7DB546"/>
              </a:solidFill>
              <a:ln>
                <a:noFill/>
              </a:ln>
            </p:spPr>
            <p:txBody>
              <a:bodyPr lIns="0" tIns="0" rIns="0" bIns="0"/>
              <a:lstStyle/>
              <a:p>
                <a:endParaRPr lang="en-US"/>
              </a:p>
            </p:txBody>
          </p:sp>
          <p:sp>
            <p:nvSpPr>
              <p:cNvPr id="40983" name="AutoShape 16"/>
              <p:cNvSpPr/>
              <p:nvPr/>
            </p:nvSpPr>
            <p:spPr bwMode="auto">
              <a:xfrm>
                <a:off x="1670" y="293"/>
                <a:ext cx="481" cy="391"/>
              </a:xfrm>
              <a:custGeom>
                <a:avLst/>
                <a:gdLst>
                  <a:gd name="T0" fmla="*/ 0 w 20331"/>
                  <a:gd name="T1" fmla="*/ 0 h 20814"/>
                  <a:gd name="T2" fmla="*/ 0 w 20331"/>
                  <a:gd name="T3" fmla="*/ 0 h 20814"/>
                  <a:gd name="T4" fmla="*/ 0 w 20331"/>
                  <a:gd name="T5" fmla="*/ 0 h 20814"/>
                  <a:gd name="T6" fmla="*/ 0 w 20331"/>
                  <a:gd name="T7" fmla="*/ 0 h 20814"/>
                  <a:gd name="T8" fmla="*/ 0 w 20331"/>
                  <a:gd name="T9" fmla="*/ 0 h 20814"/>
                  <a:gd name="T10" fmla="*/ 0 w 20331"/>
                  <a:gd name="T11" fmla="*/ 0 h 20814"/>
                  <a:gd name="T12" fmla="*/ 0 w 20331"/>
                  <a:gd name="T13" fmla="*/ 0 h 20814"/>
                  <a:gd name="T14" fmla="*/ 0 w 20331"/>
                  <a:gd name="T15" fmla="*/ 0 h 208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31" h="20814">
                    <a:moveTo>
                      <a:pt x="10077" y="20814"/>
                    </a:moveTo>
                    <a:cubicBezTo>
                      <a:pt x="11093" y="20814"/>
                      <a:pt x="19216" y="11960"/>
                      <a:pt x="20072" y="8640"/>
                    </a:cubicBezTo>
                    <a:cubicBezTo>
                      <a:pt x="20966" y="5161"/>
                      <a:pt x="19471" y="1441"/>
                      <a:pt x="16728" y="322"/>
                    </a:cubicBezTo>
                    <a:cubicBezTo>
                      <a:pt x="14016" y="-786"/>
                      <a:pt x="11099" y="1063"/>
                      <a:pt x="10168" y="4456"/>
                    </a:cubicBezTo>
                    <a:cubicBezTo>
                      <a:pt x="9237" y="1060"/>
                      <a:pt x="6321" y="-786"/>
                      <a:pt x="3608" y="322"/>
                    </a:cubicBezTo>
                    <a:cubicBezTo>
                      <a:pt x="863" y="1448"/>
                      <a:pt x="-634" y="5168"/>
                      <a:pt x="258" y="8640"/>
                    </a:cubicBezTo>
                    <a:cubicBezTo>
                      <a:pt x="1114" y="11950"/>
                      <a:pt x="9059" y="20814"/>
                      <a:pt x="10077" y="20814"/>
                    </a:cubicBezTo>
                    <a:close/>
                    <a:moveTo>
                      <a:pt x="10077" y="20814"/>
                    </a:moveTo>
                  </a:path>
                </a:pathLst>
              </a:custGeom>
              <a:solidFill>
                <a:srgbClr val="368FE2"/>
              </a:solidFill>
              <a:ln>
                <a:noFill/>
              </a:ln>
            </p:spPr>
            <p:txBody>
              <a:bodyPr lIns="0" tIns="0" rIns="0" bIns="0"/>
              <a:lstStyle/>
              <a:p>
                <a:endParaRPr lang="en-US"/>
              </a:p>
            </p:txBody>
          </p:sp>
          <p:sp>
            <p:nvSpPr>
              <p:cNvPr id="40984" name="AutoShape 17"/>
              <p:cNvSpPr/>
              <p:nvPr/>
            </p:nvSpPr>
            <p:spPr bwMode="auto">
              <a:xfrm>
                <a:off x="3145" y="1736"/>
                <a:ext cx="418" cy="413"/>
              </a:xfrm>
              <a:custGeom>
                <a:avLst/>
                <a:gdLst>
                  <a:gd name="T0" fmla="*/ 0 w 21600"/>
                  <a:gd name="T1" fmla="*/ 0 h 21301"/>
                  <a:gd name="T2" fmla="*/ 0 w 21600"/>
                  <a:gd name="T3" fmla="*/ 0 h 21301"/>
                  <a:gd name="T4" fmla="*/ 0 w 21600"/>
                  <a:gd name="T5" fmla="*/ 0 h 21301"/>
                  <a:gd name="T6" fmla="*/ 0 w 21600"/>
                  <a:gd name="T7" fmla="*/ 0 h 21301"/>
                  <a:gd name="T8" fmla="*/ 0 w 21600"/>
                  <a:gd name="T9" fmla="*/ 0 h 21301"/>
                  <a:gd name="T10" fmla="*/ 0 w 21600"/>
                  <a:gd name="T11" fmla="*/ 0 h 21301"/>
                  <a:gd name="T12" fmla="*/ 0 w 21600"/>
                  <a:gd name="T13" fmla="*/ 0 h 21301"/>
                  <a:gd name="T14" fmla="*/ 0 w 21600"/>
                  <a:gd name="T15" fmla="*/ 0 h 21301"/>
                  <a:gd name="T16" fmla="*/ 0 w 21600"/>
                  <a:gd name="T17" fmla="*/ 0 h 21301"/>
                  <a:gd name="T18" fmla="*/ 0 w 21600"/>
                  <a:gd name="T19" fmla="*/ 0 h 21301"/>
                  <a:gd name="T20" fmla="*/ 0 w 21600"/>
                  <a:gd name="T21" fmla="*/ 0 h 213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301">
                    <a:moveTo>
                      <a:pt x="7199" y="21301"/>
                    </a:moveTo>
                    <a:cubicBezTo>
                      <a:pt x="8676" y="21301"/>
                      <a:pt x="9855" y="20883"/>
                      <a:pt x="10800" y="20180"/>
                    </a:cubicBezTo>
                    <a:cubicBezTo>
                      <a:pt x="11744" y="20883"/>
                      <a:pt x="12924" y="21301"/>
                      <a:pt x="14400" y="21301"/>
                    </a:cubicBezTo>
                    <a:cubicBezTo>
                      <a:pt x="18377" y="21301"/>
                      <a:pt x="21600" y="16021"/>
                      <a:pt x="21600" y="10774"/>
                    </a:cubicBezTo>
                    <a:cubicBezTo>
                      <a:pt x="21600" y="4693"/>
                      <a:pt x="16248" y="2321"/>
                      <a:pt x="12069" y="3655"/>
                    </a:cubicBezTo>
                    <a:cubicBezTo>
                      <a:pt x="12085" y="3323"/>
                      <a:pt x="12231" y="1645"/>
                      <a:pt x="13503" y="1318"/>
                    </a:cubicBezTo>
                    <a:cubicBezTo>
                      <a:pt x="14907" y="958"/>
                      <a:pt x="14507" y="-299"/>
                      <a:pt x="13209" y="66"/>
                    </a:cubicBezTo>
                    <a:cubicBezTo>
                      <a:pt x="10684" y="776"/>
                      <a:pt x="10751" y="3670"/>
                      <a:pt x="10774" y="4183"/>
                    </a:cubicBezTo>
                    <a:cubicBezTo>
                      <a:pt x="6507" y="1873"/>
                      <a:pt x="0" y="4069"/>
                      <a:pt x="0" y="10774"/>
                    </a:cubicBezTo>
                    <a:cubicBezTo>
                      <a:pt x="0" y="16021"/>
                      <a:pt x="3223" y="21301"/>
                      <a:pt x="7199" y="21301"/>
                    </a:cubicBezTo>
                    <a:close/>
                    <a:moveTo>
                      <a:pt x="7199" y="21301"/>
                    </a:moveTo>
                  </a:path>
                </a:pathLst>
              </a:custGeom>
              <a:solidFill>
                <a:srgbClr val="839494"/>
              </a:solidFill>
              <a:ln>
                <a:noFill/>
              </a:ln>
            </p:spPr>
            <p:txBody>
              <a:bodyPr lIns="0" tIns="0" rIns="0" bIns="0"/>
              <a:lstStyle/>
              <a:p>
                <a:endParaRPr lang="en-US"/>
              </a:p>
            </p:txBody>
          </p:sp>
          <p:sp>
            <p:nvSpPr>
              <p:cNvPr id="40985" name="AutoShape 18"/>
              <p:cNvSpPr/>
              <p:nvPr/>
            </p:nvSpPr>
            <p:spPr bwMode="auto">
              <a:xfrm>
                <a:off x="3243" y="1693"/>
                <a:ext cx="114" cy="102"/>
              </a:xfrm>
              <a:custGeom>
                <a:avLst/>
                <a:gdLst>
                  <a:gd name="T0" fmla="*/ 0 w 15061"/>
                  <a:gd name="T1" fmla="*/ 0 h 16541"/>
                  <a:gd name="T2" fmla="*/ 0 w 15061"/>
                  <a:gd name="T3" fmla="*/ 0 h 16541"/>
                  <a:gd name="T4" fmla="*/ 0 w 15061"/>
                  <a:gd name="T5" fmla="*/ 0 h 16541"/>
                  <a:gd name="T6" fmla="*/ 0 w 15061"/>
                  <a:gd name="T7" fmla="*/ 0 h 165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061" h="16541">
                    <a:moveTo>
                      <a:pt x="14513" y="12343"/>
                    </a:moveTo>
                    <a:cubicBezTo>
                      <a:pt x="17098" y="3086"/>
                      <a:pt x="10182" y="1437"/>
                      <a:pt x="1190" y="0"/>
                    </a:cubicBezTo>
                    <a:cubicBezTo>
                      <a:pt x="-4502" y="14689"/>
                      <a:pt x="11929" y="21600"/>
                      <a:pt x="14513" y="12343"/>
                    </a:cubicBezTo>
                    <a:close/>
                    <a:moveTo>
                      <a:pt x="14513" y="12343"/>
                    </a:moveTo>
                  </a:path>
                </a:pathLst>
              </a:custGeom>
              <a:solidFill>
                <a:srgbClr val="839494"/>
              </a:solidFill>
              <a:ln>
                <a:noFill/>
              </a:ln>
            </p:spPr>
            <p:txBody>
              <a:bodyPr lIns="0" tIns="0" rIns="0" bIns="0"/>
              <a:lstStyle/>
              <a:p>
                <a:endParaRPr lang="en-US"/>
              </a:p>
            </p:txBody>
          </p:sp>
          <p:sp>
            <p:nvSpPr>
              <p:cNvPr id="40986" name="AutoShape 19"/>
              <p:cNvSpPr/>
              <p:nvPr/>
            </p:nvSpPr>
            <p:spPr bwMode="auto">
              <a:xfrm>
                <a:off x="1887" y="3625"/>
                <a:ext cx="287" cy="284"/>
              </a:xfrm>
              <a:custGeom>
                <a:avLst/>
                <a:gdLst>
                  <a:gd name="T0" fmla="*/ 0 w 21600"/>
                  <a:gd name="T1" fmla="*/ 0 h 21301"/>
                  <a:gd name="T2" fmla="*/ 0 w 21600"/>
                  <a:gd name="T3" fmla="*/ 0 h 21301"/>
                  <a:gd name="T4" fmla="*/ 0 w 21600"/>
                  <a:gd name="T5" fmla="*/ 0 h 21301"/>
                  <a:gd name="T6" fmla="*/ 0 w 21600"/>
                  <a:gd name="T7" fmla="*/ 0 h 21301"/>
                  <a:gd name="T8" fmla="*/ 0 w 21600"/>
                  <a:gd name="T9" fmla="*/ 0 h 21301"/>
                  <a:gd name="T10" fmla="*/ 0 w 21600"/>
                  <a:gd name="T11" fmla="*/ 0 h 21301"/>
                  <a:gd name="T12" fmla="*/ 0 w 21600"/>
                  <a:gd name="T13" fmla="*/ 0 h 21301"/>
                  <a:gd name="T14" fmla="*/ 0 w 21600"/>
                  <a:gd name="T15" fmla="*/ 0 h 21301"/>
                  <a:gd name="T16" fmla="*/ 0 w 21600"/>
                  <a:gd name="T17" fmla="*/ 0 h 21301"/>
                  <a:gd name="T18" fmla="*/ 0 w 21600"/>
                  <a:gd name="T19" fmla="*/ 0 h 21301"/>
                  <a:gd name="T20" fmla="*/ 0 w 21600"/>
                  <a:gd name="T21" fmla="*/ 0 h 213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301">
                    <a:moveTo>
                      <a:pt x="12068" y="3669"/>
                    </a:moveTo>
                    <a:cubicBezTo>
                      <a:pt x="12081" y="3373"/>
                      <a:pt x="12213" y="1649"/>
                      <a:pt x="13503" y="1318"/>
                    </a:cubicBezTo>
                    <a:cubicBezTo>
                      <a:pt x="14907" y="957"/>
                      <a:pt x="14507" y="-299"/>
                      <a:pt x="13209" y="65"/>
                    </a:cubicBezTo>
                    <a:cubicBezTo>
                      <a:pt x="10683" y="775"/>
                      <a:pt x="10751" y="3672"/>
                      <a:pt x="10774" y="4184"/>
                    </a:cubicBezTo>
                    <a:cubicBezTo>
                      <a:pt x="6507" y="1873"/>
                      <a:pt x="0" y="4069"/>
                      <a:pt x="0" y="10774"/>
                    </a:cubicBezTo>
                    <a:cubicBezTo>
                      <a:pt x="0" y="16021"/>
                      <a:pt x="3223" y="21301"/>
                      <a:pt x="7199" y="21301"/>
                    </a:cubicBezTo>
                    <a:cubicBezTo>
                      <a:pt x="8676" y="21301"/>
                      <a:pt x="9855" y="20883"/>
                      <a:pt x="10800" y="20180"/>
                    </a:cubicBezTo>
                    <a:cubicBezTo>
                      <a:pt x="11744" y="20883"/>
                      <a:pt x="12924" y="21301"/>
                      <a:pt x="14400" y="21301"/>
                    </a:cubicBezTo>
                    <a:cubicBezTo>
                      <a:pt x="18377" y="21301"/>
                      <a:pt x="21600" y="16021"/>
                      <a:pt x="21600" y="10774"/>
                    </a:cubicBezTo>
                    <a:cubicBezTo>
                      <a:pt x="21600" y="4690"/>
                      <a:pt x="16247" y="2331"/>
                      <a:pt x="12068" y="3669"/>
                    </a:cubicBezTo>
                    <a:close/>
                    <a:moveTo>
                      <a:pt x="12068" y="3669"/>
                    </a:moveTo>
                  </a:path>
                </a:pathLst>
              </a:custGeom>
              <a:solidFill>
                <a:srgbClr val="368FE2"/>
              </a:solidFill>
              <a:ln>
                <a:noFill/>
              </a:ln>
            </p:spPr>
            <p:txBody>
              <a:bodyPr lIns="0" tIns="0" rIns="0" bIns="0"/>
              <a:lstStyle/>
              <a:p>
                <a:endParaRPr lang="en-US"/>
              </a:p>
            </p:txBody>
          </p:sp>
          <p:sp>
            <p:nvSpPr>
              <p:cNvPr id="40987" name="AutoShape 20"/>
              <p:cNvSpPr/>
              <p:nvPr/>
            </p:nvSpPr>
            <p:spPr bwMode="auto">
              <a:xfrm>
                <a:off x="1952" y="3592"/>
                <a:ext cx="79" cy="71"/>
              </a:xfrm>
              <a:custGeom>
                <a:avLst/>
                <a:gdLst>
                  <a:gd name="T0" fmla="*/ 0 w 15062"/>
                  <a:gd name="T1" fmla="*/ 0 h 16541"/>
                  <a:gd name="T2" fmla="*/ 0 w 15062"/>
                  <a:gd name="T3" fmla="*/ 0 h 16541"/>
                  <a:gd name="T4" fmla="*/ 0 w 15062"/>
                  <a:gd name="T5" fmla="*/ 0 h 16541"/>
                  <a:gd name="T6" fmla="*/ 0 w 15062"/>
                  <a:gd name="T7" fmla="*/ 0 h 165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062" h="16541">
                    <a:moveTo>
                      <a:pt x="14515" y="12343"/>
                    </a:moveTo>
                    <a:cubicBezTo>
                      <a:pt x="17099" y="3086"/>
                      <a:pt x="10184" y="1435"/>
                      <a:pt x="1190" y="0"/>
                    </a:cubicBezTo>
                    <a:cubicBezTo>
                      <a:pt x="-4501" y="14689"/>
                      <a:pt x="11930" y="21600"/>
                      <a:pt x="14515" y="12343"/>
                    </a:cubicBezTo>
                    <a:close/>
                    <a:moveTo>
                      <a:pt x="14515" y="12343"/>
                    </a:moveTo>
                  </a:path>
                </a:pathLst>
              </a:custGeom>
              <a:solidFill>
                <a:srgbClr val="368FE2"/>
              </a:solidFill>
              <a:ln>
                <a:noFill/>
              </a:ln>
            </p:spPr>
            <p:txBody>
              <a:bodyPr lIns="0" tIns="0" rIns="0" bIns="0"/>
              <a:lstStyle/>
              <a:p>
                <a:endParaRPr lang="en-US"/>
              </a:p>
            </p:txBody>
          </p:sp>
          <p:sp>
            <p:nvSpPr>
              <p:cNvPr id="40988" name="AutoShape 21"/>
              <p:cNvSpPr/>
              <p:nvPr/>
            </p:nvSpPr>
            <p:spPr bwMode="auto">
              <a:xfrm>
                <a:off x="1572" y="1259"/>
                <a:ext cx="402" cy="375"/>
              </a:xfrm>
              <a:custGeom>
                <a:avLst/>
                <a:gdLst>
                  <a:gd name="T0" fmla="*/ 0 w 21093"/>
                  <a:gd name="T1" fmla="*/ 0 h 20901"/>
                  <a:gd name="T2" fmla="*/ 0 w 21093"/>
                  <a:gd name="T3" fmla="*/ 0 h 20901"/>
                  <a:gd name="T4" fmla="*/ 0 w 21093"/>
                  <a:gd name="T5" fmla="*/ 0 h 20901"/>
                  <a:gd name="T6" fmla="*/ 0 w 21093"/>
                  <a:gd name="T7" fmla="*/ 0 h 20901"/>
                  <a:gd name="T8" fmla="*/ 0 w 21093"/>
                  <a:gd name="T9" fmla="*/ 0 h 20901"/>
                  <a:gd name="T10" fmla="*/ 0 w 21093"/>
                  <a:gd name="T11" fmla="*/ 0 h 20901"/>
                  <a:gd name="T12" fmla="*/ 0 w 21093"/>
                  <a:gd name="T13" fmla="*/ 0 h 20901"/>
                  <a:gd name="T14" fmla="*/ 0 w 21093"/>
                  <a:gd name="T15" fmla="*/ 0 h 20901"/>
                  <a:gd name="T16" fmla="*/ 0 w 21093"/>
                  <a:gd name="T17" fmla="*/ 0 h 20901"/>
                  <a:gd name="T18" fmla="*/ 0 w 21093"/>
                  <a:gd name="T19" fmla="*/ 0 h 20901"/>
                  <a:gd name="T20" fmla="*/ 0 w 21093"/>
                  <a:gd name="T21" fmla="*/ 0 h 20901"/>
                  <a:gd name="T22" fmla="*/ 0 w 21093"/>
                  <a:gd name="T23" fmla="*/ 0 h 20901"/>
                  <a:gd name="T24" fmla="*/ 0 w 21093"/>
                  <a:gd name="T25" fmla="*/ 0 h 20901"/>
                  <a:gd name="T26" fmla="*/ 0 w 21093"/>
                  <a:gd name="T27" fmla="*/ 0 h 20901"/>
                  <a:gd name="T28" fmla="*/ 0 w 21093"/>
                  <a:gd name="T29" fmla="*/ 0 h 20901"/>
                  <a:gd name="T30" fmla="*/ 0 w 21093"/>
                  <a:gd name="T31" fmla="*/ 0 h 20901"/>
                  <a:gd name="T32" fmla="*/ 0 w 21093"/>
                  <a:gd name="T33" fmla="*/ 0 h 20901"/>
                  <a:gd name="T34" fmla="*/ 0 w 21093"/>
                  <a:gd name="T35" fmla="*/ 0 h 209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1093" h="20901">
                    <a:moveTo>
                      <a:pt x="21024" y="8155"/>
                    </a:moveTo>
                    <a:cubicBezTo>
                      <a:pt x="21346" y="6702"/>
                      <a:pt x="20497" y="5248"/>
                      <a:pt x="19128" y="4907"/>
                    </a:cubicBezTo>
                    <a:cubicBezTo>
                      <a:pt x="17963" y="4616"/>
                      <a:pt x="16804" y="5230"/>
                      <a:pt x="16284" y="6313"/>
                    </a:cubicBezTo>
                    <a:lnTo>
                      <a:pt x="9667" y="4663"/>
                    </a:lnTo>
                    <a:cubicBezTo>
                      <a:pt x="9829" y="2570"/>
                      <a:pt x="8534" y="610"/>
                      <a:pt x="6549" y="115"/>
                    </a:cubicBezTo>
                    <a:cubicBezTo>
                      <a:pt x="4363" y="-430"/>
                      <a:pt x="2175" y="1009"/>
                      <a:pt x="1662" y="3328"/>
                    </a:cubicBezTo>
                    <a:cubicBezTo>
                      <a:pt x="1196" y="5435"/>
                      <a:pt x="2273" y="7538"/>
                      <a:pt x="4111" y="8316"/>
                    </a:cubicBezTo>
                    <a:lnTo>
                      <a:pt x="2520" y="15504"/>
                    </a:lnTo>
                    <a:cubicBezTo>
                      <a:pt x="1375" y="15516"/>
                      <a:pt x="341" y="16344"/>
                      <a:pt x="68" y="17580"/>
                    </a:cubicBezTo>
                    <a:cubicBezTo>
                      <a:pt x="-254" y="19033"/>
                      <a:pt x="595" y="20487"/>
                      <a:pt x="1964" y="20829"/>
                    </a:cubicBezTo>
                    <a:cubicBezTo>
                      <a:pt x="3333" y="21170"/>
                      <a:pt x="4704" y="20269"/>
                      <a:pt x="5025" y="18816"/>
                    </a:cubicBezTo>
                    <a:cubicBezTo>
                      <a:pt x="5299" y="17580"/>
                      <a:pt x="4720" y="16350"/>
                      <a:pt x="3700" y="15799"/>
                    </a:cubicBezTo>
                    <a:lnTo>
                      <a:pt x="5291" y="8610"/>
                    </a:lnTo>
                    <a:cubicBezTo>
                      <a:pt x="7064" y="8765"/>
                      <a:pt x="8731" y="7669"/>
                      <a:pt x="9390" y="5915"/>
                    </a:cubicBezTo>
                    <a:lnTo>
                      <a:pt x="16007" y="7565"/>
                    </a:lnTo>
                    <a:cubicBezTo>
                      <a:pt x="16018" y="8780"/>
                      <a:pt x="16799" y="9877"/>
                      <a:pt x="17963" y="10167"/>
                    </a:cubicBezTo>
                    <a:cubicBezTo>
                      <a:pt x="19332" y="10508"/>
                      <a:pt x="20703" y="9607"/>
                      <a:pt x="21024" y="8155"/>
                    </a:cubicBezTo>
                    <a:close/>
                    <a:moveTo>
                      <a:pt x="21024" y="8155"/>
                    </a:moveTo>
                  </a:path>
                </a:pathLst>
              </a:custGeom>
              <a:solidFill>
                <a:srgbClr val="368FE2"/>
              </a:solidFill>
              <a:ln>
                <a:noFill/>
              </a:ln>
            </p:spPr>
            <p:txBody>
              <a:bodyPr lIns="0" tIns="0" rIns="0" bIns="0"/>
              <a:lstStyle/>
              <a:p>
                <a:endParaRPr lang="en-US"/>
              </a:p>
            </p:txBody>
          </p:sp>
          <p:sp>
            <p:nvSpPr>
              <p:cNvPr id="40989" name="AutoShape 22"/>
              <p:cNvSpPr/>
              <p:nvPr/>
            </p:nvSpPr>
            <p:spPr bwMode="auto">
              <a:xfrm>
                <a:off x="336" y="1888"/>
                <a:ext cx="415" cy="59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600">
                    <a:moveTo>
                      <a:pt x="19123" y="20648"/>
                    </a:moveTo>
                    <a:cubicBezTo>
                      <a:pt x="20669" y="19343"/>
                      <a:pt x="21600" y="17663"/>
                      <a:pt x="21600" y="15830"/>
                    </a:cubicBezTo>
                    <a:cubicBezTo>
                      <a:pt x="21600" y="12583"/>
                      <a:pt x="18679" y="9816"/>
                      <a:pt x="14587" y="8761"/>
                    </a:cubicBezTo>
                    <a:lnTo>
                      <a:pt x="14587" y="1697"/>
                    </a:lnTo>
                    <a:cubicBezTo>
                      <a:pt x="14587" y="760"/>
                      <a:pt x="13508" y="0"/>
                      <a:pt x="12176" y="0"/>
                    </a:cubicBezTo>
                    <a:lnTo>
                      <a:pt x="10800" y="0"/>
                    </a:lnTo>
                    <a:lnTo>
                      <a:pt x="9424" y="0"/>
                    </a:lnTo>
                    <a:cubicBezTo>
                      <a:pt x="8092" y="0"/>
                      <a:pt x="7013" y="760"/>
                      <a:pt x="7013" y="1697"/>
                    </a:cubicBezTo>
                    <a:lnTo>
                      <a:pt x="7013" y="8761"/>
                    </a:lnTo>
                    <a:cubicBezTo>
                      <a:pt x="2921" y="9816"/>
                      <a:pt x="0" y="12583"/>
                      <a:pt x="0" y="15830"/>
                    </a:cubicBezTo>
                    <a:cubicBezTo>
                      <a:pt x="0" y="17663"/>
                      <a:pt x="931" y="19343"/>
                      <a:pt x="2478" y="20648"/>
                    </a:cubicBezTo>
                    <a:cubicBezTo>
                      <a:pt x="2881" y="20988"/>
                      <a:pt x="3870" y="21590"/>
                      <a:pt x="5234" y="21590"/>
                    </a:cubicBezTo>
                    <a:cubicBezTo>
                      <a:pt x="7483" y="21591"/>
                      <a:pt x="9217" y="21596"/>
                      <a:pt x="10800" y="21600"/>
                    </a:cubicBezTo>
                    <a:cubicBezTo>
                      <a:pt x="12383" y="21596"/>
                      <a:pt x="14117" y="21591"/>
                      <a:pt x="16366" y="21590"/>
                    </a:cubicBezTo>
                    <a:cubicBezTo>
                      <a:pt x="17729" y="21590"/>
                      <a:pt x="18719" y="20988"/>
                      <a:pt x="19123" y="20648"/>
                    </a:cubicBezTo>
                    <a:close/>
                    <a:moveTo>
                      <a:pt x="19123" y="20648"/>
                    </a:moveTo>
                  </a:path>
                </a:pathLst>
              </a:custGeom>
              <a:solidFill>
                <a:srgbClr val="219271"/>
              </a:solidFill>
              <a:ln>
                <a:noFill/>
              </a:ln>
            </p:spPr>
            <p:txBody>
              <a:bodyPr lIns="0" tIns="0" rIns="0" bIns="0"/>
              <a:lstStyle/>
              <a:p>
                <a:endParaRPr lang="en-US"/>
              </a:p>
            </p:txBody>
          </p:sp>
          <p:sp>
            <p:nvSpPr>
              <p:cNvPr id="40990" name="AutoShape 23"/>
              <p:cNvSpPr/>
              <p:nvPr/>
            </p:nvSpPr>
            <p:spPr bwMode="auto">
              <a:xfrm>
                <a:off x="2180" y="2941"/>
                <a:ext cx="774" cy="5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0767" y="21583"/>
                    </a:moveTo>
                    <a:lnTo>
                      <a:pt x="10833" y="21583"/>
                    </a:lnTo>
                    <a:cubicBezTo>
                      <a:pt x="11307" y="21465"/>
                      <a:pt x="14247" y="20750"/>
                      <a:pt x="16184" y="20750"/>
                    </a:cubicBezTo>
                    <a:cubicBezTo>
                      <a:pt x="18294" y="20750"/>
                      <a:pt x="21600" y="21600"/>
                      <a:pt x="21600" y="21600"/>
                    </a:cubicBezTo>
                    <a:lnTo>
                      <a:pt x="21600" y="850"/>
                    </a:lnTo>
                    <a:cubicBezTo>
                      <a:pt x="21600" y="850"/>
                      <a:pt x="18466" y="0"/>
                      <a:pt x="16184" y="0"/>
                    </a:cubicBezTo>
                    <a:cubicBezTo>
                      <a:pt x="14037" y="0"/>
                      <a:pt x="11140" y="751"/>
                      <a:pt x="10800" y="842"/>
                    </a:cubicBezTo>
                    <a:cubicBezTo>
                      <a:pt x="10460" y="751"/>
                      <a:pt x="7563" y="0"/>
                      <a:pt x="5417" y="0"/>
                    </a:cubicBezTo>
                    <a:cubicBezTo>
                      <a:pt x="3134" y="0"/>
                      <a:pt x="0" y="850"/>
                      <a:pt x="0" y="850"/>
                    </a:cubicBezTo>
                    <a:lnTo>
                      <a:pt x="0" y="21600"/>
                    </a:lnTo>
                    <a:cubicBezTo>
                      <a:pt x="0" y="21600"/>
                      <a:pt x="3307" y="20750"/>
                      <a:pt x="5417" y="20750"/>
                    </a:cubicBezTo>
                    <a:cubicBezTo>
                      <a:pt x="7353" y="20750"/>
                      <a:pt x="10293" y="21465"/>
                      <a:pt x="10767" y="21583"/>
                    </a:cubicBezTo>
                    <a:close/>
                    <a:moveTo>
                      <a:pt x="10767" y="21583"/>
                    </a:moveTo>
                  </a:path>
                </a:pathLst>
              </a:custGeom>
              <a:solidFill>
                <a:srgbClr val="368FE2"/>
              </a:solidFill>
              <a:ln>
                <a:noFill/>
              </a:ln>
            </p:spPr>
            <p:txBody>
              <a:bodyPr lIns="0" tIns="0" rIns="0" bIns="0"/>
              <a:lstStyle/>
              <a:p>
                <a:endParaRPr lang="en-US"/>
              </a:p>
            </p:txBody>
          </p:sp>
          <p:sp>
            <p:nvSpPr>
              <p:cNvPr id="40991" name="AutoShape 24"/>
              <p:cNvSpPr/>
              <p:nvPr/>
            </p:nvSpPr>
            <p:spPr bwMode="auto">
              <a:xfrm>
                <a:off x="4175" y="1649"/>
                <a:ext cx="751" cy="53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1600" h="21600">
                    <a:moveTo>
                      <a:pt x="20331" y="2279"/>
                    </a:moveTo>
                    <a:lnTo>
                      <a:pt x="19338" y="2279"/>
                    </a:lnTo>
                    <a:lnTo>
                      <a:pt x="19338" y="1789"/>
                    </a:lnTo>
                    <a:cubicBezTo>
                      <a:pt x="19338" y="801"/>
                      <a:pt x="18770" y="0"/>
                      <a:pt x="18070" y="0"/>
                    </a:cubicBezTo>
                    <a:lnTo>
                      <a:pt x="14435" y="0"/>
                    </a:lnTo>
                    <a:cubicBezTo>
                      <a:pt x="13735" y="0"/>
                      <a:pt x="13167" y="801"/>
                      <a:pt x="13167" y="1789"/>
                    </a:cubicBezTo>
                    <a:lnTo>
                      <a:pt x="13167" y="2279"/>
                    </a:lnTo>
                    <a:lnTo>
                      <a:pt x="6444" y="2279"/>
                    </a:lnTo>
                    <a:lnTo>
                      <a:pt x="6444" y="1789"/>
                    </a:lnTo>
                    <a:cubicBezTo>
                      <a:pt x="6444" y="1170"/>
                      <a:pt x="6088" y="669"/>
                      <a:pt x="5649" y="669"/>
                    </a:cubicBezTo>
                    <a:lnTo>
                      <a:pt x="3372" y="669"/>
                    </a:lnTo>
                    <a:cubicBezTo>
                      <a:pt x="2934" y="669"/>
                      <a:pt x="2579" y="1170"/>
                      <a:pt x="2579" y="1789"/>
                    </a:cubicBezTo>
                    <a:lnTo>
                      <a:pt x="2579" y="2279"/>
                    </a:lnTo>
                    <a:lnTo>
                      <a:pt x="1268" y="2279"/>
                    </a:lnTo>
                    <a:cubicBezTo>
                      <a:pt x="568" y="2279"/>
                      <a:pt x="0" y="3079"/>
                      <a:pt x="0" y="4068"/>
                    </a:cubicBezTo>
                    <a:lnTo>
                      <a:pt x="0" y="10158"/>
                    </a:lnTo>
                    <a:lnTo>
                      <a:pt x="0" y="13721"/>
                    </a:lnTo>
                    <a:lnTo>
                      <a:pt x="0" y="19811"/>
                    </a:lnTo>
                    <a:cubicBezTo>
                      <a:pt x="0" y="20799"/>
                      <a:pt x="568" y="21600"/>
                      <a:pt x="1268" y="21600"/>
                    </a:cubicBezTo>
                    <a:lnTo>
                      <a:pt x="20331" y="21600"/>
                    </a:lnTo>
                    <a:cubicBezTo>
                      <a:pt x="21032" y="21600"/>
                      <a:pt x="21600" y="20799"/>
                      <a:pt x="21600" y="19811"/>
                    </a:cubicBezTo>
                    <a:lnTo>
                      <a:pt x="21600" y="13721"/>
                    </a:lnTo>
                    <a:lnTo>
                      <a:pt x="21600" y="10158"/>
                    </a:lnTo>
                    <a:lnTo>
                      <a:pt x="21600" y="4068"/>
                    </a:lnTo>
                    <a:cubicBezTo>
                      <a:pt x="21600" y="3079"/>
                      <a:pt x="21032" y="2279"/>
                      <a:pt x="20331" y="2279"/>
                    </a:cubicBezTo>
                    <a:close/>
                    <a:moveTo>
                      <a:pt x="20331" y="2279"/>
                    </a:moveTo>
                  </a:path>
                </a:pathLst>
              </a:custGeom>
              <a:solidFill>
                <a:srgbClr val="839494"/>
              </a:solidFill>
              <a:ln>
                <a:noFill/>
              </a:ln>
            </p:spPr>
            <p:txBody>
              <a:bodyPr lIns="0" tIns="0" rIns="0" bIns="0"/>
              <a:lstStyle/>
              <a:p>
                <a:endParaRPr lang="en-US"/>
              </a:p>
            </p:txBody>
          </p:sp>
          <p:sp>
            <p:nvSpPr>
              <p:cNvPr id="40992" name="AutoShape 25"/>
              <p:cNvSpPr/>
              <p:nvPr/>
            </p:nvSpPr>
            <p:spPr bwMode="auto">
              <a:xfrm>
                <a:off x="1117" y="2702"/>
                <a:ext cx="306" cy="308"/>
              </a:xfrm>
              <a:custGeom>
                <a:avLst/>
                <a:gdLst>
                  <a:gd name="T0" fmla="*/ 0 w 21227"/>
                  <a:gd name="T1" fmla="*/ 0 h 21189"/>
                  <a:gd name="T2" fmla="*/ 0 w 21227"/>
                  <a:gd name="T3" fmla="*/ 0 h 21189"/>
                  <a:gd name="T4" fmla="*/ 0 w 21227"/>
                  <a:gd name="T5" fmla="*/ 0 h 21189"/>
                  <a:gd name="T6" fmla="*/ 0 w 21227"/>
                  <a:gd name="T7" fmla="*/ 0 h 21189"/>
                  <a:gd name="T8" fmla="*/ 0 w 21227"/>
                  <a:gd name="T9" fmla="*/ 0 h 21189"/>
                  <a:gd name="T10" fmla="*/ 0 w 21227"/>
                  <a:gd name="T11" fmla="*/ 0 h 21189"/>
                  <a:gd name="T12" fmla="*/ 0 w 21227"/>
                  <a:gd name="T13" fmla="*/ 0 h 21189"/>
                  <a:gd name="T14" fmla="*/ 0 w 21227"/>
                  <a:gd name="T15" fmla="*/ 0 h 21189"/>
                  <a:gd name="T16" fmla="*/ 0 w 21227"/>
                  <a:gd name="T17" fmla="*/ 0 h 21189"/>
                  <a:gd name="T18" fmla="*/ 0 w 21227"/>
                  <a:gd name="T19" fmla="*/ 0 h 21189"/>
                  <a:gd name="T20" fmla="*/ 0 w 21227"/>
                  <a:gd name="T21" fmla="*/ 0 h 21189"/>
                  <a:gd name="T22" fmla="*/ 0 w 21227"/>
                  <a:gd name="T23" fmla="*/ 0 h 21189"/>
                  <a:gd name="T24" fmla="*/ 0 w 21227"/>
                  <a:gd name="T25" fmla="*/ 0 h 21189"/>
                  <a:gd name="T26" fmla="*/ 0 w 21227"/>
                  <a:gd name="T27" fmla="*/ 0 h 21189"/>
                  <a:gd name="T28" fmla="*/ 0 w 21227"/>
                  <a:gd name="T29" fmla="*/ 0 h 21189"/>
                  <a:gd name="T30" fmla="*/ 0 w 21227"/>
                  <a:gd name="T31" fmla="*/ 0 h 21189"/>
                  <a:gd name="T32" fmla="*/ 0 w 21227"/>
                  <a:gd name="T33" fmla="*/ 0 h 21189"/>
                  <a:gd name="T34" fmla="*/ 0 w 21227"/>
                  <a:gd name="T35" fmla="*/ 0 h 21189"/>
                  <a:gd name="T36" fmla="*/ 0 w 21227"/>
                  <a:gd name="T37" fmla="*/ 0 h 21189"/>
                  <a:gd name="T38" fmla="*/ 0 w 21227"/>
                  <a:gd name="T39" fmla="*/ 0 h 21189"/>
                  <a:gd name="T40" fmla="*/ 0 w 21227"/>
                  <a:gd name="T41" fmla="*/ 0 h 21189"/>
                  <a:gd name="T42" fmla="*/ 0 w 21227"/>
                  <a:gd name="T43" fmla="*/ 0 h 21189"/>
                  <a:gd name="T44" fmla="*/ 0 w 21227"/>
                  <a:gd name="T45" fmla="*/ 0 h 21189"/>
                  <a:gd name="T46" fmla="*/ 0 w 21227"/>
                  <a:gd name="T47" fmla="*/ 0 h 21189"/>
                  <a:gd name="T48" fmla="*/ 0 w 21227"/>
                  <a:gd name="T49" fmla="*/ 0 h 21189"/>
                  <a:gd name="T50" fmla="*/ 0 w 21227"/>
                  <a:gd name="T51" fmla="*/ 0 h 21189"/>
                  <a:gd name="T52" fmla="*/ 0 w 21227"/>
                  <a:gd name="T53" fmla="*/ 0 h 21189"/>
                  <a:gd name="T54" fmla="*/ 0 w 21227"/>
                  <a:gd name="T55" fmla="*/ 0 h 21189"/>
                  <a:gd name="T56" fmla="*/ 0 w 21227"/>
                  <a:gd name="T57" fmla="*/ 0 h 21189"/>
                  <a:gd name="T58" fmla="*/ 0 w 21227"/>
                  <a:gd name="T59" fmla="*/ 0 h 21189"/>
                  <a:gd name="T60" fmla="*/ 0 w 21227"/>
                  <a:gd name="T61" fmla="*/ 0 h 21189"/>
                  <a:gd name="T62" fmla="*/ 0 w 21227"/>
                  <a:gd name="T63" fmla="*/ 0 h 21189"/>
                  <a:gd name="T64" fmla="*/ 0 w 21227"/>
                  <a:gd name="T65" fmla="*/ 0 h 21189"/>
                  <a:gd name="T66" fmla="*/ 0 w 21227"/>
                  <a:gd name="T67" fmla="*/ 0 h 21189"/>
                  <a:gd name="T68" fmla="*/ 0 w 21227"/>
                  <a:gd name="T69" fmla="*/ 0 h 21189"/>
                  <a:gd name="T70" fmla="*/ 0 w 21227"/>
                  <a:gd name="T71" fmla="*/ 0 h 21189"/>
                  <a:gd name="T72" fmla="*/ 0 w 21227"/>
                  <a:gd name="T73" fmla="*/ 0 h 21189"/>
                  <a:gd name="T74" fmla="*/ 0 w 21227"/>
                  <a:gd name="T75" fmla="*/ 0 h 21189"/>
                  <a:gd name="T76" fmla="*/ 0 w 21227"/>
                  <a:gd name="T77" fmla="*/ 0 h 21189"/>
                  <a:gd name="T78" fmla="*/ 0 w 21227"/>
                  <a:gd name="T79" fmla="*/ 0 h 21189"/>
                  <a:gd name="T80" fmla="*/ 0 w 21227"/>
                  <a:gd name="T81" fmla="*/ 0 h 2118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1227" h="21189">
                    <a:moveTo>
                      <a:pt x="18379" y="11157"/>
                    </a:moveTo>
                    <a:cubicBezTo>
                      <a:pt x="17575" y="10923"/>
                      <a:pt x="16666" y="10879"/>
                      <a:pt x="15739" y="11073"/>
                    </a:cubicBezTo>
                    <a:cubicBezTo>
                      <a:pt x="13202" y="11609"/>
                      <a:pt x="11505" y="13722"/>
                      <a:pt x="11948" y="15795"/>
                    </a:cubicBezTo>
                    <a:cubicBezTo>
                      <a:pt x="12390" y="17866"/>
                      <a:pt x="14808" y="19113"/>
                      <a:pt x="17345" y="18579"/>
                    </a:cubicBezTo>
                    <a:cubicBezTo>
                      <a:pt x="19589" y="18106"/>
                      <a:pt x="21172" y="16399"/>
                      <a:pt x="21203" y="14578"/>
                    </a:cubicBezTo>
                    <a:cubicBezTo>
                      <a:pt x="21218" y="14497"/>
                      <a:pt x="21227" y="14416"/>
                      <a:pt x="21227" y="14334"/>
                    </a:cubicBezTo>
                    <a:lnTo>
                      <a:pt x="21227" y="1414"/>
                    </a:lnTo>
                    <a:cubicBezTo>
                      <a:pt x="21227" y="1412"/>
                      <a:pt x="21227" y="1412"/>
                      <a:pt x="21227" y="1411"/>
                    </a:cubicBezTo>
                    <a:cubicBezTo>
                      <a:pt x="21227" y="1367"/>
                      <a:pt x="21218" y="1321"/>
                      <a:pt x="21214" y="1276"/>
                    </a:cubicBezTo>
                    <a:cubicBezTo>
                      <a:pt x="21209" y="1225"/>
                      <a:pt x="21207" y="1173"/>
                      <a:pt x="21198" y="1124"/>
                    </a:cubicBezTo>
                    <a:cubicBezTo>
                      <a:pt x="21198" y="1123"/>
                      <a:pt x="21198" y="1122"/>
                      <a:pt x="21198" y="1122"/>
                    </a:cubicBezTo>
                    <a:cubicBezTo>
                      <a:pt x="21194" y="1107"/>
                      <a:pt x="21187" y="1095"/>
                      <a:pt x="21184" y="1082"/>
                    </a:cubicBezTo>
                    <a:cubicBezTo>
                      <a:pt x="21165" y="1003"/>
                      <a:pt x="21142" y="927"/>
                      <a:pt x="21111" y="855"/>
                    </a:cubicBezTo>
                    <a:cubicBezTo>
                      <a:pt x="21096" y="820"/>
                      <a:pt x="21075" y="789"/>
                      <a:pt x="21057" y="756"/>
                    </a:cubicBezTo>
                    <a:cubicBezTo>
                      <a:pt x="21032" y="708"/>
                      <a:pt x="21009" y="660"/>
                      <a:pt x="20978" y="616"/>
                    </a:cubicBezTo>
                    <a:cubicBezTo>
                      <a:pt x="20952" y="579"/>
                      <a:pt x="20921" y="546"/>
                      <a:pt x="20890" y="511"/>
                    </a:cubicBezTo>
                    <a:cubicBezTo>
                      <a:pt x="20862" y="476"/>
                      <a:pt x="20834" y="439"/>
                      <a:pt x="20801" y="407"/>
                    </a:cubicBezTo>
                    <a:cubicBezTo>
                      <a:pt x="20771" y="377"/>
                      <a:pt x="20736" y="352"/>
                      <a:pt x="20702" y="325"/>
                    </a:cubicBezTo>
                    <a:cubicBezTo>
                      <a:pt x="20664" y="295"/>
                      <a:pt x="20629" y="262"/>
                      <a:pt x="20588" y="235"/>
                    </a:cubicBezTo>
                    <a:cubicBezTo>
                      <a:pt x="20555" y="213"/>
                      <a:pt x="20519" y="198"/>
                      <a:pt x="20483" y="179"/>
                    </a:cubicBezTo>
                    <a:cubicBezTo>
                      <a:pt x="20438" y="154"/>
                      <a:pt x="20394" y="127"/>
                      <a:pt x="20346" y="108"/>
                    </a:cubicBezTo>
                    <a:cubicBezTo>
                      <a:pt x="20302" y="90"/>
                      <a:pt x="20257" y="79"/>
                      <a:pt x="20212" y="66"/>
                    </a:cubicBezTo>
                    <a:cubicBezTo>
                      <a:pt x="20169" y="54"/>
                      <a:pt x="20128" y="37"/>
                      <a:pt x="20083" y="28"/>
                    </a:cubicBezTo>
                    <a:cubicBezTo>
                      <a:pt x="20011" y="13"/>
                      <a:pt x="19937" y="9"/>
                      <a:pt x="19863" y="7"/>
                    </a:cubicBezTo>
                    <a:cubicBezTo>
                      <a:pt x="19843" y="5"/>
                      <a:pt x="19824" y="0"/>
                      <a:pt x="19803" y="0"/>
                    </a:cubicBezTo>
                    <a:cubicBezTo>
                      <a:pt x="19802" y="0"/>
                      <a:pt x="19802" y="1"/>
                      <a:pt x="19801" y="1"/>
                    </a:cubicBezTo>
                    <a:cubicBezTo>
                      <a:pt x="19751" y="1"/>
                      <a:pt x="19701" y="11"/>
                      <a:pt x="19651" y="16"/>
                    </a:cubicBezTo>
                    <a:cubicBezTo>
                      <a:pt x="19604" y="20"/>
                      <a:pt x="19557" y="22"/>
                      <a:pt x="19512" y="31"/>
                    </a:cubicBezTo>
                    <a:cubicBezTo>
                      <a:pt x="19511" y="31"/>
                      <a:pt x="19510" y="31"/>
                      <a:pt x="19510" y="31"/>
                    </a:cubicBezTo>
                    <a:lnTo>
                      <a:pt x="7631" y="2519"/>
                    </a:lnTo>
                    <a:cubicBezTo>
                      <a:pt x="6973" y="2656"/>
                      <a:pt x="6501" y="3233"/>
                      <a:pt x="6501" y="3902"/>
                    </a:cubicBezTo>
                    <a:lnTo>
                      <a:pt x="6501" y="13645"/>
                    </a:lnTo>
                    <a:cubicBezTo>
                      <a:pt x="5698" y="13411"/>
                      <a:pt x="4789" y="13368"/>
                      <a:pt x="3862" y="13562"/>
                    </a:cubicBezTo>
                    <a:cubicBezTo>
                      <a:pt x="1325" y="14098"/>
                      <a:pt x="-373" y="16211"/>
                      <a:pt x="70" y="18283"/>
                    </a:cubicBezTo>
                    <a:cubicBezTo>
                      <a:pt x="513" y="20354"/>
                      <a:pt x="2930" y="21600"/>
                      <a:pt x="5467" y="21065"/>
                    </a:cubicBezTo>
                    <a:cubicBezTo>
                      <a:pt x="7710" y="20592"/>
                      <a:pt x="9294" y="18887"/>
                      <a:pt x="9326" y="17065"/>
                    </a:cubicBezTo>
                    <a:cubicBezTo>
                      <a:pt x="9340" y="16985"/>
                      <a:pt x="9349" y="16903"/>
                      <a:pt x="9349" y="16821"/>
                    </a:cubicBezTo>
                    <a:lnTo>
                      <a:pt x="9349" y="5047"/>
                    </a:lnTo>
                    <a:lnTo>
                      <a:pt x="18379" y="3156"/>
                    </a:lnTo>
                    <a:cubicBezTo>
                      <a:pt x="18379" y="3156"/>
                      <a:pt x="18379" y="11157"/>
                      <a:pt x="18379" y="11157"/>
                    </a:cubicBezTo>
                    <a:close/>
                    <a:moveTo>
                      <a:pt x="18379" y="11157"/>
                    </a:moveTo>
                  </a:path>
                </a:pathLst>
              </a:custGeom>
              <a:solidFill>
                <a:srgbClr val="219271"/>
              </a:solidFill>
              <a:ln>
                <a:noFill/>
              </a:ln>
            </p:spPr>
            <p:txBody>
              <a:bodyPr lIns="0" tIns="0" rIns="0" bIns="0"/>
              <a:lstStyle/>
              <a:p>
                <a:endParaRPr lang="en-US"/>
              </a:p>
            </p:txBody>
          </p:sp>
          <p:sp>
            <p:nvSpPr>
              <p:cNvPr id="40993" name="AutoShape 26"/>
              <p:cNvSpPr/>
              <p:nvPr/>
            </p:nvSpPr>
            <p:spPr bwMode="auto">
              <a:xfrm>
                <a:off x="3221" y="1367"/>
                <a:ext cx="206" cy="207"/>
              </a:xfrm>
              <a:custGeom>
                <a:avLst/>
                <a:gdLst>
                  <a:gd name="T0" fmla="*/ 0 w 21228"/>
                  <a:gd name="T1" fmla="*/ 0 h 21189"/>
                  <a:gd name="T2" fmla="*/ 0 w 21228"/>
                  <a:gd name="T3" fmla="*/ 0 h 21189"/>
                  <a:gd name="T4" fmla="*/ 0 w 21228"/>
                  <a:gd name="T5" fmla="*/ 0 h 21189"/>
                  <a:gd name="T6" fmla="*/ 0 w 21228"/>
                  <a:gd name="T7" fmla="*/ 0 h 21189"/>
                  <a:gd name="T8" fmla="*/ 0 w 21228"/>
                  <a:gd name="T9" fmla="*/ 0 h 21189"/>
                  <a:gd name="T10" fmla="*/ 0 w 21228"/>
                  <a:gd name="T11" fmla="*/ 0 h 21189"/>
                  <a:gd name="T12" fmla="*/ 0 w 21228"/>
                  <a:gd name="T13" fmla="*/ 0 h 21189"/>
                  <a:gd name="T14" fmla="*/ 0 w 21228"/>
                  <a:gd name="T15" fmla="*/ 0 h 21189"/>
                  <a:gd name="T16" fmla="*/ 0 w 21228"/>
                  <a:gd name="T17" fmla="*/ 0 h 21189"/>
                  <a:gd name="T18" fmla="*/ 0 w 21228"/>
                  <a:gd name="T19" fmla="*/ 0 h 21189"/>
                  <a:gd name="T20" fmla="*/ 0 w 21228"/>
                  <a:gd name="T21" fmla="*/ 0 h 21189"/>
                  <a:gd name="T22" fmla="*/ 0 w 21228"/>
                  <a:gd name="T23" fmla="*/ 0 h 21189"/>
                  <a:gd name="T24" fmla="*/ 0 w 21228"/>
                  <a:gd name="T25" fmla="*/ 0 h 21189"/>
                  <a:gd name="T26" fmla="*/ 0 w 21228"/>
                  <a:gd name="T27" fmla="*/ 0 h 21189"/>
                  <a:gd name="T28" fmla="*/ 0 w 21228"/>
                  <a:gd name="T29" fmla="*/ 0 h 21189"/>
                  <a:gd name="T30" fmla="*/ 0 w 21228"/>
                  <a:gd name="T31" fmla="*/ 0 h 21189"/>
                  <a:gd name="T32" fmla="*/ 0 w 21228"/>
                  <a:gd name="T33" fmla="*/ 0 h 21189"/>
                  <a:gd name="T34" fmla="*/ 0 w 21228"/>
                  <a:gd name="T35" fmla="*/ 0 h 21189"/>
                  <a:gd name="T36" fmla="*/ 0 w 21228"/>
                  <a:gd name="T37" fmla="*/ 0 h 21189"/>
                  <a:gd name="T38" fmla="*/ 0 w 21228"/>
                  <a:gd name="T39" fmla="*/ 0 h 21189"/>
                  <a:gd name="T40" fmla="*/ 0 w 21228"/>
                  <a:gd name="T41" fmla="*/ 0 h 21189"/>
                  <a:gd name="T42" fmla="*/ 0 w 21228"/>
                  <a:gd name="T43" fmla="*/ 0 h 21189"/>
                  <a:gd name="T44" fmla="*/ 0 w 21228"/>
                  <a:gd name="T45" fmla="*/ 0 h 21189"/>
                  <a:gd name="T46" fmla="*/ 0 w 21228"/>
                  <a:gd name="T47" fmla="*/ 0 h 21189"/>
                  <a:gd name="T48" fmla="*/ 0 w 21228"/>
                  <a:gd name="T49" fmla="*/ 0 h 21189"/>
                  <a:gd name="T50" fmla="*/ 0 w 21228"/>
                  <a:gd name="T51" fmla="*/ 0 h 21189"/>
                  <a:gd name="T52" fmla="*/ 0 w 21228"/>
                  <a:gd name="T53" fmla="*/ 0 h 21189"/>
                  <a:gd name="T54" fmla="*/ 0 w 21228"/>
                  <a:gd name="T55" fmla="*/ 0 h 21189"/>
                  <a:gd name="T56" fmla="*/ 0 w 21228"/>
                  <a:gd name="T57" fmla="*/ 0 h 21189"/>
                  <a:gd name="T58" fmla="*/ 0 w 21228"/>
                  <a:gd name="T59" fmla="*/ 0 h 21189"/>
                  <a:gd name="T60" fmla="*/ 0 w 21228"/>
                  <a:gd name="T61" fmla="*/ 0 h 21189"/>
                  <a:gd name="T62" fmla="*/ 0 w 21228"/>
                  <a:gd name="T63" fmla="*/ 0 h 21189"/>
                  <a:gd name="T64" fmla="*/ 0 w 21228"/>
                  <a:gd name="T65" fmla="*/ 0 h 21189"/>
                  <a:gd name="T66" fmla="*/ 0 w 21228"/>
                  <a:gd name="T67" fmla="*/ 0 h 21189"/>
                  <a:gd name="T68" fmla="*/ 0 w 21228"/>
                  <a:gd name="T69" fmla="*/ 0 h 21189"/>
                  <a:gd name="T70" fmla="*/ 0 w 21228"/>
                  <a:gd name="T71" fmla="*/ 0 h 21189"/>
                  <a:gd name="T72" fmla="*/ 0 w 21228"/>
                  <a:gd name="T73" fmla="*/ 0 h 21189"/>
                  <a:gd name="T74" fmla="*/ 0 w 21228"/>
                  <a:gd name="T75" fmla="*/ 0 h 21189"/>
                  <a:gd name="T76" fmla="*/ 0 w 21228"/>
                  <a:gd name="T77" fmla="*/ 0 h 21189"/>
                  <a:gd name="T78" fmla="*/ 0 w 21228"/>
                  <a:gd name="T79" fmla="*/ 0 h 21189"/>
                  <a:gd name="T80" fmla="*/ 0 w 21228"/>
                  <a:gd name="T81" fmla="*/ 0 h 2118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1228" h="21189">
                    <a:moveTo>
                      <a:pt x="17346" y="18579"/>
                    </a:moveTo>
                    <a:cubicBezTo>
                      <a:pt x="19589" y="18106"/>
                      <a:pt x="21172" y="16399"/>
                      <a:pt x="21204" y="14579"/>
                    </a:cubicBezTo>
                    <a:cubicBezTo>
                      <a:pt x="21219" y="14497"/>
                      <a:pt x="21228" y="14416"/>
                      <a:pt x="21228" y="14333"/>
                    </a:cubicBezTo>
                    <a:lnTo>
                      <a:pt x="21228" y="1413"/>
                    </a:lnTo>
                    <a:cubicBezTo>
                      <a:pt x="21228" y="1412"/>
                      <a:pt x="21228" y="1411"/>
                      <a:pt x="21228" y="1411"/>
                    </a:cubicBezTo>
                    <a:cubicBezTo>
                      <a:pt x="21228" y="1367"/>
                      <a:pt x="21219" y="1321"/>
                      <a:pt x="21215" y="1276"/>
                    </a:cubicBezTo>
                    <a:cubicBezTo>
                      <a:pt x="21209" y="1225"/>
                      <a:pt x="21208" y="1173"/>
                      <a:pt x="21198" y="1124"/>
                    </a:cubicBezTo>
                    <a:cubicBezTo>
                      <a:pt x="21198" y="1123"/>
                      <a:pt x="21198" y="1122"/>
                      <a:pt x="21198" y="1121"/>
                    </a:cubicBezTo>
                    <a:cubicBezTo>
                      <a:pt x="21195" y="1107"/>
                      <a:pt x="21188" y="1096"/>
                      <a:pt x="21184" y="1081"/>
                    </a:cubicBezTo>
                    <a:cubicBezTo>
                      <a:pt x="21166" y="1003"/>
                      <a:pt x="21143" y="927"/>
                      <a:pt x="21112" y="856"/>
                    </a:cubicBezTo>
                    <a:cubicBezTo>
                      <a:pt x="21097" y="820"/>
                      <a:pt x="21075" y="789"/>
                      <a:pt x="21058" y="756"/>
                    </a:cubicBezTo>
                    <a:cubicBezTo>
                      <a:pt x="21031" y="708"/>
                      <a:pt x="21009" y="660"/>
                      <a:pt x="20979" y="616"/>
                    </a:cubicBezTo>
                    <a:cubicBezTo>
                      <a:pt x="20953" y="578"/>
                      <a:pt x="20921" y="546"/>
                      <a:pt x="20890" y="511"/>
                    </a:cubicBezTo>
                    <a:cubicBezTo>
                      <a:pt x="20862" y="476"/>
                      <a:pt x="20835" y="439"/>
                      <a:pt x="20802" y="407"/>
                    </a:cubicBezTo>
                    <a:cubicBezTo>
                      <a:pt x="20771" y="377"/>
                      <a:pt x="20736" y="352"/>
                      <a:pt x="20704" y="325"/>
                    </a:cubicBezTo>
                    <a:cubicBezTo>
                      <a:pt x="20664" y="295"/>
                      <a:pt x="20629" y="262"/>
                      <a:pt x="20589" y="235"/>
                    </a:cubicBezTo>
                    <a:cubicBezTo>
                      <a:pt x="20555" y="213"/>
                      <a:pt x="20519" y="198"/>
                      <a:pt x="20483" y="178"/>
                    </a:cubicBezTo>
                    <a:cubicBezTo>
                      <a:pt x="20438" y="154"/>
                      <a:pt x="20395" y="127"/>
                      <a:pt x="20346" y="107"/>
                    </a:cubicBezTo>
                    <a:cubicBezTo>
                      <a:pt x="20301" y="89"/>
                      <a:pt x="20257" y="79"/>
                      <a:pt x="20212" y="66"/>
                    </a:cubicBezTo>
                    <a:cubicBezTo>
                      <a:pt x="20170" y="54"/>
                      <a:pt x="20128" y="37"/>
                      <a:pt x="20083" y="28"/>
                    </a:cubicBezTo>
                    <a:cubicBezTo>
                      <a:pt x="20011" y="14"/>
                      <a:pt x="19938" y="9"/>
                      <a:pt x="19863" y="7"/>
                    </a:cubicBezTo>
                    <a:cubicBezTo>
                      <a:pt x="19844" y="5"/>
                      <a:pt x="19825" y="0"/>
                      <a:pt x="19803" y="0"/>
                    </a:cubicBezTo>
                    <a:cubicBezTo>
                      <a:pt x="19803" y="0"/>
                      <a:pt x="19802" y="1"/>
                      <a:pt x="19801" y="1"/>
                    </a:cubicBezTo>
                    <a:cubicBezTo>
                      <a:pt x="19751" y="1"/>
                      <a:pt x="19702" y="10"/>
                      <a:pt x="19651" y="16"/>
                    </a:cubicBezTo>
                    <a:cubicBezTo>
                      <a:pt x="19605" y="20"/>
                      <a:pt x="19557" y="21"/>
                      <a:pt x="19513" y="31"/>
                    </a:cubicBezTo>
                    <a:cubicBezTo>
                      <a:pt x="19511" y="31"/>
                      <a:pt x="19510" y="31"/>
                      <a:pt x="19510" y="31"/>
                    </a:cubicBezTo>
                    <a:lnTo>
                      <a:pt x="7632" y="2518"/>
                    </a:lnTo>
                    <a:cubicBezTo>
                      <a:pt x="6974" y="2656"/>
                      <a:pt x="6502" y="3233"/>
                      <a:pt x="6502" y="3902"/>
                    </a:cubicBezTo>
                    <a:lnTo>
                      <a:pt x="6502" y="13646"/>
                    </a:lnTo>
                    <a:cubicBezTo>
                      <a:pt x="5699" y="13411"/>
                      <a:pt x="4790" y="13368"/>
                      <a:pt x="3861" y="13562"/>
                    </a:cubicBezTo>
                    <a:cubicBezTo>
                      <a:pt x="1325" y="14098"/>
                      <a:pt x="-372" y="16211"/>
                      <a:pt x="71" y="18283"/>
                    </a:cubicBezTo>
                    <a:cubicBezTo>
                      <a:pt x="514" y="20354"/>
                      <a:pt x="2930" y="21600"/>
                      <a:pt x="5467" y="21065"/>
                    </a:cubicBezTo>
                    <a:cubicBezTo>
                      <a:pt x="7711" y="20593"/>
                      <a:pt x="9294" y="18887"/>
                      <a:pt x="9327" y="17065"/>
                    </a:cubicBezTo>
                    <a:cubicBezTo>
                      <a:pt x="9341" y="16985"/>
                      <a:pt x="9350" y="16903"/>
                      <a:pt x="9350" y="16821"/>
                    </a:cubicBezTo>
                    <a:lnTo>
                      <a:pt x="9350" y="5046"/>
                    </a:lnTo>
                    <a:lnTo>
                      <a:pt x="18379" y="3156"/>
                    </a:lnTo>
                    <a:lnTo>
                      <a:pt x="18379" y="11156"/>
                    </a:lnTo>
                    <a:cubicBezTo>
                      <a:pt x="17575" y="10923"/>
                      <a:pt x="16667" y="10879"/>
                      <a:pt x="15741" y="11073"/>
                    </a:cubicBezTo>
                    <a:cubicBezTo>
                      <a:pt x="13201" y="11609"/>
                      <a:pt x="11505" y="13722"/>
                      <a:pt x="11948" y="15794"/>
                    </a:cubicBezTo>
                    <a:cubicBezTo>
                      <a:pt x="12392" y="17867"/>
                      <a:pt x="14809" y="19113"/>
                      <a:pt x="17346" y="18579"/>
                    </a:cubicBezTo>
                    <a:close/>
                    <a:moveTo>
                      <a:pt x="17346" y="18579"/>
                    </a:moveTo>
                  </a:path>
                </a:pathLst>
              </a:custGeom>
              <a:solidFill>
                <a:srgbClr val="368FE2"/>
              </a:solidFill>
              <a:ln>
                <a:noFill/>
              </a:ln>
            </p:spPr>
            <p:txBody>
              <a:bodyPr lIns="0" tIns="0" rIns="0" bIns="0"/>
              <a:lstStyle/>
              <a:p>
                <a:endParaRPr lang="en-US"/>
              </a:p>
            </p:txBody>
          </p:sp>
          <p:sp>
            <p:nvSpPr>
              <p:cNvPr id="40994" name="AutoShape 27"/>
              <p:cNvSpPr/>
              <p:nvPr/>
            </p:nvSpPr>
            <p:spPr bwMode="auto">
              <a:xfrm>
                <a:off x="3177" y="3483"/>
                <a:ext cx="304" cy="288"/>
              </a:xfrm>
              <a:custGeom>
                <a:avLst/>
                <a:gdLst>
                  <a:gd name="T0" fmla="*/ 0 w 20891"/>
                  <a:gd name="T1" fmla="*/ 0 h 20573"/>
                  <a:gd name="T2" fmla="*/ 0 w 20891"/>
                  <a:gd name="T3" fmla="*/ 0 h 20573"/>
                  <a:gd name="T4" fmla="*/ 0 w 20891"/>
                  <a:gd name="T5" fmla="*/ 0 h 20573"/>
                  <a:gd name="T6" fmla="*/ 0 w 20891"/>
                  <a:gd name="T7" fmla="*/ 0 h 20573"/>
                  <a:gd name="T8" fmla="*/ 0 w 20891"/>
                  <a:gd name="T9" fmla="*/ 0 h 20573"/>
                  <a:gd name="T10" fmla="*/ 0 w 20891"/>
                  <a:gd name="T11" fmla="*/ 0 h 20573"/>
                  <a:gd name="T12" fmla="*/ 0 w 20891"/>
                  <a:gd name="T13" fmla="*/ 0 h 20573"/>
                  <a:gd name="T14" fmla="*/ 0 w 20891"/>
                  <a:gd name="T15" fmla="*/ 0 h 20573"/>
                  <a:gd name="T16" fmla="*/ 0 w 20891"/>
                  <a:gd name="T17" fmla="*/ 0 h 20573"/>
                  <a:gd name="T18" fmla="*/ 0 w 20891"/>
                  <a:gd name="T19" fmla="*/ 0 h 20573"/>
                  <a:gd name="T20" fmla="*/ 0 w 20891"/>
                  <a:gd name="T21" fmla="*/ 0 h 20573"/>
                  <a:gd name="T22" fmla="*/ 0 w 20891"/>
                  <a:gd name="T23" fmla="*/ 0 h 20573"/>
                  <a:gd name="T24" fmla="*/ 0 w 20891"/>
                  <a:gd name="T25" fmla="*/ 0 h 20573"/>
                  <a:gd name="T26" fmla="*/ 0 w 20891"/>
                  <a:gd name="T27" fmla="*/ 0 h 20573"/>
                  <a:gd name="T28" fmla="*/ 0 w 20891"/>
                  <a:gd name="T29" fmla="*/ 0 h 20573"/>
                  <a:gd name="T30" fmla="*/ 0 w 20891"/>
                  <a:gd name="T31" fmla="*/ 0 h 20573"/>
                  <a:gd name="T32" fmla="*/ 0 w 20891"/>
                  <a:gd name="T33" fmla="*/ 0 h 20573"/>
                  <a:gd name="T34" fmla="*/ 0 w 20891"/>
                  <a:gd name="T35" fmla="*/ 0 h 20573"/>
                  <a:gd name="T36" fmla="*/ 0 w 20891"/>
                  <a:gd name="T37" fmla="*/ 0 h 205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891" h="20573">
                    <a:moveTo>
                      <a:pt x="20437" y="3707"/>
                    </a:moveTo>
                    <a:cubicBezTo>
                      <a:pt x="17835" y="4378"/>
                      <a:pt x="16045" y="2462"/>
                      <a:pt x="14151" y="944"/>
                    </a:cubicBezTo>
                    <a:cubicBezTo>
                      <a:pt x="12034" y="-753"/>
                      <a:pt x="10670" y="241"/>
                      <a:pt x="10132" y="824"/>
                    </a:cubicBezTo>
                    <a:cubicBezTo>
                      <a:pt x="9888" y="945"/>
                      <a:pt x="9719" y="1203"/>
                      <a:pt x="9719" y="1502"/>
                    </a:cubicBezTo>
                    <a:lnTo>
                      <a:pt x="9719" y="2687"/>
                    </a:lnTo>
                    <a:cubicBezTo>
                      <a:pt x="9710" y="2955"/>
                      <a:pt x="9711" y="3223"/>
                      <a:pt x="9719" y="3491"/>
                    </a:cubicBezTo>
                    <a:lnTo>
                      <a:pt x="9719" y="12395"/>
                    </a:lnTo>
                    <a:cubicBezTo>
                      <a:pt x="7920" y="11676"/>
                      <a:pt x="6205" y="11504"/>
                      <a:pt x="4381" y="12079"/>
                    </a:cubicBezTo>
                    <a:cubicBezTo>
                      <a:pt x="2423" y="12695"/>
                      <a:pt x="515" y="14236"/>
                      <a:pt x="113" y="16244"/>
                    </a:cubicBezTo>
                    <a:cubicBezTo>
                      <a:pt x="-709" y="20345"/>
                      <a:pt x="3158" y="20847"/>
                      <a:pt x="5676" y="20470"/>
                    </a:cubicBezTo>
                    <a:cubicBezTo>
                      <a:pt x="10513" y="19748"/>
                      <a:pt x="11470" y="17261"/>
                      <a:pt x="11320" y="13562"/>
                    </a:cubicBezTo>
                    <a:cubicBezTo>
                      <a:pt x="11271" y="12441"/>
                      <a:pt x="11223" y="11317"/>
                      <a:pt x="11172" y="10194"/>
                    </a:cubicBezTo>
                    <a:lnTo>
                      <a:pt x="11172" y="6988"/>
                    </a:lnTo>
                    <a:cubicBezTo>
                      <a:pt x="11870" y="5665"/>
                      <a:pt x="15288" y="6835"/>
                      <a:pt x="15896" y="6922"/>
                    </a:cubicBezTo>
                    <a:cubicBezTo>
                      <a:pt x="17604" y="7163"/>
                      <a:pt x="19030" y="6783"/>
                      <a:pt x="20864" y="4386"/>
                    </a:cubicBezTo>
                    <a:lnTo>
                      <a:pt x="20891" y="3996"/>
                    </a:lnTo>
                    <a:lnTo>
                      <a:pt x="20800" y="3810"/>
                    </a:lnTo>
                    <a:cubicBezTo>
                      <a:pt x="20800" y="3810"/>
                      <a:pt x="20437" y="3707"/>
                      <a:pt x="20437" y="3707"/>
                    </a:cubicBezTo>
                    <a:close/>
                    <a:moveTo>
                      <a:pt x="20437" y="3707"/>
                    </a:moveTo>
                  </a:path>
                </a:pathLst>
              </a:custGeom>
              <a:solidFill>
                <a:srgbClr val="368FE2"/>
              </a:solidFill>
              <a:ln>
                <a:noFill/>
              </a:ln>
            </p:spPr>
            <p:txBody>
              <a:bodyPr lIns="0" tIns="0" rIns="0" bIns="0"/>
              <a:lstStyle/>
              <a:p>
                <a:endParaRPr lang="en-US"/>
              </a:p>
            </p:txBody>
          </p:sp>
          <p:sp>
            <p:nvSpPr>
              <p:cNvPr id="40995" name="AutoShape 28"/>
              <p:cNvSpPr/>
              <p:nvPr/>
            </p:nvSpPr>
            <p:spPr bwMode="auto">
              <a:xfrm>
                <a:off x="3872" y="1682"/>
                <a:ext cx="207" cy="196"/>
              </a:xfrm>
              <a:custGeom>
                <a:avLst/>
                <a:gdLst>
                  <a:gd name="T0" fmla="*/ 0 w 20891"/>
                  <a:gd name="T1" fmla="*/ 0 h 20573"/>
                  <a:gd name="T2" fmla="*/ 0 w 20891"/>
                  <a:gd name="T3" fmla="*/ 0 h 20573"/>
                  <a:gd name="T4" fmla="*/ 0 w 20891"/>
                  <a:gd name="T5" fmla="*/ 0 h 20573"/>
                  <a:gd name="T6" fmla="*/ 0 w 20891"/>
                  <a:gd name="T7" fmla="*/ 0 h 20573"/>
                  <a:gd name="T8" fmla="*/ 0 w 20891"/>
                  <a:gd name="T9" fmla="*/ 0 h 20573"/>
                  <a:gd name="T10" fmla="*/ 0 w 20891"/>
                  <a:gd name="T11" fmla="*/ 0 h 20573"/>
                  <a:gd name="T12" fmla="*/ 0 w 20891"/>
                  <a:gd name="T13" fmla="*/ 0 h 20573"/>
                  <a:gd name="T14" fmla="*/ 0 w 20891"/>
                  <a:gd name="T15" fmla="*/ 0 h 20573"/>
                  <a:gd name="T16" fmla="*/ 0 w 20891"/>
                  <a:gd name="T17" fmla="*/ 0 h 20573"/>
                  <a:gd name="T18" fmla="*/ 0 w 20891"/>
                  <a:gd name="T19" fmla="*/ 0 h 20573"/>
                  <a:gd name="T20" fmla="*/ 0 w 20891"/>
                  <a:gd name="T21" fmla="*/ 0 h 20573"/>
                  <a:gd name="T22" fmla="*/ 0 w 20891"/>
                  <a:gd name="T23" fmla="*/ 0 h 20573"/>
                  <a:gd name="T24" fmla="*/ 0 w 20891"/>
                  <a:gd name="T25" fmla="*/ 0 h 20573"/>
                  <a:gd name="T26" fmla="*/ 0 w 20891"/>
                  <a:gd name="T27" fmla="*/ 0 h 20573"/>
                  <a:gd name="T28" fmla="*/ 0 w 20891"/>
                  <a:gd name="T29" fmla="*/ 0 h 20573"/>
                  <a:gd name="T30" fmla="*/ 0 w 20891"/>
                  <a:gd name="T31" fmla="*/ 0 h 20573"/>
                  <a:gd name="T32" fmla="*/ 0 w 20891"/>
                  <a:gd name="T33" fmla="*/ 0 h 20573"/>
                  <a:gd name="T34" fmla="*/ 0 w 20891"/>
                  <a:gd name="T35" fmla="*/ 0 h 20573"/>
                  <a:gd name="T36" fmla="*/ 0 w 20891"/>
                  <a:gd name="T37" fmla="*/ 0 h 205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891" h="20573">
                    <a:moveTo>
                      <a:pt x="15896" y="6922"/>
                    </a:moveTo>
                    <a:cubicBezTo>
                      <a:pt x="17604" y="7163"/>
                      <a:pt x="19031" y="6783"/>
                      <a:pt x="20864" y="4385"/>
                    </a:cubicBezTo>
                    <a:lnTo>
                      <a:pt x="20891" y="3996"/>
                    </a:lnTo>
                    <a:lnTo>
                      <a:pt x="20800" y="3810"/>
                    </a:lnTo>
                    <a:lnTo>
                      <a:pt x="20438" y="3707"/>
                    </a:lnTo>
                    <a:cubicBezTo>
                      <a:pt x="17836" y="4378"/>
                      <a:pt x="16045" y="2462"/>
                      <a:pt x="14151" y="944"/>
                    </a:cubicBezTo>
                    <a:cubicBezTo>
                      <a:pt x="12034" y="-753"/>
                      <a:pt x="10670" y="241"/>
                      <a:pt x="10132" y="823"/>
                    </a:cubicBezTo>
                    <a:cubicBezTo>
                      <a:pt x="9888" y="945"/>
                      <a:pt x="9720" y="1203"/>
                      <a:pt x="9720" y="1502"/>
                    </a:cubicBezTo>
                    <a:lnTo>
                      <a:pt x="9720" y="2686"/>
                    </a:lnTo>
                    <a:cubicBezTo>
                      <a:pt x="9710" y="2954"/>
                      <a:pt x="9711" y="3223"/>
                      <a:pt x="9720" y="3491"/>
                    </a:cubicBezTo>
                    <a:lnTo>
                      <a:pt x="9720" y="12395"/>
                    </a:lnTo>
                    <a:cubicBezTo>
                      <a:pt x="7920" y="11675"/>
                      <a:pt x="6205" y="11504"/>
                      <a:pt x="4381" y="12078"/>
                    </a:cubicBezTo>
                    <a:cubicBezTo>
                      <a:pt x="2423" y="12694"/>
                      <a:pt x="516" y="14235"/>
                      <a:pt x="113" y="16244"/>
                    </a:cubicBezTo>
                    <a:cubicBezTo>
                      <a:pt x="-709" y="20346"/>
                      <a:pt x="3158" y="20847"/>
                      <a:pt x="5676" y="20470"/>
                    </a:cubicBezTo>
                    <a:cubicBezTo>
                      <a:pt x="10513" y="19749"/>
                      <a:pt x="11470" y="17261"/>
                      <a:pt x="11320" y="13562"/>
                    </a:cubicBezTo>
                    <a:cubicBezTo>
                      <a:pt x="11271" y="12440"/>
                      <a:pt x="11223" y="11316"/>
                      <a:pt x="11173" y="10194"/>
                    </a:cubicBezTo>
                    <a:lnTo>
                      <a:pt x="11173" y="6988"/>
                    </a:lnTo>
                    <a:cubicBezTo>
                      <a:pt x="11870" y="5665"/>
                      <a:pt x="15288" y="6835"/>
                      <a:pt x="15896" y="6922"/>
                    </a:cubicBezTo>
                    <a:close/>
                    <a:moveTo>
                      <a:pt x="15896" y="6922"/>
                    </a:moveTo>
                  </a:path>
                </a:pathLst>
              </a:custGeom>
              <a:solidFill>
                <a:srgbClr val="839494"/>
              </a:solidFill>
              <a:ln>
                <a:noFill/>
              </a:ln>
            </p:spPr>
            <p:txBody>
              <a:bodyPr lIns="0" tIns="0" rIns="0" bIns="0"/>
              <a:lstStyle/>
              <a:p>
                <a:endParaRPr lang="en-US"/>
              </a:p>
            </p:txBody>
          </p:sp>
          <p:sp>
            <p:nvSpPr>
              <p:cNvPr id="40996" name="AutoShape 29"/>
              <p:cNvSpPr/>
              <p:nvPr/>
            </p:nvSpPr>
            <p:spPr bwMode="auto">
              <a:xfrm>
                <a:off x="2017" y="683"/>
                <a:ext cx="303" cy="288"/>
              </a:xfrm>
              <a:custGeom>
                <a:avLst/>
                <a:gdLst>
                  <a:gd name="T0" fmla="*/ 0 w 20891"/>
                  <a:gd name="T1" fmla="*/ 0 h 20573"/>
                  <a:gd name="T2" fmla="*/ 0 w 20891"/>
                  <a:gd name="T3" fmla="*/ 0 h 20573"/>
                  <a:gd name="T4" fmla="*/ 0 w 20891"/>
                  <a:gd name="T5" fmla="*/ 0 h 20573"/>
                  <a:gd name="T6" fmla="*/ 0 w 20891"/>
                  <a:gd name="T7" fmla="*/ 0 h 20573"/>
                  <a:gd name="T8" fmla="*/ 0 w 20891"/>
                  <a:gd name="T9" fmla="*/ 0 h 20573"/>
                  <a:gd name="T10" fmla="*/ 0 w 20891"/>
                  <a:gd name="T11" fmla="*/ 0 h 20573"/>
                  <a:gd name="T12" fmla="*/ 0 w 20891"/>
                  <a:gd name="T13" fmla="*/ 0 h 20573"/>
                  <a:gd name="T14" fmla="*/ 0 w 20891"/>
                  <a:gd name="T15" fmla="*/ 0 h 20573"/>
                  <a:gd name="T16" fmla="*/ 0 w 20891"/>
                  <a:gd name="T17" fmla="*/ 0 h 20573"/>
                  <a:gd name="T18" fmla="*/ 0 w 20891"/>
                  <a:gd name="T19" fmla="*/ 0 h 20573"/>
                  <a:gd name="T20" fmla="*/ 0 w 20891"/>
                  <a:gd name="T21" fmla="*/ 0 h 20573"/>
                  <a:gd name="T22" fmla="*/ 0 w 20891"/>
                  <a:gd name="T23" fmla="*/ 0 h 20573"/>
                  <a:gd name="T24" fmla="*/ 0 w 20891"/>
                  <a:gd name="T25" fmla="*/ 0 h 20573"/>
                  <a:gd name="T26" fmla="*/ 0 w 20891"/>
                  <a:gd name="T27" fmla="*/ 0 h 20573"/>
                  <a:gd name="T28" fmla="*/ 0 w 20891"/>
                  <a:gd name="T29" fmla="*/ 0 h 20573"/>
                  <a:gd name="T30" fmla="*/ 0 w 20891"/>
                  <a:gd name="T31" fmla="*/ 0 h 20573"/>
                  <a:gd name="T32" fmla="*/ 0 w 20891"/>
                  <a:gd name="T33" fmla="*/ 0 h 20573"/>
                  <a:gd name="T34" fmla="*/ 0 w 20891"/>
                  <a:gd name="T35" fmla="*/ 0 h 20573"/>
                  <a:gd name="T36" fmla="*/ 0 w 20891"/>
                  <a:gd name="T37" fmla="*/ 0 h 205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891" h="20573">
                    <a:moveTo>
                      <a:pt x="4381" y="12079"/>
                    </a:moveTo>
                    <a:cubicBezTo>
                      <a:pt x="2423" y="12695"/>
                      <a:pt x="515" y="14236"/>
                      <a:pt x="113" y="16244"/>
                    </a:cubicBezTo>
                    <a:cubicBezTo>
                      <a:pt x="-709" y="20345"/>
                      <a:pt x="3157" y="20847"/>
                      <a:pt x="5676" y="20470"/>
                    </a:cubicBezTo>
                    <a:cubicBezTo>
                      <a:pt x="10513" y="19748"/>
                      <a:pt x="11471" y="17261"/>
                      <a:pt x="11320" y="13562"/>
                    </a:cubicBezTo>
                    <a:cubicBezTo>
                      <a:pt x="11271" y="12441"/>
                      <a:pt x="11223" y="11317"/>
                      <a:pt x="11173" y="10194"/>
                    </a:cubicBezTo>
                    <a:lnTo>
                      <a:pt x="11173" y="6988"/>
                    </a:lnTo>
                    <a:cubicBezTo>
                      <a:pt x="11869" y="5665"/>
                      <a:pt x="15287" y="6835"/>
                      <a:pt x="15896" y="6922"/>
                    </a:cubicBezTo>
                    <a:cubicBezTo>
                      <a:pt x="17604" y="7164"/>
                      <a:pt x="19031" y="6783"/>
                      <a:pt x="20865" y="4386"/>
                    </a:cubicBezTo>
                    <a:lnTo>
                      <a:pt x="20891" y="3996"/>
                    </a:lnTo>
                    <a:lnTo>
                      <a:pt x="20800" y="3810"/>
                    </a:lnTo>
                    <a:lnTo>
                      <a:pt x="20437" y="3707"/>
                    </a:lnTo>
                    <a:cubicBezTo>
                      <a:pt x="17835" y="4378"/>
                      <a:pt x="16045" y="2462"/>
                      <a:pt x="14151" y="944"/>
                    </a:cubicBezTo>
                    <a:cubicBezTo>
                      <a:pt x="12034" y="-753"/>
                      <a:pt x="10669" y="241"/>
                      <a:pt x="10132" y="824"/>
                    </a:cubicBezTo>
                    <a:cubicBezTo>
                      <a:pt x="9888" y="945"/>
                      <a:pt x="9719" y="1203"/>
                      <a:pt x="9719" y="1502"/>
                    </a:cubicBezTo>
                    <a:lnTo>
                      <a:pt x="9719" y="2687"/>
                    </a:lnTo>
                    <a:cubicBezTo>
                      <a:pt x="9710" y="2955"/>
                      <a:pt x="9711" y="3223"/>
                      <a:pt x="9719" y="3491"/>
                    </a:cubicBezTo>
                    <a:lnTo>
                      <a:pt x="9719" y="12395"/>
                    </a:lnTo>
                    <a:cubicBezTo>
                      <a:pt x="7920" y="11676"/>
                      <a:pt x="6204" y="11504"/>
                      <a:pt x="4381" y="12079"/>
                    </a:cubicBezTo>
                    <a:close/>
                    <a:moveTo>
                      <a:pt x="4381" y="12079"/>
                    </a:moveTo>
                  </a:path>
                </a:pathLst>
              </a:custGeom>
              <a:solidFill>
                <a:srgbClr val="368FE2"/>
              </a:solidFill>
              <a:ln>
                <a:noFill/>
              </a:ln>
            </p:spPr>
            <p:txBody>
              <a:bodyPr lIns="0" tIns="0" rIns="0" bIns="0"/>
              <a:lstStyle/>
              <a:p>
                <a:endParaRPr lang="en-US"/>
              </a:p>
            </p:txBody>
          </p:sp>
          <p:sp>
            <p:nvSpPr>
              <p:cNvPr id="40997" name="AutoShape 30"/>
              <p:cNvSpPr/>
              <p:nvPr/>
            </p:nvSpPr>
            <p:spPr bwMode="auto">
              <a:xfrm>
                <a:off x="1279" y="2908"/>
                <a:ext cx="699" cy="6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w 21600"/>
                  <a:gd name="T111" fmla="*/ 0 h 21600"/>
                  <a:gd name="T112" fmla="*/ 0 w 21600"/>
                  <a:gd name="T113" fmla="*/ 0 h 21600"/>
                  <a:gd name="T114" fmla="*/ 0 w 21600"/>
                  <a:gd name="T115" fmla="*/ 0 h 216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1600" h="21600">
                    <a:moveTo>
                      <a:pt x="14243" y="15592"/>
                    </a:moveTo>
                    <a:cubicBezTo>
                      <a:pt x="14351" y="15019"/>
                      <a:pt x="14441" y="14410"/>
                      <a:pt x="14512" y="13773"/>
                    </a:cubicBezTo>
                    <a:cubicBezTo>
                      <a:pt x="15149" y="13702"/>
                      <a:pt x="15758" y="13612"/>
                      <a:pt x="16331" y="13504"/>
                    </a:cubicBezTo>
                    <a:cubicBezTo>
                      <a:pt x="16898" y="14386"/>
                      <a:pt x="17263" y="15138"/>
                      <a:pt x="17408" y="15692"/>
                    </a:cubicBezTo>
                    <a:cubicBezTo>
                      <a:pt x="17396" y="15692"/>
                      <a:pt x="17386" y="15689"/>
                      <a:pt x="17374" y="15689"/>
                    </a:cubicBezTo>
                    <a:cubicBezTo>
                      <a:pt x="16856" y="15689"/>
                      <a:pt x="16437" y="16109"/>
                      <a:pt x="16437" y="16626"/>
                    </a:cubicBezTo>
                    <a:cubicBezTo>
                      <a:pt x="16437" y="16640"/>
                      <a:pt x="16440" y="16654"/>
                      <a:pt x="16441" y="16668"/>
                    </a:cubicBezTo>
                    <a:cubicBezTo>
                      <a:pt x="15862" y="16523"/>
                      <a:pt x="15104" y="16148"/>
                      <a:pt x="14243" y="15592"/>
                    </a:cubicBezTo>
                    <a:close/>
                    <a:moveTo>
                      <a:pt x="11936" y="20126"/>
                    </a:moveTo>
                    <a:cubicBezTo>
                      <a:pt x="11766" y="19884"/>
                      <a:pt x="11487" y="19726"/>
                      <a:pt x="11170" y="19726"/>
                    </a:cubicBezTo>
                    <a:cubicBezTo>
                      <a:pt x="10852" y="19726"/>
                      <a:pt x="10573" y="19884"/>
                      <a:pt x="10403" y="20126"/>
                    </a:cubicBezTo>
                    <a:cubicBezTo>
                      <a:pt x="9668" y="19484"/>
                      <a:pt x="8977" y="17954"/>
                      <a:pt x="8536" y="15777"/>
                    </a:cubicBezTo>
                    <a:cubicBezTo>
                      <a:pt x="9284" y="15280"/>
                      <a:pt x="10093" y="14661"/>
                      <a:pt x="10924" y="13950"/>
                    </a:cubicBezTo>
                    <a:cubicBezTo>
                      <a:pt x="11006" y="13951"/>
                      <a:pt x="11087" y="13952"/>
                      <a:pt x="11170" y="13952"/>
                    </a:cubicBezTo>
                    <a:cubicBezTo>
                      <a:pt x="11252" y="13952"/>
                      <a:pt x="11333" y="13951"/>
                      <a:pt x="11414" y="13950"/>
                    </a:cubicBezTo>
                    <a:cubicBezTo>
                      <a:pt x="12245" y="14661"/>
                      <a:pt x="13055" y="15280"/>
                      <a:pt x="13803" y="15777"/>
                    </a:cubicBezTo>
                    <a:cubicBezTo>
                      <a:pt x="13362" y="17954"/>
                      <a:pt x="12671" y="19484"/>
                      <a:pt x="11936" y="20126"/>
                    </a:cubicBezTo>
                    <a:close/>
                    <a:moveTo>
                      <a:pt x="5424" y="16738"/>
                    </a:moveTo>
                    <a:cubicBezTo>
                      <a:pt x="5231" y="16738"/>
                      <a:pt x="5088" y="16692"/>
                      <a:pt x="4998" y="16603"/>
                    </a:cubicBezTo>
                    <a:cubicBezTo>
                      <a:pt x="4627" y="16232"/>
                      <a:pt x="5000" y="15072"/>
                      <a:pt x="6008" y="13504"/>
                    </a:cubicBezTo>
                    <a:cubicBezTo>
                      <a:pt x="6581" y="13612"/>
                      <a:pt x="7190" y="13702"/>
                      <a:pt x="7827" y="13773"/>
                    </a:cubicBezTo>
                    <a:cubicBezTo>
                      <a:pt x="7898" y="14410"/>
                      <a:pt x="7988" y="15019"/>
                      <a:pt x="8096" y="15592"/>
                    </a:cubicBezTo>
                    <a:cubicBezTo>
                      <a:pt x="6976" y="16315"/>
                      <a:pt x="6026" y="16738"/>
                      <a:pt x="5424" y="16738"/>
                    </a:cubicBezTo>
                    <a:close/>
                    <a:moveTo>
                      <a:pt x="1475" y="11197"/>
                    </a:moveTo>
                    <a:cubicBezTo>
                      <a:pt x="1716" y="11027"/>
                      <a:pt x="1875" y="10748"/>
                      <a:pt x="1875" y="10431"/>
                    </a:cubicBezTo>
                    <a:cubicBezTo>
                      <a:pt x="1875" y="10113"/>
                      <a:pt x="1716" y="9834"/>
                      <a:pt x="1474" y="9665"/>
                    </a:cubicBezTo>
                    <a:cubicBezTo>
                      <a:pt x="2115" y="8929"/>
                      <a:pt x="3644" y="8239"/>
                      <a:pt x="5819" y="7798"/>
                    </a:cubicBezTo>
                    <a:cubicBezTo>
                      <a:pt x="6324" y="8557"/>
                      <a:pt x="6944" y="9367"/>
                      <a:pt x="7650" y="10191"/>
                    </a:cubicBezTo>
                    <a:cubicBezTo>
                      <a:pt x="7650" y="10271"/>
                      <a:pt x="7648" y="10350"/>
                      <a:pt x="7648" y="10431"/>
                    </a:cubicBezTo>
                    <a:cubicBezTo>
                      <a:pt x="7648" y="10512"/>
                      <a:pt x="7650" y="10593"/>
                      <a:pt x="7650" y="10675"/>
                    </a:cubicBezTo>
                    <a:cubicBezTo>
                      <a:pt x="6957" y="11485"/>
                      <a:pt x="6329" y="12298"/>
                      <a:pt x="5818" y="13063"/>
                    </a:cubicBezTo>
                    <a:cubicBezTo>
                      <a:pt x="3644" y="12622"/>
                      <a:pt x="2116" y="11932"/>
                      <a:pt x="1475" y="11197"/>
                    </a:cubicBezTo>
                    <a:close/>
                    <a:moveTo>
                      <a:pt x="5766" y="6975"/>
                    </a:moveTo>
                    <a:cubicBezTo>
                      <a:pt x="4947" y="5613"/>
                      <a:pt x="4659" y="4597"/>
                      <a:pt x="4998" y="4259"/>
                    </a:cubicBezTo>
                    <a:cubicBezTo>
                      <a:pt x="5088" y="4169"/>
                      <a:pt x="5231" y="4123"/>
                      <a:pt x="5424" y="4123"/>
                    </a:cubicBezTo>
                    <a:cubicBezTo>
                      <a:pt x="6026" y="4123"/>
                      <a:pt x="6976" y="4547"/>
                      <a:pt x="8096" y="5269"/>
                    </a:cubicBezTo>
                    <a:cubicBezTo>
                      <a:pt x="7988" y="5843"/>
                      <a:pt x="7898" y="6451"/>
                      <a:pt x="7827" y="7088"/>
                    </a:cubicBezTo>
                    <a:cubicBezTo>
                      <a:pt x="7190" y="7159"/>
                      <a:pt x="6581" y="7249"/>
                      <a:pt x="6008" y="7357"/>
                    </a:cubicBezTo>
                    <a:cubicBezTo>
                      <a:pt x="5925" y="7229"/>
                      <a:pt x="5841" y="7100"/>
                      <a:pt x="5766" y="6975"/>
                    </a:cubicBezTo>
                    <a:close/>
                    <a:moveTo>
                      <a:pt x="9025" y="3214"/>
                    </a:moveTo>
                    <a:cubicBezTo>
                      <a:pt x="9048" y="3216"/>
                      <a:pt x="9069" y="3221"/>
                      <a:pt x="9092" y="3221"/>
                    </a:cubicBezTo>
                    <a:cubicBezTo>
                      <a:pt x="9610" y="3221"/>
                      <a:pt x="10029" y="2801"/>
                      <a:pt x="10029" y="2284"/>
                    </a:cubicBezTo>
                    <a:cubicBezTo>
                      <a:pt x="10029" y="2012"/>
                      <a:pt x="9912" y="1770"/>
                      <a:pt x="9728" y="1599"/>
                    </a:cubicBezTo>
                    <a:cubicBezTo>
                      <a:pt x="10181" y="822"/>
                      <a:pt x="10681" y="397"/>
                      <a:pt x="11170" y="397"/>
                    </a:cubicBezTo>
                    <a:cubicBezTo>
                      <a:pt x="12167" y="397"/>
                      <a:pt x="13210" y="2158"/>
                      <a:pt x="13803" y="5084"/>
                    </a:cubicBezTo>
                    <a:cubicBezTo>
                      <a:pt x="13055" y="5581"/>
                      <a:pt x="12245" y="6200"/>
                      <a:pt x="11414" y="6911"/>
                    </a:cubicBezTo>
                    <a:cubicBezTo>
                      <a:pt x="11333" y="6911"/>
                      <a:pt x="11252" y="6909"/>
                      <a:pt x="11170" y="6909"/>
                    </a:cubicBezTo>
                    <a:cubicBezTo>
                      <a:pt x="11087" y="6909"/>
                      <a:pt x="11006" y="6911"/>
                      <a:pt x="10925" y="6911"/>
                    </a:cubicBezTo>
                    <a:cubicBezTo>
                      <a:pt x="10094" y="6200"/>
                      <a:pt x="9284" y="5581"/>
                      <a:pt x="8536" y="5084"/>
                    </a:cubicBezTo>
                    <a:cubicBezTo>
                      <a:pt x="8676" y="4393"/>
                      <a:pt x="8841" y="3767"/>
                      <a:pt x="9025" y="3214"/>
                    </a:cubicBezTo>
                    <a:close/>
                    <a:moveTo>
                      <a:pt x="16440" y="4194"/>
                    </a:moveTo>
                    <a:cubicBezTo>
                      <a:pt x="16459" y="4695"/>
                      <a:pt x="16869" y="5095"/>
                      <a:pt x="17374" y="5095"/>
                    </a:cubicBezTo>
                    <a:cubicBezTo>
                      <a:pt x="17391" y="5095"/>
                      <a:pt x="17406" y="5091"/>
                      <a:pt x="17423" y="5091"/>
                    </a:cubicBezTo>
                    <a:cubicBezTo>
                      <a:pt x="17311" y="5577"/>
                      <a:pt x="17027" y="6219"/>
                      <a:pt x="16573" y="6975"/>
                    </a:cubicBezTo>
                    <a:cubicBezTo>
                      <a:pt x="16498" y="7100"/>
                      <a:pt x="16414" y="7229"/>
                      <a:pt x="16331" y="7357"/>
                    </a:cubicBezTo>
                    <a:cubicBezTo>
                      <a:pt x="15757" y="7249"/>
                      <a:pt x="15149" y="7159"/>
                      <a:pt x="14512" y="7088"/>
                    </a:cubicBezTo>
                    <a:cubicBezTo>
                      <a:pt x="14441" y="6451"/>
                      <a:pt x="14351" y="5842"/>
                      <a:pt x="14243" y="5269"/>
                    </a:cubicBezTo>
                    <a:cubicBezTo>
                      <a:pt x="15104" y="4714"/>
                      <a:pt x="15861" y="4338"/>
                      <a:pt x="16440" y="4194"/>
                    </a:cubicBezTo>
                    <a:close/>
                    <a:moveTo>
                      <a:pt x="14679" y="11277"/>
                    </a:moveTo>
                    <a:cubicBezTo>
                      <a:pt x="15227" y="11938"/>
                      <a:pt x="15700" y="12566"/>
                      <a:pt x="16093" y="13145"/>
                    </a:cubicBezTo>
                    <a:cubicBezTo>
                      <a:pt x="15608" y="13233"/>
                      <a:pt x="15094" y="13308"/>
                      <a:pt x="14553" y="13370"/>
                    </a:cubicBezTo>
                    <a:cubicBezTo>
                      <a:pt x="14617" y="12700"/>
                      <a:pt x="14660" y="12000"/>
                      <a:pt x="14679" y="11277"/>
                    </a:cubicBezTo>
                    <a:close/>
                    <a:moveTo>
                      <a:pt x="13950" y="10430"/>
                    </a:moveTo>
                    <a:cubicBezTo>
                      <a:pt x="13523" y="10907"/>
                      <a:pt x="13073" y="11386"/>
                      <a:pt x="12598" y="11860"/>
                    </a:cubicBezTo>
                    <a:cubicBezTo>
                      <a:pt x="12124" y="12334"/>
                      <a:pt x="11645" y="12784"/>
                      <a:pt x="11169" y="13209"/>
                    </a:cubicBezTo>
                    <a:cubicBezTo>
                      <a:pt x="10693" y="12784"/>
                      <a:pt x="10214" y="12334"/>
                      <a:pt x="9739" y="11860"/>
                    </a:cubicBezTo>
                    <a:cubicBezTo>
                      <a:pt x="9265" y="11386"/>
                      <a:pt x="8815" y="10907"/>
                      <a:pt x="8389" y="10430"/>
                    </a:cubicBezTo>
                    <a:cubicBezTo>
                      <a:pt x="8806" y="9963"/>
                      <a:pt x="9255" y="9486"/>
                      <a:pt x="9739" y="9001"/>
                    </a:cubicBezTo>
                    <a:cubicBezTo>
                      <a:pt x="10214" y="8527"/>
                      <a:pt x="10693" y="8077"/>
                      <a:pt x="11169" y="7652"/>
                    </a:cubicBezTo>
                    <a:cubicBezTo>
                      <a:pt x="11645" y="8077"/>
                      <a:pt x="12125" y="8527"/>
                      <a:pt x="12599" y="9001"/>
                    </a:cubicBezTo>
                    <a:cubicBezTo>
                      <a:pt x="13083" y="9486"/>
                      <a:pt x="13532" y="9963"/>
                      <a:pt x="13950" y="10430"/>
                    </a:cubicBezTo>
                    <a:close/>
                    <a:moveTo>
                      <a:pt x="14553" y="7491"/>
                    </a:moveTo>
                    <a:cubicBezTo>
                      <a:pt x="15094" y="7553"/>
                      <a:pt x="15609" y="7628"/>
                      <a:pt x="16094" y="7716"/>
                    </a:cubicBezTo>
                    <a:cubicBezTo>
                      <a:pt x="15689" y="8314"/>
                      <a:pt x="15212" y="8942"/>
                      <a:pt x="14679" y="9584"/>
                    </a:cubicBezTo>
                    <a:cubicBezTo>
                      <a:pt x="14660" y="8861"/>
                      <a:pt x="14617" y="8162"/>
                      <a:pt x="14553" y="7491"/>
                    </a:cubicBezTo>
                    <a:close/>
                    <a:moveTo>
                      <a:pt x="12018" y="6921"/>
                    </a:moveTo>
                    <a:cubicBezTo>
                      <a:pt x="12664" y="6385"/>
                      <a:pt x="13294" y="5906"/>
                      <a:pt x="13884" y="5505"/>
                    </a:cubicBezTo>
                    <a:cubicBezTo>
                      <a:pt x="13972" y="5990"/>
                      <a:pt x="14047" y="6506"/>
                      <a:pt x="14109" y="7047"/>
                    </a:cubicBezTo>
                    <a:cubicBezTo>
                      <a:pt x="13439" y="6983"/>
                      <a:pt x="12740" y="6940"/>
                      <a:pt x="12018" y="6921"/>
                    </a:cubicBezTo>
                    <a:close/>
                    <a:moveTo>
                      <a:pt x="14151" y="7449"/>
                    </a:moveTo>
                    <a:cubicBezTo>
                      <a:pt x="14231" y="8260"/>
                      <a:pt x="14280" y="9128"/>
                      <a:pt x="14291" y="10043"/>
                    </a:cubicBezTo>
                    <a:cubicBezTo>
                      <a:pt x="14265" y="10073"/>
                      <a:pt x="14239" y="10102"/>
                      <a:pt x="14213" y="10131"/>
                    </a:cubicBezTo>
                    <a:cubicBezTo>
                      <a:pt x="13784" y="9652"/>
                      <a:pt x="13336" y="9178"/>
                      <a:pt x="12879" y="8721"/>
                    </a:cubicBezTo>
                    <a:cubicBezTo>
                      <a:pt x="12410" y="8251"/>
                      <a:pt x="11938" y="7807"/>
                      <a:pt x="11469" y="7388"/>
                    </a:cubicBezTo>
                    <a:cubicBezTo>
                      <a:pt x="11500" y="7361"/>
                      <a:pt x="11530" y="7336"/>
                      <a:pt x="11561" y="7309"/>
                    </a:cubicBezTo>
                    <a:cubicBezTo>
                      <a:pt x="12475" y="7320"/>
                      <a:pt x="13341" y="7369"/>
                      <a:pt x="14151" y="7449"/>
                    </a:cubicBezTo>
                    <a:close/>
                    <a:moveTo>
                      <a:pt x="8230" y="7047"/>
                    </a:moveTo>
                    <a:cubicBezTo>
                      <a:pt x="8292" y="6506"/>
                      <a:pt x="8367" y="5991"/>
                      <a:pt x="8455" y="5505"/>
                    </a:cubicBezTo>
                    <a:cubicBezTo>
                      <a:pt x="9044" y="5906"/>
                      <a:pt x="9674" y="6385"/>
                      <a:pt x="10320" y="6921"/>
                    </a:cubicBezTo>
                    <a:cubicBezTo>
                      <a:pt x="9599" y="6940"/>
                      <a:pt x="8900" y="6983"/>
                      <a:pt x="8230" y="7047"/>
                    </a:cubicBezTo>
                    <a:close/>
                    <a:moveTo>
                      <a:pt x="7660" y="9584"/>
                    </a:moveTo>
                    <a:cubicBezTo>
                      <a:pt x="7127" y="8943"/>
                      <a:pt x="6650" y="8314"/>
                      <a:pt x="6245" y="7716"/>
                    </a:cubicBezTo>
                    <a:cubicBezTo>
                      <a:pt x="6730" y="7628"/>
                      <a:pt x="7245" y="7553"/>
                      <a:pt x="7786" y="7491"/>
                    </a:cubicBezTo>
                    <a:cubicBezTo>
                      <a:pt x="7721" y="8162"/>
                      <a:pt x="7679" y="8861"/>
                      <a:pt x="7660" y="9584"/>
                    </a:cubicBezTo>
                    <a:close/>
                    <a:moveTo>
                      <a:pt x="8188" y="7449"/>
                    </a:moveTo>
                    <a:cubicBezTo>
                      <a:pt x="8998" y="7369"/>
                      <a:pt x="9864" y="7320"/>
                      <a:pt x="10778" y="7309"/>
                    </a:cubicBezTo>
                    <a:cubicBezTo>
                      <a:pt x="10809" y="7336"/>
                      <a:pt x="10839" y="7361"/>
                      <a:pt x="10870" y="7388"/>
                    </a:cubicBezTo>
                    <a:cubicBezTo>
                      <a:pt x="10401" y="7808"/>
                      <a:pt x="9929" y="8251"/>
                      <a:pt x="9459" y="8721"/>
                    </a:cubicBezTo>
                    <a:cubicBezTo>
                      <a:pt x="9002" y="9178"/>
                      <a:pt x="8555" y="9652"/>
                      <a:pt x="8126" y="10131"/>
                    </a:cubicBezTo>
                    <a:cubicBezTo>
                      <a:pt x="8100" y="10102"/>
                      <a:pt x="8073" y="10073"/>
                      <a:pt x="8048" y="10044"/>
                    </a:cubicBezTo>
                    <a:cubicBezTo>
                      <a:pt x="8059" y="9128"/>
                      <a:pt x="8107" y="8260"/>
                      <a:pt x="8188" y="7449"/>
                    </a:cubicBezTo>
                    <a:close/>
                    <a:moveTo>
                      <a:pt x="7786" y="13370"/>
                    </a:moveTo>
                    <a:cubicBezTo>
                      <a:pt x="7245" y="13308"/>
                      <a:pt x="6730" y="13233"/>
                      <a:pt x="6245" y="13145"/>
                    </a:cubicBezTo>
                    <a:cubicBezTo>
                      <a:pt x="6638" y="12565"/>
                      <a:pt x="7111" y="11938"/>
                      <a:pt x="7660" y="11277"/>
                    </a:cubicBezTo>
                    <a:cubicBezTo>
                      <a:pt x="7679" y="12000"/>
                      <a:pt x="7721" y="12700"/>
                      <a:pt x="7786" y="13370"/>
                    </a:cubicBezTo>
                    <a:close/>
                    <a:moveTo>
                      <a:pt x="10320" y="13940"/>
                    </a:moveTo>
                    <a:cubicBezTo>
                      <a:pt x="9674" y="14476"/>
                      <a:pt x="9044" y="14955"/>
                      <a:pt x="8455" y="15356"/>
                    </a:cubicBezTo>
                    <a:cubicBezTo>
                      <a:pt x="8367" y="14871"/>
                      <a:pt x="8292" y="14355"/>
                      <a:pt x="8230" y="13815"/>
                    </a:cubicBezTo>
                    <a:cubicBezTo>
                      <a:pt x="8900" y="13879"/>
                      <a:pt x="9598" y="13921"/>
                      <a:pt x="10320" y="13940"/>
                    </a:cubicBezTo>
                    <a:close/>
                    <a:moveTo>
                      <a:pt x="8188" y="13413"/>
                    </a:moveTo>
                    <a:cubicBezTo>
                      <a:pt x="8107" y="12601"/>
                      <a:pt x="8059" y="11734"/>
                      <a:pt x="8048" y="10819"/>
                    </a:cubicBezTo>
                    <a:cubicBezTo>
                      <a:pt x="8073" y="10790"/>
                      <a:pt x="8100" y="10760"/>
                      <a:pt x="8125" y="10731"/>
                    </a:cubicBezTo>
                    <a:cubicBezTo>
                      <a:pt x="8547" y="11201"/>
                      <a:pt x="8992" y="11673"/>
                      <a:pt x="9459" y="12141"/>
                    </a:cubicBezTo>
                    <a:cubicBezTo>
                      <a:pt x="9929" y="12610"/>
                      <a:pt x="10401" y="13054"/>
                      <a:pt x="10869" y="13473"/>
                    </a:cubicBezTo>
                    <a:cubicBezTo>
                      <a:pt x="10839" y="13500"/>
                      <a:pt x="10808" y="13526"/>
                      <a:pt x="10778" y="13552"/>
                    </a:cubicBezTo>
                    <a:cubicBezTo>
                      <a:pt x="9864" y="13541"/>
                      <a:pt x="8998" y="13493"/>
                      <a:pt x="8188" y="13413"/>
                    </a:cubicBezTo>
                    <a:close/>
                    <a:moveTo>
                      <a:pt x="14109" y="13815"/>
                    </a:moveTo>
                    <a:cubicBezTo>
                      <a:pt x="14047" y="14356"/>
                      <a:pt x="13972" y="14871"/>
                      <a:pt x="13884" y="15356"/>
                    </a:cubicBezTo>
                    <a:cubicBezTo>
                      <a:pt x="13294" y="14955"/>
                      <a:pt x="12664" y="14476"/>
                      <a:pt x="12018" y="13940"/>
                    </a:cubicBezTo>
                    <a:cubicBezTo>
                      <a:pt x="12740" y="13921"/>
                      <a:pt x="13439" y="13879"/>
                      <a:pt x="14109" y="13815"/>
                    </a:cubicBezTo>
                    <a:close/>
                    <a:moveTo>
                      <a:pt x="11561" y="13552"/>
                    </a:moveTo>
                    <a:cubicBezTo>
                      <a:pt x="11530" y="13526"/>
                      <a:pt x="11500" y="13500"/>
                      <a:pt x="11469" y="13473"/>
                    </a:cubicBezTo>
                    <a:cubicBezTo>
                      <a:pt x="11938" y="13054"/>
                      <a:pt x="12410" y="12610"/>
                      <a:pt x="12879" y="12141"/>
                    </a:cubicBezTo>
                    <a:cubicBezTo>
                      <a:pt x="13347" y="11673"/>
                      <a:pt x="13791" y="11201"/>
                      <a:pt x="14213" y="10731"/>
                    </a:cubicBezTo>
                    <a:cubicBezTo>
                      <a:pt x="14239" y="10760"/>
                      <a:pt x="14265" y="10790"/>
                      <a:pt x="14291" y="10819"/>
                    </a:cubicBezTo>
                    <a:cubicBezTo>
                      <a:pt x="14280" y="11734"/>
                      <a:pt x="14231" y="12601"/>
                      <a:pt x="14151" y="13413"/>
                    </a:cubicBezTo>
                    <a:cubicBezTo>
                      <a:pt x="13341" y="13493"/>
                      <a:pt x="12475" y="13541"/>
                      <a:pt x="11561" y="13552"/>
                    </a:cubicBezTo>
                    <a:close/>
                    <a:moveTo>
                      <a:pt x="21203" y="10431"/>
                    </a:moveTo>
                    <a:cubicBezTo>
                      <a:pt x="21203" y="11427"/>
                      <a:pt x="19444" y="12470"/>
                      <a:pt x="16521" y="13063"/>
                    </a:cubicBezTo>
                    <a:cubicBezTo>
                      <a:pt x="16009" y="12298"/>
                      <a:pt x="15382" y="11485"/>
                      <a:pt x="14689" y="10675"/>
                    </a:cubicBezTo>
                    <a:cubicBezTo>
                      <a:pt x="14689" y="10593"/>
                      <a:pt x="14691" y="10512"/>
                      <a:pt x="14691" y="10431"/>
                    </a:cubicBezTo>
                    <a:cubicBezTo>
                      <a:pt x="14691" y="10350"/>
                      <a:pt x="14689" y="10271"/>
                      <a:pt x="14689" y="10190"/>
                    </a:cubicBezTo>
                    <a:cubicBezTo>
                      <a:pt x="15395" y="9366"/>
                      <a:pt x="16015" y="8557"/>
                      <a:pt x="16519" y="7798"/>
                    </a:cubicBezTo>
                    <a:cubicBezTo>
                      <a:pt x="19443" y="8391"/>
                      <a:pt x="21203" y="9434"/>
                      <a:pt x="21203" y="10431"/>
                    </a:cubicBezTo>
                    <a:close/>
                    <a:moveTo>
                      <a:pt x="17840" y="15818"/>
                    </a:moveTo>
                    <a:cubicBezTo>
                      <a:pt x="17727" y="15170"/>
                      <a:pt x="17333" y="14339"/>
                      <a:pt x="16753" y="13420"/>
                    </a:cubicBezTo>
                    <a:cubicBezTo>
                      <a:pt x="19685" y="12803"/>
                      <a:pt x="21600" y="11707"/>
                      <a:pt x="21600" y="10431"/>
                    </a:cubicBezTo>
                    <a:cubicBezTo>
                      <a:pt x="21600" y="9154"/>
                      <a:pt x="19683" y="8057"/>
                      <a:pt x="16748" y="7440"/>
                    </a:cubicBezTo>
                    <a:cubicBezTo>
                      <a:pt x="16802" y="7354"/>
                      <a:pt x="16861" y="7265"/>
                      <a:pt x="16912" y="7180"/>
                    </a:cubicBezTo>
                    <a:cubicBezTo>
                      <a:pt x="17334" y="6479"/>
                      <a:pt x="17754" y="5642"/>
                      <a:pt x="17851" y="4961"/>
                    </a:cubicBezTo>
                    <a:cubicBezTo>
                      <a:pt x="18126" y="4797"/>
                      <a:pt x="18311" y="4501"/>
                      <a:pt x="18311" y="4158"/>
                    </a:cubicBezTo>
                    <a:cubicBezTo>
                      <a:pt x="18311" y="3641"/>
                      <a:pt x="17892" y="3221"/>
                      <a:pt x="17374" y="3221"/>
                    </a:cubicBezTo>
                    <a:cubicBezTo>
                      <a:pt x="16995" y="3221"/>
                      <a:pt x="16669" y="3448"/>
                      <a:pt x="16522" y="3772"/>
                    </a:cubicBezTo>
                    <a:cubicBezTo>
                      <a:pt x="15901" y="3892"/>
                      <a:pt x="15088" y="4270"/>
                      <a:pt x="14160" y="4853"/>
                    </a:cubicBezTo>
                    <a:cubicBezTo>
                      <a:pt x="13544" y="1918"/>
                      <a:pt x="12447" y="0"/>
                      <a:pt x="11170" y="0"/>
                    </a:cubicBezTo>
                    <a:cubicBezTo>
                      <a:pt x="10514" y="0"/>
                      <a:pt x="9905" y="508"/>
                      <a:pt x="9385" y="1398"/>
                    </a:cubicBezTo>
                    <a:cubicBezTo>
                      <a:pt x="9292" y="1367"/>
                      <a:pt x="9195" y="1347"/>
                      <a:pt x="9092" y="1347"/>
                    </a:cubicBezTo>
                    <a:cubicBezTo>
                      <a:pt x="8574" y="1347"/>
                      <a:pt x="8155" y="1766"/>
                      <a:pt x="8155" y="2284"/>
                    </a:cubicBezTo>
                    <a:cubicBezTo>
                      <a:pt x="8155" y="2638"/>
                      <a:pt x="8353" y="2942"/>
                      <a:pt x="8643" y="3101"/>
                    </a:cubicBezTo>
                    <a:cubicBezTo>
                      <a:pt x="8468" y="3632"/>
                      <a:pt x="8312" y="4219"/>
                      <a:pt x="8179" y="4853"/>
                    </a:cubicBezTo>
                    <a:cubicBezTo>
                      <a:pt x="7042" y="4138"/>
                      <a:pt x="6071" y="3726"/>
                      <a:pt x="5424" y="3726"/>
                    </a:cubicBezTo>
                    <a:cubicBezTo>
                      <a:pt x="5122" y="3726"/>
                      <a:pt x="4884" y="3811"/>
                      <a:pt x="4717" y="3978"/>
                    </a:cubicBezTo>
                    <a:cubicBezTo>
                      <a:pt x="4089" y="4606"/>
                      <a:pt x="4756" y="6066"/>
                      <a:pt x="5426" y="7180"/>
                    </a:cubicBezTo>
                    <a:cubicBezTo>
                      <a:pt x="5478" y="7265"/>
                      <a:pt x="5536" y="7354"/>
                      <a:pt x="5591" y="7440"/>
                    </a:cubicBezTo>
                    <a:cubicBezTo>
                      <a:pt x="3392" y="7902"/>
                      <a:pt x="1766" y="8634"/>
                      <a:pt x="1088" y="9509"/>
                    </a:cubicBezTo>
                    <a:cubicBezTo>
                      <a:pt x="1039" y="9501"/>
                      <a:pt x="989" y="9494"/>
                      <a:pt x="937" y="9494"/>
                    </a:cubicBezTo>
                    <a:cubicBezTo>
                      <a:pt x="420" y="9494"/>
                      <a:pt x="0" y="9913"/>
                      <a:pt x="0" y="10431"/>
                    </a:cubicBezTo>
                    <a:cubicBezTo>
                      <a:pt x="0" y="10948"/>
                      <a:pt x="420" y="11368"/>
                      <a:pt x="937" y="11368"/>
                    </a:cubicBezTo>
                    <a:cubicBezTo>
                      <a:pt x="989" y="11368"/>
                      <a:pt x="1039" y="11361"/>
                      <a:pt x="1088" y="11353"/>
                    </a:cubicBezTo>
                    <a:cubicBezTo>
                      <a:pt x="1766" y="12227"/>
                      <a:pt x="3390" y="12958"/>
                      <a:pt x="5586" y="13420"/>
                    </a:cubicBezTo>
                    <a:cubicBezTo>
                      <a:pt x="4592" y="14992"/>
                      <a:pt x="4145" y="16311"/>
                      <a:pt x="4717" y="16883"/>
                    </a:cubicBezTo>
                    <a:cubicBezTo>
                      <a:pt x="4884" y="17050"/>
                      <a:pt x="5122" y="17135"/>
                      <a:pt x="5424" y="17135"/>
                    </a:cubicBezTo>
                    <a:cubicBezTo>
                      <a:pt x="6071" y="17135"/>
                      <a:pt x="7042" y="16723"/>
                      <a:pt x="8179" y="16008"/>
                    </a:cubicBezTo>
                    <a:cubicBezTo>
                      <a:pt x="8641" y="18207"/>
                      <a:pt x="9372" y="19834"/>
                      <a:pt x="10248" y="20512"/>
                    </a:cubicBezTo>
                    <a:cubicBezTo>
                      <a:pt x="10240" y="20561"/>
                      <a:pt x="10232" y="20611"/>
                      <a:pt x="10232" y="20663"/>
                    </a:cubicBezTo>
                    <a:cubicBezTo>
                      <a:pt x="10232" y="21181"/>
                      <a:pt x="10652" y="21600"/>
                      <a:pt x="11170" y="21600"/>
                    </a:cubicBezTo>
                    <a:cubicBezTo>
                      <a:pt x="11687" y="21600"/>
                      <a:pt x="12107" y="21181"/>
                      <a:pt x="12107" y="20663"/>
                    </a:cubicBezTo>
                    <a:cubicBezTo>
                      <a:pt x="12107" y="20611"/>
                      <a:pt x="12100" y="20561"/>
                      <a:pt x="12092" y="20512"/>
                    </a:cubicBezTo>
                    <a:cubicBezTo>
                      <a:pt x="12967" y="19834"/>
                      <a:pt x="13698" y="18207"/>
                      <a:pt x="14160" y="16008"/>
                    </a:cubicBezTo>
                    <a:cubicBezTo>
                      <a:pt x="15111" y="16606"/>
                      <a:pt x="15943" y="16989"/>
                      <a:pt x="16569" y="17099"/>
                    </a:cubicBezTo>
                    <a:cubicBezTo>
                      <a:pt x="16732" y="17376"/>
                      <a:pt x="17030" y="17564"/>
                      <a:pt x="17374" y="17564"/>
                    </a:cubicBezTo>
                    <a:cubicBezTo>
                      <a:pt x="17892" y="17564"/>
                      <a:pt x="18311" y="17144"/>
                      <a:pt x="18311" y="16626"/>
                    </a:cubicBezTo>
                    <a:cubicBezTo>
                      <a:pt x="18311" y="16279"/>
                      <a:pt x="18121" y="15980"/>
                      <a:pt x="17840" y="15818"/>
                    </a:cubicBezTo>
                    <a:close/>
                    <a:moveTo>
                      <a:pt x="17840" y="15818"/>
                    </a:moveTo>
                  </a:path>
                </a:pathLst>
              </a:custGeom>
              <a:solidFill>
                <a:srgbClr val="61768D"/>
              </a:solidFill>
              <a:ln>
                <a:noFill/>
              </a:ln>
            </p:spPr>
            <p:txBody>
              <a:bodyPr lIns="0" tIns="0" rIns="0" bIns="0"/>
              <a:lstStyle/>
              <a:p>
                <a:endParaRPr lang="en-US"/>
              </a:p>
            </p:txBody>
          </p:sp>
          <p:sp>
            <p:nvSpPr>
              <p:cNvPr id="40998" name="AutoShape 31"/>
              <p:cNvSpPr/>
              <p:nvPr/>
            </p:nvSpPr>
            <p:spPr bwMode="auto">
              <a:xfrm>
                <a:off x="1616" y="3212"/>
                <a:ext cx="67" cy="6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10797" y="0"/>
                    </a:moveTo>
                    <a:cubicBezTo>
                      <a:pt x="4833" y="0"/>
                      <a:pt x="0" y="4834"/>
                      <a:pt x="0" y="10800"/>
                    </a:cubicBezTo>
                    <a:cubicBezTo>
                      <a:pt x="0" y="16766"/>
                      <a:pt x="4833" y="21600"/>
                      <a:pt x="10797" y="21600"/>
                    </a:cubicBezTo>
                    <a:cubicBezTo>
                      <a:pt x="16764" y="21600"/>
                      <a:pt x="21600" y="16766"/>
                      <a:pt x="21600" y="10800"/>
                    </a:cubicBezTo>
                    <a:cubicBezTo>
                      <a:pt x="21600" y="4834"/>
                      <a:pt x="16764" y="0"/>
                      <a:pt x="10797" y="0"/>
                    </a:cubicBezTo>
                    <a:close/>
                    <a:moveTo>
                      <a:pt x="10797" y="0"/>
                    </a:moveTo>
                  </a:path>
                </a:pathLst>
              </a:custGeom>
              <a:solidFill>
                <a:srgbClr val="368FE2"/>
              </a:solidFill>
              <a:ln>
                <a:noFill/>
              </a:ln>
            </p:spPr>
            <p:txBody>
              <a:bodyPr lIns="0" tIns="0" rIns="0" bIns="0"/>
              <a:lstStyle/>
              <a:p>
                <a:endParaRPr lang="en-US"/>
              </a:p>
            </p:txBody>
          </p:sp>
          <p:sp>
            <p:nvSpPr>
              <p:cNvPr id="40999" name="AutoShape 32"/>
              <p:cNvSpPr/>
              <p:nvPr/>
            </p:nvSpPr>
            <p:spPr bwMode="auto">
              <a:xfrm>
                <a:off x="1974" y="1671"/>
                <a:ext cx="1086" cy="7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1612" y="21600"/>
                    </a:moveTo>
                    <a:lnTo>
                      <a:pt x="19988" y="21600"/>
                    </a:lnTo>
                    <a:cubicBezTo>
                      <a:pt x="20878" y="21600"/>
                      <a:pt x="21600" y="20525"/>
                      <a:pt x="21600" y="19198"/>
                    </a:cubicBezTo>
                    <a:lnTo>
                      <a:pt x="21600" y="2402"/>
                    </a:lnTo>
                    <a:cubicBezTo>
                      <a:pt x="21600" y="1075"/>
                      <a:pt x="20878" y="0"/>
                      <a:pt x="19988" y="0"/>
                    </a:cubicBezTo>
                    <a:lnTo>
                      <a:pt x="1612" y="0"/>
                    </a:lnTo>
                    <a:cubicBezTo>
                      <a:pt x="722" y="0"/>
                      <a:pt x="0" y="1075"/>
                      <a:pt x="0" y="2402"/>
                    </a:cubicBezTo>
                    <a:lnTo>
                      <a:pt x="0" y="19198"/>
                    </a:lnTo>
                    <a:cubicBezTo>
                      <a:pt x="0" y="20525"/>
                      <a:pt x="722" y="21600"/>
                      <a:pt x="1612" y="21600"/>
                    </a:cubicBezTo>
                    <a:close/>
                    <a:moveTo>
                      <a:pt x="1612" y="21600"/>
                    </a:moveTo>
                  </a:path>
                </a:pathLst>
              </a:custGeom>
              <a:solidFill>
                <a:srgbClr val="DB125A"/>
              </a:solidFill>
              <a:ln>
                <a:noFill/>
              </a:ln>
            </p:spPr>
            <p:txBody>
              <a:bodyPr lIns="0" tIns="0" rIns="0" bIns="0"/>
              <a:lstStyle/>
              <a:p>
                <a:endParaRPr lang="en-US"/>
              </a:p>
            </p:txBody>
          </p:sp>
          <p:sp>
            <p:nvSpPr>
              <p:cNvPr id="41000" name="AutoShape 33"/>
              <p:cNvSpPr/>
              <p:nvPr/>
            </p:nvSpPr>
            <p:spPr bwMode="auto">
              <a:xfrm>
                <a:off x="0" y="1052"/>
                <a:ext cx="850" cy="623"/>
              </a:xfrm>
              <a:custGeom>
                <a:avLst/>
                <a:gdLst>
                  <a:gd name="T0" fmla="*/ 0 w 21468"/>
                  <a:gd name="T1" fmla="*/ 0 h 21416"/>
                  <a:gd name="T2" fmla="*/ 0 w 21468"/>
                  <a:gd name="T3" fmla="*/ 0 h 21416"/>
                  <a:gd name="T4" fmla="*/ 0 w 21468"/>
                  <a:gd name="T5" fmla="*/ 0 h 21416"/>
                  <a:gd name="T6" fmla="*/ 0 w 21468"/>
                  <a:gd name="T7" fmla="*/ 0 h 21416"/>
                  <a:gd name="T8" fmla="*/ 0 w 21468"/>
                  <a:gd name="T9" fmla="*/ 0 h 21416"/>
                  <a:gd name="T10" fmla="*/ 0 w 21468"/>
                  <a:gd name="T11" fmla="*/ 0 h 21416"/>
                  <a:gd name="T12" fmla="*/ 0 w 21468"/>
                  <a:gd name="T13" fmla="*/ 0 h 21416"/>
                  <a:gd name="T14" fmla="*/ 0 w 21468"/>
                  <a:gd name="T15" fmla="*/ 0 h 21416"/>
                  <a:gd name="T16" fmla="*/ 0 w 21468"/>
                  <a:gd name="T17" fmla="*/ 0 h 21416"/>
                  <a:gd name="T18" fmla="*/ 0 w 21468"/>
                  <a:gd name="T19" fmla="*/ 0 h 21416"/>
                  <a:gd name="T20" fmla="*/ 0 w 21468"/>
                  <a:gd name="T21" fmla="*/ 0 h 21416"/>
                  <a:gd name="T22" fmla="*/ 0 w 21468"/>
                  <a:gd name="T23" fmla="*/ 0 h 21416"/>
                  <a:gd name="T24" fmla="*/ 0 w 21468"/>
                  <a:gd name="T25" fmla="*/ 0 h 21416"/>
                  <a:gd name="T26" fmla="*/ 0 w 21468"/>
                  <a:gd name="T27" fmla="*/ 0 h 21416"/>
                  <a:gd name="T28" fmla="*/ 0 w 21468"/>
                  <a:gd name="T29" fmla="*/ 0 h 21416"/>
                  <a:gd name="T30" fmla="*/ 0 w 21468"/>
                  <a:gd name="T31" fmla="*/ 0 h 21416"/>
                  <a:gd name="T32" fmla="*/ 0 w 21468"/>
                  <a:gd name="T33" fmla="*/ 0 h 21416"/>
                  <a:gd name="T34" fmla="*/ 0 w 21468"/>
                  <a:gd name="T35" fmla="*/ 0 h 21416"/>
                  <a:gd name="T36" fmla="*/ 0 w 21468"/>
                  <a:gd name="T37" fmla="*/ 0 h 21416"/>
                  <a:gd name="T38" fmla="*/ 0 w 21468"/>
                  <a:gd name="T39" fmla="*/ 0 h 21416"/>
                  <a:gd name="T40" fmla="*/ 0 w 21468"/>
                  <a:gd name="T41" fmla="*/ 0 h 21416"/>
                  <a:gd name="T42" fmla="*/ 0 w 21468"/>
                  <a:gd name="T43" fmla="*/ 0 h 21416"/>
                  <a:gd name="T44" fmla="*/ 0 w 21468"/>
                  <a:gd name="T45" fmla="*/ 0 h 21416"/>
                  <a:gd name="T46" fmla="*/ 0 w 21468"/>
                  <a:gd name="T47" fmla="*/ 0 h 21416"/>
                  <a:gd name="T48" fmla="*/ 0 w 21468"/>
                  <a:gd name="T49" fmla="*/ 0 h 21416"/>
                  <a:gd name="T50" fmla="*/ 0 w 21468"/>
                  <a:gd name="T51" fmla="*/ 0 h 21416"/>
                  <a:gd name="T52" fmla="*/ 0 w 21468"/>
                  <a:gd name="T53" fmla="*/ 0 h 21416"/>
                  <a:gd name="T54" fmla="*/ 0 w 21468"/>
                  <a:gd name="T55" fmla="*/ 0 h 21416"/>
                  <a:gd name="T56" fmla="*/ 0 w 21468"/>
                  <a:gd name="T57" fmla="*/ 0 h 21416"/>
                  <a:gd name="T58" fmla="*/ 0 w 21468"/>
                  <a:gd name="T59" fmla="*/ 0 h 21416"/>
                  <a:gd name="T60" fmla="*/ 0 w 21468"/>
                  <a:gd name="T61" fmla="*/ 0 h 21416"/>
                  <a:gd name="T62" fmla="*/ 0 w 21468"/>
                  <a:gd name="T63" fmla="*/ 0 h 21416"/>
                  <a:gd name="T64" fmla="*/ 0 w 21468"/>
                  <a:gd name="T65" fmla="*/ 0 h 214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1468" h="21416">
                    <a:moveTo>
                      <a:pt x="3582" y="10271"/>
                    </a:moveTo>
                    <a:cubicBezTo>
                      <a:pt x="3582" y="9656"/>
                      <a:pt x="3880" y="9450"/>
                      <a:pt x="4244" y="9815"/>
                    </a:cubicBezTo>
                    <a:lnTo>
                      <a:pt x="10305" y="15875"/>
                    </a:lnTo>
                    <a:cubicBezTo>
                      <a:pt x="10669" y="16239"/>
                      <a:pt x="10597" y="16537"/>
                      <a:pt x="10145" y="16537"/>
                    </a:cubicBezTo>
                    <a:lnTo>
                      <a:pt x="4404" y="16537"/>
                    </a:lnTo>
                    <a:cubicBezTo>
                      <a:pt x="3952" y="16537"/>
                      <a:pt x="3582" y="16033"/>
                      <a:pt x="3582" y="15418"/>
                    </a:cubicBezTo>
                    <a:cubicBezTo>
                      <a:pt x="3582" y="15418"/>
                      <a:pt x="3582" y="10271"/>
                      <a:pt x="3582" y="10271"/>
                    </a:cubicBezTo>
                    <a:close/>
                    <a:moveTo>
                      <a:pt x="3266" y="21416"/>
                    </a:moveTo>
                    <a:lnTo>
                      <a:pt x="3624" y="21416"/>
                    </a:lnTo>
                    <a:lnTo>
                      <a:pt x="3877" y="21416"/>
                    </a:lnTo>
                    <a:lnTo>
                      <a:pt x="4234" y="21416"/>
                    </a:lnTo>
                    <a:lnTo>
                      <a:pt x="4488" y="21416"/>
                    </a:lnTo>
                    <a:lnTo>
                      <a:pt x="4845" y="21416"/>
                    </a:lnTo>
                    <a:lnTo>
                      <a:pt x="5098" y="21416"/>
                    </a:lnTo>
                    <a:lnTo>
                      <a:pt x="5456" y="21416"/>
                    </a:lnTo>
                    <a:lnTo>
                      <a:pt x="5709" y="21416"/>
                    </a:lnTo>
                    <a:lnTo>
                      <a:pt x="6067" y="21416"/>
                    </a:lnTo>
                    <a:lnTo>
                      <a:pt x="6320" y="21416"/>
                    </a:lnTo>
                    <a:lnTo>
                      <a:pt x="6678" y="21416"/>
                    </a:lnTo>
                    <a:lnTo>
                      <a:pt x="6931" y="21416"/>
                    </a:lnTo>
                    <a:lnTo>
                      <a:pt x="7289" y="21416"/>
                    </a:lnTo>
                    <a:lnTo>
                      <a:pt x="7542" y="21416"/>
                    </a:lnTo>
                    <a:lnTo>
                      <a:pt x="7900" y="21416"/>
                    </a:lnTo>
                    <a:lnTo>
                      <a:pt x="8153" y="21416"/>
                    </a:lnTo>
                    <a:lnTo>
                      <a:pt x="8511" y="21416"/>
                    </a:lnTo>
                    <a:lnTo>
                      <a:pt x="8764" y="21416"/>
                    </a:lnTo>
                    <a:lnTo>
                      <a:pt x="9121" y="21416"/>
                    </a:lnTo>
                    <a:lnTo>
                      <a:pt x="9374" y="21416"/>
                    </a:lnTo>
                    <a:lnTo>
                      <a:pt x="9732" y="21416"/>
                    </a:lnTo>
                    <a:lnTo>
                      <a:pt x="9985" y="21416"/>
                    </a:lnTo>
                    <a:lnTo>
                      <a:pt x="10343" y="21416"/>
                    </a:lnTo>
                    <a:lnTo>
                      <a:pt x="10596" y="21416"/>
                    </a:lnTo>
                    <a:lnTo>
                      <a:pt x="10954" y="21416"/>
                    </a:lnTo>
                    <a:lnTo>
                      <a:pt x="11207" y="21416"/>
                    </a:lnTo>
                    <a:lnTo>
                      <a:pt x="11565" y="21416"/>
                    </a:lnTo>
                    <a:lnTo>
                      <a:pt x="11818" y="21416"/>
                    </a:lnTo>
                    <a:lnTo>
                      <a:pt x="12176" y="21416"/>
                    </a:lnTo>
                    <a:lnTo>
                      <a:pt x="12429" y="21416"/>
                    </a:lnTo>
                    <a:lnTo>
                      <a:pt x="12786" y="21416"/>
                    </a:lnTo>
                    <a:lnTo>
                      <a:pt x="13039" y="21416"/>
                    </a:lnTo>
                    <a:lnTo>
                      <a:pt x="13397" y="21416"/>
                    </a:lnTo>
                    <a:lnTo>
                      <a:pt x="13650" y="21416"/>
                    </a:lnTo>
                    <a:lnTo>
                      <a:pt x="14008" y="21416"/>
                    </a:lnTo>
                    <a:lnTo>
                      <a:pt x="14261" y="21416"/>
                    </a:lnTo>
                    <a:lnTo>
                      <a:pt x="14619" y="21416"/>
                    </a:lnTo>
                    <a:lnTo>
                      <a:pt x="14872" y="21416"/>
                    </a:lnTo>
                    <a:lnTo>
                      <a:pt x="15230" y="21416"/>
                    </a:lnTo>
                    <a:lnTo>
                      <a:pt x="15483" y="21416"/>
                    </a:lnTo>
                    <a:lnTo>
                      <a:pt x="15841" y="21416"/>
                    </a:lnTo>
                    <a:lnTo>
                      <a:pt x="16094" y="21416"/>
                    </a:lnTo>
                    <a:lnTo>
                      <a:pt x="16451" y="21416"/>
                    </a:lnTo>
                    <a:lnTo>
                      <a:pt x="16704" y="21416"/>
                    </a:lnTo>
                    <a:lnTo>
                      <a:pt x="17062" y="21416"/>
                    </a:lnTo>
                    <a:lnTo>
                      <a:pt x="17315" y="21416"/>
                    </a:lnTo>
                    <a:lnTo>
                      <a:pt x="17673" y="21416"/>
                    </a:lnTo>
                    <a:lnTo>
                      <a:pt x="17926" y="21416"/>
                    </a:lnTo>
                    <a:lnTo>
                      <a:pt x="21076" y="21416"/>
                    </a:lnTo>
                    <a:cubicBezTo>
                      <a:pt x="21528" y="21416"/>
                      <a:pt x="21600" y="21118"/>
                      <a:pt x="21236" y="20754"/>
                    </a:cubicBezTo>
                    <a:lnTo>
                      <a:pt x="662" y="180"/>
                    </a:lnTo>
                    <a:cubicBezTo>
                      <a:pt x="298" y="-184"/>
                      <a:pt x="0" y="22"/>
                      <a:pt x="0" y="637"/>
                    </a:cubicBezTo>
                    <a:lnTo>
                      <a:pt x="0" y="20297"/>
                    </a:lnTo>
                    <a:cubicBezTo>
                      <a:pt x="0" y="20912"/>
                      <a:pt x="370" y="21416"/>
                      <a:pt x="822" y="21416"/>
                    </a:cubicBezTo>
                    <a:lnTo>
                      <a:pt x="2402" y="21416"/>
                    </a:lnTo>
                    <a:lnTo>
                      <a:pt x="2655" y="21416"/>
                    </a:lnTo>
                    <a:lnTo>
                      <a:pt x="3013" y="21416"/>
                    </a:lnTo>
                    <a:cubicBezTo>
                      <a:pt x="3013" y="21416"/>
                      <a:pt x="3266" y="21416"/>
                      <a:pt x="3266" y="21416"/>
                    </a:cubicBezTo>
                    <a:close/>
                    <a:moveTo>
                      <a:pt x="3266" y="21416"/>
                    </a:moveTo>
                  </a:path>
                </a:pathLst>
              </a:custGeom>
              <a:solidFill>
                <a:srgbClr val="368FE2"/>
              </a:solidFill>
              <a:ln>
                <a:noFill/>
              </a:ln>
            </p:spPr>
            <p:txBody>
              <a:bodyPr lIns="0" tIns="0" rIns="0" bIns="0"/>
              <a:lstStyle/>
              <a:p>
                <a:endParaRPr lang="en-US"/>
              </a:p>
            </p:txBody>
          </p:sp>
          <p:sp>
            <p:nvSpPr>
              <p:cNvPr id="41001" name="AutoShape 34"/>
              <p:cNvSpPr/>
              <p:nvPr/>
            </p:nvSpPr>
            <p:spPr bwMode="auto">
              <a:xfrm>
                <a:off x="3893" y="2539"/>
                <a:ext cx="437" cy="425"/>
              </a:xfrm>
              <a:custGeom>
                <a:avLst/>
                <a:gdLst>
                  <a:gd name="T0" fmla="*/ 0 w 21596"/>
                  <a:gd name="T1" fmla="*/ 0 h 21426"/>
                  <a:gd name="T2" fmla="*/ 0 w 21596"/>
                  <a:gd name="T3" fmla="*/ 0 h 21426"/>
                  <a:gd name="T4" fmla="*/ 0 w 21596"/>
                  <a:gd name="T5" fmla="*/ 0 h 21426"/>
                  <a:gd name="T6" fmla="*/ 0 w 21596"/>
                  <a:gd name="T7" fmla="*/ 0 h 21426"/>
                  <a:gd name="T8" fmla="*/ 0 w 21596"/>
                  <a:gd name="T9" fmla="*/ 0 h 21426"/>
                  <a:gd name="T10" fmla="*/ 0 w 21596"/>
                  <a:gd name="T11" fmla="*/ 0 h 21426"/>
                  <a:gd name="T12" fmla="*/ 0 w 21596"/>
                  <a:gd name="T13" fmla="*/ 0 h 21426"/>
                  <a:gd name="T14" fmla="*/ 0 w 21596"/>
                  <a:gd name="T15" fmla="*/ 0 h 21426"/>
                  <a:gd name="T16" fmla="*/ 0 w 21596"/>
                  <a:gd name="T17" fmla="*/ 0 h 21426"/>
                  <a:gd name="T18" fmla="*/ 0 w 21596"/>
                  <a:gd name="T19" fmla="*/ 0 h 21426"/>
                  <a:gd name="T20" fmla="*/ 0 w 21596"/>
                  <a:gd name="T21" fmla="*/ 0 h 21426"/>
                  <a:gd name="T22" fmla="*/ 0 w 21596"/>
                  <a:gd name="T23" fmla="*/ 0 h 21426"/>
                  <a:gd name="T24" fmla="*/ 0 w 21596"/>
                  <a:gd name="T25" fmla="*/ 0 h 21426"/>
                  <a:gd name="T26" fmla="*/ 0 w 21596"/>
                  <a:gd name="T27" fmla="*/ 0 h 21426"/>
                  <a:gd name="T28" fmla="*/ 0 w 21596"/>
                  <a:gd name="T29" fmla="*/ 0 h 21426"/>
                  <a:gd name="T30" fmla="*/ 0 w 21596"/>
                  <a:gd name="T31" fmla="*/ 0 h 21426"/>
                  <a:gd name="T32" fmla="*/ 0 w 21596"/>
                  <a:gd name="T33" fmla="*/ 0 h 21426"/>
                  <a:gd name="T34" fmla="*/ 0 w 21596"/>
                  <a:gd name="T35" fmla="*/ 0 h 21426"/>
                  <a:gd name="T36" fmla="*/ 0 w 21596"/>
                  <a:gd name="T37" fmla="*/ 0 h 21426"/>
                  <a:gd name="T38" fmla="*/ 0 w 21596"/>
                  <a:gd name="T39" fmla="*/ 0 h 21426"/>
                  <a:gd name="T40" fmla="*/ 0 w 21596"/>
                  <a:gd name="T41" fmla="*/ 0 h 21426"/>
                  <a:gd name="T42" fmla="*/ 0 w 21596"/>
                  <a:gd name="T43" fmla="*/ 0 h 21426"/>
                  <a:gd name="T44" fmla="*/ 0 w 21596"/>
                  <a:gd name="T45" fmla="*/ 0 h 21426"/>
                  <a:gd name="T46" fmla="*/ 0 w 21596"/>
                  <a:gd name="T47" fmla="*/ 0 h 21426"/>
                  <a:gd name="T48" fmla="*/ 0 w 21596"/>
                  <a:gd name="T49" fmla="*/ 0 h 21426"/>
                  <a:gd name="T50" fmla="*/ 0 w 21596"/>
                  <a:gd name="T51" fmla="*/ 0 h 21426"/>
                  <a:gd name="T52" fmla="*/ 0 w 21596"/>
                  <a:gd name="T53" fmla="*/ 0 h 21426"/>
                  <a:gd name="T54" fmla="*/ 0 w 21596"/>
                  <a:gd name="T55" fmla="*/ 0 h 21426"/>
                  <a:gd name="T56" fmla="*/ 0 w 21596"/>
                  <a:gd name="T57" fmla="*/ 0 h 21426"/>
                  <a:gd name="T58" fmla="*/ 0 w 21596"/>
                  <a:gd name="T59" fmla="*/ 0 h 21426"/>
                  <a:gd name="T60" fmla="*/ 0 w 21596"/>
                  <a:gd name="T61" fmla="*/ 0 h 21426"/>
                  <a:gd name="T62" fmla="*/ 0 w 21596"/>
                  <a:gd name="T63" fmla="*/ 0 h 21426"/>
                  <a:gd name="T64" fmla="*/ 0 w 21596"/>
                  <a:gd name="T65" fmla="*/ 0 h 21426"/>
                  <a:gd name="T66" fmla="*/ 0 w 21596"/>
                  <a:gd name="T67" fmla="*/ 0 h 21426"/>
                  <a:gd name="T68" fmla="*/ 0 w 21596"/>
                  <a:gd name="T69" fmla="*/ 0 h 21426"/>
                  <a:gd name="T70" fmla="*/ 0 w 21596"/>
                  <a:gd name="T71" fmla="*/ 0 h 21426"/>
                  <a:gd name="T72" fmla="*/ 0 w 21596"/>
                  <a:gd name="T73" fmla="*/ 0 h 21426"/>
                  <a:gd name="T74" fmla="*/ 0 w 21596"/>
                  <a:gd name="T75" fmla="*/ 0 h 21426"/>
                  <a:gd name="T76" fmla="*/ 0 w 21596"/>
                  <a:gd name="T77" fmla="*/ 0 h 21426"/>
                  <a:gd name="T78" fmla="*/ 0 w 21596"/>
                  <a:gd name="T79" fmla="*/ 0 h 21426"/>
                  <a:gd name="T80" fmla="*/ 0 w 21596"/>
                  <a:gd name="T81" fmla="*/ 0 h 21426"/>
                  <a:gd name="T82" fmla="*/ 0 w 21596"/>
                  <a:gd name="T83" fmla="*/ 0 h 21426"/>
                  <a:gd name="T84" fmla="*/ 0 w 21596"/>
                  <a:gd name="T85" fmla="*/ 0 h 21426"/>
                  <a:gd name="T86" fmla="*/ 0 w 21596"/>
                  <a:gd name="T87" fmla="*/ 0 h 21426"/>
                  <a:gd name="T88" fmla="*/ 0 w 21596"/>
                  <a:gd name="T89" fmla="*/ 0 h 21426"/>
                  <a:gd name="T90" fmla="*/ 0 w 21596"/>
                  <a:gd name="T91" fmla="*/ 0 h 21426"/>
                  <a:gd name="T92" fmla="*/ 0 w 21596"/>
                  <a:gd name="T93" fmla="*/ 0 h 21426"/>
                  <a:gd name="T94" fmla="*/ 0 w 21596"/>
                  <a:gd name="T95" fmla="*/ 0 h 21426"/>
                  <a:gd name="T96" fmla="*/ 0 w 21596"/>
                  <a:gd name="T97" fmla="*/ 0 h 21426"/>
                  <a:gd name="T98" fmla="*/ 0 w 21596"/>
                  <a:gd name="T99" fmla="*/ 0 h 21426"/>
                  <a:gd name="T100" fmla="*/ 0 w 21596"/>
                  <a:gd name="T101" fmla="*/ 0 h 21426"/>
                  <a:gd name="T102" fmla="*/ 0 w 21596"/>
                  <a:gd name="T103" fmla="*/ 0 h 21426"/>
                  <a:gd name="T104" fmla="*/ 0 w 21596"/>
                  <a:gd name="T105" fmla="*/ 0 h 21426"/>
                  <a:gd name="T106" fmla="*/ 0 w 21596"/>
                  <a:gd name="T107" fmla="*/ 0 h 21426"/>
                  <a:gd name="T108" fmla="*/ 0 w 21596"/>
                  <a:gd name="T109" fmla="*/ 0 h 214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596" h="21426">
                    <a:moveTo>
                      <a:pt x="15107" y="10601"/>
                    </a:moveTo>
                    <a:cubicBezTo>
                      <a:pt x="15107" y="13029"/>
                      <a:pt x="13174" y="15004"/>
                      <a:pt x="10798" y="15004"/>
                    </a:cubicBezTo>
                    <a:cubicBezTo>
                      <a:pt x="8421" y="15004"/>
                      <a:pt x="6488" y="13029"/>
                      <a:pt x="6488" y="10601"/>
                    </a:cubicBezTo>
                    <a:cubicBezTo>
                      <a:pt x="6488" y="8174"/>
                      <a:pt x="8421" y="6199"/>
                      <a:pt x="10798" y="6199"/>
                    </a:cubicBezTo>
                    <a:cubicBezTo>
                      <a:pt x="13174" y="6199"/>
                      <a:pt x="15107" y="8174"/>
                      <a:pt x="15107" y="10601"/>
                    </a:cubicBezTo>
                    <a:close/>
                    <a:moveTo>
                      <a:pt x="20979" y="7917"/>
                    </a:moveTo>
                    <a:lnTo>
                      <a:pt x="19013" y="7925"/>
                    </a:lnTo>
                    <a:cubicBezTo>
                      <a:pt x="18683" y="7926"/>
                      <a:pt x="18299" y="7677"/>
                      <a:pt x="18160" y="7372"/>
                    </a:cubicBezTo>
                    <a:lnTo>
                      <a:pt x="17274" y="5822"/>
                    </a:lnTo>
                    <a:cubicBezTo>
                      <a:pt x="17083" y="5547"/>
                      <a:pt x="17061" y="5083"/>
                      <a:pt x="17224" y="4791"/>
                    </a:cubicBezTo>
                    <a:lnTo>
                      <a:pt x="18202" y="3046"/>
                    </a:lnTo>
                    <a:cubicBezTo>
                      <a:pt x="18365" y="2753"/>
                      <a:pt x="18265" y="2377"/>
                      <a:pt x="17979" y="2210"/>
                    </a:cubicBezTo>
                    <a:lnTo>
                      <a:pt x="14338" y="80"/>
                    </a:lnTo>
                    <a:cubicBezTo>
                      <a:pt x="14052" y="-87"/>
                      <a:pt x="13683" y="15"/>
                      <a:pt x="13519" y="307"/>
                    </a:cubicBezTo>
                    <a:lnTo>
                      <a:pt x="12542" y="2053"/>
                    </a:lnTo>
                    <a:cubicBezTo>
                      <a:pt x="12377" y="2345"/>
                      <a:pt x="11974" y="2561"/>
                      <a:pt x="11646" y="2531"/>
                    </a:cubicBezTo>
                    <a:lnTo>
                      <a:pt x="9889" y="2536"/>
                    </a:lnTo>
                    <a:cubicBezTo>
                      <a:pt x="9561" y="2568"/>
                      <a:pt x="9157" y="2356"/>
                      <a:pt x="8990" y="2065"/>
                    </a:cubicBezTo>
                    <a:lnTo>
                      <a:pt x="8000" y="328"/>
                    </a:lnTo>
                    <a:cubicBezTo>
                      <a:pt x="7835" y="37"/>
                      <a:pt x="7466" y="-62"/>
                      <a:pt x="7181" y="108"/>
                    </a:cubicBezTo>
                    <a:lnTo>
                      <a:pt x="3554" y="2266"/>
                    </a:lnTo>
                    <a:cubicBezTo>
                      <a:pt x="3269" y="2435"/>
                      <a:pt x="3172" y="2812"/>
                      <a:pt x="3338" y="3103"/>
                    </a:cubicBezTo>
                    <a:lnTo>
                      <a:pt x="4328" y="4840"/>
                    </a:lnTo>
                    <a:cubicBezTo>
                      <a:pt x="4493" y="5131"/>
                      <a:pt x="4493" y="5547"/>
                      <a:pt x="4327" y="5763"/>
                    </a:cubicBezTo>
                    <a:cubicBezTo>
                      <a:pt x="4161" y="5980"/>
                      <a:pt x="3673" y="6810"/>
                      <a:pt x="3549" y="7061"/>
                    </a:cubicBezTo>
                    <a:cubicBezTo>
                      <a:pt x="3426" y="7311"/>
                      <a:pt x="2894" y="7987"/>
                      <a:pt x="2564" y="7988"/>
                    </a:cubicBezTo>
                    <a:lnTo>
                      <a:pt x="598" y="7995"/>
                    </a:lnTo>
                    <a:cubicBezTo>
                      <a:pt x="268" y="7997"/>
                      <a:pt x="-2" y="8274"/>
                      <a:pt x="0" y="8610"/>
                    </a:cubicBezTo>
                    <a:lnTo>
                      <a:pt x="15" y="12898"/>
                    </a:lnTo>
                    <a:cubicBezTo>
                      <a:pt x="16" y="13235"/>
                      <a:pt x="288" y="13510"/>
                      <a:pt x="617" y="13509"/>
                    </a:cubicBezTo>
                    <a:lnTo>
                      <a:pt x="2585" y="13501"/>
                    </a:lnTo>
                    <a:cubicBezTo>
                      <a:pt x="2914" y="13500"/>
                      <a:pt x="3298" y="13749"/>
                      <a:pt x="3437" y="14054"/>
                    </a:cubicBezTo>
                    <a:lnTo>
                      <a:pt x="4323" y="15604"/>
                    </a:lnTo>
                    <a:cubicBezTo>
                      <a:pt x="4514" y="15879"/>
                      <a:pt x="4536" y="16343"/>
                      <a:pt x="4373" y="16634"/>
                    </a:cubicBezTo>
                    <a:lnTo>
                      <a:pt x="3395" y="18380"/>
                    </a:lnTo>
                    <a:cubicBezTo>
                      <a:pt x="3231" y="18672"/>
                      <a:pt x="3331" y="19049"/>
                      <a:pt x="3618" y="19217"/>
                    </a:cubicBezTo>
                    <a:lnTo>
                      <a:pt x="7259" y="21346"/>
                    </a:lnTo>
                    <a:cubicBezTo>
                      <a:pt x="7545" y="21513"/>
                      <a:pt x="7913" y="21411"/>
                      <a:pt x="8077" y="21118"/>
                    </a:cubicBezTo>
                    <a:lnTo>
                      <a:pt x="9056" y="19373"/>
                    </a:lnTo>
                    <a:cubicBezTo>
                      <a:pt x="9219" y="19080"/>
                      <a:pt x="9622" y="18865"/>
                      <a:pt x="9950" y="18894"/>
                    </a:cubicBezTo>
                    <a:lnTo>
                      <a:pt x="11706" y="18890"/>
                    </a:lnTo>
                    <a:cubicBezTo>
                      <a:pt x="12034" y="18857"/>
                      <a:pt x="12439" y="19069"/>
                      <a:pt x="12605" y="19361"/>
                    </a:cubicBezTo>
                    <a:lnTo>
                      <a:pt x="13596" y="21097"/>
                    </a:lnTo>
                    <a:cubicBezTo>
                      <a:pt x="13761" y="21388"/>
                      <a:pt x="14130" y="21488"/>
                      <a:pt x="14415" y="21318"/>
                    </a:cubicBezTo>
                    <a:lnTo>
                      <a:pt x="18042" y="19160"/>
                    </a:lnTo>
                    <a:cubicBezTo>
                      <a:pt x="18326" y="18990"/>
                      <a:pt x="18424" y="18613"/>
                      <a:pt x="18258" y="18322"/>
                    </a:cubicBezTo>
                    <a:lnTo>
                      <a:pt x="17268" y="16587"/>
                    </a:lnTo>
                    <a:cubicBezTo>
                      <a:pt x="17102" y="16296"/>
                      <a:pt x="17103" y="15880"/>
                      <a:pt x="17270" y="15662"/>
                    </a:cubicBezTo>
                    <a:cubicBezTo>
                      <a:pt x="17435" y="15446"/>
                      <a:pt x="17923" y="14615"/>
                      <a:pt x="18047" y="14365"/>
                    </a:cubicBezTo>
                    <a:cubicBezTo>
                      <a:pt x="18171" y="14114"/>
                      <a:pt x="18703" y="13438"/>
                      <a:pt x="19033" y="13437"/>
                    </a:cubicBezTo>
                    <a:lnTo>
                      <a:pt x="20998" y="13430"/>
                    </a:lnTo>
                    <a:cubicBezTo>
                      <a:pt x="21329" y="13429"/>
                      <a:pt x="21598" y="13152"/>
                      <a:pt x="21596" y="12815"/>
                    </a:cubicBezTo>
                    <a:lnTo>
                      <a:pt x="21581" y="8527"/>
                    </a:lnTo>
                    <a:cubicBezTo>
                      <a:pt x="21579" y="8190"/>
                      <a:pt x="21309" y="7916"/>
                      <a:pt x="20979" y="7917"/>
                    </a:cubicBezTo>
                    <a:close/>
                    <a:moveTo>
                      <a:pt x="20979" y="7917"/>
                    </a:moveTo>
                  </a:path>
                </a:pathLst>
              </a:custGeom>
              <a:solidFill>
                <a:srgbClr val="2D67BE"/>
              </a:solidFill>
              <a:ln>
                <a:noFill/>
              </a:ln>
            </p:spPr>
            <p:txBody>
              <a:bodyPr lIns="0" tIns="0" rIns="0" bIns="0"/>
              <a:lstStyle/>
              <a:p>
                <a:endParaRPr lang="en-US"/>
              </a:p>
            </p:txBody>
          </p:sp>
          <p:sp>
            <p:nvSpPr>
              <p:cNvPr id="41002" name="AutoShape 35"/>
              <p:cNvSpPr/>
              <p:nvPr/>
            </p:nvSpPr>
            <p:spPr bwMode="auto">
              <a:xfrm>
                <a:off x="4262" y="2409"/>
                <a:ext cx="257" cy="250"/>
              </a:xfrm>
              <a:custGeom>
                <a:avLst/>
                <a:gdLst>
                  <a:gd name="T0" fmla="*/ 0 w 21596"/>
                  <a:gd name="T1" fmla="*/ 0 h 21426"/>
                  <a:gd name="T2" fmla="*/ 0 w 21596"/>
                  <a:gd name="T3" fmla="*/ 0 h 21426"/>
                  <a:gd name="T4" fmla="*/ 0 w 21596"/>
                  <a:gd name="T5" fmla="*/ 0 h 21426"/>
                  <a:gd name="T6" fmla="*/ 0 w 21596"/>
                  <a:gd name="T7" fmla="*/ 0 h 21426"/>
                  <a:gd name="T8" fmla="*/ 0 w 21596"/>
                  <a:gd name="T9" fmla="*/ 0 h 21426"/>
                  <a:gd name="T10" fmla="*/ 0 w 21596"/>
                  <a:gd name="T11" fmla="*/ 0 h 21426"/>
                  <a:gd name="T12" fmla="*/ 0 w 21596"/>
                  <a:gd name="T13" fmla="*/ 0 h 21426"/>
                  <a:gd name="T14" fmla="*/ 0 w 21596"/>
                  <a:gd name="T15" fmla="*/ 0 h 21426"/>
                  <a:gd name="T16" fmla="*/ 0 w 21596"/>
                  <a:gd name="T17" fmla="*/ 0 h 21426"/>
                  <a:gd name="T18" fmla="*/ 0 w 21596"/>
                  <a:gd name="T19" fmla="*/ 0 h 21426"/>
                  <a:gd name="T20" fmla="*/ 0 w 21596"/>
                  <a:gd name="T21" fmla="*/ 0 h 21426"/>
                  <a:gd name="T22" fmla="*/ 0 w 21596"/>
                  <a:gd name="T23" fmla="*/ 0 h 21426"/>
                  <a:gd name="T24" fmla="*/ 0 w 21596"/>
                  <a:gd name="T25" fmla="*/ 0 h 21426"/>
                  <a:gd name="T26" fmla="*/ 0 w 21596"/>
                  <a:gd name="T27" fmla="*/ 0 h 21426"/>
                  <a:gd name="T28" fmla="*/ 0 w 21596"/>
                  <a:gd name="T29" fmla="*/ 0 h 21426"/>
                  <a:gd name="T30" fmla="*/ 0 w 21596"/>
                  <a:gd name="T31" fmla="*/ 0 h 21426"/>
                  <a:gd name="T32" fmla="*/ 0 w 21596"/>
                  <a:gd name="T33" fmla="*/ 0 h 21426"/>
                  <a:gd name="T34" fmla="*/ 0 w 21596"/>
                  <a:gd name="T35" fmla="*/ 0 h 21426"/>
                  <a:gd name="T36" fmla="*/ 0 w 21596"/>
                  <a:gd name="T37" fmla="*/ 0 h 21426"/>
                  <a:gd name="T38" fmla="*/ 0 w 21596"/>
                  <a:gd name="T39" fmla="*/ 0 h 21426"/>
                  <a:gd name="T40" fmla="*/ 0 w 21596"/>
                  <a:gd name="T41" fmla="*/ 0 h 21426"/>
                  <a:gd name="T42" fmla="*/ 0 w 21596"/>
                  <a:gd name="T43" fmla="*/ 0 h 21426"/>
                  <a:gd name="T44" fmla="*/ 0 w 21596"/>
                  <a:gd name="T45" fmla="*/ 0 h 21426"/>
                  <a:gd name="T46" fmla="*/ 0 w 21596"/>
                  <a:gd name="T47" fmla="*/ 0 h 21426"/>
                  <a:gd name="T48" fmla="*/ 0 w 21596"/>
                  <a:gd name="T49" fmla="*/ 0 h 21426"/>
                  <a:gd name="T50" fmla="*/ 0 w 21596"/>
                  <a:gd name="T51" fmla="*/ 0 h 21426"/>
                  <a:gd name="T52" fmla="*/ 0 w 21596"/>
                  <a:gd name="T53" fmla="*/ 0 h 21426"/>
                  <a:gd name="T54" fmla="*/ 0 w 21596"/>
                  <a:gd name="T55" fmla="*/ 0 h 21426"/>
                  <a:gd name="T56" fmla="*/ 0 w 21596"/>
                  <a:gd name="T57" fmla="*/ 0 h 21426"/>
                  <a:gd name="T58" fmla="*/ 0 w 21596"/>
                  <a:gd name="T59" fmla="*/ 0 h 21426"/>
                  <a:gd name="T60" fmla="*/ 0 w 21596"/>
                  <a:gd name="T61" fmla="*/ 0 h 21426"/>
                  <a:gd name="T62" fmla="*/ 0 w 21596"/>
                  <a:gd name="T63" fmla="*/ 0 h 21426"/>
                  <a:gd name="T64" fmla="*/ 0 w 21596"/>
                  <a:gd name="T65" fmla="*/ 0 h 21426"/>
                  <a:gd name="T66" fmla="*/ 0 w 21596"/>
                  <a:gd name="T67" fmla="*/ 0 h 21426"/>
                  <a:gd name="T68" fmla="*/ 0 w 21596"/>
                  <a:gd name="T69" fmla="*/ 0 h 21426"/>
                  <a:gd name="T70" fmla="*/ 0 w 21596"/>
                  <a:gd name="T71" fmla="*/ 0 h 21426"/>
                  <a:gd name="T72" fmla="*/ 0 w 21596"/>
                  <a:gd name="T73" fmla="*/ 0 h 21426"/>
                  <a:gd name="T74" fmla="*/ 0 w 21596"/>
                  <a:gd name="T75" fmla="*/ 0 h 21426"/>
                  <a:gd name="T76" fmla="*/ 0 w 21596"/>
                  <a:gd name="T77" fmla="*/ 0 h 21426"/>
                  <a:gd name="T78" fmla="*/ 0 w 21596"/>
                  <a:gd name="T79" fmla="*/ 0 h 21426"/>
                  <a:gd name="T80" fmla="*/ 0 w 21596"/>
                  <a:gd name="T81" fmla="*/ 0 h 21426"/>
                  <a:gd name="T82" fmla="*/ 0 w 21596"/>
                  <a:gd name="T83" fmla="*/ 0 h 21426"/>
                  <a:gd name="T84" fmla="*/ 0 w 21596"/>
                  <a:gd name="T85" fmla="*/ 0 h 21426"/>
                  <a:gd name="T86" fmla="*/ 0 w 21596"/>
                  <a:gd name="T87" fmla="*/ 0 h 21426"/>
                  <a:gd name="T88" fmla="*/ 0 w 21596"/>
                  <a:gd name="T89" fmla="*/ 0 h 21426"/>
                  <a:gd name="T90" fmla="*/ 0 w 21596"/>
                  <a:gd name="T91" fmla="*/ 0 h 21426"/>
                  <a:gd name="T92" fmla="*/ 0 w 21596"/>
                  <a:gd name="T93" fmla="*/ 0 h 21426"/>
                  <a:gd name="T94" fmla="*/ 0 w 21596"/>
                  <a:gd name="T95" fmla="*/ 0 h 21426"/>
                  <a:gd name="T96" fmla="*/ 0 w 21596"/>
                  <a:gd name="T97" fmla="*/ 0 h 21426"/>
                  <a:gd name="T98" fmla="*/ 0 w 21596"/>
                  <a:gd name="T99" fmla="*/ 0 h 21426"/>
                  <a:gd name="T100" fmla="*/ 0 w 21596"/>
                  <a:gd name="T101" fmla="*/ 0 h 21426"/>
                  <a:gd name="T102" fmla="*/ 0 w 21596"/>
                  <a:gd name="T103" fmla="*/ 0 h 21426"/>
                  <a:gd name="T104" fmla="*/ 0 w 21596"/>
                  <a:gd name="T105" fmla="*/ 0 h 21426"/>
                  <a:gd name="T106" fmla="*/ 0 w 21596"/>
                  <a:gd name="T107" fmla="*/ 0 h 21426"/>
                  <a:gd name="T108" fmla="*/ 0 w 21596"/>
                  <a:gd name="T109" fmla="*/ 0 h 214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596" h="21426">
                    <a:moveTo>
                      <a:pt x="15107" y="10601"/>
                    </a:moveTo>
                    <a:cubicBezTo>
                      <a:pt x="15107" y="13029"/>
                      <a:pt x="13174" y="15004"/>
                      <a:pt x="10798" y="15004"/>
                    </a:cubicBezTo>
                    <a:cubicBezTo>
                      <a:pt x="8421" y="15004"/>
                      <a:pt x="6489" y="13029"/>
                      <a:pt x="6489" y="10601"/>
                    </a:cubicBezTo>
                    <a:cubicBezTo>
                      <a:pt x="6489" y="8174"/>
                      <a:pt x="8421" y="6199"/>
                      <a:pt x="10798" y="6199"/>
                    </a:cubicBezTo>
                    <a:cubicBezTo>
                      <a:pt x="13174" y="6199"/>
                      <a:pt x="15107" y="8174"/>
                      <a:pt x="15107" y="10601"/>
                    </a:cubicBezTo>
                    <a:close/>
                    <a:moveTo>
                      <a:pt x="20979" y="7916"/>
                    </a:moveTo>
                    <a:lnTo>
                      <a:pt x="19013" y="7925"/>
                    </a:lnTo>
                    <a:cubicBezTo>
                      <a:pt x="18683" y="7926"/>
                      <a:pt x="18300" y="7677"/>
                      <a:pt x="18161" y="7372"/>
                    </a:cubicBezTo>
                    <a:lnTo>
                      <a:pt x="17274" y="5822"/>
                    </a:lnTo>
                    <a:cubicBezTo>
                      <a:pt x="17083" y="5547"/>
                      <a:pt x="17061" y="5084"/>
                      <a:pt x="17225" y="4791"/>
                    </a:cubicBezTo>
                    <a:lnTo>
                      <a:pt x="18202" y="3046"/>
                    </a:lnTo>
                    <a:cubicBezTo>
                      <a:pt x="18366" y="2753"/>
                      <a:pt x="18265" y="2377"/>
                      <a:pt x="17979" y="2210"/>
                    </a:cubicBezTo>
                    <a:lnTo>
                      <a:pt x="14338" y="81"/>
                    </a:lnTo>
                    <a:cubicBezTo>
                      <a:pt x="14051" y="-87"/>
                      <a:pt x="13684" y="15"/>
                      <a:pt x="13519" y="308"/>
                    </a:cubicBezTo>
                    <a:lnTo>
                      <a:pt x="12541" y="2053"/>
                    </a:lnTo>
                    <a:cubicBezTo>
                      <a:pt x="12378" y="2346"/>
                      <a:pt x="11974" y="2561"/>
                      <a:pt x="11647" y="2532"/>
                    </a:cubicBezTo>
                    <a:lnTo>
                      <a:pt x="9889" y="2536"/>
                    </a:lnTo>
                    <a:cubicBezTo>
                      <a:pt x="9561" y="2568"/>
                      <a:pt x="9156" y="2356"/>
                      <a:pt x="8990" y="2065"/>
                    </a:cubicBezTo>
                    <a:lnTo>
                      <a:pt x="8000" y="329"/>
                    </a:lnTo>
                    <a:cubicBezTo>
                      <a:pt x="7835" y="37"/>
                      <a:pt x="7466" y="-62"/>
                      <a:pt x="7180" y="107"/>
                    </a:cubicBezTo>
                    <a:lnTo>
                      <a:pt x="3555" y="2265"/>
                    </a:lnTo>
                    <a:cubicBezTo>
                      <a:pt x="3270" y="2435"/>
                      <a:pt x="3172" y="2813"/>
                      <a:pt x="3338" y="3103"/>
                    </a:cubicBezTo>
                    <a:lnTo>
                      <a:pt x="4327" y="4840"/>
                    </a:lnTo>
                    <a:cubicBezTo>
                      <a:pt x="4493" y="5131"/>
                      <a:pt x="4493" y="5547"/>
                      <a:pt x="4326" y="5763"/>
                    </a:cubicBezTo>
                    <a:cubicBezTo>
                      <a:pt x="4161" y="5980"/>
                      <a:pt x="3672" y="6810"/>
                      <a:pt x="3549" y="7061"/>
                    </a:cubicBezTo>
                    <a:cubicBezTo>
                      <a:pt x="3425" y="7311"/>
                      <a:pt x="2892" y="7986"/>
                      <a:pt x="2563" y="7988"/>
                    </a:cubicBezTo>
                    <a:lnTo>
                      <a:pt x="597" y="7996"/>
                    </a:lnTo>
                    <a:cubicBezTo>
                      <a:pt x="267" y="7997"/>
                      <a:pt x="-2" y="8273"/>
                      <a:pt x="0" y="8610"/>
                    </a:cubicBezTo>
                    <a:lnTo>
                      <a:pt x="15" y="12899"/>
                    </a:lnTo>
                    <a:cubicBezTo>
                      <a:pt x="16" y="13235"/>
                      <a:pt x="287" y="13510"/>
                      <a:pt x="617" y="13508"/>
                    </a:cubicBezTo>
                    <a:lnTo>
                      <a:pt x="2584" y="13501"/>
                    </a:lnTo>
                    <a:cubicBezTo>
                      <a:pt x="2915" y="13500"/>
                      <a:pt x="3297" y="13749"/>
                      <a:pt x="3437" y="14054"/>
                    </a:cubicBezTo>
                    <a:lnTo>
                      <a:pt x="4323" y="15604"/>
                    </a:lnTo>
                    <a:cubicBezTo>
                      <a:pt x="4513" y="15879"/>
                      <a:pt x="4535" y="16343"/>
                      <a:pt x="4372" y="16635"/>
                    </a:cubicBezTo>
                    <a:lnTo>
                      <a:pt x="3394" y="18380"/>
                    </a:lnTo>
                    <a:cubicBezTo>
                      <a:pt x="3231" y="18673"/>
                      <a:pt x="3330" y="19049"/>
                      <a:pt x="3617" y="19216"/>
                    </a:cubicBezTo>
                    <a:lnTo>
                      <a:pt x="7260" y="21346"/>
                    </a:lnTo>
                    <a:cubicBezTo>
                      <a:pt x="7545" y="21513"/>
                      <a:pt x="7913" y="21411"/>
                      <a:pt x="8078" y="21118"/>
                    </a:cubicBezTo>
                    <a:lnTo>
                      <a:pt x="9055" y="19373"/>
                    </a:lnTo>
                    <a:cubicBezTo>
                      <a:pt x="9219" y="19080"/>
                      <a:pt x="9622" y="18865"/>
                      <a:pt x="9950" y="18894"/>
                    </a:cubicBezTo>
                    <a:lnTo>
                      <a:pt x="11706" y="18889"/>
                    </a:lnTo>
                    <a:cubicBezTo>
                      <a:pt x="12035" y="18857"/>
                      <a:pt x="12439" y="19069"/>
                      <a:pt x="12604" y="19360"/>
                    </a:cubicBezTo>
                    <a:lnTo>
                      <a:pt x="13596" y="21097"/>
                    </a:lnTo>
                    <a:cubicBezTo>
                      <a:pt x="13761" y="21388"/>
                      <a:pt x="14131" y="21488"/>
                      <a:pt x="14416" y="21318"/>
                    </a:cubicBezTo>
                    <a:lnTo>
                      <a:pt x="18042" y="19159"/>
                    </a:lnTo>
                    <a:cubicBezTo>
                      <a:pt x="18327" y="18990"/>
                      <a:pt x="18425" y="18613"/>
                      <a:pt x="18258" y="18323"/>
                    </a:cubicBezTo>
                    <a:lnTo>
                      <a:pt x="17268" y="16587"/>
                    </a:lnTo>
                    <a:cubicBezTo>
                      <a:pt x="17102" y="16296"/>
                      <a:pt x="17103" y="15880"/>
                      <a:pt x="17270" y="15663"/>
                    </a:cubicBezTo>
                    <a:cubicBezTo>
                      <a:pt x="17436" y="15445"/>
                      <a:pt x="17924" y="14615"/>
                      <a:pt x="18047" y="14365"/>
                    </a:cubicBezTo>
                    <a:cubicBezTo>
                      <a:pt x="18171" y="14114"/>
                      <a:pt x="18704" y="13439"/>
                      <a:pt x="19034" y="13437"/>
                    </a:cubicBezTo>
                    <a:lnTo>
                      <a:pt x="20999" y="13430"/>
                    </a:lnTo>
                    <a:cubicBezTo>
                      <a:pt x="21330" y="13429"/>
                      <a:pt x="21598" y="13152"/>
                      <a:pt x="21596" y="12815"/>
                    </a:cubicBezTo>
                    <a:lnTo>
                      <a:pt x="21581" y="8527"/>
                    </a:lnTo>
                    <a:cubicBezTo>
                      <a:pt x="21580" y="8191"/>
                      <a:pt x="21310" y="7916"/>
                      <a:pt x="20979" y="7916"/>
                    </a:cubicBezTo>
                    <a:close/>
                    <a:moveTo>
                      <a:pt x="20979" y="7916"/>
                    </a:moveTo>
                  </a:path>
                </a:pathLst>
              </a:custGeom>
              <a:solidFill>
                <a:srgbClr val="368FE2"/>
              </a:solidFill>
              <a:ln>
                <a:noFill/>
              </a:ln>
            </p:spPr>
            <p:txBody>
              <a:bodyPr lIns="0" tIns="0" rIns="0" bIns="0"/>
              <a:lstStyle/>
              <a:p>
                <a:endParaRPr lang="en-US"/>
              </a:p>
            </p:txBody>
          </p:sp>
          <p:sp>
            <p:nvSpPr>
              <p:cNvPr id="41003" name="AutoShape 36"/>
              <p:cNvSpPr/>
              <p:nvPr/>
            </p:nvSpPr>
            <p:spPr bwMode="auto">
              <a:xfrm>
                <a:off x="119" y="1910"/>
                <a:ext cx="265" cy="258"/>
              </a:xfrm>
              <a:custGeom>
                <a:avLst/>
                <a:gdLst>
                  <a:gd name="T0" fmla="*/ 0 w 21597"/>
                  <a:gd name="T1" fmla="*/ 0 h 21426"/>
                  <a:gd name="T2" fmla="*/ 0 w 21597"/>
                  <a:gd name="T3" fmla="*/ 0 h 21426"/>
                  <a:gd name="T4" fmla="*/ 0 w 21597"/>
                  <a:gd name="T5" fmla="*/ 0 h 21426"/>
                  <a:gd name="T6" fmla="*/ 0 w 21597"/>
                  <a:gd name="T7" fmla="*/ 0 h 21426"/>
                  <a:gd name="T8" fmla="*/ 0 w 21597"/>
                  <a:gd name="T9" fmla="*/ 0 h 21426"/>
                  <a:gd name="T10" fmla="*/ 0 w 21597"/>
                  <a:gd name="T11" fmla="*/ 0 h 21426"/>
                  <a:gd name="T12" fmla="*/ 0 w 21597"/>
                  <a:gd name="T13" fmla="*/ 0 h 21426"/>
                  <a:gd name="T14" fmla="*/ 0 w 21597"/>
                  <a:gd name="T15" fmla="*/ 0 h 21426"/>
                  <a:gd name="T16" fmla="*/ 0 w 21597"/>
                  <a:gd name="T17" fmla="*/ 0 h 21426"/>
                  <a:gd name="T18" fmla="*/ 0 w 21597"/>
                  <a:gd name="T19" fmla="*/ 0 h 21426"/>
                  <a:gd name="T20" fmla="*/ 0 w 21597"/>
                  <a:gd name="T21" fmla="*/ 0 h 21426"/>
                  <a:gd name="T22" fmla="*/ 0 w 21597"/>
                  <a:gd name="T23" fmla="*/ 0 h 21426"/>
                  <a:gd name="T24" fmla="*/ 0 w 21597"/>
                  <a:gd name="T25" fmla="*/ 0 h 21426"/>
                  <a:gd name="T26" fmla="*/ 0 w 21597"/>
                  <a:gd name="T27" fmla="*/ 0 h 21426"/>
                  <a:gd name="T28" fmla="*/ 0 w 21597"/>
                  <a:gd name="T29" fmla="*/ 0 h 21426"/>
                  <a:gd name="T30" fmla="*/ 0 w 21597"/>
                  <a:gd name="T31" fmla="*/ 0 h 21426"/>
                  <a:gd name="T32" fmla="*/ 0 w 21597"/>
                  <a:gd name="T33" fmla="*/ 0 h 21426"/>
                  <a:gd name="T34" fmla="*/ 0 w 21597"/>
                  <a:gd name="T35" fmla="*/ 0 h 21426"/>
                  <a:gd name="T36" fmla="*/ 0 w 21597"/>
                  <a:gd name="T37" fmla="*/ 0 h 21426"/>
                  <a:gd name="T38" fmla="*/ 0 w 21597"/>
                  <a:gd name="T39" fmla="*/ 0 h 21426"/>
                  <a:gd name="T40" fmla="*/ 0 w 21597"/>
                  <a:gd name="T41" fmla="*/ 0 h 21426"/>
                  <a:gd name="T42" fmla="*/ 0 w 21597"/>
                  <a:gd name="T43" fmla="*/ 0 h 21426"/>
                  <a:gd name="T44" fmla="*/ 0 w 21597"/>
                  <a:gd name="T45" fmla="*/ 0 h 21426"/>
                  <a:gd name="T46" fmla="*/ 0 w 21597"/>
                  <a:gd name="T47" fmla="*/ 0 h 21426"/>
                  <a:gd name="T48" fmla="*/ 0 w 21597"/>
                  <a:gd name="T49" fmla="*/ 0 h 21426"/>
                  <a:gd name="T50" fmla="*/ 0 w 21597"/>
                  <a:gd name="T51" fmla="*/ 0 h 21426"/>
                  <a:gd name="T52" fmla="*/ 0 w 21597"/>
                  <a:gd name="T53" fmla="*/ 0 h 21426"/>
                  <a:gd name="T54" fmla="*/ 0 w 21597"/>
                  <a:gd name="T55" fmla="*/ 0 h 21426"/>
                  <a:gd name="T56" fmla="*/ 0 w 21597"/>
                  <a:gd name="T57" fmla="*/ 0 h 21426"/>
                  <a:gd name="T58" fmla="*/ 0 w 21597"/>
                  <a:gd name="T59" fmla="*/ 0 h 21426"/>
                  <a:gd name="T60" fmla="*/ 0 w 21597"/>
                  <a:gd name="T61" fmla="*/ 0 h 21426"/>
                  <a:gd name="T62" fmla="*/ 0 w 21597"/>
                  <a:gd name="T63" fmla="*/ 0 h 21426"/>
                  <a:gd name="T64" fmla="*/ 0 w 21597"/>
                  <a:gd name="T65" fmla="*/ 0 h 21426"/>
                  <a:gd name="T66" fmla="*/ 0 w 21597"/>
                  <a:gd name="T67" fmla="*/ 0 h 21426"/>
                  <a:gd name="T68" fmla="*/ 0 w 21597"/>
                  <a:gd name="T69" fmla="*/ 0 h 21426"/>
                  <a:gd name="T70" fmla="*/ 0 w 21597"/>
                  <a:gd name="T71" fmla="*/ 0 h 21426"/>
                  <a:gd name="T72" fmla="*/ 0 w 21597"/>
                  <a:gd name="T73" fmla="*/ 0 h 21426"/>
                  <a:gd name="T74" fmla="*/ 0 w 21597"/>
                  <a:gd name="T75" fmla="*/ 0 h 21426"/>
                  <a:gd name="T76" fmla="*/ 0 w 21597"/>
                  <a:gd name="T77" fmla="*/ 0 h 21426"/>
                  <a:gd name="T78" fmla="*/ 0 w 21597"/>
                  <a:gd name="T79" fmla="*/ 0 h 21426"/>
                  <a:gd name="T80" fmla="*/ 0 w 21597"/>
                  <a:gd name="T81" fmla="*/ 0 h 21426"/>
                  <a:gd name="T82" fmla="*/ 0 w 21597"/>
                  <a:gd name="T83" fmla="*/ 0 h 21426"/>
                  <a:gd name="T84" fmla="*/ 0 w 21597"/>
                  <a:gd name="T85" fmla="*/ 0 h 21426"/>
                  <a:gd name="T86" fmla="*/ 0 w 21597"/>
                  <a:gd name="T87" fmla="*/ 0 h 21426"/>
                  <a:gd name="T88" fmla="*/ 0 w 21597"/>
                  <a:gd name="T89" fmla="*/ 0 h 21426"/>
                  <a:gd name="T90" fmla="*/ 0 w 21597"/>
                  <a:gd name="T91" fmla="*/ 0 h 21426"/>
                  <a:gd name="T92" fmla="*/ 0 w 21597"/>
                  <a:gd name="T93" fmla="*/ 0 h 21426"/>
                  <a:gd name="T94" fmla="*/ 0 w 21597"/>
                  <a:gd name="T95" fmla="*/ 0 h 21426"/>
                  <a:gd name="T96" fmla="*/ 0 w 21597"/>
                  <a:gd name="T97" fmla="*/ 0 h 21426"/>
                  <a:gd name="T98" fmla="*/ 0 w 21597"/>
                  <a:gd name="T99" fmla="*/ 0 h 21426"/>
                  <a:gd name="T100" fmla="*/ 0 w 21597"/>
                  <a:gd name="T101" fmla="*/ 0 h 21426"/>
                  <a:gd name="T102" fmla="*/ 0 w 21597"/>
                  <a:gd name="T103" fmla="*/ 0 h 21426"/>
                  <a:gd name="T104" fmla="*/ 0 w 21597"/>
                  <a:gd name="T105" fmla="*/ 0 h 21426"/>
                  <a:gd name="T106" fmla="*/ 0 w 21597"/>
                  <a:gd name="T107" fmla="*/ 0 h 21426"/>
                  <a:gd name="T108" fmla="*/ 0 w 21597"/>
                  <a:gd name="T109" fmla="*/ 0 h 214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597" h="21426">
                    <a:moveTo>
                      <a:pt x="15107" y="10602"/>
                    </a:moveTo>
                    <a:cubicBezTo>
                      <a:pt x="15107" y="13029"/>
                      <a:pt x="13174" y="15004"/>
                      <a:pt x="10798" y="15004"/>
                    </a:cubicBezTo>
                    <a:cubicBezTo>
                      <a:pt x="8422" y="15004"/>
                      <a:pt x="6489" y="13029"/>
                      <a:pt x="6489" y="10602"/>
                    </a:cubicBezTo>
                    <a:cubicBezTo>
                      <a:pt x="6489" y="8173"/>
                      <a:pt x="8422" y="6199"/>
                      <a:pt x="10798" y="6199"/>
                    </a:cubicBezTo>
                    <a:cubicBezTo>
                      <a:pt x="13174" y="6199"/>
                      <a:pt x="15107" y="8173"/>
                      <a:pt x="15107" y="10602"/>
                    </a:cubicBezTo>
                    <a:close/>
                    <a:moveTo>
                      <a:pt x="18258" y="18322"/>
                    </a:moveTo>
                    <a:lnTo>
                      <a:pt x="17268" y="16587"/>
                    </a:lnTo>
                    <a:cubicBezTo>
                      <a:pt x="17103" y="16296"/>
                      <a:pt x="17103" y="15880"/>
                      <a:pt x="17270" y="15662"/>
                    </a:cubicBezTo>
                    <a:cubicBezTo>
                      <a:pt x="17436" y="15445"/>
                      <a:pt x="17924" y="14615"/>
                      <a:pt x="18047" y="14364"/>
                    </a:cubicBezTo>
                    <a:cubicBezTo>
                      <a:pt x="18171" y="14114"/>
                      <a:pt x="18703" y="13438"/>
                      <a:pt x="19033" y="13437"/>
                    </a:cubicBezTo>
                    <a:lnTo>
                      <a:pt x="20999" y="13429"/>
                    </a:lnTo>
                    <a:cubicBezTo>
                      <a:pt x="21329" y="13429"/>
                      <a:pt x="21598" y="13152"/>
                      <a:pt x="21596" y="12815"/>
                    </a:cubicBezTo>
                    <a:lnTo>
                      <a:pt x="21581" y="8527"/>
                    </a:lnTo>
                    <a:cubicBezTo>
                      <a:pt x="21579" y="8191"/>
                      <a:pt x="21309" y="7916"/>
                      <a:pt x="20979" y="7917"/>
                    </a:cubicBezTo>
                    <a:lnTo>
                      <a:pt x="19013" y="7925"/>
                    </a:lnTo>
                    <a:cubicBezTo>
                      <a:pt x="18683" y="7926"/>
                      <a:pt x="18299" y="7678"/>
                      <a:pt x="18160" y="7372"/>
                    </a:cubicBezTo>
                    <a:lnTo>
                      <a:pt x="17274" y="5822"/>
                    </a:lnTo>
                    <a:cubicBezTo>
                      <a:pt x="17082" y="5547"/>
                      <a:pt x="17061" y="5083"/>
                      <a:pt x="17225" y="4791"/>
                    </a:cubicBezTo>
                    <a:lnTo>
                      <a:pt x="18202" y="3046"/>
                    </a:lnTo>
                    <a:cubicBezTo>
                      <a:pt x="18366" y="2753"/>
                      <a:pt x="18265" y="2377"/>
                      <a:pt x="17979" y="2210"/>
                    </a:cubicBezTo>
                    <a:lnTo>
                      <a:pt x="14338" y="80"/>
                    </a:lnTo>
                    <a:cubicBezTo>
                      <a:pt x="14052" y="-87"/>
                      <a:pt x="13683" y="15"/>
                      <a:pt x="13519" y="308"/>
                    </a:cubicBezTo>
                    <a:lnTo>
                      <a:pt x="12542" y="2053"/>
                    </a:lnTo>
                    <a:cubicBezTo>
                      <a:pt x="12378" y="2346"/>
                      <a:pt x="11975" y="2561"/>
                      <a:pt x="11646" y="2532"/>
                    </a:cubicBezTo>
                    <a:lnTo>
                      <a:pt x="9889" y="2536"/>
                    </a:lnTo>
                    <a:cubicBezTo>
                      <a:pt x="9561" y="2568"/>
                      <a:pt x="9156" y="2356"/>
                      <a:pt x="8990" y="2065"/>
                    </a:cubicBezTo>
                    <a:lnTo>
                      <a:pt x="8001" y="329"/>
                    </a:lnTo>
                    <a:cubicBezTo>
                      <a:pt x="7835" y="37"/>
                      <a:pt x="7466" y="-62"/>
                      <a:pt x="7180" y="107"/>
                    </a:cubicBezTo>
                    <a:lnTo>
                      <a:pt x="3554" y="2266"/>
                    </a:lnTo>
                    <a:cubicBezTo>
                      <a:pt x="3269" y="2435"/>
                      <a:pt x="3172" y="2812"/>
                      <a:pt x="3338" y="3103"/>
                    </a:cubicBezTo>
                    <a:lnTo>
                      <a:pt x="4328" y="4840"/>
                    </a:lnTo>
                    <a:cubicBezTo>
                      <a:pt x="4493" y="5131"/>
                      <a:pt x="4493" y="5547"/>
                      <a:pt x="4327" y="5763"/>
                    </a:cubicBezTo>
                    <a:cubicBezTo>
                      <a:pt x="4161" y="5980"/>
                      <a:pt x="3673" y="6810"/>
                      <a:pt x="3549" y="7061"/>
                    </a:cubicBezTo>
                    <a:cubicBezTo>
                      <a:pt x="3426" y="7310"/>
                      <a:pt x="2894" y="7986"/>
                      <a:pt x="2563" y="7988"/>
                    </a:cubicBezTo>
                    <a:lnTo>
                      <a:pt x="597" y="7995"/>
                    </a:lnTo>
                    <a:cubicBezTo>
                      <a:pt x="267" y="7997"/>
                      <a:pt x="-2" y="8274"/>
                      <a:pt x="0" y="8611"/>
                    </a:cubicBezTo>
                    <a:lnTo>
                      <a:pt x="15" y="12898"/>
                    </a:lnTo>
                    <a:cubicBezTo>
                      <a:pt x="16" y="13235"/>
                      <a:pt x="287" y="13509"/>
                      <a:pt x="617" y="13509"/>
                    </a:cubicBezTo>
                    <a:lnTo>
                      <a:pt x="2584" y="13501"/>
                    </a:lnTo>
                    <a:cubicBezTo>
                      <a:pt x="2915" y="13500"/>
                      <a:pt x="3298" y="13749"/>
                      <a:pt x="3437" y="14054"/>
                    </a:cubicBezTo>
                    <a:lnTo>
                      <a:pt x="4323" y="15604"/>
                    </a:lnTo>
                    <a:cubicBezTo>
                      <a:pt x="4514" y="15878"/>
                      <a:pt x="4536" y="16342"/>
                      <a:pt x="4373" y="16634"/>
                    </a:cubicBezTo>
                    <a:lnTo>
                      <a:pt x="3395" y="18380"/>
                    </a:lnTo>
                    <a:cubicBezTo>
                      <a:pt x="3231" y="18672"/>
                      <a:pt x="3331" y="19049"/>
                      <a:pt x="3617" y="19216"/>
                    </a:cubicBezTo>
                    <a:lnTo>
                      <a:pt x="7259" y="21345"/>
                    </a:lnTo>
                    <a:cubicBezTo>
                      <a:pt x="7545" y="21513"/>
                      <a:pt x="7913" y="21411"/>
                      <a:pt x="8077" y="21118"/>
                    </a:cubicBezTo>
                    <a:lnTo>
                      <a:pt x="9055" y="19372"/>
                    </a:lnTo>
                    <a:cubicBezTo>
                      <a:pt x="9219" y="19080"/>
                      <a:pt x="9622" y="18865"/>
                      <a:pt x="9950" y="18894"/>
                    </a:cubicBezTo>
                    <a:lnTo>
                      <a:pt x="11706" y="18890"/>
                    </a:lnTo>
                    <a:cubicBezTo>
                      <a:pt x="12034" y="18857"/>
                      <a:pt x="12439" y="19069"/>
                      <a:pt x="12605" y="19361"/>
                    </a:cubicBezTo>
                    <a:lnTo>
                      <a:pt x="13595" y="21097"/>
                    </a:lnTo>
                    <a:cubicBezTo>
                      <a:pt x="13761" y="21389"/>
                      <a:pt x="14130" y="21487"/>
                      <a:pt x="14415" y="21318"/>
                    </a:cubicBezTo>
                    <a:lnTo>
                      <a:pt x="18042" y="19160"/>
                    </a:lnTo>
                    <a:cubicBezTo>
                      <a:pt x="18327" y="18990"/>
                      <a:pt x="18424" y="18613"/>
                      <a:pt x="18258" y="18322"/>
                    </a:cubicBezTo>
                    <a:close/>
                    <a:moveTo>
                      <a:pt x="18258" y="18322"/>
                    </a:moveTo>
                  </a:path>
                </a:pathLst>
              </a:custGeom>
              <a:solidFill>
                <a:srgbClr val="368FE2"/>
              </a:solidFill>
              <a:ln>
                <a:noFill/>
              </a:ln>
            </p:spPr>
            <p:txBody>
              <a:bodyPr lIns="0" tIns="0" rIns="0" bIns="0"/>
              <a:lstStyle/>
              <a:p>
                <a:endParaRPr lang="en-US"/>
              </a:p>
            </p:txBody>
          </p:sp>
          <p:sp>
            <p:nvSpPr>
              <p:cNvPr id="41004" name="AutoShape 37"/>
              <p:cNvSpPr/>
              <p:nvPr/>
            </p:nvSpPr>
            <p:spPr bwMode="auto">
              <a:xfrm>
                <a:off x="2787" y="3549"/>
                <a:ext cx="266" cy="258"/>
              </a:xfrm>
              <a:custGeom>
                <a:avLst/>
                <a:gdLst>
                  <a:gd name="T0" fmla="*/ 0 w 21597"/>
                  <a:gd name="T1" fmla="*/ 0 h 21426"/>
                  <a:gd name="T2" fmla="*/ 0 w 21597"/>
                  <a:gd name="T3" fmla="*/ 0 h 21426"/>
                  <a:gd name="T4" fmla="*/ 0 w 21597"/>
                  <a:gd name="T5" fmla="*/ 0 h 21426"/>
                  <a:gd name="T6" fmla="*/ 0 w 21597"/>
                  <a:gd name="T7" fmla="*/ 0 h 21426"/>
                  <a:gd name="T8" fmla="*/ 0 w 21597"/>
                  <a:gd name="T9" fmla="*/ 0 h 21426"/>
                  <a:gd name="T10" fmla="*/ 0 w 21597"/>
                  <a:gd name="T11" fmla="*/ 0 h 21426"/>
                  <a:gd name="T12" fmla="*/ 0 w 21597"/>
                  <a:gd name="T13" fmla="*/ 0 h 21426"/>
                  <a:gd name="T14" fmla="*/ 0 w 21597"/>
                  <a:gd name="T15" fmla="*/ 0 h 21426"/>
                  <a:gd name="T16" fmla="*/ 0 w 21597"/>
                  <a:gd name="T17" fmla="*/ 0 h 21426"/>
                  <a:gd name="T18" fmla="*/ 0 w 21597"/>
                  <a:gd name="T19" fmla="*/ 0 h 21426"/>
                  <a:gd name="T20" fmla="*/ 0 w 21597"/>
                  <a:gd name="T21" fmla="*/ 0 h 21426"/>
                  <a:gd name="T22" fmla="*/ 0 w 21597"/>
                  <a:gd name="T23" fmla="*/ 0 h 21426"/>
                  <a:gd name="T24" fmla="*/ 0 w 21597"/>
                  <a:gd name="T25" fmla="*/ 0 h 21426"/>
                  <a:gd name="T26" fmla="*/ 0 w 21597"/>
                  <a:gd name="T27" fmla="*/ 0 h 21426"/>
                  <a:gd name="T28" fmla="*/ 0 w 21597"/>
                  <a:gd name="T29" fmla="*/ 0 h 21426"/>
                  <a:gd name="T30" fmla="*/ 0 w 21597"/>
                  <a:gd name="T31" fmla="*/ 0 h 21426"/>
                  <a:gd name="T32" fmla="*/ 0 w 21597"/>
                  <a:gd name="T33" fmla="*/ 0 h 21426"/>
                  <a:gd name="T34" fmla="*/ 0 w 21597"/>
                  <a:gd name="T35" fmla="*/ 0 h 21426"/>
                  <a:gd name="T36" fmla="*/ 0 w 21597"/>
                  <a:gd name="T37" fmla="*/ 0 h 21426"/>
                  <a:gd name="T38" fmla="*/ 0 w 21597"/>
                  <a:gd name="T39" fmla="*/ 0 h 21426"/>
                  <a:gd name="T40" fmla="*/ 0 w 21597"/>
                  <a:gd name="T41" fmla="*/ 0 h 21426"/>
                  <a:gd name="T42" fmla="*/ 0 w 21597"/>
                  <a:gd name="T43" fmla="*/ 0 h 21426"/>
                  <a:gd name="T44" fmla="*/ 0 w 21597"/>
                  <a:gd name="T45" fmla="*/ 0 h 21426"/>
                  <a:gd name="T46" fmla="*/ 0 w 21597"/>
                  <a:gd name="T47" fmla="*/ 0 h 21426"/>
                  <a:gd name="T48" fmla="*/ 0 w 21597"/>
                  <a:gd name="T49" fmla="*/ 0 h 21426"/>
                  <a:gd name="T50" fmla="*/ 0 w 21597"/>
                  <a:gd name="T51" fmla="*/ 0 h 21426"/>
                  <a:gd name="T52" fmla="*/ 0 w 21597"/>
                  <a:gd name="T53" fmla="*/ 0 h 21426"/>
                  <a:gd name="T54" fmla="*/ 0 w 21597"/>
                  <a:gd name="T55" fmla="*/ 0 h 21426"/>
                  <a:gd name="T56" fmla="*/ 0 w 21597"/>
                  <a:gd name="T57" fmla="*/ 0 h 21426"/>
                  <a:gd name="T58" fmla="*/ 0 w 21597"/>
                  <a:gd name="T59" fmla="*/ 0 h 21426"/>
                  <a:gd name="T60" fmla="*/ 0 w 21597"/>
                  <a:gd name="T61" fmla="*/ 0 h 21426"/>
                  <a:gd name="T62" fmla="*/ 0 w 21597"/>
                  <a:gd name="T63" fmla="*/ 0 h 21426"/>
                  <a:gd name="T64" fmla="*/ 0 w 21597"/>
                  <a:gd name="T65" fmla="*/ 0 h 21426"/>
                  <a:gd name="T66" fmla="*/ 0 w 21597"/>
                  <a:gd name="T67" fmla="*/ 0 h 21426"/>
                  <a:gd name="T68" fmla="*/ 0 w 21597"/>
                  <a:gd name="T69" fmla="*/ 0 h 21426"/>
                  <a:gd name="T70" fmla="*/ 0 w 21597"/>
                  <a:gd name="T71" fmla="*/ 0 h 21426"/>
                  <a:gd name="T72" fmla="*/ 0 w 21597"/>
                  <a:gd name="T73" fmla="*/ 0 h 21426"/>
                  <a:gd name="T74" fmla="*/ 0 w 21597"/>
                  <a:gd name="T75" fmla="*/ 0 h 21426"/>
                  <a:gd name="T76" fmla="*/ 0 w 21597"/>
                  <a:gd name="T77" fmla="*/ 0 h 21426"/>
                  <a:gd name="T78" fmla="*/ 0 w 21597"/>
                  <a:gd name="T79" fmla="*/ 0 h 21426"/>
                  <a:gd name="T80" fmla="*/ 0 w 21597"/>
                  <a:gd name="T81" fmla="*/ 0 h 21426"/>
                  <a:gd name="T82" fmla="*/ 0 w 21597"/>
                  <a:gd name="T83" fmla="*/ 0 h 21426"/>
                  <a:gd name="T84" fmla="*/ 0 w 21597"/>
                  <a:gd name="T85" fmla="*/ 0 h 21426"/>
                  <a:gd name="T86" fmla="*/ 0 w 21597"/>
                  <a:gd name="T87" fmla="*/ 0 h 21426"/>
                  <a:gd name="T88" fmla="*/ 0 w 21597"/>
                  <a:gd name="T89" fmla="*/ 0 h 21426"/>
                  <a:gd name="T90" fmla="*/ 0 w 21597"/>
                  <a:gd name="T91" fmla="*/ 0 h 21426"/>
                  <a:gd name="T92" fmla="*/ 0 w 21597"/>
                  <a:gd name="T93" fmla="*/ 0 h 21426"/>
                  <a:gd name="T94" fmla="*/ 0 w 21597"/>
                  <a:gd name="T95" fmla="*/ 0 h 21426"/>
                  <a:gd name="T96" fmla="*/ 0 w 21597"/>
                  <a:gd name="T97" fmla="*/ 0 h 21426"/>
                  <a:gd name="T98" fmla="*/ 0 w 21597"/>
                  <a:gd name="T99" fmla="*/ 0 h 21426"/>
                  <a:gd name="T100" fmla="*/ 0 w 21597"/>
                  <a:gd name="T101" fmla="*/ 0 h 21426"/>
                  <a:gd name="T102" fmla="*/ 0 w 21597"/>
                  <a:gd name="T103" fmla="*/ 0 h 21426"/>
                  <a:gd name="T104" fmla="*/ 0 w 21597"/>
                  <a:gd name="T105" fmla="*/ 0 h 21426"/>
                  <a:gd name="T106" fmla="*/ 0 w 21597"/>
                  <a:gd name="T107" fmla="*/ 0 h 21426"/>
                  <a:gd name="T108" fmla="*/ 0 w 21597"/>
                  <a:gd name="T109" fmla="*/ 0 h 214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1597" h="21426">
                    <a:moveTo>
                      <a:pt x="15107" y="10602"/>
                    </a:moveTo>
                    <a:cubicBezTo>
                      <a:pt x="15107" y="13029"/>
                      <a:pt x="13174" y="15003"/>
                      <a:pt x="10798" y="15003"/>
                    </a:cubicBezTo>
                    <a:cubicBezTo>
                      <a:pt x="8422" y="15003"/>
                      <a:pt x="6489" y="13029"/>
                      <a:pt x="6489" y="10602"/>
                    </a:cubicBezTo>
                    <a:cubicBezTo>
                      <a:pt x="6489" y="8173"/>
                      <a:pt x="8422" y="6199"/>
                      <a:pt x="10798" y="6199"/>
                    </a:cubicBezTo>
                    <a:cubicBezTo>
                      <a:pt x="13174" y="6199"/>
                      <a:pt x="15107" y="8173"/>
                      <a:pt x="15107" y="10602"/>
                    </a:cubicBezTo>
                    <a:close/>
                    <a:moveTo>
                      <a:pt x="20978" y="7917"/>
                    </a:moveTo>
                    <a:lnTo>
                      <a:pt x="19013" y="7924"/>
                    </a:lnTo>
                    <a:cubicBezTo>
                      <a:pt x="18683" y="7926"/>
                      <a:pt x="18299" y="7678"/>
                      <a:pt x="18160" y="7372"/>
                    </a:cubicBezTo>
                    <a:lnTo>
                      <a:pt x="17273" y="5822"/>
                    </a:lnTo>
                    <a:cubicBezTo>
                      <a:pt x="17082" y="5548"/>
                      <a:pt x="17061" y="5083"/>
                      <a:pt x="17224" y="4791"/>
                    </a:cubicBezTo>
                    <a:lnTo>
                      <a:pt x="18202" y="3046"/>
                    </a:lnTo>
                    <a:cubicBezTo>
                      <a:pt x="18366" y="2753"/>
                      <a:pt x="18265" y="2377"/>
                      <a:pt x="17978" y="2210"/>
                    </a:cubicBezTo>
                    <a:lnTo>
                      <a:pt x="14338" y="80"/>
                    </a:lnTo>
                    <a:cubicBezTo>
                      <a:pt x="14052" y="-87"/>
                      <a:pt x="13683" y="15"/>
                      <a:pt x="13519" y="307"/>
                    </a:cubicBezTo>
                    <a:lnTo>
                      <a:pt x="12541" y="2053"/>
                    </a:lnTo>
                    <a:cubicBezTo>
                      <a:pt x="12378" y="2345"/>
                      <a:pt x="11974" y="2561"/>
                      <a:pt x="11646" y="2532"/>
                    </a:cubicBezTo>
                    <a:lnTo>
                      <a:pt x="9889" y="2535"/>
                    </a:lnTo>
                    <a:cubicBezTo>
                      <a:pt x="9561" y="2568"/>
                      <a:pt x="9157" y="2356"/>
                      <a:pt x="8990" y="2064"/>
                    </a:cubicBezTo>
                    <a:lnTo>
                      <a:pt x="8001" y="329"/>
                    </a:lnTo>
                    <a:cubicBezTo>
                      <a:pt x="7835" y="37"/>
                      <a:pt x="7466" y="-62"/>
                      <a:pt x="7180" y="107"/>
                    </a:cubicBezTo>
                    <a:lnTo>
                      <a:pt x="3555" y="2265"/>
                    </a:lnTo>
                    <a:cubicBezTo>
                      <a:pt x="3270" y="2435"/>
                      <a:pt x="3172" y="2812"/>
                      <a:pt x="3339" y="3103"/>
                    </a:cubicBezTo>
                    <a:lnTo>
                      <a:pt x="4328" y="4840"/>
                    </a:lnTo>
                    <a:cubicBezTo>
                      <a:pt x="4494" y="5131"/>
                      <a:pt x="4494" y="5547"/>
                      <a:pt x="4327" y="5763"/>
                    </a:cubicBezTo>
                    <a:cubicBezTo>
                      <a:pt x="4162" y="5980"/>
                      <a:pt x="3673" y="6811"/>
                      <a:pt x="3549" y="7061"/>
                    </a:cubicBezTo>
                    <a:cubicBezTo>
                      <a:pt x="3426" y="7310"/>
                      <a:pt x="2894" y="7986"/>
                      <a:pt x="2564" y="7988"/>
                    </a:cubicBezTo>
                    <a:lnTo>
                      <a:pt x="597" y="7995"/>
                    </a:lnTo>
                    <a:cubicBezTo>
                      <a:pt x="267" y="7996"/>
                      <a:pt x="-2" y="8273"/>
                      <a:pt x="0" y="8610"/>
                    </a:cubicBezTo>
                    <a:lnTo>
                      <a:pt x="15" y="12897"/>
                    </a:lnTo>
                    <a:cubicBezTo>
                      <a:pt x="17" y="13235"/>
                      <a:pt x="287" y="13510"/>
                      <a:pt x="618" y="13508"/>
                    </a:cubicBezTo>
                    <a:lnTo>
                      <a:pt x="2584" y="13501"/>
                    </a:lnTo>
                    <a:cubicBezTo>
                      <a:pt x="2915" y="13499"/>
                      <a:pt x="3298" y="13749"/>
                      <a:pt x="3437" y="14053"/>
                    </a:cubicBezTo>
                    <a:lnTo>
                      <a:pt x="4324" y="15603"/>
                    </a:lnTo>
                    <a:cubicBezTo>
                      <a:pt x="4515" y="15877"/>
                      <a:pt x="4537" y="16342"/>
                      <a:pt x="4373" y="16634"/>
                    </a:cubicBezTo>
                    <a:lnTo>
                      <a:pt x="3395" y="18379"/>
                    </a:lnTo>
                    <a:cubicBezTo>
                      <a:pt x="3231" y="18672"/>
                      <a:pt x="3331" y="19048"/>
                      <a:pt x="3618" y="19216"/>
                    </a:cubicBezTo>
                    <a:lnTo>
                      <a:pt x="7259" y="21345"/>
                    </a:lnTo>
                    <a:cubicBezTo>
                      <a:pt x="7545" y="21513"/>
                      <a:pt x="7914" y="21410"/>
                      <a:pt x="8077" y="21117"/>
                    </a:cubicBezTo>
                    <a:lnTo>
                      <a:pt x="9055" y="19372"/>
                    </a:lnTo>
                    <a:cubicBezTo>
                      <a:pt x="9219" y="19080"/>
                      <a:pt x="9622" y="18865"/>
                      <a:pt x="9950" y="18894"/>
                    </a:cubicBezTo>
                    <a:lnTo>
                      <a:pt x="11706" y="18889"/>
                    </a:lnTo>
                    <a:cubicBezTo>
                      <a:pt x="12034" y="18857"/>
                      <a:pt x="12439" y="19069"/>
                      <a:pt x="12604" y="19360"/>
                    </a:cubicBezTo>
                    <a:lnTo>
                      <a:pt x="13595" y="21097"/>
                    </a:lnTo>
                    <a:cubicBezTo>
                      <a:pt x="13761" y="21388"/>
                      <a:pt x="14130" y="21487"/>
                      <a:pt x="14415" y="21318"/>
                    </a:cubicBezTo>
                    <a:lnTo>
                      <a:pt x="18042" y="19159"/>
                    </a:lnTo>
                    <a:cubicBezTo>
                      <a:pt x="18326" y="18990"/>
                      <a:pt x="18424" y="18613"/>
                      <a:pt x="18257" y="18322"/>
                    </a:cubicBezTo>
                    <a:lnTo>
                      <a:pt x="17268" y="16586"/>
                    </a:lnTo>
                    <a:cubicBezTo>
                      <a:pt x="17102" y="16296"/>
                      <a:pt x="17103" y="15879"/>
                      <a:pt x="17269" y="15662"/>
                    </a:cubicBezTo>
                    <a:cubicBezTo>
                      <a:pt x="17436" y="15445"/>
                      <a:pt x="17923" y="14614"/>
                      <a:pt x="18047" y="14365"/>
                    </a:cubicBezTo>
                    <a:cubicBezTo>
                      <a:pt x="18170" y="14114"/>
                      <a:pt x="18703" y="13438"/>
                      <a:pt x="19033" y="13437"/>
                    </a:cubicBezTo>
                    <a:lnTo>
                      <a:pt x="20999" y="13429"/>
                    </a:lnTo>
                    <a:cubicBezTo>
                      <a:pt x="21329" y="13429"/>
                      <a:pt x="21598" y="13152"/>
                      <a:pt x="21596" y="12815"/>
                    </a:cubicBezTo>
                    <a:lnTo>
                      <a:pt x="21581" y="8528"/>
                    </a:lnTo>
                    <a:cubicBezTo>
                      <a:pt x="21579" y="8190"/>
                      <a:pt x="21309" y="7915"/>
                      <a:pt x="20978" y="7917"/>
                    </a:cubicBezTo>
                    <a:close/>
                    <a:moveTo>
                      <a:pt x="20978" y="7917"/>
                    </a:moveTo>
                  </a:path>
                </a:pathLst>
              </a:custGeom>
              <a:solidFill>
                <a:srgbClr val="368FE2"/>
              </a:solidFill>
              <a:ln>
                <a:noFill/>
              </a:ln>
            </p:spPr>
            <p:txBody>
              <a:bodyPr lIns="0" tIns="0" rIns="0" bIns="0"/>
              <a:lstStyle/>
              <a:p>
                <a:endParaRPr lang="en-US"/>
              </a:p>
            </p:txBody>
          </p:sp>
          <p:sp>
            <p:nvSpPr>
              <p:cNvPr id="41005" name="AutoShape 38"/>
              <p:cNvSpPr/>
              <p:nvPr/>
            </p:nvSpPr>
            <p:spPr bwMode="auto">
              <a:xfrm>
                <a:off x="889" y="10"/>
                <a:ext cx="632" cy="6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0800" y="6399"/>
                    </a:moveTo>
                    <a:cubicBezTo>
                      <a:pt x="13231" y="6399"/>
                      <a:pt x="15202" y="8369"/>
                      <a:pt x="15202" y="10800"/>
                    </a:cubicBezTo>
                    <a:cubicBezTo>
                      <a:pt x="15202" y="13231"/>
                      <a:pt x="13231" y="15202"/>
                      <a:pt x="10800" y="15202"/>
                    </a:cubicBezTo>
                    <a:cubicBezTo>
                      <a:pt x="8369" y="15202"/>
                      <a:pt x="6398" y="13231"/>
                      <a:pt x="6398" y="10800"/>
                    </a:cubicBezTo>
                    <a:cubicBezTo>
                      <a:pt x="6398" y="8369"/>
                      <a:pt x="8369" y="6399"/>
                      <a:pt x="10800" y="6399"/>
                    </a:cubicBezTo>
                    <a:close/>
                    <a:moveTo>
                      <a:pt x="10800" y="21600"/>
                    </a:moveTo>
                    <a:cubicBezTo>
                      <a:pt x="16765" y="21600"/>
                      <a:pt x="21600" y="16765"/>
                      <a:pt x="21600" y="10800"/>
                    </a:cubicBezTo>
                    <a:cubicBezTo>
                      <a:pt x="21600" y="4835"/>
                      <a:pt x="16765" y="0"/>
                      <a:pt x="10800" y="0"/>
                    </a:cubicBezTo>
                    <a:cubicBezTo>
                      <a:pt x="4835" y="0"/>
                      <a:pt x="0" y="4835"/>
                      <a:pt x="0" y="10800"/>
                    </a:cubicBezTo>
                    <a:cubicBezTo>
                      <a:pt x="0" y="16765"/>
                      <a:pt x="4835" y="21600"/>
                      <a:pt x="10800" y="21600"/>
                    </a:cubicBezTo>
                    <a:close/>
                    <a:moveTo>
                      <a:pt x="10800" y="21600"/>
                    </a:moveTo>
                  </a:path>
                </a:pathLst>
              </a:custGeom>
              <a:solidFill>
                <a:srgbClr val="F8A324"/>
              </a:solidFill>
              <a:ln>
                <a:noFill/>
              </a:ln>
            </p:spPr>
            <p:txBody>
              <a:bodyPr lIns="0" tIns="0" rIns="0" bIns="0"/>
              <a:lstStyle/>
              <a:p>
                <a:endParaRPr lang="en-US"/>
              </a:p>
            </p:txBody>
          </p:sp>
          <p:sp>
            <p:nvSpPr>
              <p:cNvPr id="41006" name="AutoShape 39"/>
              <p:cNvSpPr/>
              <p:nvPr/>
            </p:nvSpPr>
            <p:spPr bwMode="auto">
              <a:xfrm>
                <a:off x="3698" y="759"/>
                <a:ext cx="302" cy="30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5201" y="10800"/>
                    </a:moveTo>
                    <a:cubicBezTo>
                      <a:pt x="15201" y="13231"/>
                      <a:pt x="13230" y="15202"/>
                      <a:pt x="10800" y="15202"/>
                    </a:cubicBezTo>
                    <a:cubicBezTo>
                      <a:pt x="8369" y="15202"/>
                      <a:pt x="6398" y="13231"/>
                      <a:pt x="6398" y="10800"/>
                    </a:cubicBezTo>
                    <a:cubicBezTo>
                      <a:pt x="6398" y="8369"/>
                      <a:pt x="8369" y="6399"/>
                      <a:pt x="10800" y="6399"/>
                    </a:cubicBezTo>
                    <a:cubicBezTo>
                      <a:pt x="13230" y="6399"/>
                      <a:pt x="15201" y="8369"/>
                      <a:pt x="15201" y="10800"/>
                    </a:cubicBezTo>
                    <a:close/>
                    <a:moveTo>
                      <a:pt x="0" y="10800"/>
                    </a:moveTo>
                    <a:cubicBezTo>
                      <a:pt x="0" y="16765"/>
                      <a:pt x="4835" y="21600"/>
                      <a:pt x="10800" y="21600"/>
                    </a:cubicBezTo>
                    <a:cubicBezTo>
                      <a:pt x="16765" y="21600"/>
                      <a:pt x="21600" y="16765"/>
                      <a:pt x="21600" y="10800"/>
                    </a:cubicBezTo>
                    <a:cubicBezTo>
                      <a:pt x="21600" y="4835"/>
                      <a:pt x="16765" y="0"/>
                      <a:pt x="10800" y="0"/>
                    </a:cubicBezTo>
                    <a:cubicBezTo>
                      <a:pt x="4835" y="0"/>
                      <a:pt x="0" y="4835"/>
                      <a:pt x="0" y="10800"/>
                    </a:cubicBezTo>
                    <a:close/>
                    <a:moveTo>
                      <a:pt x="0" y="10800"/>
                    </a:moveTo>
                  </a:path>
                </a:pathLst>
              </a:custGeom>
              <a:solidFill>
                <a:srgbClr val="7DB546"/>
              </a:solidFill>
              <a:ln>
                <a:noFill/>
              </a:ln>
            </p:spPr>
            <p:txBody>
              <a:bodyPr lIns="0" tIns="0" rIns="0" bIns="0"/>
              <a:lstStyle/>
              <a:p>
                <a:endParaRPr lang="en-US"/>
              </a:p>
            </p:txBody>
          </p:sp>
          <p:sp>
            <p:nvSpPr>
              <p:cNvPr id="41007" name="AutoShape 40"/>
              <p:cNvSpPr/>
              <p:nvPr/>
            </p:nvSpPr>
            <p:spPr bwMode="auto">
              <a:xfrm>
                <a:off x="1952" y="2474"/>
                <a:ext cx="1120" cy="2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w 21600"/>
                  <a:gd name="T111" fmla="*/ 0 h 21600"/>
                  <a:gd name="T112" fmla="*/ 0 w 21600"/>
                  <a:gd name="T113" fmla="*/ 0 h 21600"/>
                  <a:gd name="T114" fmla="*/ 0 w 21600"/>
                  <a:gd name="T115" fmla="*/ 0 h 216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1600" h="21600">
                    <a:moveTo>
                      <a:pt x="20973" y="0"/>
                    </a:moveTo>
                    <a:lnTo>
                      <a:pt x="627" y="0"/>
                    </a:lnTo>
                    <a:cubicBezTo>
                      <a:pt x="282" y="0"/>
                      <a:pt x="0" y="1515"/>
                      <a:pt x="0" y="3367"/>
                    </a:cubicBezTo>
                    <a:lnTo>
                      <a:pt x="0" y="18233"/>
                    </a:lnTo>
                    <a:cubicBezTo>
                      <a:pt x="0" y="20085"/>
                      <a:pt x="282" y="21600"/>
                      <a:pt x="627" y="21600"/>
                    </a:cubicBezTo>
                    <a:lnTo>
                      <a:pt x="1310" y="21600"/>
                    </a:lnTo>
                    <a:lnTo>
                      <a:pt x="1310" y="14485"/>
                    </a:lnTo>
                    <a:lnTo>
                      <a:pt x="1503" y="14485"/>
                    </a:lnTo>
                    <a:lnTo>
                      <a:pt x="1503" y="21600"/>
                    </a:lnTo>
                    <a:lnTo>
                      <a:pt x="1777" y="21600"/>
                    </a:lnTo>
                    <a:lnTo>
                      <a:pt x="1777" y="17915"/>
                    </a:lnTo>
                    <a:lnTo>
                      <a:pt x="1970" y="17915"/>
                    </a:lnTo>
                    <a:lnTo>
                      <a:pt x="1970" y="21600"/>
                    </a:lnTo>
                    <a:lnTo>
                      <a:pt x="2243" y="21600"/>
                    </a:lnTo>
                    <a:lnTo>
                      <a:pt x="2243" y="17915"/>
                    </a:lnTo>
                    <a:lnTo>
                      <a:pt x="2436" y="17915"/>
                    </a:lnTo>
                    <a:lnTo>
                      <a:pt x="2436" y="21600"/>
                    </a:lnTo>
                    <a:lnTo>
                      <a:pt x="2709" y="21600"/>
                    </a:lnTo>
                    <a:lnTo>
                      <a:pt x="2709" y="17915"/>
                    </a:lnTo>
                    <a:lnTo>
                      <a:pt x="2903" y="17915"/>
                    </a:lnTo>
                    <a:lnTo>
                      <a:pt x="2903" y="21600"/>
                    </a:lnTo>
                    <a:lnTo>
                      <a:pt x="3176" y="21600"/>
                    </a:lnTo>
                    <a:lnTo>
                      <a:pt x="3176" y="17915"/>
                    </a:lnTo>
                    <a:lnTo>
                      <a:pt x="3369" y="17915"/>
                    </a:lnTo>
                    <a:lnTo>
                      <a:pt x="3369" y="21600"/>
                    </a:lnTo>
                    <a:lnTo>
                      <a:pt x="3642" y="21600"/>
                    </a:lnTo>
                    <a:lnTo>
                      <a:pt x="3642" y="14485"/>
                    </a:lnTo>
                    <a:lnTo>
                      <a:pt x="3836" y="14485"/>
                    </a:lnTo>
                    <a:lnTo>
                      <a:pt x="3836" y="21600"/>
                    </a:lnTo>
                    <a:lnTo>
                      <a:pt x="4109" y="21600"/>
                    </a:lnTo>
                    <a:lnTo>
                      <a:pt x="4109" y="17915"/>
                    </a:lnTo>
                    <a:lnTo>
                      <a:pt x="4302" y="17915"/>
                    </a:lnTo>
                    <a:lnTo>
                      <a:pt x="4302" y="21600"/>
                    </a:lnTo>
                    <a:lnTo>
                      <a:pt x="4575" y="21600"/>
                    </a:lnTo>
                    <a:lnTo>
                      <a:pt x="4575" y="17915"/>
                    </a:lnTo>
                    <a:lnTo>
                      <a:pt x="4768" y="17915"/>
                    </a:lnTo>
                    <a:lnTo>
                      <a:pt x="4768" y="21600"/>
                    </a:lnTo>
                    <a:lnTo>
                      <a:pt x="5041" y="21600"/>
                    </a:lnTo>
                    <a:lnTo>
                      <a:pt x="5041" y="17915"/>
                    </a:lnTo>
                    <a:lnTo>
                      <a:pt x="5235" y="17915"/>
                    </a:lnTo>
                    <a:lnTo>
                      <a:pt x="5235" y="21600"/>
                    </a:lnTo>
                    <a:lnTo>
                      <a:pt x="5508" y="21600"/>
                    </a:lnTo>
                    <a:lnTo>
                      <a:pt x="5508" y="17915"/>
                    </a:lnTo>
                    <a:lnTo>
                      <a:pt x="5701" y="17915"/>
                    </a:lnTo>
                    <a:lnTo>
                      <a:pt x="5701" y="21600"/>
                    </a:lnTo>
                    <a:lnTo>
                      <a:pt x="5974" y="21600"/>
                    </a:lnTo>
                    <a:lnTo>
                      <a:pt x="5974" y="14485"/>
                    </a:lnTo>
                    <a:lnTo>
                      <a:pt x="6167" y="14485"/>
                    </a:lnTo>
                    <a:lnTo>
                      <a:pt x="6167" y="21600"/>
                    </a:lnTo>
                    <a:lnTo>
                      <a:pt x="6440" y="21600"/>
                    </a:lnTo>
                    <a:lnTo>
                      <a:pt x="6440" y="17915"/>
                    </a:lnTo>
                    <a:lnTo>
                      <a:pt x="6634" y="17915"/>
                    </a:lnTo>
                    <a:lnTo>
                      <a:pt x="6634" y="21600"/>
                    </a:lnTo>
                    <a:lnTo>
                      <a:pt x="6907" y="21600"/>
                    </a:lnTo>
                    <a:lnTo>
                      <a:pt x="6907" y="17915"/>
                    </a:lnTo>
                    <a:lnTo>
                      <a:pt x="7100" y="17915"/>
                    </a:lnTo>
                    <a:lnTo>
                      <a:pt x="7100" y="21600"/>
                    </a:lnTo>
                    <a:lnTo>
                      <a:pt x="7373" y="21600"/>
                    </a:lnTo>
                    <a:lnTo>
                      <a:pt x="7373" y="17915"/>
                    </a:lnTo>
                    <a:lnTo>
                      <a:pt x="7567" y="17915"/>
                    </a:lnTo>
                    <a:lnTo>
                      <a:pt x="7567" y="21600"/>
                    </a:lnTo>
                    <a:lnTo>
                      <a:pt x="7840" y="21600"/>
                    </a:lnTo>
                    <a:lnTo>
                      <a:pt x="7840" y="17915"/>
                    </a:lnTo>
                    <a:lnTo>
                      <a:pt x="8033" y="17915"/>
                    </a:lnTo>
                    <a:lnTo>
                      <a:pt x="8033" y="21600"/>
                    </a:lnTo>
                    <a:lnTo>
                      <a:pt x="8306" y="21600"/>
                    </a:lnTo>
                    <a:lnTo>
                      <a:pt x="8306" y="14485"/>
                    </a:lnTo>
                    <a:lnTo>
                      <a:pt x="8499" y="14485"/>
                    </a:lnTo>
                    <a:lnTo>
                      <a:pt x="8499" y="21600"/>
                    </a:lnTo>
                    <a:lnTo>
                      <a:pt x="8772" y="21600"/>
                    </a:lnTo>
                    <a:lnTo>
                      <a:pt x="8772" y="17915"/>
                    </a:lnTo>
                    <a:lnTo>
                      <a:pt x="8966" y="17915"/>
                    </a:lnTo>
                    <a:lnTo>
                      <a:pt x="8966" y="21600"/>
                    </a:lnTo>
                    <a:lnTo>
                      <a:pt x="9239" y="21600"/>
                    </a:lnTo>
                    <a:lnTo>
                      <a:pt x="9239" y="17915"/>
                    </a:lnTo>
                    <a:lnTo>
                      <a:pt x="9432" y="17915"/>
                    </a:lnTo>
                    <a:lnTo>
                      <a:pt x="9432" y="21600"/>
                    </a:lnTo>
                    <a:lnTo>
                      <a:pt x="9705" y="21600"/>
                    </a:lnTo>
                    <a:lnTo>
                      <a:pt x="9705" y="17915"/>
                    </a:lnTo>
                    <a:lnTo>
                      <a:pt x="9898" y="17915"/>
                    </a:lnTo>
                    <a:lnTo>
                      <a:pt x="9898" y="21600"/>
                    </a:lnTo>
                    <a:lnTo>
                      <a:pt x="10171" y="21600"/>
                    </a:lnTo>
                    <a:lnTo>
                      <a:pt x="10171" y="17915"/>
                    </a:lnTo>
                    <a:lnTo>
                      <a:pt x="10365" y="17915"/>
                    </a:lnTo>
                    <a:lnTo>
                      <a:pt x="10365" y="21600"/>
                    </a:lnTo>
                    <a:lnTo>
                      <a:pt x="10638" y="21600"/>
                    </a:lnTo>
                    <a:lnTo>
                      <a:pt x="10638" y="14485"/>
                    </a:lnTo>
                    <a:lnTo>
                      <a:pt x="10831" y="14485"/>
                    </a:lnTo>
                    <a:lnTo>
                      <a:pt x="10831" y="21600"/>
                    </a:lnTo>
                    <a:lnTo>
                      <a:pt x="11104" y="21600"/>
                    </a:lnTo>
                    <a:lnTo>
                      <a:pt x="11104" y="17915"/>
                    </a:lnTo>
                    <a:lnTo>
                      <a:pt x="11297" y="17915"/>
                    </a:lnTo>
                    <a:lnTo>
                      <a:pt x="11297" y="21600"/>
                    </a:lnTo>
                    <a:lnTo>
                      <a:pt x="11571" y="21600"/>
                    </a:lnTo>
                    <a:lnTo>
                      <a:pt x="11571" y="17915"/>
                    </a:lnTo>
                    <a:lnTo>
                      <a:pt x="11764" y="17915"/>
                    </a:lnTo>
                    <a:lnTo>
                      <a:pt x="11764" y="21600"/>
                    </a:lnTo>
                    <a:lnTo>
                      <a:pt x="12037" y="21600"/>
                    </a:lnTo>
                    <a:lnTo>
                      <a:pt x="12037" y="17915"/>
                    </a:lnTo>
                    <a:lnTo>
                      <a:pt x="12230" y="17915"/>
                    </a:lnTo>
                    <a:lnTo>
                      <a:pt x="12230" y="21600"/>
                    </a:lnTo>
                    <a:lnTo>
                      <a:pt x="12503" y="21600"/>
                    </a:lnTo>
                    <a:lnTo>
                      <a:pt x="12503" y="17915"/>
                    </a:lnTo>
                    <a:lnTo>
                      <a:pt x="12697" y="17915"/>
                    </a:lnTo>
                    <a:lnTo>
                      <a:pt x="12697" y="21600"/>
                    </a:lnTo>
                    <a:lnTo>
                      <a:pt x="12970" y="21600"/>
                    </a:lnTo>
                    <a:lnTo>
                      <a:pt x="12970" y="14485"/>
                    </a:lnTo>
                    <a:lnTo>
                      <a:pt x="13163" y="14485"/>
                    </a:lnTo>
                    <a:lnTo>
                      <a:pt x="13163" y="21600"/>
                    </a:lnTo>
                    <a:lnTo>
                      <a:pt x="13437" y="21600"/>
                    </a:lnTo>
                    <a:lnTo>
                      <a:pt x="13437" y="17915"/>
                    </a:lnTo>
                    <a:lnTo>
                      <a:pt x="13630" y="17915"/>
                    </a:lnTo>
                    <a:lnTo>
                      <a:pt x="13630" y="21600"/>
                    </a:lnTo>
                    <a:lnTo>
                      <a:pt x="13903" y="21600"/>
                    </a:lnTo>
                    <a:lnTo>
                      <a:pt x="13903" y="17915"/>
                    </a:lnTo>
                    <a:lnTo>
                      <a:pt x="14096" y="17915"/>
                    </a:lnTo>
                    <a:lnTo>
                      <a:pt x="14096" y="21600"/>
                    </a:lnTo>
                    <a:lnTo>
                      <a:pt x="14369" y="21600"/>
                    </a:lnTo>
                    <a:lnTo>
                      <a:pt x="14369" y="17915"/>
                    </a:lnTo>
                    <a:lnTo>
                      <a:pt x="14562" y="17915"/>
                    </a:lnTo>
                    <a:lnTo>
                      <a:pt x="14562" y="21600"/>
                    </a:lnTo>
                    <a:lnTo>
                      <a:pt x="14835" y="21600"/>
                    </a:lnTo>
                    <a:lnTo>
                      <a:pt x="14835" y="17915"/>
                    </a:lnTo>
                    <a:lnTo>
                      <a:pt x="15029" y="17915"/>
                    </a:lnTo>
                    <a:lnTo>
                      <a:pt x="15029" y="21600"/>
                    </a:lnTo>
                    <a:lnTo>
                      <a:pt x="15302" y="21600"/>
                    </a:lnTo>
                    <a:lnTo>
                      <a:pt x="15302" y="14485"/>
                    </a:lnTo>
                    <a:lnTo>
                      <a:pt x="15495" y="14485"/>
                    </a:lnTo>
                    <a:lnTo>
                      <a:pt x="15495" y="21600"/>
                    </a:lnTo>
                    <a:lnTo>
                      <a:pt x="15768" y="21600"/>
                    </a:lnTo>
                    <a:lnTo>
                      <a:pt x="15768" y="17915"/>
                    </a:lnTo>
                    <a:lnTo>
                      <a:pt x="15961" y="17915"/>
                    </a:lnTo>
                    <a:lnTo>
                      <a:pt x="15961" y="21600"/>
                    </a:lnTo>
                    <a:lnTo>
                      <a:pt x="16234" y="21600"/>
                    </a:lnTo>
                    <a:lnTo>
                      <a:pt x="16234" y="17915"/>
                    </a:lnTo>
                    <a:lnTo>
                      <a:pt x="16428" y="17915"/>
                    </a:lnTo>
                    <a:lnTo>
                      <a:pt x="16428" y="21600"/>
                    </a:lnTo>
                    <a:lnTo>
                      <a:pt x="16701" y="21600"/>
                    </a:lnTo>
                    <a:lnTo>
                      <a:pt x="16701" y="17915"/>
                    </a:lnTo>
                    <a:lnTo>
                      <a:pt x="16894" y="17915"/>
                    </a:lnTo>
                    <a:lnTo>
                      <a:pt x="16894" y="21600"/>
                    </a:lnTo>
                    <a:lnTo>
                      <a:pt x="17167" y="21600"/>
                    </a:lnTo>
                    <a:lnTo>
                      <a:pt x="17167" y="17915"/>
                    </a:lnTo>
                    <a:lnTo>
                      <a:pt x="17361" y="17915"/>
                    </a:lnTo>
                    <a:lnTo>
                      <a:pt x="17361" y="21600"/>
                    </a:lnTo>
                    <a:lnTo>
                      <a:pt x="17634" y="21600"/>
                    </a:lnTo>
                    <a:lnTo>
                      <a:pt x="17634" y="14485"/>
                    </a:lnTo>
                    <a:lnTo>
                      <a:pt x="17827" y="14485"/>
                    </a:lnTo>
                    <a:lnTo>
                      <a:pt x="17827" y="21600"/>
                    </a:lnTo>
                    <a:lnTo>
                      <a:pt x="18100" y="21600"/>
                    </a:lnTo>
                    <a:lnTo>
                      <a:pt x="18100" y="17915"/>
                    </a:lnTo>
                    <a:lnTo>
                      <a:pt x="18293" y="17915"/>
                    </a:lnTo>
                    <a:lnTo>
                      <a:pt x="18293" y="21600"/>
                    </a:lnTo>
                    <a:lnTo>
                      <a:pt x="18567" y="21600"/>
                    </a:lnTo>
                    <a:lnTo>
                      <a:pt x="18567" y="17915"/>
                    </a:lnTo>
                    <a:lnTo>
                      <a:pt x="18760" y="17915"/>
                    </a:lnTo>
                    <a:lnTo>
                      <a:pt x="18760" y="21600"/>
                    </a:lnTo>
                    <a:lnTo>
                      <a:pt x="19033" y="21600"/>
                    </a:lnTo>
                    <a:lnTo>
                      <a:pt x="19033" y="17915"/>
                    </a:lnTo>
                    <a:lnTo>
                      <a:pt x="19226" y="17915"/>
                    </a:lnTo>
                    <a:lnTo>
                      <a:pt x="19226" y="21600"/>
                    </a:lnTo>
                    <a:lnTo>
                      <a:pt x="19499" y="21600"/>
                    </a:lnTo>
                    <a:lnTo>
                      <a:pt x="19499" y="17915"/>
                    </a:lnTo>
                    <a:lnTo>
                      <a:pt x="19693" y="17915"/>
                    </a:lnTo>
                    <a:lnTo>
                      <a:pt x="19693" y="21600"/>
                    </a:lnTo>
                    <a:lnTo>
                      <a:pt x="19966" y="21600"/>
                    </a:lnTo>
                    <a:lnTo>
                      <a:pt x="19966" y="14485"/>
                    </a:lnTo>
                    <a:lnTo>
                      <a:pt x="20159" y="14485"/>
                    </a:lnTo>
                    <a:lnTo>
                      <a:pt x="20159" y="21600"/>
                    </a:lnTo>
                    <a:lnTo>
                      <a:pt x="20973" y="21600"/>
                    </a:lnTo>
                    <a:cubicBezTo>
                      <a:pt x="21318" y="21600"/>
                      <a:pt x="21600" y="20085"/>
                      <a:pt x="21600" y="18233"/>
                    </a:cubicBezTo>
                    <a:lnTo>
                      <a:pt x="21600" y="3367"/>
                    </a:lnTo>
                    <a:cubicBezTo>
                      <a:pt x="21600" y="1515"/>
                      <a:pt x="21318" y="0"/>
                      <a:pt x="20973" y="0"/>
                    </a:cubicBezTo>
                    <a:close/>
                    <a:moveTo>
                      <a:pt x="20973" y="0"/>
                    </a:moveTo>
                  </a:path>
                </a:pathLst>
              </a:custGeom>
              <a:solidFill>
                <a:srgbClr val="368FE2"/>
              </a:solidFill>
              <a:ln>
                <a:noFill/>
              </a:ln>
            </p:spPr>
            <p:txBody>
              <a:bodyPr lIns="0" tIns="0" rIns="0" bIns="0"/>
              <a:lstStyle/>
              <a:p>
                <a:endParaRPr lang="en-US"/>
              </a:p>
            </p:txBody>
          </p:sp>
          <p:sp>
            <p:nvSpPr>
              <p:cNvPr id="41008" name="AutoShape 41"/>
              <p:cNvSpPr/>
              <p:nvPr/>
            </p:nvSpPr>
            <p:spPr bwMode="auto">
              <a:xfrm>
                <a:off x="3177" y="944"/>
                <a:ext cx="400" cy="2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2902" y="0"/>
                    </a:moveTo>
                    <a:cubicBezTo>
                      <a:pt x="1299" y="0"/>
                      <a:pt x="0" y="2293"/>
                      <a:pt x="0" y="5121"/>
                    </a:cubicBezTo>
                    <a:lnTo>
                      <a:pt x="0" y="16479"/>
                    </a:lnTo>
                    <a:cubicBezTo>
                      <a:pt x="0" y="19307"/>
                      <a:pt x="1299" y="21600"/>
                      <a:pt x="2902" y="21600"/>
                    </a:cubicBezTo>
                    <a:lnTo>
                      <a:pt x="11252" y="21600"/>
                    </a:lnTo>
                    <a:lnTo>
                      <a:pt x="18698" y="21600"/>
                    </a:lnTo>
                    <a:cubicBezTo>
                      <a:pt x="20300" y="21600"/>
                      <a:pt x="21600" y="19307"/>
                      <a:pt x="21600" y="16479"/>
                    </a:cubicBezTo>
                    <a:lnTo>
                      <a:pt x="21600" y="5121"/>
                    </a:lnTo>
                    <a:cubicBezTo>
                      <a:pt x="21600" y="2293"/>
                      <a:pt x="20300" y="0"/>
                      <a:pt x="18698" y="0"/>
                    </a:cubicBezTo>
                    <a:lnTo>
                      <a:pt x="11252" y="0"/>
                    </a:lnTo>
                    <a:cubicBezTo>
                      <a:pt x="11252" y="0"/>
                      <a:pt x="2902" y="0"/>
                      <a:pt x="2902" y="0"/>
                    </a:cubicBezTo>
                    <a:close/>
                    <a:moveTo>
                      <a:pt x="2902" y="0"/>
                    </a:moveTo>
                  </a:path>
                </a:pathLst>
              </a:custGeom>
              <a:solidFill>
                <a:srgbClr val="61768D"/>
              </a:solidFill>
              <a:ln>
                <a:noFill/>
              </a:ln>
            </p:spPr>
            <p:txBody>
              <a:bodyPr lIns="0" tIns="0" rIns="0" bIns="0"/>
              <a:lstStyle/>
              <a:p>
                <a:endParaRPr lang="en-US"/>
              </a:p>
            </p:txBody>
          </p:sp>
          <p:sp>
            <p:nvSpPr>
              <p:cNvPr id="41009" name="AutoShape 42"/>
              <p:cNvSpPr/>
              <p:nvPr/>
            </p:nvSpPr>
            <p:spPr bwMode="auto">
              <a:xfrm>
                <a:off x="639" y="2594"/>
                <a:ext cx="397" cy="445"/>
              </a:xfrm>
              <a:custGeom>
                <a:avLst/>
                <a:gdLst>
                  <a:gd name="T0" fmla="*/ 0 w 21496"/>
                  <a:gd name="T1" fmla="*/ 0 h 21507"/>
                  <a:gd name="T2" fmla="*/ 0 w 21496"/>
                  <a:gd name="T3" fmla="*/ 0 h 21507"/>
                  <a:gd name="T4" fmla="*/ 0 w 21496"/>
                  <a:gd name="T5" fmla="*/ 0 h 21507"/>
                  <a:gd name="T6" fmla="*/ 0 w 21496"/>
                  <a:gd name="T7" fmla="*/ 0 h 21507"/>
                  <a:gd name="T8" fmla="*/ 0 w 21496"/>
                  <a:gd name="T9" fmla="*/ 0 h 21507"/>
                  <a:gd name="T10" fmla="*/ 0 w 21496"/>
                  <a:gd name="T11" fmla="*/ 0 h 21507"/>
                  <a:gd name="T12" fmla="*/ 0 w 21496"/>
                  <a:gd name="T13" fmla="*/ 0 h 21507"/>
                  <a:gd name="T14" fmla="*/ 0 w 21496"/>
                  <a:gd name="T15" fmla="*/ 0 h 21507"/>
                  <a:gd name="T16" fmla="*/ 0 w 21496"/>
                  <a:gd name="T17" fmla="*/ 0 h 21507"/>
                  <a:gd name="T18" fmla="*/ 0 w 21496"/>
                  <a:gd name="T19" fmla="*/ 0 h 21507"/>
                  <a:gd name="T20" fmla="*/ 0 w 21496"/>
                  <a:gd name="T21" fmla="*/ 0 h 21507"/>
                  <a:gd name="T22" fmla="*/ 0 w 21496"/>
                  <a:gd name="T23" fmla="*/ 0 h 21507"/>
                  <a:gd name="T24" fmla="*/ 0 w 21496"/>
                  <a:gd name="T25" fmla="*/ 0 h 21507"/>
                  <a:gd name="T26" fmla="*/ 0 w 21496"/>
                  <a:gd name="T27" fmla="*/ 0 h 21507"/>
                  <a:gd name="T28" fmla="*/ 0 w 21496"/>
                  <a:gd name="T29" fmla="*/ 0 h 21507"/>
                  <a:gd name="T30" fmla="*/ 0 w 21496"/>
                  <a:gd name="T31" fmla="*/ 0 h 21507"/>
                  <a:gd name="T32" fmla="*/ 0 w 21496"/>
                  <a:gd name="T33" fmla="*/ 0 h 21507"/>
                  <a:gd name="T34" fmla="*/ 0 w 21496"/>
                  <a:gd name="T35" fmla="*/ 0 h 21507"/>
                  <a:gd name="T36" fmla="*/ 0 w 21496"/>
                  <a:gd name="T37" fmla="*/ 0 h 21507"/>
                  <a:gd name="T38" fmla="*/ 0 w 21496"/>
                  <a:gd name="T39" fmla="*/ 0 h 2150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1496" h="21507">
                    <a:moveTo>
                      <a:pt x="5049" y="3957"/>
                    </a:moveTo>
                    <a:lnTo>
                      <a:pt x="5049" y="3957"/>
                    </a:lnTo>
                    <a:lnTo>
                      <a:pt x="4308" y="4532"/>
                    </a:lnTo>
                    <a:cubicBezTo>
                      <a:pt x="4308" y="4532"/>
                      <a:pt x="5049" y="3957"/>
                      <a:pt x="5049" y="3957"/>
                    </a:cubicBezTo>
                    <a:close/>
                    <a:moveTo>
                      <a:pt x="20054" y="16693"/>
                    </a:moveTo>
                    <a:lnTo>
                      <a:pt x="20055" y="16693"/>
                    </a:lnTo>
                    <a:lnTo>
                      <a:pt x="6499" y="2831"/>
                    </a:lnTo>
                    <a:lnTo>
                      <a:pt x="2312" y="1008"/>
                    </a:lnTo>
                    <a:lnTo>
                      <a:pt x="0" y="0"/>
                    </a:lnTo>
                    <a:lnTo>
                      <a:pt x="804" y="2178"/>
                    </a:lnTo>
                    <a:lnTo>
                      <a:pt x="2258" y="6123"/>
                    </a:lnTo>
                    <a:lnTo>
                      <a:pt x="3654" y="5040"/>
                    </a:lnTo>
                    <a:lnTo>
                      <a:pt x="2258" y="6123"/>
                    </a:lnTo>
                    <a:lnTo>
                      <a:pt x="15815" y="19985"/>
                    </a:lnTo>
                    <a:lnTo>
                      <a:pt x="17035" y="21234"/>
                    </a:lnTo>
                    <a:cubicBezTo>
                      <a:pt x="17359" y="21565"/>
                      <a:pt x="17929" y="21600"/>
                      <a:pt x="18301" y="21312"/>
                    </a:cubicBezTo>
                    <a:lnTo>
                      <a:pt x="21188" y="19070"/>
                    </a:lnTo>
                    <a:cubicBezTo>
                      <a:pt x="21561" y="18781"/>
                      <a:pt x="21600" y="18274"/>
                      <a:pt x="21276" y="17942"/>
                    </a:cubicBezTo>
                    <a:cubicBezTo>
                      <a:pt x="21276" y="17942"/>
                      <a:pt x="20054" y="16693"/>
                      <a:pt x="20054" y="16693"/>
                    </a:cubicBezTo>
                    <a:close/>
                    <a:moveTo>
                      <a:pt x="20054" y="16693"/>
                    </a:moveTo>
                  </a:path>
                </a:pathLst>
              </a:custGeom>
              <a:solidFill>
                <a:srgbClr val="219271"/>
              </a:solidFill>
              <a:ln>
                <a:noFill/>
              </a:ln>
            </p:spPr>
            <p:txBody>
              <a:bodyPr lIns="0" tIns="0" rIns="0" bIns="0"/>
              <a:lstStyle/>
              <a:p>
                <a:endParaRPr lang="en-US"/>
              </a:p>
            </p:txBody>
          </p:sp>
          <p:sp>
            <p:nvSpPr>
              <p:cNvPr id="41010" name="AutoShape 43"/>
              <p:cNvSpPr/>
              <p:nvPr/>
            </p:nvSpPr>
            <p:spPr bwMode="auto">
              <a:xfrm>
                <a:off x="3221" y="3158"/>
                <a:ext cx="141" cy="17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0"/>
                    </a:moveTo>
                    <a:lnTo>
                      <a:pt x="0" y="0"/>
                    </a:lnTo>
                    <a:lnTo>
                      <a:pt x="0" y="21600"/>
                    </a:lnTo>
                    <a:lnTo>
                      <a:pt x="21600" y="21600"/>
                    </a:lnTo>
                    <a:cubicBezTo>
                      <a:pt x="21600" y="21600"/>
                      <a:pt x="21600" y="0"/>
                      <a:pt x="21600" y="0"/>
                    </a:cubicBezTo>
                    <a:close/>
                    <a:moveTo>
                      <a:pt x="21600" y="0"/>
                    </a:moveTo>
                  </a:path>
                </a:pathLst>
              </a:custGeom>
              <a:solidFill>
                <a:srgbClr val="EC8A16"/>
              </a:solidFill>
              <a:ln>
                <a:noFill/>
              </a:ln>
            </p:spPr>
            <p:txBody>
              <a:bodyPr lIns="0" tIns="0" rIns="0" bIns="0"/>
              <a:lstStyle/>
              <a:p>
                <a:endParaRPr lang="en-US"/>
              </a:p>
            </p:txBody>
          </p:sp>
          <p:sp>
            <p:nvSpPr>
              <p:cNvPr id="41011" name="AutoShape 44"/>
              <p:cNvSpPr/>
              <p:nvPr/>
            </p:nvSpPr>
            <p:spPr bwMode="auto">
              <a:xfrm>
                <a:off x="3416" y="3071"/>
                <a:ext cx="141" cy="2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EC8A16"/>
              </a:solidFill>
              <a:ln>
                <a:noFill/>
              </a:ln>
            </p:spPr>
            <p:txBody>
              <a:bodyPr lIns="0" tIns="0" rIns="0" bIns="0"/>
              <a:lstStyle/>
              <a:p>
                <a:endParaRPr lang="en-US"/>
              </a:p>
            </p:txBody>
          </p:sp>
          <p:sp>
            <p:nvSpPr>
              <p:cNvPr id="41012" name="AutoShape 45"/>
              <p:cNvSpPr/>
              <p:nvPr/>
            </p:nvSpPr>
            <p:spPr bwMode="auto">
              <a:xfrm>
                <a:off x="3600" y="2984"/>
                <a:ext cx="141" cy="35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21600"/>
                    </a:moveTo>
                    <a:lnTo>
                      <a:pt x="21600" y="21600"/>
                    </a:lnTo>
                    <a:lnTo>
                      <a:pt x="21600" y="0"/>
                    </a:lnTo>
                    <a:lnTo>
                      <a:pt x="0" y="0"/>
                    </a:lnTo>
                    <a:cubicBezTo>
                      <a:pt x="0" y="0"/>
                      <a:pt x="0" y="21600"/>
                      <a:pt x="0" y="21600"/>
                    </a:cubicBezTo>
                    <a:close/>
                    <a:moveTo>
                      <a:pt x="0" y="21600"/>
                    </a:moveTo>
                  </a:path>
                </a:pathLst>
              </a:custGeom>
              <a:solidFill>
                <a:srgbClr val="EC8A16"/>
              </a:solidFill>
              <a:ln>
                <a:noFill/>
              </a:ln>
            </p:spPr>
            <p:txBody>
              <a:bodyPr lIns="0" tIns="0" rIns="0" bIns="0"/>
              <a:lstStyle/>
              <a:p>
                <a:endParaRPr lang="en-US"/>
              </a:p>
            </p:txBody>
          </p:sp>
          <p:sp>
            <p:nvSpPr>
              <p:cNvPr id="41013" name="AutoShape 46"/>
              <p:cNvSpPr/>
              <p:nvPr/>
            </p:nvSpPr>
            <p:spPr bwMode="auto">
              <a:xfrm>
                <a:off x="3253" y="2333"/>
                <a:ext cx="531" cy="496"/>
              </a:xfrm>
              <a:custGeom>
                <a:avLst/>
                <a:gdLst>
                  <a:gd name="T0" fmla="*/ 0 w 21131"/>
                  <a:gd name="T1" fmla="*/ 0 h 21278"/>
                  <a:gd name="T2" fmla="*/ 0 w 21131"/>
                  <a:gd name="T3" fmla="*/ 0 h 21278"/>
                  <a:gd name="T4" fmla="*/ 0 w 21131"/>
                  <a:gd name="T5" fmla="*/ 0 h 21278"/>
                  <a:gd name="T6" fmla="*/ 0 w 21131"/>
                  <a:gd name="T7" fmla="*/ 0 h 21278"/>
                  <a:gd name="T8" fmla="*/ 0 w 21131"/>
                  <a:gd name="T9" fmla="*/ 0 h 21278"/>
                  <a:gd name="T10" fmla="*/ 0 w 21131"/>
                  <a:gd name="T11" fmla="*/ 0 h 21278"/>
                  <a:gd name="T12" fmla="*/ 0 w 21131"/>
                  <a:gd name="T13" fmla="*/ 0 h 21278"/>
                  <a:gd name="T14" fmla="*/ 0 w 21131"/>
                  <a:gd name="T15" fmla="*/ 0 h 2127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131" h="21278">
                    <a:moveTo>
                      <a:pt x="20222" y="19685"/>
                    </a:moveTo>
                    <a:cubicBezTo>
                      <a:pt x="19189" y="19685"/>
                      <a:pt x="1476" y="19685"/>
                      <a:pt x="1476" y="19685"/>
                    </a:cubicBezTo>
                    <a:cubicBezTo>
                      <a:pt x="1476" y="19685"/>
                      <a:pt x="1476" y="1601"/>
                      <a:pt x="1476" y="640"/>
                    </a:cubicBezTo>
                    <a:cubicBezTo>
                      <a:pt x="1476" y="-322"/>
                      <a:pt x="0" y="-99"/>
                      <a:pt x="0" y="640"/>
                    </a:cubicBezTo>
                    <a:cubicBezTo>
                      <a:pt x="0" y="1378"/>
                      <a:pt x="0" y="21278"/>
                      <a:pt x="0" y="21278"/>
                    </a:cubicBezTo>
                    <a:cubicBezTo>
                      <a:pt x="0" y="21278"/>
                      <a:pt x="18845" y="21278"/>
                      <a:pt x="20222" y="21278"/>
                    </a:cubicBezTo>
                    <a:cubicBezTo>
                      <a:pt x="21600" y="21278"/>
                      <a:pt x="21256" y="19685"/>
                      <a:pt x="20222" y="19685"/>
                    </a:cubicBezTo>
                    <a:close/>
                    <a:moveTo>
                      <a:pt x="20222" y="19685"/>
                    </a:moveTo>
                  </a:path>
                </a:pathLst>
              </a:custGeom>
              <a:solidFill>
                <a:srgbClr val="2D67BE"/>
              </a:solidFill>
              <a:ln>
                <a:noFill/>
              </a:ln>
            </p:spPr>
            <p:txBody>
              <a:bodyPr lIns="0" tIns="0" rIns="0" bIns="0"/>
              <a:lstStyle/>
              <a:p>
                <a:endParaRPr lang="en-US"/>
              </a:p>
            </p:txBody>
          </p:sp>
          <p:sp>
            <p:nvSpPr>
              <p:cNvPr id="41014" name="AutoShape 47"/>
              <p:cNvSpPr/>
              <p:nvPr/>
            </p:nvSpPr>
            <p:spPr bwMode="auto">
              <a:xfrm>
                <a:off x="3318" y="2398"/>
                <a:ext cx="397" cy="326"/>
              </a:xfrm>
              <a:custGeom>
                <a:avLst/>
                <a:gdLst>
                  <a:gd name="T0" fmla="*/ 0 w 21430"/>
                  <a:gd name="T1" fmla="*/ 0 h 21495"/>
                  <a:gd name="T2" fmla="*/ 0 w 21430"/>
                  <a:gd name="T3" fmla="*/ 0 h 21495"/>
                  <a:gd name="T4" fmla="*/ 0 w 21430"/>
                  <a:gd name="T5" fmla="*/ 0 h 21495"/>
                  <a:gd name="T6" fmla="*/ 0 w 21430"/>
                  <a:gd name="T7" fmla="*/ 0 h 21495"/>
                  <a:gd name="T8" fmla="*/ 0 w 21430"/>
                  <a:gd name="T9" fmla="*/ 0 h 21495"/>
                  <a:gd name="T10" fmla="*/ 0 w 21430"/>
                  <a:gd name="T11" fmla="*/ 0 h 21495"/>
                  <a:gd name="T12" fmla="*/ 0 w 21430"/>
                  <a:gd name="T13" fmla="*/ 0 h 21495"/>
                  <a:gd name="T14" fmla="*/ 0 w 21430"/>
                  <a:gd name="T15" fmla="*/ 0 h 21495"/>
                  <a:gd name="T16" fmla="*/ 0 w 21430"/>
                  <a:gd name="T17" fmla="*/ 0 h 21495"/>
                  <a:gd name="T18" fmla="*/ 0 w 21430"/>
                  <a:gd name="T19" fmla="*/ 0 h 21495"/>
                  <a:gd name="T20" fmla="*/ 0 w 21430"/>
                  <a:gd name="T21" fmla="*/ 0 h 21495"/>
                  <a:gd name="T22" fmla="*/ 0 w 21430"/>
                  <a:gd name="T23" fmla="*/ 0 h 21495"/>
                  <a:gd name="T24" fmla="*/ 0 w 21430"/>
                  <a:gd name="T25" fmla="*/ 0 h 21495"/>
                  <a:gd name="T26" fmla="*/ 0 w 21430"/>
                  <a:gd name="T27" fmla="*/ 0 h 21495"/>
                  <a:gd name="T28" fmla="*/ 0 w 21430"/>
                  <a:gd name="T29" fmla="*/ 0 h 21495"/>
                  <a:gd name="T30" fmla="*/ 0 w 21430"/>
                  <a:gd name="T31" fmla="*/ 0 h 21495"/>
                  <a:gd name="T32" fmla="*/ 0 w 21430"/>
                  <a:gd name="T33" fmla="*/ 0 h 21495"/>
                  <a:gd name="T34" fmla="*/ 0 w 21430"/>
                  <a:gd name="T35" fmla="*/ 0 h 21495"/>
                  <a:gd name="T36" fmla="*/ 0 w 21430"/>
                  <a:gd name="T37" fmla="*/ 0 h 21495"/>
                  <a:gd name="T38" fmla="*/ 0 w 21430"/>
                  <a:gd name="T39" fmla="*/ 0 h 21495"/>
                  <a:gd name="T40" fmla="*/ 0 w 21430"/>
                  <a:gd name="T41" fmla="*/ 0 h 21495"/>
                  <a:gd name="T42" fmla="*/ 0 w 21430"/>
                  <a:gd name="T43" fmla="*/ 0 h 21495"/>
                  <a:gd name="T44" fmla="*/ 0 w 21430"/>
                  <a:gd name="T45" fmla="*/ 0 h 2149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430" h="21495">
                    <a:moveTo>
                      <a:pt x="13123" y="6004"/>
                    </a:moveTo>
                    <a:cubicBezTo>
                      <a:pt x="12903" y="5956"/>
                      <a:pt x="12679" y="6062"/>
                      <a:pt x="12544" y="6279"/>
                    </a:cubicBezTo>
                    <a:lnTo>
                      <a:pt x="5458" y="17522"/>
                    </a:lnTo>
                    <a:lnTo>
                      <a:pt x="3113" y="15809"/>
                    </a:lnTo>
                    <a:cubicBezTo>
                      <a:pt x="2831" y="15603"/>
                      <a:pt x="2468" y="15711"/>
                      <a:pt x="2294" y="16050"/>
                    </a:cubicBezTo>
                    <a:lnTo>
                      <a:pt x="92" y="20371"/>
                    </a:lnTo>
                    <a:cubicBezTo>
                      <a:pt x="-84" y="20716"/>
                      <a:pt x="1" y="21169"/>
                      <a:pt x="283" y="21383"/>
                    </a:cubicBezTo>
                    <a:cubicBezTo>
                      <a:pt x="382" y="21459"/>
                      <a:pt x="492" y="21495"/>
                      <a:pt x="601" y="21495"/>
                    </a:cubicBezTo>
                    <a:cubicBezTo>
                      <a:pt x="801" y="21495"/>
                      <a:pt x="998" y="21372"/>
                      <a:pt x="1111" y="21149"/>
                    </a:cubicBezTo>
                    <a:lnTo>
                      <a:pt x="3003" y="17440"/>
                    </a:lnTo>
                    <a:lnTo>
                      <a:pt x="5301" y="19119"/>
                    </a:lnTo>
                    <a:cubicBezTo>
                      <a:pt x="5563" y="19309"/>
                      <a:pt x="5900" y="19231"/>
                      <a:pt x="6084" y="18936"/>
                    </a:cubicBezTo>
                    <a:lnTo>
                      <a:pt x="12795" y="8286"/>
                    </a:lnTo>
                    <a:lnTo>
                      <a:pt x="14249" y="13855"/>
                    </a:lnTo>
                    <a:cubicBezTo>
                      <a:pt x="14322" y="14132"/>
                      <a:pt x="14521" y="14331"/>
                      <a:pt x="14759" y="14362"/>
                    </a:cubicBezTo>
                    <a:cubicBezTo>
                      <a:pt x="14996" y="14396"/>
                      <a:pt x="15225" y="14248"/>
                      <a:pt x="15344" y="13995"/>
                    </a:cubicBezTo>
                    <a:lnTo>
                      <a:pt x="21351" y="1099"/>
                    </a:lnTo>
                    <a:cubicBezTo>
                      <a:pt x="21516" y="746"/>
                      <a:pt x="21416" y="297"/>
                      <a:pt x="21128" y="96"/>
                    </a:cubicBezTo>
                    <a:cubicBezTo>
                      <a:pt x="20839" y="-105"/>
                      <a:pt x="20473" y="18"/>
                      <a:pt x="20308" y="371"/>
                    </a:cubicBezTo>
                    <a:lnTo>
                      <a:pt x="14978" y="11812"/>
                    </a:lnTo>
                    <a:lnTo>
                      <a:pt x="13592" y="6504"/>
                    </a:lnTo>
                    <a:cubicBezTo>
                      <a:pt x="13523" y="6243"/>
                      <a:pt x="13342" y="6050"/>
                      <a:pt x="13123" y="6004"/>
                    </a:cubicBezTo>
                    <a:close/>
                    <a:moveTo>
                      <a:pt x="13123" y="6004"/>
                    </a:moveTo>
                  </a:path>
                </a:pathLst>
              </a:custGeom>
              <a:solidFill>
                <a:srgbClr val="368FE2"/>
              </a:solidFill>
              <a:ln>
                <a:noFill/>
              </a:ln>
            </p:spPr>
            <p:txBody>
              <a:bodyPr lIns="0" tIns="0" rIns="0" bIns="0"/>
              <a:lstStyle/>
              <a:p>
                <a:endParaRPr lang="en-US"/>
              </a:p>
            </p:txBody>
          </p:sp>
          <p:sp>
            <p:nvSpPr>
              <p:cNvPr id="41015" name="AutoShape 48"/>
              <p:cNvSpPr/>
              <p:nvPr/>
            </p:nvSpPr>
            <p:spPr bwMode="auto">
              <a:xfrm>
                <a:off x="1551" y="1910"/>
                <a:ext cx="54" cy="109"/>
              </a:xfrm>
              <a:custGeom>
                <a:avLst/>
                <a:gdLst>
                  <a:gd name="T0" fmla="*/ 0 w 21559"/>
                  <a:gd name="T1" fmla="*/ 0 h 21558"/>
                  <a:gd name="T2" fmla="*/ 0 w 21559"/>
                  <a:gd name="T3" fmla="*/ 0 h 21558"/>
                  <a:gd name="T4" fmla="*/ 0 w 21559"/>
                  <a:gd name="T5" fmla="*/ 0 h 21558"/>
                  <a:gd name="T6" fmla="*/ 0 w 21559"/>
                  <a:gd name="T7" fmla="*/ 0 h 21558"/>
                  <a:gd name="T8" fmla="*/ 0 w 21559"/>
                  <a:gd name="T9" fmla="*/ 0 h 21558"/>
                  <a:gd name="T10" fmla="*/ 0 w 21559"/>
                  <a:gd name="T11" fmla="*/ 0 h 21558"/>
                  <a:gd name="T12" fmla="*/ 0 w 21559"/>
                  <a:gd name="T13" fmla="*/ 0 h 21558"/>
                  <a:gd name="T14" fmla="*/ 0 w 21559"/>
                  <a:gd name="T15" fmla="*/ 0 h 21558"/>
                  <a:gd name="T16" fmla="*/ 0 w 21559"/>
                  <a:gd name="T17" fmla="*/ 0 h 21558"/>
                  <a:gd name="T18" fmla="*/ 0 w 21559"/>
                  <a:gd name="T19" fmla="*/ 0 h 21558"/>
                  <a:gd name="T20" fmla="*/ 0 w 21559"/>
                  <a:gd name="T21" fmla="*/ 0 h 21558"/>
                  <a:gd name="T22" fmla="*/ 0 w 21559"/>
                  <a:gd name="T23" fmla="*/ 0 h 21558"/>
                  <a:gd name="T24" fmla="*/ 0 w 21559"/>
                  <a:gd name="T25" fmla="*/ 0 h 21558"/>
                  <a:gd name="T26" fmla="*/ 0 w 21559"/>
                  <a:gd name="T27" fmla="*/ 0 h 215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59" h="21558">
                    <a:moveTo>
                      <a:pt x="3854" y="21525"/>
                    </a:moveTo>
                    <a:lnTo>
                      <a:pt x="7175" y="21557"/>
                    </a:lnTo>
                    <a:cubicBezTo>
                      <a:pt x="9331" y="21579"/>
                      <a:pt x="11135" y="20716"/>
                      <a:pt x="11181" y="19640"/>
                    </a:cubicBezTo>
                    <a:lnTo>
                      <a:pt x="11385" y="14366"/>
                    </a:lnTo>
                    <a:lnTo>
                      <a:pt x="21284" y="14451"/>
                    </a:lnTo>
                    <a:lnTo>
                      <a:pt x="21559" y="7344"/>
                    </a:lnTo>
                    <a:lnTo>
                      <a:pt x="11660" y="7260"/>
                    </a:lnTo>
                    <a:lnTo>
                      <a:pt x="11863" y="2026"/>
                    </a:lnTo>
                    <a:cubicBezTo>
                      <a:pt x="11903" y="952"/>
                      <a:pt x="10173" y="54"/>
                      <a:pt x="8011" y="31"/>
                    </a:cubicBezTo>
                    <a:lnTo>
                      <a:pt x="4691" y="0"/>
                    </a:lnTo>
                    <a:cubicBezTo>
                      <a:pt x="2531" y="-21"/>
                      <a:pt x="730" y="841"/>
                      <a:pt x="688" y="1918"/>
                    </a:cubicBezTo>
                    <a:lnTo>
                      <a:pt x="1" y="19531"/>
                    </a:lnTo>
                    <a:cubicBezTo>
                      <a:pt x="-41" y="20606"/>
                      <a:pt x="1693" y="21504"/>
                      <a:pt x="3854" y="21525"/>
                    </a:cubicBezTo>
                    <a:close/>
                    <a:moveTo>
                      <a:pt x="3854" y="21525"/>
                    </a:moveTo>
                  </a:path>
                </a:pathLst>
              </a:custGeom>
              <a:solidFill>
                <a:srgbClr val="61768D"/>
              </a:solidFill>
              <a:ln>
                <a:noFill/>
              </a:ln>
            </p:spPr>
            <p:txBody>
              <a:bodyPr lIns="0" tIns="0" rIns="0" bIns="0"/>
              <a:lstStyle/>
              <a:p>
                <a:endParaRPr lang="en-US"/>
              </a:p>
            </p:txBody>
          </p:sp>
          <p:sp>
            <p:nvSpPr>
              <p:cNvPr id="41016" name="AutoShape 49"/>
              <p:cNvSpPr/>
              <p:nvPr/>
            </p:nvSpPr>
            <p:spPr bwMode="auto">
              <a:xfrm>
                <a:off x="1485" y="1769"/>
                <a:ext cx="363" cy="832"/>
              </a:xfrm>
              <a:custGeom>
                <a:avLst/>
                <a:gdLst>
                  <a:gd name="T0" fmla="*/ 0 w 21389"/>
                  <a:gd name="T1" fmla="*/ 0 h 21597"/>
                  <a:gd name="T2" fmla="*/ 0 w 21389"/>
                  <a:gd name="T3" fmla="*/ 0 h 21597"/>
                  <a:gd name="T4" fmla="*/ 0 w 21389"/>
                  <a:gd name="T5" fmla="*/ 0 h 21597"/>
                  <a:gd name="T6" fmla="*/ 0 w 21389"/>
                  <a:gd name="T7" fmla="*/ 0 h 21597"/>
                  <a:gd name="T8" fmla="*/ 0 w 21389"/>
                  <a:gd name="T9" fmla="*/ 0 h 21597"/>
                  <a:gd name="T10" fmla="*/ 0 w 21389"/>
                  <a:gd name="T11" fmla="*/ 0 h 21597"/>
                  <a:gd name="T12" fmla="*/ 0 w 21389"/>
                  <a:gd name="T13" fmla="*/ 0 h 21597"/>
                  <a:gd name="T14" fmla="*/ 0 w 21389"/>
                  <a:gd name="T15" fmla="*/ 0 h 21597"/>
                  <a:gd name="T16" fmla="*/ 0 w 21389"/>
                  <a:gd name="T17" fmla="*/ 0 h 21597"/>
                  <a:gd name="T18" fmla="*/ 0 w 21389"/>
                  <a:gd name="T19" fmla="*/ 0 h 21597"/>
                  <a:gd name="T20" fmla="*/ 0 w 21389"/>
                  <a:gd name="T21" fmla="*/ 0 h 21597"/>
                  <a:gd name="T22" fmla="*/ 0 w 21389"/>
                  <a:gd name="T23" fmla="*/ 0 h 21597"/>
                  <a:gd name="T24" fmla="*/ 0 w 21389"/>
                  <a:gd name="T25" fmla="*/ 0 h 21597"/>
                  <a:gd name="T26" fmla="*/ 0 w 21389"/>
                  <a:gd name="T27" fmla="*/ 0 h 21597"/>
                  <a:gd name="T28" fmla="*/ 0 w 21389"/>
                  <a:gd name="T29" fmla="*/ 0 h 21597"/>
                  <a:gd name="T30" fmla="*/ 0 w 21389"/>
                  <a:gd name="T31" fmla="*/ 0 h 21597"/>
                  <a:gd name="T32" fmla="*/ 0 w 21389"/>
                  <a:gd name="T33" fmla="*/ 0 h 21597"/>
                  <a:gd name="T34" fmla="*/ 0 w 21389"/>
                  <a:gd name="T35" fmla="*/ 0 h 21597"/>
                  <a:gd name="T36" fmla="*/ 0 w 21389"/>
                  <a:gd name="T37" fmla="*/ 0 h 21597"/>
                  <a:gd name="T38" fmla="*/ 0 w 21389"/>
                  <a:gd name="T39" fmla="*/ 0 h 21597"/>
                  <a:gd name="T40" fmla="*/ 0 w 21389"/>
                  <a:gd name="T41" fmla="*/ 0 h 21597"/>
                  <a:gd name="T42" fmla="*/ 0 w 21389"/>
                  <a:gd name="T43" fmla="*/ 0 h 21597"/>
                  <a:gd name="T44" fmla="*/ 0 w 21389"/>
                  <a:gd name="T45" fmla="*/ 0 h 21597"/>
                  <a:gd name="T46" fmla="*/ 0 w 21389"/>
                  <a:gd name="T47" fmla="*/ 0 h 21597"/>
                  <a:gd name="T48" fmla="*/ 0 w 21389"/>
                  <a:gd name="T49" fmla="*/ 0 h 21597"/>
                  <a:gd name="T50" fmla="*/ 0 w 21389"/>
                  <a:gd name="T51" fmla="*/ 0 h 21597"/>
                  <a:gd name="T52" fmla="*/ 0 w 21389"/>
                  <a:gd name="T53" fmla="*/ 0 h 21597"/>
                  <a:gd name="T54" fmla="*/ 0 w 21389"/>
                  <a:gd name="T55" fmla="*/ 0 h 21597"/>
                  <a:gd name="T56" fmla="*/ 0 w 21389"/>
                  <a:gd name="T57" fmla="*/ 0 h 21597"/>
                  <a:gd name="T58" fmla="*/ 0 w 21389"/>
                  <a:gd name="T59" fmla="*/ 0 h 21597"/>
                  <a:gd name="T60" fmla="*/ 0 w 21389"/>
                  <a:gd name="T61" fmla="*/ 0 h 21597"/>
                  <a:gd name="T62" fmla="*/ 0 w 21389"/>
                  <a:gd name="T63" fmla="*/ 0 h 21597"/>
                  <a:gd name="T64" fmla="*/ 0 w 21389"/>
                  <a:gd name="T65" fmla="*/ 0 h 21597"/>
                  <a:gd name="T66" fmla="*/ 0 w 21389"/>
                  <a:gd name="T67" fmla="*/ 0 h 21597"/>
                  <a:gd name="T68" fmla="*/ 0 w 21389"/>
                  <a:gd name="T69" fmla="*/ 0 h 21597"/>
                  <a:gd name="T70" fmla="*/ 0 w 21389"/>
                  <a:gd name="T71" fmla="*/ 0 h 21597"/>
                  <a:gd name="T72" fmla="*/ 0 w 21389"/>
                  <a:gd name="T73" fmla="*/ 0 h 21597"/>
                  <a:gd name="T74" fmla="*/ 0 w 21389"/>
                  <a:gd name="T75" fmla="*/ 0 h 21597"/>
                  <a:gd name="T76" fmla="*/ 0 w 21389"/>
                  <a:gd name="T77" fmla="*/ 0 h 21597"/>
                  <a:gd name="T78" fmla="*/ 0 w 21389"/>
                  <a:gd name="T79" fmla="*/ 0 h 21597"/>
                  <a:gd name="T80" fmla="*/ 0 w 21389"/>
                  <a:gd name="T81" fmla="*/ 0 h 2159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1389" h="21597">
                    <a:moveTo>
                      <a:pt x="15811" y="5379"/>
                    </a:moveTo>
                    <a:cubicBezTo>
                      <a:pt x="17134" y="5390"/>
                      <a:pt x="19056" y="7182"/>
                      <a:pt x="18938" y="9858"/>
                    </a:cubicBezTo>
                    <a:cubicBezTo>
                      <a:pt x="18820" y="12533"/>
                      <a:pt x="16742" y="14291"/>
                      <a:pt x="15418" y="14280"/>
                    </a:cubicBezTo>
                    <a:cubicBezTo>
                      <a:pt x="14096" y="14269"/>
                      <a:pt x="12173" y="12477"/>
                      <a:pt x="12291" y="9801"/>
                    </a:cubicBezTo>
                    <a:cubicBezTo>
                      <a:pt x="12408" y="7126"/>
                      <a:pt x="14488" y="5367"/>
                      <a:pt x="15811" y="5379"/>
                    </a:cubicBezTo>
                    <a:close/>
                    <a:moveTo>
                      <a:pt x="3869" y="10274"/>
                    </a:moveTo>
                    <a:lnTo>
                      <a:pt x="4364" y="10278"/>
                    </a:lnTo>
                    <a:cubicBezTo>
                      <a:pt x="4686" y="10280"/>
                      <a:pt x="4955" y="10167"/>
                      <a:pt x="4961" y="10025"/>
                    </a:cubicBezTo>
                    <a:cubicBezTo>
                      <a:pt x="4961" y="10025"/>
                      <a:pt x="4974" y="9724"/>
                      <a:pt x="4990" y="9362"/>
                    </a:cubicBezTo>
                    <a:lnTo>
                      <a:pt x="6759" y="9412"/>
                    </a:lnTo>
                    <a:lnTo>
                      <a:pt x="6779" y="8967"/>
                    </a:lnTo>
                    <a:lnTo>
                      <a:pt x="6738" y="9907"/>
                    </a:lnTo>
                    <a:lnTo>
                      <a:pt x="8466" y="9922"/>
                    </a:lnTo>
                    <a:cubicBezTo>
                      <a:pt x="8415" y="10530"/>
                      <a:pt x="8362" y="11121"/>
                      <a:pt x="8310" y="11672"/>
                    </a:cubicBezTo>
                    <a:lnTo>
                      <a:pt x="6660" y="11658"/>
                    </a:lnTo>
                    <a:lnTo>
                      <a:pt x="6624" y="12475"/>
                    </a:lnTo>
                    <a:lnTo>
                      <a:pt x="6638" y="12163"/>
                    </a:lnTo>
                    <a:lnTo>
                      <a:pt x="5163" y="12156"/>
                    </a:lnTo>
                    <a:lnTo>
                      <a:pt x="5194" y="11457"/>
                    </a:lnTo>
                    <a:cubicBezTo>
                      <a:pt x="5200" y="11316"/>
                      <a:pt x="4942" y="11198"/>
                      <a:pt x="4620" y="11195"/>
                    </a:cubicBezTo>
                    <a:lnTo>
                      <a:pt x="4126" y="11191"/>
                    </a:lnTo>
                    <a:cubicBezTo>
                      <a:pt x="3804" y="11188"/>
                      <a:pt x="3536" y="11302"/>
                      <a:pt x="3529" y="11443"/>
                    </a:cubicBezTo>
                    <a:lnTo>
                      <a:pt x="3427" y="13761"/>
                    </a:lnTo>
                    <a:cubicBezTo>
                      <a:pt x="3421" y="13903"/>
                      <a:pt x="3679" y="14020"/>
                      <a:pt x="4001" y="14023"/>
                    </a:cubicBezTo>
                    <a:lnTo>
                      <a:pt x="4496" y="14027"/>
                    </a:lnTo>
                    <a:cubicBezTo>
                      <a:pt x="4817" y="14030"/>
                      <a:pt x="5086" y="13917"/>
                      <a:pt x="5092" y="13775"/>
                    </a:cubicBezTo>
                    <a:lnTo>
                      <a:pt x="5123" y="13092"/>
                    </a:lnTo>
                    <a:lnTo>
                      <a:pt x="6597" y="13098"/>
                    </a:lnTo>
                    <a:lnTo>
                      <a:pt x="6574" y="13600"/>
                    </a:lnTo>
                    <a:lnTo>
                      <a:pt x="8093" y="13613"/>
                    </a:lnTo>
                    <a:cubicBezTo>
                      <a:pt x="8048" y="13950"/>
                      <a:pt x="8002" y="14235"/>
                      <a:pt x="7959" y="14452"/>
                    </a:cubicBezTo>
                    <a:cubicBezTo>
                      <a:pt x="7918" y="14660"/>
                      <a:pt x="7665" y="15112"/>
                      <a:pt x="7515" y="15357"/>
                    </a:cubicBezTo>
                    <a:lnTo>
                      <a:pt x="7517" y="15357"/>
                    </a:lnTo>
                    <a:cubicBezTo>
                      <a:pt x="7510" y="15365"/>
                      <a:pt x="7501" y="15372"/>
                      <a:pt x="7495" y="15380"/>
                    </a:cubicBezTo>
                    <a:cubicBezTo>
                      <a:pt x="7495" y="15380"/>
                      <a:pt x="7414" y="15498"/>
                      <a:pt x="7257" y="15691"/>
                    </a:cubicBezTo>
                    <a:cubicBezTo>
                      <a:pt x="5253" y="18141"/>
                      <a:pt x="89" y="21367"/>
                      <a:pt x="89" y="21367"/>
                    </a:cubicBezTo>
                    <a:cubicBezTo>
                      <a:pt x="-96" y="21483"/>
                      <a:pt x="15" y="21577"/>
                      <a:pt x="338" y="21576"/>
                    </a:cubicBezTo>
                    <a:lnTo>
                      <a:pt x="18674" y="21597"/>
                    </a:lnTo>
                    <a:cubicBezTo>
                      <a:pt x="18981" y="21555"/>
                      <a:pt x="19120" y="21416"/>
                      <a:pt x="18983" y="21288"/>
                    </a:cubicBezTo>
                    <a:cubicBezTo>
                      <a:pt x="18983" y="21288"/>
                      <a:pt x="15469" y="18020"/>
                      <a:pt x="13563" y="15744"/>
                    </a:cubicBezTo>
                    <a:cubicBezTo>
                      <a:pt x="13397" y="15546"/>
                      <a:pt x="13301" y="15424"/>
                      <a:pt x="13301" y="15424"/>
                    </a:cubicBezTo>
                    <a:cubicBezTo>
                      <a:pt x="13295" y="15416"/>
                      <a:pt x="13285" y="15408"/>
                      <a:pt x="13277" y="15400"/>
                    </a:cubicBezTo>
                    <a:lnTo>
                      <a:pt x="13279" y="15400"/>
                    </a:lnTo>
                    <a:cubicBezTo>
                      <a:pt x="13188" y="15280"/>
                      <a:pt x="12964" y="14982"/>
                      <a:pt x="12866" y="14843"/>
                    </a:cubicBezTo>
                    <a:cubicBezTo>
                      <a:pt x="13578" y="15160"/>
                      <a:pt x="14412" y="15347"/>
                      <a:pt x="15372" y="15355"/>
                    </a:cubicBezTo>
                    <a:cubicBezTo>
                      <a:pt x="19158" y="15387"/>
                      <a:pt x="21262" y="12624"/>
                      <a:pt x="21383" y="9879"/>
                    </a:cubicBezTo>
                    <a:cubicBezTo>
                      <a:pt x="21504" y="7133"/>
                      <a:pt x="19645" y="4336"/>
                      <a:pt x="15858" y="4304"/>
                    </a:cubicBezTo>
                    <a:cubicBezTo>
                      <a:pt x="14160" y="4289"/>
                      <a:pt x="12802" y="4838"/>
                      <a:pt x="11807" y="5694"/>
                    </a:cubicBezTo>
                    <a:cubicBezTo>
                      <a:pt x="11738" y="5751"/>
                      <a:pt x="11671" y="5810"/>
                      <a:pt x="11605" y="5870"/>
                    </a:cubicBezTo>
                    <a:cubicBezTo>
                      <a:pt x="11537" y="3948"/>
                      <a:pt x="11555" y="2395"/>
                      <a:pt x="11555" y="2395"/>
                    </a:cubicBezTo>
                    <a:lnTo>
                      <a:pt x="11549" y="2396"/>
                    </a:lnTo>
                    <a:cubicBezTo>
                      <a:pt x="11628" y="2379"/>
                      <a:pt x="11754" y="2345"/>
                      <a:pt x="11877" y="2273"/>
                    </a:cubicBezTo>
                    <a:lnTo>
                      <a:pt x="12686" y="1797"/>
                    </a:lnTo>
                    <a:cubicBezTo>
                      <a:pt x="12878" y="1684"/>
                      <a:pt x="13299" y="1593"/>
                      <a:pt x="13621" y="1596"/>
                    </a:cubicBezTo>
                    <a:lnTo>
                      <a:pt x="14398" y="1603"/>
                    </a:lnTo>
                    <a:cubicBezTo>
                      <a:pt x="14720" y="1606"/>
                      <a:pt x="14988" y="1492"/>
                      <a:pt x="14995" y="1351"/>
                    </a:cubicBezTo>
                    <a:lnTo>
                      <a:pt x="15039" y="337"/>
                    </a:lnTo>
                    <a:cubicBezTo>
                      <a:pt x="15045" y="196"/>
                      <a:pt x="14787" y="77"/>
                      <a:pt x="14465" y="75"/>
                    </a:cubicBezTo>
                    <a:lnTo>
                      <a:pt x="5645" y="0"/>
                    </a:lnTo>
                    <a:cubicBezTo>
                      <a:pt x="5323" y="-3"/>
                      <a:pt x="5055" y="110"/>
                      <a:pt x="5049" y="252"/>
                    </a:cubicBezTo>
                    <a:lnTo>
                      <a:pt x="5004" y="1266"/>
                    </a:lnTo>
                    <a:cubicBezTo>
                      <a:pt x="4998" y="1407"/>
                      <a:pt x="5256" y="1525"/>
                      <a:pt x="5578" y="1528"/>
                    </a:cubicBezTo>
                    <a:lnTo>
                      <a:pt x="6651" y="1537"/>
                    </a:lnTo>
                    <a:cubicBezTo>
                      <a:pt x="6973" y="1540"/>
                      <a:pt x="7406" y="1630"/>
                      <a:pt x="7614" y="1739"/>
                    </a:cubicBezTo>
                    <a:lnTo>
                      <a:pt x="8615" y="2261"/>
                    </a:lnTo>
                    <a:cubicBezTo>
                      <a:pt x="8769" y="2341"/>
                      <a:pt x="8954" y="2415"/>
                      <a:pt x="9041" y="2448"/>
                    </a:cubicBezTo>
                    <a:cubicBezTo>
                      <a:pt x="9041" y="2448"/>
                      <a:pt x="8950" y="3187"/>
                      <a:pt x="8879" y="4290"/>
                    </a:cubicBezTo>
                    <a:lnTo>
                      <a:pt x="6986" y="4274"/>
                    </a:lnTo>
                    <a:lnTo>
                      <a:pt x="6900" y="6215"/>
                    </a:lnTo>
                    <a:lnTo>
                      <a:pt x="8748" y="6231"/>
                    </a:lnTo>
                    <a:cubicBezTo>
                      <a:pt x="8709" y="6791"/>
                      <a:pt x="8666" y="7381"/>
                      <a:pt x="8621" y="7981"/>
                    </a:cubicBezTo>
                    <a:lnTo>
                      <a:pt x="6823" y="7966"/>
                    </a:lnTo>
                    <a:lnTo>
                      <a:pt x="6801" y="8476"/>
                    </a:lnTo>
                    <a:lnTo>
                      <a:pt x="5032" y="8426"/>
                    </a:lnTo>
                    <a:cubicBezTo>
                      <a:pt x="5038" y="8280"/>
                      <a:pt x="5043" y="8171"/>
                      <a:pt x="5044" y="8141"/>
                    </a:cubicBezTo>
                    <a:lnTo>
                      <a:pt x="5045" y="8117"/>
                    </a:lnTo>
                    <a:lnTo>
                      <a:pt x="5063" y="7707"/>
                    </a:lnTo>
                    <a:cubicBezTo>
                      <a:pt x="5069" y="7566"/>
                      <a:pt x="4811" y="7447"/>
                      <a:pt x="4489" y="7445"/>
                    </a:cubicBezTo>
                    <a:lnTo>
                      <a:pt x="3994" y="7441"/>
                    </a:lnTo>
                    <a:cubicBezTo>
                      <a:pt x="3673" y="7438"/>
                      <a:pt x="3404" y="7551"/>
                      <a:pt x="3398" y="7693"/>
                    </a:cubicBezTo>
                    <a:lnTo>
                      <a:pt x="3296" y="10011"/>
                    </a:lnTo>
                    <a:cubicBezTo>
                      <a:pt x="3289" y="10153"/>
                      <a:pt x="3548" y="10271"/>
                      <a:pt x="3869" y="10274"/>
                    </a:cubicBezTo>
                    <a:close/>
                    <a:moveTo>
                      <a:pt x="3869" y="10274"/>
                    </a:moveTo>
                  </a:path>
                </a:pathLst>
              </a:custGeom>
              <a:solidFill>
                <a:srgbClr val="219271"/>
              </a:solidFill>
              <a:ln>
                <a:noFill/>
              </a:ln>
            </p:spPr>
            <p:txBody>
              <a:bodyPr lIns="0" tIns="0" rIns="0" bIns="0"/>
              <a:lstStyle/>
              <a:p>
                <a:endParaRPr lang="en-US"/>
              </a:p>
            </p:txBody>
          </p:sp>
          <p:sp>
            <p:nvSpPr>
              <p:cNvPr id="41017" name="AutoShape 50"/>
              <p:cNvSpPr/>
              <p:nvPr/>
            </p:nvSpPr>
            <p:spPr bwMode="auto">
              <a:xfrm>
                <a:off x="3633" y="1997"/>
                <a:ext cx="341" cy="338"/>
              </a:xfrm>
              <a:custGeom>
                <a:avLst/>
                <a:gdLst>
                  <a:gd name="T0" fmla="*/ 0 w 21451"/>
                  <a:gd name="T1" fmla="*/ 0 h 21449"/>
                  <a:gd name="T2" fmla="*/ 0 w 21451"/>
                  <a:gd name="T3" fmla="*/ 0 h 21449"/>
                  <a:gd name="T4" fmla="*/ 0 w 21451"/>
                  <a:gd name="T5" fmla="*/ 0 h 21449"/>
                  <a:gd name="T6" fmla="*/ 0 w 21451"/>
                  <a:gd name="T7" fmla="*/ 0 h 21449"/>
                  <a:gd name="T8" fmla="*/ 0 w 21451"/>
                  <a:gd name="T9" fmla="*/ 0 h 21449"/>
                  <a:gd name="T10" fmla="*/ 0 w 21451"/>
                  <a:gd name="T11" fmla="*/ 0 h 21449"/>
                  <a:gd name="T12" fmla="*/ 0 w 21451"/>
                  <a:gd name="T13" fmla="*/ 0 h 21449"/>
                  <a:gd name="T14" fmla="*/ 0 w 21451"/>
                  <a:gd name="T15" fmla="*/ 0 h 21449"/>
                  <a:gd name="T16" fmla="*/ 0 w 21451"/>
                  <a:gd name="T17" fmla="*/ 0 h 21449"/>
                  <a:gd name="T18" fmla="*/ 0 w 21451"/>
                  <a:gd name="T19" fmla="*/ 0 h 21449"/>
                  <a:gd name="T20" fmla="*/ 0 w 21451"/>
                  <a:gd name="T21" fmla="*/ 0 h 21449"/>
                  <a:gd name="T22" fmla="*/ 0 w 21451"/>
                  <a:gd name="T23" fmla="*/ 0 h 21449"/>
                  <a:gd name="T24" fmla="*/ 0 w 21451"/>
                  <a:gd name="T25" fmla="*/ 0 h 21449"/>
                  <a:gd name="T26" fmla="*/ 0 w 21451"/>
                  <a:gd name="T27" fmla="*/ 0 h 21449"/>
                  <a:gd name="T28" fmla="*/ 0 w 21451"/>
                  <a:gd name="T29" fmla="*/ 0 h 21449"/>
                  <a:gd name="T30" fmla="*/ 0 w 21451"/>
                  <a:gd name="T31" fmla="*/ 0 h 21449"/>
                  <a:gd name="T32" fmla="*/ 0 w 21451"/>
                  <a:gd name="T33" fmla="*/ 0 h 21449"/>
                  <a:gd name="T34" fmla="*/ 0 w 21451"/>
                  <a:gd name="T35" fmla="*/ 0 h 21449"/>
                  <a:gd name="T36" fmla="*/ 0 w 21451"/>
                  <a:gd name="T37" fmla="*/ 0 h 21449"/>
                  <a:gd name="T38" fmla="*/ 0 w 21451"/>
                  <a:gd name="T39" fmla="*/ 0 h 21449"/>
                  <a:gd name="T40" fmla="*/ 0 w 21451"/>
                  <a:gd name="T41" fmla="*/ 0 h 21449"/>
                  <a:gd name="T42" fmla="*/ 0 w 21451"/>
                  <a:gd name="T43" fmla="*/ 0 h 21449"/>
                  <a:gd name="T44" fmla="*/ 0 w 21451"/>
                  <a:gd name="T45" fmla="*/ 0 h 21449"/>
                  <a:gd name="T46" fmla="*/ 0 w 21451"/>
                  <a:gd name="T47" fmla="*/ 0 h 21449"/>
                  <a:gd name="T48" fmla="*/ 0 w 21451"/>
                  <a:gd name="T49" fmla="*/ 0 h 21449"/>
                  <a:gd name="T50" fmla="*/ 0 w 21451"/>
                  <a:gd name="T51" fmla="*/ 0 h 21449"/>
                  <a:gd name="T52" fmla="*/ 0 w 21451"/>
                  <a:gd name="T53" fmla="*/ 0 h 21449"/>
                  <a:gd name="T54" fmla="*/ 0 w 21451"/>
                  <a:gd name="T55" fmla="*/ 0 h 21449"/>
                  <a:gd name="T56" fmla="*/ 0 w 21451"/>
                  <a:gd name="T57" fmla="*/ 0 h 21449"/>
                  <a:gd name="T58" fmla="*/ 0 w 21451"/>
                  <a:gd name="T59" fmla="*/ 0 h 21449"/>
                  <a:gd name="T60" fmla="*/ 0 w 21451"/>
                  <a:gd name="T61" fmla="*/ 0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451" h="21449">
                    <a:moveTo>
                      <a:pt x="20205" y="3483"/>
                    </a:moveTo>
                    <a:cubicBezTo>
                      <a:pt x="20532" y="3589"/>
                      <a:pt x="20908" y="3515"/>
                      <a:pt x="21169" y="3253"/>
                    </a:cubicBezTo>
                    <a:cubicBezTo>
                      <a:pt x="21544" y="2879"/>
                      <a:pt x="21545" y="2272"/>
                      <a:pt x="21173" y="1894"/>
                    </a:cubicBezTo>
                    <a:cubicBezTo>
                      <a:pt x="20983" y="1702"/>
                      <a:pt x="20729" y="1608"/>
                      <a:pt x="20479" y="1612"/>
                    </a:cubicBezTo>
                    <a:lnTo>
                      <a:pt x="13000" y="9112"/>
                    </a:lnTo>
                    <a:cubicBezTo>
                      <a:pt x="13295" y="9700"/>
                      <a:pt x="13208" y="10427"/>
                      <a:pt x="12722" y="10915"/>
                    </a:cubicBezTo>
                    <a:cubicBezTo>
                      <a:pt x="12120" y="11518"/>
                      <a:pt x="11142" y="11516"/>
                      <a:pt x="10544" y="10910"/>
                    </a:cubicBezTo>
                    <a:cubicBezTo>
                      <a:pt x="9948" y="10304"/>
                      <a:pt x="9948" y="9321"/>
                      <a:pt x="10551" y="8718"/>
                    </a:cubicBezTo>
                    <a:cubicBezTo>
                      <a:pt x="11053" y="8214"/>
                      <a:pt x="11814" y="8138"/>
                      <a:pt x="12401" y="8479"/>
                    </a:cubicBezTo>
                    <a:lnTo>
                      <a:pt x="19854" y="1005"/>
                    </a:lnTo>
                    <a:cubicBezTo>
                      <a:pt x="19868" y="746"/>
                      <a:pt x="19777" y="482"/>
                      <a:pt x="19580" y="283"/>
                    </a:cubicBezTo>
                    <a:cubicBezTo>
                      <a:pt x="19210" y="-93"/>
                      <a:pt x="18608" y="-95"/>
                      <a:pt x="18232" y="279"/>
                    </a:cubicBezTo>
                    <a:cubicBezTo>
                      <a:pt x="17970" y="543"/>
                      <a:pt x="17895" y="917"/>
                      <a:pt x="18001" y="1252"/>
                    </a:cubicBezTo>
                    <a:cubicBezTo>
                      <a:pt x="14226" y="4061"/>
                      <a:pt x="11667" y="4266"/>
                      <a:pt x="10075" y="4768"/>
                    </a:cubicBezTo>
                    <a:cubicBezTo>
                      <a:pt x="8879" y="5044"/>
                      <a:pt x="7717" y="5670"/>
                      <a:pt x="6747" y="6638"/>
                    </a:cubicBezTo>
                    <a:cubicBezTo>
                      <a:pt x="5430" y="7961"/>
                      <a:pt x="4745" y="9656"/>
                      <a:pt x="4710" y="11296"/>
                    </a:cubicBezTo>
                    <a:lnTo>
                      <a:pt x="2252" y="13301"/>
                    </a:lnTo>
                    <a:cubicBezTo>
                      <a:pt x="2252" y="13301"/>
                      <a:pt x="1246" y="13831"/>
                      <a:pt x="1993" y="14583"/>
                    </a:cubicBezTo>
                    <a:cubicBezTo>
                      <a:pt x="2101" y="14692"/>
                      <a:pt x="2258" y="14851"/>
                      <a:pt x="2443" y="15038"/>
                    </a:cubicBezTo>
                    <a:lnTo>
                      <a:pt x="166" y="17322"/>
                    </a:lnTo>
                    <a:cubicBezTo>
                      <a:pt x="-54" y="17543"/>
                      <a:pt x="-55" y="17905"/>
                      <a:pt x="164" y="18126"/>
                    </a:cubicBezTo>
                    <a:lnTo>
                      <a:pt x="3283" y="21283"/>
                    </a:lnTo>
                    <a:cubicBezTo>
                      <a:pt x="3502" y="21504"/>
                      <a:pt x="3861" y="21505"/>
                      <a:pt x="4081" y="21284"/>
                    </a:cubicBezTo>
                    <a:lnTo>
                      <a:pt x="6358" y="19000"/>
                    </a:lnTo>
                    <a:cubicBezTo>
                      <a:pt x="6481" y="19124"/>
                      <a:pt x="6597" y="19241"/>
                      <a:pt x="6695" y="19339"/>
                    </a:cubicBezTo>
                    <a:cubicBezTo>
                      <a:pt x="7658" y="20310"/>
                      <a:pt x="8318" y="19135"/>
                      <a:pt x="8318" y="19135"/>
                    </a:cubicBezTo>
                    <a:lnTo>
                      <a:pt x="10166" y="16858"/>
                    </a:lnTo>
                    <a:cubicBezTo>
                      <a:pt x="11806" y="16840"/>
                      <a:pt x="13508" y="16161"/>
                      <a:pt x="14839" y="14827"/>
                    </a:cubicBezTo>
                    <a:cubicBezTo>
                      <a:pt x="15940" y="13723"/>
                      <a:pt x="16602" y="12359"/>
                      <a:pt x="16813" y="10985"/>
                    </a:cubicBezTo>
                    <a:cubicBezTo>
                      <a:pt x="17243" y="9366"/>
                      <a:pt x="17655" y="6923"/>
                      <a:pt x="20205" y="3483"/>
                    </a:cubicBezTo>
                    <a:close/>
                    <a:moveTo>
                      <a:pt x="20205" y="3483"/>
                    </a:moveTo>
                  </a:path>
                </a:pathLst>
              </a:custGeom>
              <a:solidFill>
                <a:srgbClr val="839494"/>
              </a:solidFill>
              <a:ln>
                <a:noFill/>
              </a:ln>
            </p:spPr>
            <p:txBody>
              <a:bodyPr lIns="0" tIns="0" rIns="0" bIns="0"/>
              <a:lstStyle/>
              <a:p>
                <a:endParaRPr lang="en-US"/>
              </a:p>
            </p:txBody>
          </p:sp>
          <p:sp>
            <p:nvSpPr>
              <p:cNvPr id="41018" name="AutoShape 51"/>
              <p:cNvSpPr/>
              <p:nvPr/>
            </p:nvSpPr>
            <p:spPr bwMode="auto">
              <a:xfrm>
                <a:off x="4360" y="249"/>
                <a:ext cx="414" cy="697"/>
              </a:xfrm>
              <a:custGeom>
                <a:avLst/>
                <a:gdLst>
                  <a:gd name="T0" fmla="*/ 0 w 18616"/>
                  <a:gd name="T1" fmla="*/ 0 h 21573"/>
                  <a:gd name="T2" fmla="*/ 0 w 18616"/>
                  <a:gd name="T3" fmla="*/ 0 h 21573"/>
                  <a:gd name="T4" fmla="*/ 0 w 18616"/>
                  <a:gd name="T5" fmla="*/ 0 h 21573"/>
                  <a:gd name="T6" fmla="*/ 0 w 18616"/>
                  <a:gd name="T7" fmla="*/ 0 h 21573"/>
                  <a:gd name="T8" fmla="*/ 0 w 18616"/>
                  <a:gd name="T9" fmla="*/ 0 h 21573"/>
                  <a:gd name="T10" fmla="*/ 0 w 18616"/>
                  <a:gd name="T11" fmla="*/ 0 h 21573"/>
                  <a:gd name="T12" fmla="*/ 0 w 18616"/>
                  <a:gd name="T13" fmla="*/ 0 h 21573"/>
                  <a:gd name="T14" fmla="*/ 0 w 18616"/>
                  <a:gd name="T15" fmla="*/ 0 h 21573"/>
                  <a:gd name="T16" fmla="*/ 0 w 18616"/>
                  <a:gd name="T17" fmla="*/ 0 h 21573"/>
                  <a:gd name="T18" fmla="*/ 0 w 18616"/>
                  <a:gd name="T19" fmla="*/ 0 h 21573"/>
                  <a:gd name="T20" fmla="*/ 0 w 18616"/>
                  <a:gd name="T21" fmla="*/ 0 h 21573"/>
                  <a:gd name="T22" fmla="*/ 0 w 18616"/>
                  <a:gd name="T23" fmla="*/ 0 h 21573"/>
                  <a:gd name="T24" fmla="*/ 0 w 18616"/>
                  <a:gd name="T25" fmla="*/ 0 h 21573"/>
                  <a:gd name="T26" fmla="*/ 0 w 18616"/>
                  <a:gd name="T27" fmla="*/ 0 h 21573"/>
                  <a:gd name="T28" fmla="*/ 0 w 18616"/>
                  <a:gd name="T29" fmla="*/ 0 h 21573"/>
                  <a:gd name="T30" fmla="*/ 0 w 18616"/>
                  <a:gd name="T31" fmla="*/ 0 h 21573"/>
                  <a:gd name="T32" fmla="*/ 0 w 18616"/>
                  <a:gd name="T33" fmla="*/ 0 h 21573"/>
                  <a:gd name="T34" fmla="*/ 0 w 18616"/>
                  <a:gd name="T35" fmla="*/ 0 h 21573"/>
                  <a:gd name="T36" fmla="*/ 0 w 18616"/>
                  <a:gd name="T37" fmla="*/ 0 h 21573"/>
                  <a:gd name="T38" fmla="*/ 0 w 18616"/>
                  <a:gd name="T39" fmla="*/ 0 h 21573"/>
                  <a:gd name="T40" fmla="*/ 0 w 18616"/>
                  <a:gd name="T41" fmla="*/ 0 h 21573"/>
                  <a:gd name="T42" fmla="*/ 0 w 18616"/>
                  <a:gd name="T43" fmla="*/ 0 h 21573"/>
                  <a:gd name="T44" fmla="*/ 0 w 18616"/>
                  <a:gd name="T45" fmla="*/ 0 h 21573"/>
                  <a:gd name="T46" fmla="*/ 0 w 18616"/>
                  <a:gd name="T47" fmla="*/ 0 h 21573"/>
                  <a:gd name="T48" fmla="*/ 0 w 18616"/>
                  <a:gd name="T49" fmla="*/ 0 h 21573"/>
                  <a:gd name="T50" fmla="*/ 0 w 18616"/>
                  <a:gd name="T51" fmla="*/ 0 h 215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8616" h="21573">
                    <a:moveTo>
                      <a:pt x="796" y="21041"/>
                    </a:moveTo>
                    <a:cubicBezTo>
                      <a:pt x="956" y="21336"/>
                      <a:pt x="1347" y="21542"/>
                      <a:pt x="1803" y="21570"/>
                    </a:cubicBezTo>
                    <a:cubicBezTo>
                      <a:pt x="2258" y="21598"/>
                      <a:pt x="2697" y="21443"/>
                      <a:pt x="2931" y="21171"/>
                    </a:cubicBezTo>
                    <a:cubicBezTo>
                      <a:pt x="3620" y="20367"/>
                      <a:pt x="4692" y="19462"/>
                      <a:pt x="6228" y="19040"/>
                    </a:cubicBezTo>
                    <a:cubicBezTo>
                      <a:pt x="4969" y="17122"/>
                      <a:pt x="4178" y="15398"/>
                      <a:pt x="3679" y="13952"/>
                    </a:cubicBezTo>
                    <a:cubicBezTo>
                      <a:pt x="4235" y="15508"/>
                      <a:pt x="5142" y="17387"/>
                      <a:pt x="6618" y="19473"/>
                    </a:cubicBezTo>
                    <a:lnTo>
                      <a:pt x="5664" y="19473"/>
                    </a:lnTo>
                    <a:lnTo>
                      <a:pt x="5664" y="20729"/>
                    </a:lnTo>
                    <a:lnTo>
                      <a:pt x="13068" y="20729"/>
                    </a:lnTo>
                    <a:lnTo>
                      <a:pt x="13068" y="19473"/>
                    </a:lnTo>
                    <a:lnTo>
                      <a:pt x="12023" y="19473"/>
                    </a:lnTo>
                    <a:cubicBezTo>
                      <a:pt x="13544" y="17323"/>
                      <a:pt x="14463" y="15390"/>
                      <a:pt x="15012" y="13807"/>
                    </a:cubicBezTo>
                    <a:cubicBezTo>
                      <a:pt x="14516" y="15281"/>
                      <a:pt x="13716" y="17058"/>
                      <a:pt x="12410" y="19044"/>
                    </a:cubicBezTo>
                    <a:cubicBezTo>
                      <a:pt x="13935" y="19469"/>
                      <a:pt x="14999" y="20370"/>
                      <a:pt x="15687" y="21170"/>
                    </a:cubicBezTo>
                    <a:cubicBezTo>
                      <a:pt x="15919" y="21443"/>
                      <a:pt x="16359" y="21596"/>
                      <a:pt x="16814" y="21568"/>
                    </a:cubicBezTo>
                    <a:cubicBezTo>
                      <a:pt x="17269" y="21540"/>
                      <a:pt x="17660" y="21333"/>
                      <a:pt x="17819" y="21038"/>
                    </a:cubicBezTo>
                    <a:cubicBezTo>
                      <a:pt x="20103" y="16812"/>
                      <a:pt x="16929" y="14481"/>
                      <a:pt x="15100" y="13547"/>
                    </a:cubicBezTo>
                    <a:cubicBezTo>
                      <a:pt x="15080" y="13609"/>
                      <a:pt x="15057" y="13676"/>
                      <a:pt x="15035" y="13739"/>
                    </a:cubicBezTo>
                    <a:cubicBezTo>
                      <a:pt x="15952" y="11065"/>
                      <a:pt x="15823" y="9405"/>
                      <a:pt x="15823" y="9405"/>
                    </a:cubicBezTo>
                    <a:cubicBezTo>
                      <a:pt x="15891" y="4724"/>
                      <a:pt x="12183" y="1594"/>
                      <a:pt x="10289" y="301"/>
                    </a:cubicBezTo>
                    <a:cubicBezTo>
                      <a:pt x="10002" y="106"/>
                      <a:pt x="9614" y="-2"/>
                      <a:pt x="9210" y="0"/>
                    </a:cubicBezTo>
                    <a:cubicBezTo>
                      <a:pt x="8808" y="3"/>
                      <a:pt x="8423" y="116"/>
                      <a:pt x="8141" y="315"/>
                    </a:cubicBezTo>
                    <a:cubicBezTo>
                      <a:pt x="6306" y="1615"/>
                      <a:pt x="2748" y="4741"/>
                      <a:pt x="2816" y="9404"/>
                    </a:cubicBezTo>
                    <a:cubicBezTo>
                      <a:pt x="2816" y="9404"/>
                      <a:pt x="2694" y="10982"/>
                      <a:pt x="3536" y="13536"/>
                    </a:cubicBezTo>
                    <a:cubicBezTo>
                      <a:pt x="1708" y="14461"/>
                      <a:pt x="-1497" y="16794"/>
                      <a:pt x="796" y="21041"/>
                    </a:cubicBezTo>
                    <a:close/>
                    <a:moveTo>
                      <a:pt x="796" y="21041"/>
                    </a:moveTo>
                  </a:path>
                </a:pathLst>
              </a:custGeom>
              <a:solidFill>
                <a:srgbClr val="7DB546"/>
              </a:solidFill>
              <a:ln>
                <a:noFill/>
              </a:ln>
            </p:spPr>
            <p:txBody>
              <a:bodyPr lIns="0" tIns="0" rIns="0" bIns="0"/>
              <a:lstStyle/>
              <a:p>
                <a:endParaRPr lang="en-US"/>
              </a:p>
            </p:txBody>
          </p:sp>
          <p:sp>
            <p:nvSpPr>
              <p:cNvPr id="41019" name="AutoShape 52"/>
              <p:cNvSpPr/>
              <p:nvPr/>
            </p:nvSpPr>
            <p:spPr bwMode="auto">
              <a:xfrm>
                <a:off x="4002" y="2246"/>
                <a:ext cx="148" cy="17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9344" y="6377"/>
                    </a:moveTo>
                    <a:cubicBezTo>
                      <a:pt x="9841" y="5063"/>
                      <a:pt x="10264" y="3750"/>
                      <a:pt x="10646" y="2469"/>
                    </a:cubicBezTo>
                    <a:lnTo>
                      <a:pt x="10723" y="2469"/>
                    </a:lnTo>
                    <a:cubicBezTo>
                      <a:pt x="11106" y="3718"/>
                      <a:pt x="11488" y="5000"/>
                      <a:pt x="12062" y="6410"/>
                    </a:cubicBezTo>
                    <a:lnTo>
                      <a:pt x="14592" y="12627"/>
                    </a:lnTo>
                    <a:lnTo>
                      <a:pt x="6816" y="12627"/>
                    </a:lnTo>
                    <a:cubicBezTo>
                      <a:pt x="6816" y="12627"/>
                      <a:pt x="9344" y="6377"/>
                      <a:pt x="9344" y="6377"/>
                    </a:cubicBezTo>
                    <a:close/>
                    <a:moveTo>
                      <a:pt x="6126" y="14806"/>
                    </a:moveTo>
                    <a:lnTo>
                      <a:pt x="15280" y="14806"/>
                    </a:lnTo>
                    <a:lnTo>
                      <a:pt x="18037" y="21600"/>
                    </a:lnTo>
                    <a:lnTo>
                      <a:pt x="21600" y="21600"/>
                    </a:lnTo>
                    <a:lnTo>
                      <a:pt x="12791" y="0"/>
                    </a:lnTo>
                    <a:lnTo>
                      <a:pt x="8769" y="0"/>
                    </a:lnTo>
                    <a:lnTo>
                      <a:pt x="0" y="21600"/>
                    </a:lnTo>
                    <a:lnTo>
                      <a:pt x="3446" y="21600"/>
                    </a:lnTo>
                    <a:cubicBezTo>
                      <a:pt x="3446" y="21600"/>
                      <a:pt x="6126" y="14806"/>
                      <a:pt x="6126" y="14806"/>
                    </a:cubicBezTo>
                    <a:close/>
                    <a:moveTo>
                      <a:pt x="6126" y="14806"/>
                    </a:moveTo>
                  </a:path>
                </a:pathLst>
              </a:custGeom>
              <a:solidFill>
                <a:srgbClr val="368FE2"/>
              </a:solidFill>
              <a:ln>
                <a:noFill/>
              </a:ln>
            </p:spPr>
            <p:txBody>
              <a:bodyPr lIns="0" tIns="0" rIns="0" bIns="0"/>
              <a:lstStyle/>
              <a:p>
                <a:endParaRPr lang="en-US"/>
              </a:p>
            </p:txBody>
          </p:sp>
          <p:sp>
            <p:nvSpPr>
              <p:cNvPr id="41020" name="AutoShape 53"/>
              <p:cNvSpPr/>
              <p:nvPr/>
            </p:nvSpPr>
            <p:spPr bwMode="auto">
              <a:xfrm>
                <a:off x="1822" y="2778"/>
                <a:ext cx="112"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600" h="21600">
                    <a:moveTo>
                      <a:pt x="8439" y="9145"/>
                    </a:moveTo>
                    <a:lnTo>
                      <a:pt x="4422" y="9145"/>
                    </a:lnTo>
                    <a:lnTo>
                      <a:pt x="4422" y="2302"/>
                    </a:lnTo>
                    <a:cubicBezTo>
                      <a:pt x="5132" y="2207"/>
                      <a:pt x="6303" y="2113"/>
                      <a:pt x="8335" y="2113"/>
                    </a:cubicBezTo>
                    <a:cubicBezTo>
                      <a:pt x="12806" y="2113"/>
                      <a:pt x="15857" y="3090"/>
                      <a:pt x="15857" y="5582"/>
                    </a:cubicBezTo>
                    <a:cubicBezTo>
                      <a:pt x="15857" y="7631"/>
                      <a:pt x="13116" y="9145"/>
                      <a:pt x="8439" y="9145"/>
                    </a:cubicBezTo>
                    <a:close/>
                    <a:moveTo>
                      <a:pt x="16927" y="15325"/>
                    </a:moveTo>
                    <a:cubicBezTo>
                      <a:pt x="16927" y="18415"/>
                      <a:pt x="12708" y="19456"/>
                      <a:pt x="8133" y="19456"/>
                    </a:cubicBezTo>
                    <a:cubicBezTo>
                      <a:pt x="6556" y="19456"/>
                      <a:pt x="5288" y="19424"/>
                      <a:pt x="4422" y="19330"/>
                    </a:cubicBezTo>
                    <a:lnTo>
                      <a:pt x="4422" y="11226"/>
                    </a:lnTo>
                    <a:lnTo>
                      <a:pt x="8082" y="11226"/>
                    </a:lnTo>
                    <a:cubicBezTo>
                      <a:pt x="12908" y="11226"/>
                      <a:pt x="16927" y="12424"/>
                      <a:pt x="16927" y="15325"/>
                    </a:cubicBezTo>
                    <a:close/>
                    <a:moveTo>
                      <a:pt x="20328" y="5297"/>
                    </a:moveTo>
                    <a:cubicBezTo>
                      <a:pt x="20328" y="3626"/>
                      <a:pt x="19264" y="2364"/>
                      <a:pt x="17487" y="1545"/>
                    </a:cubicBezTo>
                    <a:cubicBezTo>
                      <a:pt x="15348" y="473"/>
                      <a:pt x="12503" y="0"/>
                      <a:pt x="8082" y="0"/>
                    </a:cubicBezTo>
                    <a:cubicBezTo>
                      <a:pt x="4981" y="0"/>
                      <a:pt x="1930" y="189"/>
                      <a:pt x="0" y="442"/>
                    </a:cubicBezTo>
                    <a:lnTo>
                      <a:pt x="0" y="21348"/>
                    </a:lnTo>
                    <a:cubicBezTo>
                      <a:pt x="1473" y="21474"/>
                      <a:pt x="3813" y="21600"/>
                      <a:pt x="6860" y="21600"/>
                    </a:cubicBezTo>
                    <a:cubicBezTo>
                      <a:pt x="12454" y="21600"/>
                      <a:pt x="16316" y="20970"/>
                      <a:pt x="18704" y="19614"/>
                    </a:cubicBezTo>
                    <a:cubicBezTo>
                      <a:pt x="20430" y="18574"/>
                      <a:pt x="21600" y="17186"/>
                      <a:pt x="21600" y="15358"/>
                    </a:cubicBezTo>
                    <a:cubicBezTo>
                      <a:pt x="21600" y="12203"/>
                      <a:pt x="17789" y="10531"/>
                      <a:pt x="14535" y="10027"/>
                    </a:cubicBezTo>
                    <a:lnTo>
                      <a:pt x="14535" y="9964"/>
                    </a:lnTo>
                    <a:cubicBezTo>
                      <a:pt x="18144" y="9145"/>
                      <a:pt x="20328" y="7348"/>
                      <a:pt x="20328" y="5297"/>
                    </a:cubicBezTo>
                    <a:close/>
                    <a:moveTo>
                      <a:pt x="20328" y="5297"/>
                    </a:moveTo>
                  </a:path>
                </a:pathLst>
              </a:custGeom>
              <a:solidFill>
                <a:srgbClr val="368FE2"/>
              </a:solidFill>
              <a:ln>
                <a:noFill/>
              </a:ln>
            </p:spPr>
            <p:txBody>
              <a:bodyPr lIns="0" tIns="0" rIns="0" bIns="0"/>
              <a:lstStyle/>
              <a:p>
                <a:endParaRPr lang="en-US"/>
              </a:p>
            </p:txBody>
          </p:sp>
          <p:sp>
            <p:nvSpPr>
              <p:cNvPr id="41021" name="AutoShape 54"/>
              <p:cNvSpPr/>
              <p:nvPr/>
            </p:nvSpPr>
            <p:spPr bwMode="auto">
              <a:xfrm>
                <a:off x="4240" y="206"/>
                <a:ext cx="135" cy="1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14049" y="21600"/>
                    </a:moveTo>
                    <a:cubicBezTo>
                      <a:pt x="17509" y="21600"/>
                      <a:pt x="20208" y="21104"/>
                      <a:pt x="21559" y="20605"/>
                    </a:cubicBezTo>
                    <a:lnTo>
                      <a:pt x="20800" y="18462"/>
                    </a:lnTo>
                    <a:cubicBezTo>
                      <a:pt x="19325" y="18989"/>
                      <a:pt x="17043" y="19331"/>
                      <a:pt x="14809" y="19331"/>
                    </a:cubicBezTo>
                    <a:cubicBezTo>
                      <a:pt x="7888" y="19331"/>
                      <a:pt x="3881" y="16037"/>
                      <a:pt x="3881" y="10908"/>
                    </a:cubicBezTo>
                    <a:cubicBezTo>
                      <a:pt x="3881" y="5407"/>
                      <a:pt x="8310" y="2269"/>
                      <a:pt x="14976" y="2269"/>
                    </a:cubicBezTo>
                    <a:cubicBezTo>
                      <a:pt x="17340" y="2269"/>
                      <a:pt x="19325" y="2642"/>
                      <a:pt x="20715" y="3138"/>
                    </a:cubicBezTo>
                    <a:lnTo>
                      <a:pt x="21600" y="932"/>
                    </a:lnTo>
                    <a:cubicBezTo>
                      <a:pt x="20630" y="559"/>
                      <a:pt x="18394" y="0"/>
                      <a:pt x="14848" y="0"/>
                    </a:cubicBezTo>
                    <a:cubicBezTo>
                      <a:pt x="6034" y="0"/>
                      <a:pt x="0" y="4444"/>
                      <a:pt x="0" y="11001"/>
                    </a:cubicBezTo>
                    <a:cubicBezTo>
                      <a:pt x="0" y="17871"/>
                      <a:pt x="6034" y="21600"/>
                      <a:pt x="14049" y="21600"/>
                    </a:cubicBezTo>
                    <a:close/>
                    <a:moveTo>
                      <a:pt x="14049" y="21600"/>
                    </a:moveTo>
                  </a:path>
                </a:pathLst>
              </a:custGeom>
              <a:solidFill>
                <a:srgbClr val="7DB546"/>
              </a:solidFill>
              <a:ln>
                <a:noFill/>
              </a:ln>
            </p:spPr>
            <p:txBody>
              <a:bodyPr lIns="0" tIns="0" rIns="0" bIns="0"/>
              <a:lstStyle/>
              <a:p>
                <a:endParaRPr lang="en-US"/>
              </a:p>
            </p:txBody>
          </p:sp>
          <p:sp>
            <p:nvSpPr>
              <p:cNvPr id="41022" name="AutoShape 55"/>
              <p:cNvSpPr/>
              <p:nvPr/>
            </p:nvSpPr>
            <p:spPr bwMode="auto">
              <a:xfrm>
                <a:off x="965" y="1280"/>
                <a:ext cx="480" cy="614"/>
              </a:xfrm>
              <a:custGeom>
                <a:avLst/>
                <a:gdLst>
                  <a:gd name="T0" fmla="*/ 0 w 20855"/>
                  <a:gd name="T1" fmla="*/ 0 h 21449"/>
                  <a:gd name="T2" fmla="*/ 0 w 20855"/>
                  <a:gd name="T3" fmla="*/ 0 h 21449"/>
                  <a:gd name="T4" fmla="*/ 0 w 20855"/>
                  <a:gd name="T5" fmla="*/ 0 h 21449"/>
                  <a:gd name="T6" fmla="*/ 0 w 20855"/>
                  <a:gd name="T7" fmla="*/ 0 h 21449"/>
                  <a:gd name="T8" fmla="*/ 0 w 20855"/>
                  <a:gd name="T9" fmla="*/ 0 h 21449"/>
                  <a:gd name="T10" fmla="*/ 0 w 20855"/>
                  <a:gd name="T11" fmla="*/ 0 h 21449"/>
                  <a:gd name="T12" fmla="*/ 0 w 20855"/>
                  <a:gd name="T13" fmla="*/ 0 h 21449"/>
                  <a:gd name="T14" fmla="*/ 0 w 20855"/>
                  <a:gd name="T15" fmla="*/ 0 h 21449"/>
                  <a:gd name="T16" fmla="*/ 0 w 20855"/>
                  <a:gd name="T17" fmla="*/ 0 h 21449"/>
                  <a:gd name="T18" fmla="*/ 0 w 20855"/>
                  <a:gd name="T19" fmla="*/ 0 h 21449"/>
                  <a:gd name="T20" fmla="*/ 0 w 20855"/>
                  <a:gd name="T21" fmla="*/ 0 h 21449"/>
                  <a:gd name="T22" fmla="*/ 0 w 20855"/>
                  <a:gd name="T23" fmla="*/ 0 h 21449"/>
                  <a:gd name="T24" fmla="*/ 0 w 20855"/>
                  <a:gd name="T25" fmla="*/ 0 h 21449"/>
                  <a:gd name="T26" fmla="*/ 0 w 20855"/>
                  <a:gd name="T27" fmla="*/ 0 h 21449"/>
                  <a:gd name="T28" fmla="*/ 0 w 20855"/>
                  <a:gd name="T29" fmla="*/ 0 h 21449"/>
                  <a:gd name="T30" fmla="*/ 0 w 20855"/>
                  <a:gd name="T31" fmla="*/ 0 h 21449"/>
                  <a:gd name="T32" fmla="*/ 0 w 20855"/>
                  <a:gd name="T33" fmla="*/ 0 h 21449"/>
                  <a:gd name="T34" fmla="*/ 0 w 20855"/>
                  <a:gd name="T35" fmla="*/ 0 h 21449"/>
                  <a:gd name="T36" fmla="*/ 0 w 20855"/>
                  <a:gd name="T37" fmla="*/ 0 h 21449"/>
                  <a:gd name="T38" fmla="*/ 0 w 20855"/>
                  <a:gd name="T39" fmla="*/ 0 h 21449"/>
                  <a:gd name="T40" fmla="*/ 0 w 20855"/>
                  <a:gd name="T41" fmla="*/ 0 h 21449"/>
                  <a:gd name="T42" fmla="*/ 0 w 20855"/>
                  <a:gd name="T43" fmla="*/ 0 h 21449"/>
                  <a:gd name="T44" fmla="*/ 0 w 20855"/>
                  <a:gd name="T45" fmla="*/ 0 h 21449"/>
                  <a:gd name="T46" fmla="*/ 0 w 20855"/>
                  <a:gd name="T47" fmla="*/ 0 h 21449"/>
                  <a:gd name="T48" fmla="*/ 0 w 20855"/>
                  <a:gd name="T49" fmla="*/ 0 h 21449"/>
                  <a:gd name="T50" fmla="*/ 0 w 20855"/>
                  <a:gd name="T51" fmla="*/ 0 h 21449"/>
                  <a:gd name="T52" fmla="*/ 0 w 20855"/>
                  <a:gd name="T53" fmla="*/ 0 h 21449"/>
                  <a:gd name="T54" fmla="*/ 0 w 20855"/>
                  <a:gd name="T55" fmla="*/ 0 h 21449"/>
                  <a:gd name="T56" fmla="*/ 0 w 20855"/>
                  <a:gd name="T57" fmla="*/ 0 h 21449"/>
                  <a:gd name="T58" fmla="*/ 0 w 20855"/>
                  <a:gd name="T59" fmla="*/ 0 h 21449"/>
                  <a:gd name="T60" fmla="*/ 0 w 20855"/>
                  <a:gd name="T61" fmla="*/ 0 h 21449"/>
                  <a:gd name="T62" fmla="*/ 0 w 20855"/>
                  <a:gd name="T63" fmla="*/ 0 h 21449"/>
                  <a:gd name="T64" fmla="*/ 0 w 20855"/>
                  <a:gd name="T65" fmla="*/ 0 h 21449"/>
                  <a:gd name="T66" fmla="*/ 0 w 20855"/>
                  <a:gd name="T67" fmla="*/ 0 h 21449"/>
                  <a:gd name="T68" fmla="*/ 0 w 20855"/>
                  <a:gd name="T69" fmla="*/ 0 h 21449"/>
                  <a:gd name="T70" fmla="*/ 0 w 20855"/>
                  <a:gd name="T71" fmla="*/ 0 h 21449"/>
                  <a:gd name="T72" fmla="*/ 0 w 20855"/>
                  <a:gd name="T73" fmla="*/ 0 h 21449"/>
                  <a:gd name="T74" fmla="*/ 0 w 20855"/>
                  <a:gd name="T75" fmla="*/ 0 h 21449"/>
                  <a:gd name="T76" fmla="*/ 0 w 20855"/>
                  <a:gd name="T77" fmla="*/ 0 h 21449"/>
                  <a:gd name="T78" fmla="*/ 0 w 20855"/>
                  <a:gd name="T79" fmla="*/ 0 h 21449"/>
                  <a:gd name="T80" fmla="*/ 0 w 20855"/>
                  <a:gd name="T81" fmla="*/ 0 h 21449"/>
                  <a:gd name="T82" fmla="*/ 0 w 20855"/>
                  <a:gd name="T83" fmla="*/ 0 h 21449"/>
                  <a:gd name="T84" fmla="*/ 0 w 20855"/>
                  <a:gd name="T85" fmla="*/ 0 h 21449"/>
                  <a:gd name="T86" fmla="*/ 0 w 20855"/>
                  <a:gd name="T87" fmla="*/ 0 h 21449"/>
                  <a:gd name="T88" fmla="*/ 0 w 20855"/>
                  <a:gd name="T89" fmla="*/ 0 h 21449"/>
                  <a:gd name="T90" fmla="*/ 0 w 20855"/>
                  <a:gd name="T91" fmla="*/ 0 h 21449"/>
                  <a:gd name="T92" fmla="*/ 0 w 20855"/>
                  <a:gd name="T93" fmla="*/ 0 h 21449"/>
                  <a:gd name="T94" fmla="*/ 0 w 20855"/>
                  <a:gd name="T95" fmla="*/ 0 h 21449"/>
                  <a:gd name="T96" fmla="*/ 0 w 20855"/>
                  <a:gd name="T97" fmla="*/ 0 h 21449"/>
                  <a:gd name="T98" fmla="*/ 0 w 20855"/>
                  <a:gd name="T99" fmla="*/ 0 h 21449"/>
                  <a:gd name="T100" fmla="*/ 0 w 20855"/>
                  <a:gd name="T101" fmla="*/ 0 h 2144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0855" h="21449">
                    <a:moveTo>
                      <a:pt x="15645" y="16693"/>
                    </a:moveTo>
                    <a:cubicBezTo>
                      <a:pt x="14433" y="17077"/>
                      <a:pt x="13066" y="17365"/>
                      <a:pt x="11870" y="17365"/>
                    </a:cubicBezTo>
                    <a:cubicBezTo>
                      <a:pt x="6206" y="17365"/>
                      <a:pt x="1596" y="13653"/>
                      <a:pt x="1596" y="9089"/>
                    </a:cubicBezTo>
                    <a:cubicBezTo>
                      <a:pt x="1596" y="6232"/>
                      <a:pt x="3441" y="4005"/>
                      <a:pt x="6174" y="2429"/>
                    </a:cubicBezTo>
                    <a:lnTo>
                      <a:pt x="6870" y="3477"/>
                    </a:lnTo>
                    <a:cubicBezTo>
                      <a:pt x="4733" y="4763"/>
                      <a:pt x="3343" y="6810"/>
                      <a:pt x="3343" y="9124"/>
                    </a:cubicBezTo>
                    <a:cubicBezTo>
                      <a:pt x="3343" y="13019"/>
                      <a:pt x="7263" y="16176"/>
                      <a:pt x="12099" y="16176"/>
                    </a:cubicBezTo>
                    <a:cubicBezTo>
                      <a:pt x="12101" y="16176"/>
                      <a:pt x="12103" y="16176"/>
                      <a:pt x="12105" y="16176"/>
                    </a:cubicBezTo>
                    <a:cubicBezTo>
                      <a:pt x="12107" y="16176"/>
                      <a:pt x="12109" y="16176"/>
                      <a:pt x="12111" y="16176"/>
                    </a:cubicBezTo>
                    <a:cubicBezTo>
                      <a:pt x="12392" y="16176"/>
                      <a:pt x="12670" y="16163"/>
                      <a:pt x="12944" y="16142"/>
                    </a:cubicBezTo>
                    <a:cubicBezTo>
                      <a:pt x="12970" y="16140"/>
                      <a:pt x="12996" y="16139"/>
                      <a:pt x="13022" y="16136"/>
                    </a:cubicBezTo>
                    <a:cubicBezTo>
                      <a:pt x="13294" y="16114"/>
                      <a:pt x="13561" y="16080"/>
                      <a:pt x="13825" y="16038"/>
                    </a:cubicBezTo>
                    <a:cubicBezTo>
                      <a:pt x="13850" y="16034"/>
                      <a:pt x="13876" y="16030"/>
                      <a:pt x="13901" y="16025"/>
                    </a:cubicBezTo>
                    <a:cubicBezTo>
                      <a:pt x="14169" y="15980"/>
                      <a:pt x="14433" y="15926"/>
                      <a:pt x="14691" y="15862"/>
                    </a:cubicBezTo>
                    <a:cubicBezTo>
                      <a:pt x="14702" y="15859"/>
                      <a:pt x="14712" y="15856"/>
                      <a:pt x="14722" y="15854"/>
                    </a:cubicBezTo>
                    <a:cubicBezTo>
                      <a:pt x="14826" y="15827"/>
                      <a:pt x="14931" y="15802"/>
                      <a:pt x="15034" y="15772"/>
                    </a:cubicBezTo>
                    <a:cubicBezTo>
                      <a:pt x="15034" y="15772"/>
                      <a:pt x="15645" y="16693"/>
                      <a:pt x="15645" y="16693"/>
                    </a:cubicBezTo>
                    <a:close/>
                    <a:moveTo>
                      <a:pt x="20499" y="7144"/>
                    </a:moveTo>
                    <a:lnTo>
                      <a:pt x="20515" y="7132"/>
                    </a:lnTo>
                    <a:cubicBezTo>
                      <a:pt x="20446" y="6942"/>
                      <a:pt x="20367" y="6756"/>
                      <a:pt x="20278" y="6573"/>
                    </a:cubicBezTo>
                    <a:lnTo>
                      <a:pt x="20255" y="6573"/>
                    </a:lnTo>
                    <a:cubicBezTo>
                      <a:pt x="19744" y="5514"/>
                      <a:pt x="18926" y="4580"/>
                      <a:pt x="17885" y="3841"/>
                    </a:cubicBezTo>
                    <a:lnTo>
                      <a:pt x="17894" y="3828"/>
                    </a:lnTo>
                    <a:cubicBezTo>
                      <a:pt x="16351" y="2732"/>
                      <a:pt x="14326" y="2065"/>
                      <a:pt x="12111" y="2065"/>
                    </a:cubicBezTo>
                    <a:cubicBezTo>
                      <a:pt x="11516" y="2065"/>
                      <a:pt x="10937" y="2118"/>
                      <a:pt x="10375" y="2210"/>
                    </a:cubicBezTo>
                    <a:cubicBezTo>
                      <a:pt x="10348" y="2214"/>
                      <a:pt x="10321" y="2219"/>
                      <a:pt x="10295" y="2223"/>
                    </a:cubicBezTo>
                    <a:cubicBezTo>
                      <a:pt x="10047" y="2266"/>
                      <a:pt x="9803" y="2316"/>
                      <a:pt x="9563" y="2375"/>
                    </a:cubicBezTo>
                    <a:cubicBezTo>
                      <a:pt x="9531" y="2382"/>
                      <a:pt x="9499" y="2389"/>
                      <a:pt x="9468" y="2397"/>
                    </a:cubicBezTo>
                    <a:cubicBezTo>
                      <a:pt x="9209" y="2463"/>
                      <a:pt x="8954" y="2537"/>
                      <a:pt x="8706" y="2621"/>
                    </a:cubicBezTo>
                    <a:cubicBezTo>
                      <a:pt x="8668" y="2634"/>
                      <a:pt x="8632" y="2650"/>
                      <a:pt x="8595" y="2663"/>
                    </a:cubicBezTo>
                    <a:lnTo>
                      <a:pt x="7874" y="1580"/>
                    </a:lnTo>
                    <a:cubicBezTo>
                      <a:pt x="8199" y="1439"/>
                      <a:pt x="8529" y="1303"/>
                      <a:pt x="8869" y="1177"/>
                    </a:cubicBezTo>
                    <a:cubicBezTo>
                      <a:pt x="10528" y="563"/>
                      <a:pt x="9342" y="-151"/>
                      <a:pt x="8088" y="28"/>
                    </a:cubicBezTo>
                    <a:cubicBezTo>
                      <a:pt x="4266" y="574"/>
                      <a:pt x="0" y="4882"/>
                      <a:pt x="0" y="9089"/>
                    </a:cubicBezTo>
                    <a:cubicBezTo>
                      <a:pt x="0" y="13588"/>
                      <a:pt x="3878" y="17368"/>
                      <a:pt x="9081" y="18381"/>
                    </a:cubicBezTo>
                    <a:lnTo>
                      <a:pt x="9081" y="19999"/>
                    </a:lnTo>
                    <a:cubicBezTo>
                      <a:pt x="6500" y="20101"/>
                      <a:pt x="4622" y="20433"/>
                      <a:pt x="4622" y="21449"/>
                    </a:cubicBezTo>
                    <a:lnTo>
                      <a:pt x="18586" y="21449"/>
                    </a:lnTo>
                    <a:cubicBezTo>
                      <a:pt x="18586" y="20403"/>
                      <a:pt x="16791" y="20083"/>
                      <a:pt x="14182" y="19991"/>
                    </a:cubicBezTo>
                    <a:lnTo>
                      <a:pt x="14182" y="18416"/>
                    </a:lnTo>
                    <a:cubicBezTo>
                      <a:pt x="16274" y="18009"/>
                      <a:pt x="18188" y="17132"/>
                      <a:pt x="19634" y="16311"/>
                    </a:cubicBezTo>
                    <a:cubicBezTo>
                      <a:pt x="21600" y="15196"/>
                      <a:pt x="19536" y="14446"/>
                      <a:pt x="18803" y="15190"/>
                    </a:cubicBezTo>
                    <a:cubicBezTo>
                      <a:pt x="18581" y="15414"/>
                      <a:pt x="18100" y="15703"/>
                      <a:pt x="17468" y="15995"/>
                    </a:cubicBezTo>
                    <a:lnTo>
                      <a:pt x="16842" y="15054"/>
                    </a:lnTo>
                    <a:cubicBezTo>
                      <a:pt x="16892" y="15028"/>
                      <a:pt x="16941" y="15001"/>
                      <a:pt x="16991" y="14974"/>
                    </a:cubicBezTo>
                    <a:cubicBezTo>
                      <a:pt x="16993" y="14973"/>
                      <a:pt x="16996" y="14971"/>
                      <a:pt x="16998" y="14970"/>
                    </a:cubicBezTo>
                    <a:cubicBezTo>
                      <a:pt x="17716" y="14580"/>
                      <a:pt x="18360" y="14108"/>
                      <a:pt x="18905" y="13569"/>
                    </a:cubicBezTo>
                    <a:lnTo>
                      <a:pt x="18894" y="13569"/>
                    </a:lnTo>
                    <a:cubicBezTo>
                      <a:pt x="20119" y="12356"/>
                      <a:pt x="20855" y="10810"/>
                      <a:pt x="20855" y="9124"/>
                    </a:cubicBezTo>
                    <a:cubicBezTo>
                      <a:pt x="20855" y="8436"/>
                      <a:pt x="20727" y="7773"/>
                      <a:pt x="20499" y="7144"/>
                    </a:cubicBezTo>
                    <a:close/>
                    <a:moveTo>
                      <a:pt x="20499" y="7144"/>
                    </a:moveTo>
                  </a:path>
                </a:pathLst>
              </a:custGeom>
              <a:solidFill>
                <a:srgbClr val="368FE2"/>
              </a:solidFill>
              <a:ln>
                <a:noFill/>
              </a:ln>
            </p:spPr>
            <p:txBody>
              <a:bodyPr lIns="0" tIns="0" rIns="0" bIns="0"/>
              <a:lstStyle/>
              <a:p>
                <a:endParaRPr lang="en-US"/>
              </a:p>
            </p:txBody>
          </p:sp>
          <p:sp>
            <p:nvSpPr>
              <p:cNvPr id="41023" name="AutoShape 56"/>
              <p:cNvSpPr/>
              <p:nvPr/>
            </p:nvSpPr>
            <p:spPr bwMode="auto">
              <a:xfrm>
                <a:off x="3514" y="1248"/>
                <a:ext cx="495" cy="492"/>
              </a:xfrm>
              <a:custGeom>
                <a:avLst/>
                <a:gdLst>
                  <a:gd name="T0" fmla="*/ 0 w 21413"/>
                  <a:gd name="T1" fmla="*/ 0 h 21344"/>
                  <a:gd name="T2" fmla="*/ 0 w 21413"/>
                  <a:gd name="T3" fmla="*/ 0 h 21344"/>
                  <a:gd name="T4" fmla="*/ 0 w 21413"/>
                  <a:gd name="T5" fmla="*/ 0 h 21344"/>
                  <a:gd name="T6" fmla="*/ 0 w 21413"/>
                  <a:gd name="T7" fmla="*/ 0 h 21344"/>
                  <a:gd name="T8" fmla="*/ 0 w 21413"/>
                  <a:gd name="T9" fmla="*/ 0 h 21344"/>
                  <a:gd name="T10" fmla="*/ 0 w 21413"/>
                  <a:gd name="T11" fmla="*/ 0 h 21344"/>
                  <a:gd name="T12" fmla="*/ 0 w 21413"/>
                  <a:gd name="T13" fmla="*/ 0 h 21344"/>
                  <a:gd name="T14" fmla="*/ 0 w 21413"/>
                  <a:gd name="T15" fmla="*/ 0 h 21344"/>
                  <a:gd name="T16" fmla="*/ 0 w 21413"/>
                  <a:gd name="T17" fmla="*/ 0 h 21344"/>
                  <a:gd name="T18" fmla="*/ 0 w 21413"/>
                  <a:gd name="T19" fmla="*/ 0 h 21344"/>
                  <a:gd name="T20" fmla="*/ 0 w 21413"/>
                  <a:gd name="T21" fmla="*/ 0 h 21344"/>
                  <a:gd name="T22" fmla="*/ 0 w 21413"/>
                  <a:gd name="T23" fmla="*/ 0 h 21344"/>
                  <a:gd name="T24" fmla="*/ 0 w 21413"/>
                  <a:gd name="T25" fmla="*/ 0 h 21344"/>
                  <a:gd name="T26" fmla="*/ 0 w 21413"/>
                  <a:gd name="T27" fmla="*/ 0 h 21344"/>
                  <a:gd name="T28" fmla="*/ 0 w 21413"/>
                  <a:gd name="T29" fmla="*/ 0 h 21344"/>
                  <a:gd name="T30" fmla="*/ 0 w 21413"/>
                  <a:gd name="T31" fmla="*/ 0 h 21344"/>
                  <a:gd name="T32" fmla="*/ 0 w 21413"/>
                  <a:gd name="T33" fmla="*/ 0 h 21344"/>
                  <a:gd name="T34" fmla="*/ 0 w 21413"/>
                  <a:gd name="T35" fmla="*/ 0 h 21344"/>
                  <a:gd name="T36" fmla="*/ 0 w 21413"/>
                  <a:gd name="T37" fmla="*/ 0 h 21344"/>
                  <a:gd name="T38" fmla="*/ 0 w 21413"/>
                  <a:gd name="T39" fmla="*/ 0 h 2134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1413" h="21344">
                    <a:moveTo>
                      <a:pt x="9965" y="15900"/>
                    </a:moveTo>
                    <a:cubicBezTo>
                      <a:pt x="9855" y="17205"/>
                      <a:pt x="8658" y="18531"/>
                      <a:pt x="7737" y="18452"/>
                    </a:cubicBezTo>
                    <a:cubicBezTo>
                      <a:pt x="6818" y="18375"/>
                      <a:pt x="6411" y="16913"/>
                      <a:pt x="6521" y="15608"/>
                    </a:cubicBezTo>
                    <a:cubicBezTo>
                      <a:pt x="6632" y="14303"/>
                      <a:pt x="7223" y="13562"/>
                      <a:pt x="8142" y="13640"/>
                    </a:cubicBezTo>
                    <a:cubicBezTo>
                      <a:pt x="9062" y="13718"/>
                      <a:pt x="10075" y="14595"/>
                      <a:pt x="9965" y="15900"/>
                    </a:cubicBezTo>
                    <a:close/>
                    <a:moveTo>
                      <a:pt x="272" y="14114"/>
                    </a:moveTo>
                    <a:cubicBezTo>
                      <a:pt x="1135" y="17652"/>
                      <a:pt x="3010" y="20032"/>
                      <a:pt x="6184" y="21091"/>
                    </a:cubicBezTo>
                    <a:cubicBezTo>
                      <a:pt x="7379" y="21489"/>
                      <a:pt x="8688" y="21427"/>
                      <a:pt x="9775" y="20837"/>
                    </a:cubicBezTo>
                    <a:cubicBezTo>
                      <a:pt x="10705" y="20333"/>
                      <a:pt x="11514" y="18910"/>
                      <a:pt x="11981" y="17720"/>
                    </a:cubicBezTo>
                    <a:cubicBezTo>
                      <a:pt x="12391" y="16675"/>
                      <a:pt x="12630" y="16038"/>
                      <a:pt x="13881" y="14881"/>
                    </a:cubicBezTo>
                    <a:cubicBezTo>
                      <a:pt x="15516" y="13368"/>
                      <a:pt x="19770" y="13577"/>
                      <a:pt x="20567" y="12721"/>
                    </a:cubicBezTo>
                    <a:cubicBezTo>
                      <a:pt x="21194" y="12049"/>
                      <a:pt x="21325" y="11248"/>
                      <a:pt x="21382" y="10356"/>
                    </a:cubicBezTo>
                    <a:cubicBezTo>
                      <a:pt x="21458" y="9190"/>
                      <a:pt x="21405" y="8088"/>
                      <a:pt x="21094" y="7000"/>
                    </a:cubicBezTo>
                    <a:cubicBezTo>
                      <a:pt x="20773" y="5871"/>
                      <a:pt x="20252" y="4877"/>
                      <a:pt x="19546" y="3947"/>
                    </a:cubicBezTo>
                    <a:cubicBezTo>
                      <a:pt x="18704" y="2841"/>
                      <a:pt x="17223" y="199"/>
                      <a:pt x="12620" y="8"/>
                    </a:cubicBezTo>
                    <a:cubicBezTo>
                      <a:pt x="9760" y="-111"/>
                      <a:pt x="7088" y="1062"/>
                      <a:pt x="4698" y="2893"/>
                    </a:cubicBezTo>
                    <a:cubicBezTo>
                      <a:pt x="4143" y="3319"/>
                      <a:pt x="3563" y="3655"/>
                      <a:pt x="3091" y="4162"/>
                    </a:cubicBezTo>
                    <a:cubicBezTo>
                      <a:pt x="1790" y="5557"/>
                      <a:pt x="928" y="7159"/>
                      <a:pt x="424" y="8940"/>
                    </a:cubicBezTo>
                    <a:cubicBezTo>
                      <a:pt x="-76" y="10713"/>
                      <a:pt x="-142" y="12417"/>
                      <a:pt x="272" y="14114"/>
                    </a:cubicBezTo>
                    <a:close/>
                    <a:moveTo>
                      <a:pt x="272" y="14114"/>
                    </a:moveTo>
                  </a:path>
                </a:pathLst>
              </a:custGeom>
              <a:solidFill>
                <a:srgbClr val="368FE2"/>
              </a:solidFill>
              <a:ln>
                <a:noFill/>
              </a:ln>
            </p:spPr>
            <p:txBody>
              <a:bodyPr lIns="0" tIns="0" rIns="0" bIns="0"/>
              <a:lstStyle/>
              <a:p>
                <a:endParaRPr lang="en-US"/>
              </a:p>
            </p:txBody>
          </p:sp>
          <p:sp>
            <p:nvSpPr>
              <p:cNvPr id="41024" name="AutoShape 57"/>
              <p:cNvSpPr/>
              <p:nvPr/>
            </p:nvSpPr>
            <p:spPr bwMode="auto">
              <a:xfrm>
                <a:off x="932" y="2116"/>
                <a:ext cx="406" cy="40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w 21600"/>
                  <a:gd name="T111" fmla="*/ 0 h 21600"/>
                  <a:gd name="T112" fmla="*/ 0 w 21600"/>
                  <a:gd name="T113" fmla="*/ 0 h 21600"/>
                  <a:gd name="T114" fmla="*/ 0 w 21600"/>
                  <a:gd name="T115" fmla="*/ 0 h 21600"/>
                  <a:gd name="T116" fmla="*/ 0 w 21600"/>
                  <a:gd name="T117" fmla="*/ 0 h 216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1600" h="21600">
                    <a:moveTo>
                      <a:pt x="21533" y="9619"/>
                    </a:moveTo>
                    <a:cubicBezTo>
                      <a:pt x="21501" y="9335"/>
                      <a:pt x="21457" y="9054"/>
                      <a:pt x="21404" y="8776"/>
                    </a:cubicBezTo>
                    <a:cubicBezTo>
                      <a:pt x="21386" y="8682"/>
                      <a:pt x="21368" y="8588"/>
                      <a:pt x="21347" y="8494"/>
                    </a:cubicBezTo>
                    <a:cubicBezTo>
                      <a:pt x="21290" y="8233"/>
                      <a:pt x="21225" y="7976"/>
                      <a:pt x="21149" y="7722"/>
                    </a:cubicBezTo>
                    <a:cubicBezTo>
                      <a:pt x="21117" y="7616"/>
                      <a:pt x="21083" y="7511"/>
                      <a:pt x="21048" y="7406"/>
                    </a:cubicBezTo>
                    <a:cubicBezTo>
                      <a:pt x="20974" y="7183"/>
                      <a:pt x="20894" y="6962"/>
                      <a:pt x="20806" y="6746"/>
                    </a:cubicBezTo>
                    <a:cubicBezTo>
                      <a:pt x="20754" y="6617"/>
                      <a:pt x="20697" y="6491"/>
                      <a:pt x="20640" y="6365"/>
                    </a:cubicBezTo>
                    <a:cubicBezTo>
                      <a:pt x="20608" y="6294"/>
                      <a:pt x="20578" y="6222"/>
                      <a:pt x="20545" y="6152"/>
                    </a:cubicBezTo>
                    <a:cubicBezTo>
                      <a:pt x="20520" y="6101"/>
                      <a:pt x="20490" y="6053"/>
                      <a:pt x="20465" y="6002"/>
                    </a:cubicBezTo>
                    <a:cubicBezTo>
                      <a:pt x="20366" y="5802"/>
                      <a:pt x="20262" y="5605"/>
                      <a:pt x="20151" y="5413"/>
                    </a:cubicBezTo>
                    <a:cubicBezTo>
                      <a:pt x="20147" y="5406"/>
                      <a:pt x="20144" y="5398"/>
                      <a:pt x="20140" y="5391"/>
                    </a:cubicBezTo>
                    <a:cubicBezTo>
                      <a:pt x="20129" y="5373"/>
                      <a:pt x="20117" y="5357"/>
                      <a:pt x="20107" y="5339"/>
                    </a:cubicBezTo>
                    <a:cubicBezTo>
                      <a:pt x="19355" y="4062"/>
                      <a:pt x="18350" y="2955"/>
                      <a:pt x="17158" y="2084"/>
                    </a:cubicBezTo>
                    <a:cubicBezTo>
                      <a:pt x="17135" y="2067"/>
                      <a:pt x="17113" y="2049"/>
                      <a:pt x="17090" y="2033"/>
                    </a:cubicBezTo>
                    <a:cubicBezTo>
                      <a:pt x="16876" y="1879"/>
                      <a:pt x="16656" y="1735"/>
                      <a:pt x="16430" y="1596"/>
                    </a:cubicBezTo>
                    <a:cubicBezTo>
                      <a:pt x="16382" y="1567"/>
                      <a:pt x="16333" y="1537"/>
                      <a:pt x="16285" y="1508"/>
                    </a:cubicBezTo>
                    <a:cubicBezTo>
                      <a:pt x="16069" y="1380"/>
                      <a:pt x="15850" y="1261"/>
                      <a:pt x="15625" y="1148"/>
                    </a:cubicBezTo>
                    <a:cubicBezTo>
                      <a:pt x="15562" y="1116"/>
                      <a:pt x="15498" y="1086"/>
                      <a:pt x="15435" y="1056"/>
                    </a:cubicBezTo>
                    <a:cubicBezTo>
                      <a:pt x="15214" y="951"/>
                      <a:pt x="14990" y="850"/>
                      <a:pt x="14761" y="760"/>
                    </a:cubicBezTo>
                    <a:cubicBezTo>
                      <a:pt x="14743" y="753"/>
                      <a:pt x="14726" y="744"/>
                      <a:pt x="14708" y="737"/>
                    </a:cubicBezTo>
                    <a:cubicBezTo>
                      <a:pt x="14592" y="692"/>
                      <a:pt x="14472" y="653"/>
                      <a:pt x="14354" y="611"/>
                    </a:cubicBezTo>
                    <a:cubicBezTo>
                      <a:pt x="14145" y="538"/>
                      <a:pt x="13935" y="471"/>
                      <a:pt x="13720" y="411"/>
                    </a:cubicBezTo>
                    <a:cubicBezTo>
                      <a:pt x="13526" y="356"/>
                      <a:pt x="13331" y="303"/>
                      <a:pt x="13133" y="259"/>
                    </a:cubicBezTo>
                    <a:cubicBezTo>
                      <a:pt x="12999" y="230"/>
                      <a:pt x="12863" y="206"/>
                      <a:pt x="12727" y="181"/>
                    </a:cubicBezTo>
                    <a:cubicBezTo>
                      <a:pt x="12536" y="147"/>
                      <a:pt x="12344" y="118"/>
                      <a:pt x="12150" y="93"/>
                    </a:cubicBezTo>
                    <a:cubicBezTo>
                      <a:pt x="12021" y="77"/>
                      <a:pt x="11892" y="60"/>
                      <a:pt x="11761" y="49"/>
                    </a:cubicBezTo>
                    <a:cubicBezTo>
                      <a:pt x="11497" y="25"/>
                      <a:pt x="11230" y="12"/>
                      <a:pt x="10960" y="8"/>
                    </a:cubicBezTo>
                    <a:cubicBezTo>
                      <a:pt x="10907" y="7"/>
                      <a:pt x="10854" y="0"/>
                      <a:pt x="10800" y="0"/>
                    </a:cubicBezTo>
                    <a:cubicBezTo>
                      <a:pt x="10764" y="0"/>
                      <a:pt x="10728" y="5"/>
                      <a:pt x="10692" y="5"/>
                    </a:cubicBezTo>
                    <a:cubicBezTo>
                      <a:pt x="10413" y="8"/>
                      <a:pt x="10138" y="24"/>
                      <a:pt x="9865" y="47"/>
                    </a:cubicBezTo>
                    <a:cubicBezTo>
                      <a:pt x="9761" y="56"/>
                      <a:pt x="9658" y="65"/>
                      <a:pt x="9556" y="77"/>
                    </a:cubicBezTo>
                    <a:cubicBezTo>
                      <a:pt x="9270" y="110"/>
                      <a:pt x="8987" y="151"/>
                      <a:pt x="8708" y="206"/>
                    </a:cubicBezTo>
                    <a:cubicBezTo>
                      <a:pt x="8606" y="226"/>
                      <a:pt x="8507" y="252"/>
                      <a:pt x="8406" y="275"/>
                    </a:cubicBezTo>
                    <a:cubicBezTo>
                      <a:pt x="8295" y="301"/>
                      <a:pt x="8182" y="323"/>
                      <a:pt x="8072" y="351"/>
                    </a:cubicBezTo>
                    <a:cubicBezTo>
                      <a:pt x="7996" y="371"/>
                      <a:pt x="7922" y="397"/>
                      <a:pt x="7847" y="419"/>
                    </a:cubicBezTo>
                    <a:cubicBezTo>
                      <a:pt x="7702" y="460"/>
                      <a:pt x="7559" y="501"/>
                      <a:pt x="7417" y="548"/>
                    </a:cubicBezTo>
                    <a:cubicBezTo>
                      <a:pt x="7414" y="549"/>
                      <a:pt x="7410" y="550"/>
                      <a:pt x="7407" y="551"/>
                    </a:cubicBezTo>
                    <a:cubicBezTo>
                      <a:pt x="7360" y="567"/>
                      <a:pt x="7316" y="586"/>
                      <a:pt x="7270" y="602"/>
                    </a:cubicBezTo>
                    <a:cubicBezTo>
                      <a:pt x="6895" y="732"/>
                      <a:pt x="6531" y="883"/>
                      <a:pt x="6176" y="1051"/>
                    </a:cubicBezTo>
                    <a:cubicBezTo>
                      <a:pt x="6103" y="1086"/>
                      <a:pt x="6029" y="1120"/>
                      <a:pt x="5957" y="1157"/>
                    </a:cubicBezTo>
                    <a:cubicBezTo>
                      <a:pt x="5771" y="1250"/>
                      <a:pt x="5589" y="1347"/>
                      <a:pt x="5410" y="1451"/>
                    </a:cubicBezTo>
                    <a:cubicBezTo>
                      <a:pt x="5372" y="1473"/>
                      <a:pt x="5335" y="1496"/>
                      <a:pt x="5298" y="1519"/>
                    </a:cubicBezTo>
                    <a:cubicBezTo>
                      <a:pt x="4915" y="1746"/>
                      <a:pt x="4548" y="1995"/>
                      <a:pt x="4198" y="2266"/>
                    </a:cubicBezTo>
                    <a:cubicBezTo>
                      <a:pt x="4186" y="2275"/>
                      <a:pt x="4174" y="2284"/>
                      <a:pt x="4163" y="2292"/>
                    </a:cubicBezTo>
                    <a:cubicBezTo>
                      <a:pt x="3986" y="2430"/>
                      <a:pt x="3815" y="2575"/>
                      <a:pt x="3647" y="2723"/>
                    </a:cubicBezTo>
                    <a:cubicBezTo>
                      <a:pt x="3614" y="2753"/>
                      <a:pt x="3582" y="2783"/>
                      <a:pt x="3549" y="2813"/>
                    </a:cubicBezTo>
                    <a:cubicBezTo>
                      <a:pt x="3065" y="3252"/>
                      <a:pt x="2623" y="3732"/>
                      <a:pt x="2226" y="4251"/>
                    </a:cubicBezTo>
                    <a:cubicBezTo>
                      <a:pt x="2195" y="4292"/>
                      <a:pt x="2160" y="4330"/>
                      <a:pt x="2129" y="4372"/>
                    </a:cubicBezTo>
                    <a:cubicBezTo>
                      <a:pt x="2104" y="4406"/>
                      <a:pt x="2082" y="4443"/>
                      <a:pt x="2057" y="4477"/>
                    </a:cubicBezTo>
                    <a:cubicBezTo>
                      <a:pt x="1935" y="4646"/>
                      <a:pt x="1817" y="4817"/>
                      <a:pt x="1704" y="4992"/>
                    </a:cubicBezTo>
                    <a:cubicBezTo>
                      <a:pt x="1651" y="5075"/>
                      <a:pt x="1602" y="5161"/>
                      <a:pt x="1550" y="5245"/>
                    </a:cubicBezTo>
                    <a:cubicBezTo>
                      <a:pt x="1443" y="5424"/>
                      <a:pt x="1336" y="5602"/>
                      <a:pt x="1239" y="5787"/>
                    </a:cubicBezTo>
                    <a:cubicBezTo>
                      <a:pt x="1211" y="5839"/>
                      <a:pt x="1189" y="5893"/>
                      <a:pt x="1162" y="5946"/>
                    </a:cubicBezTo>
                    <a:cubicBezTo>
                      <a:pt x="986" y="6295"/>
                      <a:pt x="830" y="6655"/>
                      <a:pt x="692" y="7025"/>
                    </a:cubicBezTo>
                    <a:cubicBezTo>
                      <a:pt x="641" y="7160"/>
                      <a:pt x="588" y="7294"/>
                      <a:pt x="543" y="7432"/>
                    </a:cubicBezTo>
                    <a:cubicBezTo>
                      <a:pt x="492" y="7588"/>
                      <a:pt x="448" y="7746"/>
                      <a:pt x="404" y="7906"/>
                    </a:cubicBezTo>
                    <a:cubicBezTo>
                      <a:pt x="360" y="8063"/>
                      <a:pt x="318" y="8222"/>
                      <a:pt x="281" y="8382"/>
                    </a:cubicBezTo>
                    <a:cubicBezTo>
                      <a:pt x="247" y="8535"/>
                      <a:pt x="214" y="8688"/>
                      <a:pt x="186" y="8843"/>
                    </a:cubicBezTo>
                    <a:cubicBezTo>
                      <a:pt x="153" y="9024"/>
                      <a:pt x="126" y="9206"/>
                      <a:pt x="102" y="9390"/>
                    </a:cubicBezTo>
                    <a:cubicBezTo>
                      <a:pt x="84" y="9532"/>
                      <a:pt x="63" y="9673"/>
                      <a:pt x="50" y="9817"/>
                    </a:cubicBezTo>
                    <a:cubicBezTo>
                      <a:pt x="27" y="10073"/>
                      <a:pt x="16" y="10332"/>
                      <a:pt x="10" y="10592"/>
                    </a:cubicBezTo>
                    <a:cubicBezTo>
                      <a:pt x="9" y="10662"/>
                      <a:pt x="0" y="10730"/>
                      <a:pt x="0" y="10800"/>
                    </a:cubicBezTo>
                    <a:cubicBezTo>
                      <a:pt x="0" y="10826"/>
                      <a:pt x="4" y="10850"/>
                      <a:pt x="4" y="10876"/>
                    </a:cubicBezTo>
                    <a:cubicBezTo>
                      <a:pt x="4" y="10877"/>
                      <a:pt x="4" y="10879"/>
                      <a:pt x="4" y="10881"/>
                    </a:cubicBezTo>
                    <a:cubicBezTo>
                      <a:pt x="6" y="11178"/>
                      <a:pt x="21" y="11473"/>
                      <a:pt x="48" y="11764"/>
                    </a:cubicBezTo>
                    <a:cubicBezTo>
                      <a:pt x="48" y="11767"/>
                      <a:pt x="49" y="11770"/>
                      <a:pt x="49" y="11773"/>
                    </a:cubicBezTo>
                    <a:cubicBezTo>
                      <a:pt x="257" y="14099"/>
                      <a:pt x="1204" y="16208"/>
                      <a:pt x="2652" y="17875"/>
                    </a:cubicBezTo>
                    <a:cubicBezTo>
                      <a:pt x="2664" y="17888"/>
                      <a:pt x="2676" y="17900"/>
                      <a:pt x="2687" y="17913"/>
                    </a:cubicBezTo>
                    <a:cubicBezTo>
                      <a:pt x="2915" y="18173"/>
                      <a:pt x="3155" y="18421"/>
                      <a:pt x="3406" y="18658"/>
                    </a:cubicBezTo>
                    <a:cubicBezTo>
                      <a:pt x="3430" y="18680"/>
                      <a:pt x="3455" y="18702"/>
                      <a:pt x="3479" y="18724"/>
                    </a:cubicBezTo>
                    <a:cubicBezTo>
                      <a:pt x="3721" y="18948"/>
                      <a:pt x="3972" y="19159"/>
                      <a:pt x="4233" y="19360"/>
                    </a:cubicBezTo>
                    <a:cubicBezTo>
                      <a:pt x="4248" y="19372"/>
                      <a:pt x="4262" y="19386"/>
                      <a:pt x="4278" y="19398"/>
                    </a:cubicBezTo>
                    <a:cubicBezTo>
                      <a:pt x="4310" y="19422"/>
                      <a:pt x="4344" y="19443"/>
                      <a:pt x="4376" y="19467"/>
                    </a:cubicBezTo>
                    <a:cubicBezTo>
                      <a:pt x="4909" y="19863"/>
                      <a:pt x="5479" y="20210"/>
                      <a:pt x="6082" y="20503"/>
                    </a:cubicBezTo>
                    <a:cubicBezTo>
                      <a:pt x="6165" y="20544"/>
                      <a:pt x="6248" y="20586"/>
                      <a:pt x="6333" y="20625"/>
                    </a:cubicBezTo>
                    <a:cubicBezTo>
                      <a:pt x="6503" y="20702"/>
                      <a:pt x="6675" y="20776"/>
                      <a:pt x="6850" y="20844"/>
                    </a:cubicBezTo>
                    <a:cubicBezTo>
                      <a:pt x="6969" y="20891"/>
                      <a:pt x="7089" y="20933"/>
                      <a:pt x="7209" y="20976"/>
                    </a:cubicBezTo>
                    <a:cubicBezTo>
                      <a:pt x="7410" y="21046"/>
                      <a:pt x="7611" y="21114"/>
                      <a:pt x="7816" y="21173"/>
                    </a:cubicBezTo>
                    <a:cubicBezTo>
                      <a:pt x="8038" y="21237"/>
                      <a:pt x="8262" y="21296"/>
                      <a:pt x="8490" y="21346"/>
                    </a:cubicBezTo>
                    <a:cubicBezTo>
                      <a:pt x="8624" y="21375"/>
                      <a:pt x="8761" y="21398"/>
                      <a:pt x="8897" y="21422"/>
                    </a:cubicBezTo>
                    <a:cubicBezTo>
                      <a:pt x="9083" y="21456"/>
                      <a:pt x="9271" y="21485"/>
                      <a:pt x="9461" y="21508"/>
                    </a:cubicBezTo>
                    <a:cubicBezTo>
                      <a:pt x="9591" y="21524"/>
                      <a:pt x="9722" y="21541"/>
                      <a:pt x="9854" y="21552"/>
                    </a:cubicBezTo>
                    <a:cubicBezTo>
                      <a:pt x="10111" y="21575"/>
                      <a:pt x="10370" y="21588"/>
                      <a:pt x="10632" y="21592"/>
                    </a:cubicBezTo>
                    <a:cubicBezTo>
                      <a:pt x="10688" y="21592"/>
                      <a:pt x="10743" y="21600"/>
                      <a:pt x="10800" y="21600"/>
                    </a:cubicBezTo>
                    <a:cubicBezTo>
                      <a:pt x="10839" y="21600"/>
                      <a:pt x="10877" y="21595"/>
                      <a:pt x="10916" y="21594"/>
                    </a:cubicBezTo>
                    <a:cubicBezTo>
                      <a:pt x="11188" y="21591"/>
                      <a:pt x="11458" y="21576"/>
                      <a:pt x="11725" y="21553"/>
                    </a:cubicBezTo>
                    <a:cubicBezTo>
                      <a:pt x="11828" y="21545"/>
                      <a:pt x="11930" y="21537"/>
                      <a:pt x="12031" y="21525"/>
                    </a:cubicBezTo>
                    <a:cubicBezTo>
                      <a:pt x="12304" y="21494"/>
                      <a:pt x="12574" y="21453"/>
                      <a:pt x="12840" y="21401"/>
                    </a:cubicBezTo>
                    <a:cubicBezTo>
                      <a:pt x="12963" y="21378"/>
                      <a:pt x="13083" y="21350"/>
                      <a:pt x="13205" y="21322"/>
                    </a:cubicBezTo>
                    <a:cubicBezTo>
                      <a:pt x="13273" y="21306"/>
                      <a:pt x="13342" y="21294"/>
                      <a:pt x="13409" y="21277"/>
                    </a:cubicBezTo>
                    <a:cubicBezTo>
                      <a:pt x="13528" y="21248"/>
                      <a:pt x="13644" y="21212"/>
                      <a:pt x="13761" y="21179"/>
                    </a:cubicBezTo>
                    <a:cubicBezTo>
                      <a:pt x="14932" y="20845"/>
                      <a:pt x="16021" y="20322"/>
                      <a:pt x="16993" y="19640"/>
                    </a:cubicBezTo>
                    <a:cubicBezTo>
                      <a:pt x="17008" y="19629"/>
                      <a:pt x="17022" y="19618"/>
                      <a:pt x="17037" y="19607"/>
                    </a:cubicBezTo>
                    <a:cubicBezTo>
                      <a:pt x="17316" y="19409"/>
                      <a:pt x="17585" y="19199"/>
                      <a:pt x="17844" y="18975"/>
                    </a:cubicBezTo>
                    <a:cubicBezTo>
                      <a:pt x="17871" y="18952"/>
                      <a:pt x="17895" y="18928"/>
                      <a:pt x="17922" y="18905"/>
                    </a:cubicBezTo>
                    <a:cubicBezTo>
                      <a:pt x="18165" y="18691"/>
                      <a:pt x="18399" y="18468"/>
                      <a:pt x="18622" y="18233"/>
                    </a:cubicBezTo>
                    <a:cubicBezTo>
                      <a:pt x="18656" y="18197"/>
                      <a:pt x="18689" y="18159"/>
                      <a:pt x="18723" y="18122"/>
                    </a:cubicBezTo>
                    <a:cubicBezTo>
                      <a:pt x="18931" y="17897"/>
                      <a:pt x="19131" y="17664"/>
                      <a:pt x="19319" y="17422"/>
                    </a:cubicBezTo>
                    <a:cubicBezTo>
                      <a:pt x="19360" y="17370"/>
                      <a:pt x="19398" y="17317"/>
                      <a:pt x="19437" y="17264"/>
                    </a:cubicBezTo>
                    <a:cubicBezTo>
                      <a:pt x="19611" y="17032"/>
                      <a:pt x="19777" y="16794"/>
                      <a:pt x="19932" y="16548"/>
                    </a:cubicBezTo>
                    <a:cubicBezTo>
                      <a:pt x="19976" y="16479"/>
                      <a:pt x="20017" y="16409"/>
                      <a:pt x="20059" y="16338"/>
                    </a:cubicBezTo>
                    <a:cubicBezTo>
                      <a:pt x="20200" y="16104"/>
                      <a:pt x="20332" y="15865"/>
                      <a:pt x="20455" y="15620"/>
                    </a:cubicBezTo>
                    <a:cubicBezTo>
                      <a:pt x="20476" y="15578"/>
                      <a:pt x="20502" y="15539"/>
                      <a:pt x="20523" y="15496"/>
                    </a:cubicBezTo>
                    <a:cubicBezTo>
                      <a:pt x="20551" y="15437"/>
                      <a:pt x="20574" y="15374"/>
                      <a:pt x="20602" y="15314"/>
                    </a:cubicBezTo>
                    <a:cubicBezTo>
                      <a:pt x="20680" y="15143"/>
                      <a:pt x="20757" y="14972"/>
                      <a:pt x="20827" y="14797"/>
                    </a:cubicBezTo>
                    <a:cubicBezTo>
                      <a:pt x="20831" y="14787"/>
                      <a:pt x="20835" y="14779"/>
                      <a:pt x="20839" y="14769"/>
                    </a:cubicBezTo>
                    <a:cubicBezTo>
                      <a:pt x="20851" y="14740"/>
                      <a:pt x="20858" y="14710"/>
                      <a:pt x="20870" y="14681"/>
                    </a:cubicBezTo>
                    <a:cubicBezTo>
                      <a:pt x="20975" y="14408"/>
                      <a:pt x="21073" y="14132"/>
                      <a:pt x="21156" y="13848"/>
                    </a:cubicBezTo>
                    <a:cubicBezTo>
                      <a:pt x="21171" y="13798"/>
                      <a:pt x="21181" y="13746"/>
                      <a:pt x="21196" y="13696"/>
                    </a:cubicBezTo>
                    <a:cubicBezTo>
                      <a:pt x="21272" y="13423"/>
                      <a:pt x="21343" y="13148"/>
                      <a:pt x="21397" y="12867"/>
                    </a:cubicBezTo>
                    <a:cubicBezTo>
                      <a:pt x="21412" y="12792"/>
                      <a:pt x="21419" y="12714"/>
                      <a:pt x="21432" y="12638"/>
                    </a:cubicBezTo>
                    <a:cubicBezTo>
                      <a:pt x="21477" y="12376"/>
                      <a:pt x="21521" y="12113"/>
                      <a:pt x="21547" y="11845"/>
                    </a:cubicBezTo>
                    <a:cubicBezTo>
                      <a:pt x="21555" y="11767"/>
                      <a:pt x="21553" y="11686"/>
                      <a:pt x="21559" y="11607"/>
                    </a:cubicBezTo>
                    <a:cubicBezTo>
                      <a:pt x="21579" y="11340"/>
                      <a:pt x="21600" y="11072"/>
                      <a:pt x="21600" y="10800"/>
                    </a:cubicBezTo>
                    <a:cubicBezTo>
                      <a:pt x="21600" y="10770"/>
                      <a:pt x="21596" y="10741"/>
                      <a:pt x="21595" y="10711"/>
                    </a:cubicBezTo>
                    <a:cubicBezTo>
                      <a:pt x="21593" y="10419"/>
                      <a:pt x="21577" y="10130"/>
                      <a:pt x="21552" y="9843"/>
                    </a:cubicBezTo>
                    <a:cubicBezTo>
                      <a:pt x="21545" y="9769"/>
                      <a:pt x="21541" y="9693"/>
                      <a:pt x="21533" y="9619"/>
                    </a:cubicBezTo>
                    <a:close/>
                    <a:moveTo>
                      <a:pt x="21533" y="9619"/>
                    </a:moveTo>
                  </a:path>
                </a:pathLst>
              </a:custGeom>
              <a:solidFill>
                <a:srgbClr val="219271"/>
              </a:solidFill>
              <a:ln>
                <a:noFill/>
              </a:ln>
            </p:spPr>
            <p:txBody>
              <a:bodyPr lIns="0" tIns="0" rIns="0" bIns="0"/>
              <a:lstStyle/>
              <a:p>
                <a:endParaRPr lang="en-US"/>
              </a:p>
            </p:txBody>
          </p:sp>
        </p:grpSp>
      </p:grpSp>
      <p:grpSp>
        <p:nvGrpSpPr>
          <p:cNvPr id="39939" name="Group 2"/>
          <p:cNvGrpSpPr/>
          <p:nvPr/>
        </p:nvGrpSpPr>
        <p:grpSpPr bwMode="auto">
          <a:xfrm>
            <a:off x="13550900" y="3524250"/>
            <a:ext cx="8915400" cy="7397750"/>
            <a:chOff x="13550900" y="3524250"/>
            <a:chExt cx="8915400" cy="7397750"/>
          </a:xfrm>
        </p:grpSpPr>
        <p:sp>
          <p:nvSpPr>
            <p:cNvPr id="40964" name="Rectangle 59"/>
            <p:cNvSpPr/>
            <p:nvPr/>
          </p:nvSpPr>
          <p:spPr bwMode="auto">
            <a:xfrm>
              <a:off x="13550900" y="6705600"/>
              <a:ext cx="8915400" cy="1117600"/>
            </a:xfrm>
            <a:prstGeom prst="rect">
              <a:avLst/>
            </a:prstGeom>
            <a:noFill/>
            <a:ln>
              <a:noFill/>
            </a:ln>
          </p:spPr>
          <p:txBody>
            <a:bodyPr lIns="0" tIns="0" rIns="0" bIns="0"/>
            <a:lstStyle/>
            <a:p>
              <a:pPr algn="l"/>
              <a:r>
                <a:rPr lang="en-US" sz="3600" b="1">
                  <a:solidFill>
                    <a:srgbClr val="24A088"/>
                  </a:solidFill>
                  <a:latin typeface="Open Sans Bold" charset="0"/>
                  <a:ea typeface="MS PGothic" panose="020B0600070205080204" charset="-128"/>
                  <a:cs typeface="MS PGothic" panose="020B0600070205080204" charset="-128"/>
                  <a:sym typeface="Open Sans Bold" charset="0"/>
                </a:rPr>
                <a:t>12%</a:t>
              </a:r>
              <a:r>
                <a:rPr lang="en-US" sz="2400" b="1">
                  <a:solidFill>
                    <a:srgbClr val="FFFFFF"/>
                  </a:solidFill>
                  <a:latin typeface="Open Sans Bold" charset="0"/>
                  <a:ea typeface="MS PGothic" panose="020B0600070205080204" charset="-128"/>
                  <a:cs typeface="MS PGothic" panose="020B0600070205080204" charset="-128"/>
                  <a:sym typeface="Open Sans Bold" charset="0"/>
                </a:rPr>
                <a:t> Donec sed odio dui. Morbi leo risus, porta ac consectetur ac, vestibulum at eros.</a:t>
              </a:r>
              <a:endParaRPr lang="en-US" sz="2400" b="1">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40965" name="Rectangle 60"/>
            <p:cNvSpPr/>
            <p:nvPr/>
          </p:nvSpPr>
          <p:spPr bwMode="auto">
            <a:xfrm>
              <a:off x="13550900" y="3524250"/>
              <a:ext cx="8915400" cy="2527300"/>
            </a:xfrm>
            <a:prstGeom prst="rect">
              <a:avLst/>
            </a:prstGeom>
            <a:noFill/>
            <a:ln>
              <a:noFill/>
            </a:ln>
          </p:spPr>
          <p:txBody>
            <a:bodyPr lIns="0" tIns="0" rIns="0" bIns="0" anchor="ctr"/>
            <a:lstStyle/>
            <a:p>
              <a:pPr algn="l"/>
              <a:r>
                <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More </a:t>
              </a:r>
              <a:r>
                <a:rPr lang="en-US" sz="9600" dirty="0" err="1">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infographics</a:t>
              </a:r>
              <a:endPar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40966" name="Rectangle 61"/>
            <p:cNvSpPr/>
            <p:nvPr/>
          </p:nvSpPr>
          <p:spPr bwMode="auto">
            <a:xfrm>
              <a:off x="13601700" y="8750300"/>
              <a:ext cx="7886700" cy="2171700"/>
            </a:xfrm>
            <a:prstGeom prst="rect">
              <a:avLst/>
            </a:prstGeom>
            <a:noFill/>
            <a:ln>
              <a:noFill/>
            </a:ln>
          </p:spPr>
          <p:txBody>
            <a:bodyPr lIns="0" tIns="0" rIns="0" bIns="0"/>
            <a:lstStyle/>
            <a:p>
              <a:pPr algn="l"/>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quam.</a:t>
              </a:r>
              <a:endPar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40967" name="Line 62"/>
            <p:cNvSpPr>
              <a:spLocks noChangeShapeType="1"/>
            </p:cNvSpPr>
            <p:nvPr/>
          </p:nvSpPr>
          <p:spPr bwMode="auto">
            <a:xfrm>
              <a:off x="13550900" y="8280400"/>
              <a:ext cx="7721600" cy="0"/>
            </a:xfrm>
            <a:prstGeom prst="line">
              <a:avLst/>
            </a:prstGeom>
            <a:noFill/>
            <a:ln w="12700">
              <a:solidFill>
                <a:srgbClr val="FFFFFF">
                  <a:alpha val="70195"/>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fade">
                                      <p:cBhvr>
                                        <p:cTn id="7" dur="500"/>
                                        <p:tgtEl>
                                          <p:spTgt spid="39938"/>
                                        </p:tgtEl>
                                      </p:cBhvr>
                                    </p:animEffect>
                                    <p:anim calcmode="lin" valueType="num">
                                      <p:cBhvr>
                                        <p:cTn id="8" dur="500" fill="hold"/>
                                        <p:tgtEl>
                                          <p:spTgt spid="39938"/>
                                        </p:tgtEl>
                                        <p:attrNameLst>
                                          <p:attrName>ppt_w</p:attrName>
                                        </p:attrNameLst>
                                      </p:cBhvr>
                                      <p:tavLst>
                                        <p:tav tm="0" fmla="#ppt_w*sin(2.5*pi*$)">
                                          <p:val>
                                            <p:fltVal val="0"/>
                                          </p:val>
                                        </p:tav>
                                        <p:tav tm="100000">
                                          <p:val>
                                            <p:fltVal val="1"/>
                                          </p:val>
                                        </p:tav>
                                      </p:tavLst>
                                    </p:anim>
                                    <p:anim calcmode="lin" valueType="num">
                                      <p:cBhvr>
                                        <p:cTn id="9" dur="500" fill="hold"/>
                                        <p:tgtEl>
                                          <p:spTgt spid="39938"/>
                                        </p:tgtEl>
                                        <p:attrNameLst>
                                          <p:attrName>ppt_h</p:attrName>
                                        </p:attrNameLst>
                                      </p:cBhvr>
                                      <p:tavLst>
                                        <p:tav tm="0">
                                          <p:val>
                                            <p:strVal val="#ppt_h"/>
                                          </p:val>
                                        </p:tav>
                                        <p:tav tm="100000">
                                          <p:val>
                                            <p:strVal val="#ppt_h"/>
                                          </p:val>
                                        </p:tav>
                                      </p:tavLst>
                                    </p:anim>
                                  </p:childTnLst>
                                </p:cTn>
                              </p:par>
                              <p:par>
                                <p:cTn id="10" presetID="2" presetClass="entr" presetSubtype="4" fill="hold" nodeType="withEffect">
                                  <p:stCondLst>
                                    <p:cond delay="0"/>
                                  </p:stCondLst>
                                  <p:childTnLst>
                                    <p:set>
                                      <p:cBhvr>
                                        <p:cTn id="11" dur="1" fill="hold">
                                          <p:stCondLst>
                                            <p:cond delay="0"/>
                                          </p:stCondLst>
                                        </p:cTn>
                                        <p:tgtEl>
                                          <p:spTgt spid="39939"/>
                                        </p:tgtEl>
                                        <p:attrNameLst>
                                          <p:attrName>style.visibility</p:attrName>
                                        </p:attrNameLst>
                                      </p:cBhvr>
                                      <p:to>
                                        <p:strVal val="visible"/>
                                      </p:to>
                                    </p:set>
                                    <p:anim calcmode="lin" valueType="num">
                                      <p:cBhvr additive="base">
                                        <p:cTn id="12" dur="500" fill="hold"/>
                                        <p:tgtEl>
                                          <p:spTgt spid="39939"/>
                                        </p:tgtEl>
                                        <p:attrNameLst>
                                          <p:attrName>ppt_x</p:attrName>
                                        </p:attrNameLst>
                                      </p:cBhvr>
                                      <p:tavLst>
                                        <p:tav tm="0">
                                          <p:val>
                                            <p:strVal val="#ppt_x"/>
                                          </p:val>
                                        </p:tav>
                                        <p:tav tm="100000">
                                          <p:val>
                                            <p:strVal val="#ppt_x"/>
                                          </p:val>
                                        </p:tav>
                                      </p:tavLst>
                                    </p:anim>
                                    <p:anim calcmode="lin" valueType="num">
                                      <p:cBhvr additive="base">
                                        <p:cTn id="13" dur="500" fill="hold"/>
                                        <p:tgtEl>
                                          <p:spTgt spid="399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
          <p:cNvSpPr/>
          <p:nvPr/>
        </p:nvSpPr>
        <p:spPr bwMode="auto">
          <a:xfrm>
            <a:off x="1357313" y="919803"/>
            <a:ext cx="4154984" cy="1246495"/>
          </a:xfrm>
          <a:prstGeom prst="rect">
            <a:avLst/>
          </a:prstGeom>
          <a:noFill/>
          <a:ln>
            <a:noFill/>
          </a:ln>
        </p:spPr>
        <p:txBody>
          <a:bodyPr wrap="none" lIns="0" tIns="0" rIns="0" bIns="0" anchor="ctr">
            <a:spAutoFit/>
          </a:bodyPr>
          <a:lstStyle/>
          <a:p>
            <a:pPr algn="l"/>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博客服务</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40984" name="Freeform 2"/>
          <p:cNvSpPr/>
          <p:nvPr/>
        </p:nvSpPr>
        <p:spPr bwMode="auto">
          <a:xfrm>
            <a:off x="12412663" y="5143500"/>
            <a:ext cx="8304212" cy="5843588"/>
          </a:xfrm>
          <a:custGeom>
            <a:avLst/>
            <a:gdLst>
              <a:gd name="T0" fmla="*/ 0 w 21600"/>
              <a:gd name="T1" fmla="*/ 1902954 h 21600"/>
              <a:gd name="T2" fmla="*/ 40497258 w 21600"/>
              <a:gd name="T3" fmla="*/ 7831220 h 21600"/>
              <a:gd name="T4" fmla="*/ 45374445 w 21600"/>
              <a:gd name="T5" fmla="*/ 0 h 21600"/>
              <a:gd name="T6" fmla="*/ 1773487 w 21600"/>
              <a:gd name="T7" fmla="*/ 1024792 h 21600"/>
              <a:gd name="T8" fmla="*/ 26160575 w 21600"/>
              <a:gd name="T9" fmla="*/ 2634755 h 21600"/>
              <a:gd name="T10" fmla="*/ 38280111 w 21600"/>
              <a:gd name="T11" fmla="*/ 6733382 h 21600"/>
              <a:gd name="T12" fmla="*/ 26308205 w 21600"/>
              <a:gd name="T13" fmla="*/ 2634755 h 21600"/>
              <a:gd name="T14" fmla="*/ 45078800 w 21600"/>
              <a:gd name="T15" fmla="*/ 73315 h 21600"/>
              <a:gd name="T16" fmla="*/ 24091442 w 21600"/>
              <a:gd name="T17" fmla="*/ 270807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5271"/>
                </a:moveTo>
                <a:lnTo>
                  <a:pt x="19333" y="21600"/>
                </a:lnTo>
                <a:lnTo>
                  <a:pt x="21600" y="0"/>
                </a:lnTo>
                <a:lnTo>
                  <a:pt x="825" y="2744"/>
                </a:lnTo>
                <a:lnTo>
                  <a:pt x="12442" y="7257"/>
                </a:lnTo>
                <a:lnTo>
                  <a:pt x="18267" y="18590"/>
                </a:lnTo>
                <a:lnTo>
                  <a:pt x="12546" y="7238"/>
                </a:lnTo>
                <a:lnTo>
                  <a:pt x="21454" y="135"/>
                </a:lnTo>
                <a:lnTo>
                  <a:pt x="11457" y="7586"/>
                </a:lnTo>
              </a:path>
            </a:pathLst>
          </a:custGeom>
          <a:noFill/>
          <a:ln w="76200" cap="flat">
            <a:solidFill>
              <a:srgbClr val="FFFFFF">
                <a:alpha val="20000"/>
              </a:srgbClr>
            </a:solidFill>
            <a:prstDash val="solid"/>
            <a:miter lim="800000"/>
            <a:headEnd type="none" w="med" len="med"/>
            <a:tailEnd type="none" w="med" len="med"/>
          </a:ln>
        </p:spPr>
        <p:txBody>
          <a:bodyPr lIns="0" tIns="0" rIns="0" bIns="0"/>
          <a:lstStyle/>
          <a:p>
            <a:endParaRPr lang="en-US"/>
          </a:p>
        </p:txBody>
      </p:sp>
      <p:grpSp>
        <p:nvGrpSpPr>
          <p:cNvPr id="42023" name="Group 9"/>
          <p:cNvGrpSpPr/>
          <p:nvPr/>
        </p:nvGrpSpPr>
        <p:grpSpPr bwMode="auto">
          <a:xfrm flipH="1">
            <a:off x="19248438" y="3657600"/>
            <a:ext cx="2570162" cy="2568575"/>
            <a:chOff x="0" y="0"/>
            <a:chExt cx="1619" cy="1618"/>
          </a:xfrm>
        </p:grpSpPr>
        <p:sp>
          <p:nvSpPr>
            <p:cNvPr id="42025" name="AutoShape 7"/>
            <p:cNvSpPr/>
            <p:nvPr/>
          </p:nvSpPr>
          <p:spPr bwMode="auto">
            <a:xfrm>
              <a:off x="0" y="0"/>
              <a:ext cx="1619" cy="1618"/>
            </a:xfrm>
            <a:custGeom>
              <a:avLst/>
              <a:gdLst>
                <a:gd name="T0" fmla="*/ 1 w 21600"/>
                <a:gd name="T1" fmla="*/ 0 h 21600"/>
                <a:gd name="T2" fmla="*/ 0 w 21600"/>
                <a:gd name="T3" fmla="*/ 1 h 21600"/>
                <a:gd name="T4" fmla="*/ 0 w 21600"/>
                <a:gd name="T5" fmla="*/ 0 h 21600"/>
                <a:gd name="T6" fmla="*/ 0 w 21600"/>
                <a:gd name="T7" fmla="*/ 0 h 21600"/>
                <a:gd name="T8" fmla="*/ 1 w 21600"/>
                <a:gd name="T9" fmla="*/ 0 h 21600"/>
                <a:gd name="T10" fmla="*/ 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26" name="AutoShape 8"/>
            <p:cNvSpPr/>
            <p:nvPr/>
          </p:nvSpPr>
          <p:spPr bwMode="auto">
            <a:xfrm>
              <a:off x="329" y="15"/>
              <a:ext cx="1280" cy="10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2019" name="Group 12"/>
          <p:cNvGrpSpPr/>
          <p:nvPr/>
        </p:nvGrpSpPr>
        <p:grpSpPr bwMode="auto">
          <a:xfrm flipH="1">
            <a:off x="18476913" y="9050338"/>
            <a:ext cx="2570162" cy="2568575"/>
            <a:chOff x="0" y="0"/>
            <a:chExt cx="1619" cy="1618"/>
          </a:xfrm>
        </p:grpSpPr>
        <p:sp>
          <p:nvSpPr>
            <p:cNvPr id="42021" name="AutoShape 10"/>
            <p:cNvSpPr/>
            <p:nvPr/>
          </p:nvSpPr>
          <p:spPr bwMode="auto">
            <a:xfrm>
              <a:off x="0" y="0"/>
              <a:ext cx="1619" cy="1618"/>
            </a:xfrm>
            <a:custGeom>
              <a:avLst/>
              <a:gdLst>
                <a:gd name="T0" fmla="*/ 1 w 21600"/>
                <a:gd name="T1" fmla="*/ 0 h 21600"/>
                <a:gd name="T2" fmla="*/ 0 w 21600"/>
                <a:gd name="T3" fmla="*/ 1 h 21600"/>
                <a:gd name="T4" fmla="*/ 0 w 21600"/>
                <a:gd name="T5" fmla="*/ 0 h 21600"/>
                <a:gd name="T6" fmla="*/ 0 w 21600"/>
                <a:gd name="T7" fmla="*/ 0 h 21600"/>
                <a:gd name="T8" fmla="*/ 1 w 21600"/>
                <a:gd name="T9" fmla="*/ 0 h 21600"/>
                <a:gd name="T10" fmla="*/ 1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22" name="AutoShape 11"/>
            <p:cNvSpPr/>
            <p:nvPr/>
          </p:nvSpPr>
          <p:spPr bwMode="auto">
            <a:xfrm>
              <a:off x="329" y="15"/>
              <a:ext cx="1280" cy="10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2015" name="Group 15"/>
          <p:cNvGrpSpPr/>
          <p:nvPr/>
        </p:nvGrpSpPr>
        <p:grpSpPr bwMode="auto">
          <a:xfrm flipH="1">
            <a:off x="11542713" y="5343525"/>
            <a:ext cx="1676400" cy="1676400"/>
            <a:chOff x="0" y="0"/>
            <a:chExt cx="1056" cy="1056"/>
          </a:xfrm>
        </p:grpSpPr>
        <p:sp>
          <p:nvSpPr>
            <p:cNvPr id="42017" name="AutoShape 13"/>
            <p:cNvSpPr/>
            <p:nvPr/>
          </p:nvSpPr>
          <p:spPr bwMode="auto">
            <a:xfrm>
              <a:off x="0" y="0"/>
              <a:ext cx="1056" cy="10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18" name="AutoShape 14"/>
            <p:cNvSpPr/>
            <p:nvPr/>
          </p:nvSpPr>
          <p:spPr bwMode="auto">
            <a:xfrm>
              <a:off x="214" y="10"/>
              <a:ext cx="835" cy="67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0969" name="Group 22"/>
          <p:cNvGrpSpPr/>
          <p:nvPr/>
        </p:nvGrpSpPr>
        <p:grpSpPr bwMode="auto">
          <a:xfrm>
            <a:off x="13538200" y="3949700"/>
            <a:ext cx="800100" cy="800100"/>
            <a:chOff x="0" y="0"/>
            <a:chExt cx="504" cy="504"/>
          </a:xfrm>
        </p:grpSpPr>
        <p:sp>
          <p:nvSpPr>
            <p:cNvPr id="42013" name="AutoShape 20"/>
            <p:cNvSpPr/>
            <p:nvPr/>
          </p:nvSpPr>
          <p:spPr bwMode="auto">
            <a:xfrm flipH="1">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14" name="AutoShape 21"/>
            <p:cNvSpPr/>
            <p:nvPr/>
          </p:nvSpPr>
          <p:spPr bwMode="auto">
            <a:xfrm flipH="1">
              <a:off x="3" y="3"/>
              <a:ext cx="399"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0970" name="Group 25"/>
          <p:cNvGrpSpPr/>
          <p:nvPr/>
        </p:nvGrpSpPr>
        <p:grpSpPr bwMode="auto">
          <a:xfrm>
            <a:off x="16687800" y="10198100"/>
            <a:ext cx="800100" cy="800100"/>
            <a:chOff x="0" y="0"/>
            <a:chExt cx="504" cy="504"/>
          </a:xfrm>
        </p:grpSpPr>
        <p:sp>
          <p:nvSpPr>
            <p:cNvPr id="42011" name="AutoShape 23"/>
            <p:cNvSpPr/>
            <p:nvPr/>
          </p:nvSpPr>
          <p:spPr bwMode="auto">
            <a:xfrm flipH="1">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12" name="AutoShape 24"/>
            <p:cNvSpPr/>
            <p:nvPr/>
          </p:nvSpPr>
          <p:spPr bwMode="auto">
            <a:xfrm flipH="1">
              <a:off x="3" y="3"/>
              <a:ext cx="399"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0971" name="Group 28"/>
          <p:cNvGrpSpPr/>
          <p:nvPr/>
        </p:nvGrpSpPr>
        <p:grpSpPr bwMode="auto">
          <a:xfrm>
            <a:off x="12369800" y="8026400"/>
            <a:ext cx="800100" cy="800100"/>
            <a:chOff x="0" y="0"/>
            <a:chExt cx="504" cy="504"/>
          </a:xfrm>
        </p:grpSpPr>
        <p:sp>
          <p:nvSpPr>
            <p:cNvPr id="42009" name="AutoShape 26"/>
            <p:cNvSpPr/>
            <p:nvPr/>
          </p:nvSpPr>
          <p:spPr bwMode="auto">
            <a:xfrm flipH="1">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10" name="AutoShape 27"/>
            <p:cNvSpPr/>
            <p:nvPr/>
          </p:nvSpPr>
          <p:spPr bwMode="auto">
            <a:xfrm flipH="1">
              <a:off x="3" y="3"/>
              <a:ext cx="399"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0972" name="Group 31"/>
          <p:cNvGrpSpPr/>
          <p:nvPr/>
        </p:nvGrpSpPr>
        <p:grpSpPr bwMode="auto">
          <a:xfrm>
            <a:off x="20002500" y="7226300"/>
            <a:ext cx="800100" cy="800100"/>
            <a:chOff x="0" y="0"/>
            <a:chExt cx="504" cy="504"/>
          </a:xfrm>
        </p:grpSpPr>
        <p:sp>
          <p:nvSpPr>
            <p:cNvPr id="42007" name="AutoShape 29"/>
            <p:cNvSpPr/>
            <p:nvPr/>
          </p:nvSpPr>
          <p:spPr bwMode="auto">
            <a:xfrm flipH="1">
              <a:off x="0" y="0"/>
              <a:ext cx="504" cy="5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08" name="AutoShape 30"/>
            <p:cNvSpPr/>
            <p:nvPr/>
          </p:nvSpPr>
          <p:spPr bwMode="auto">
            <a:xfrm flipH="1">
              <a:off x="3" y="3"/>
              <a:ext cx="399"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2" name="Group 1"/>
          <p:cNvGrpSpPr/>
          <p:nvPr/>
        </p:nvGrpSpPr>
        <p:grpSpPr bwMode="auto">
          <a:xfrm>
            <a:off x="13847763" y="3657600"/>
            <a:ext cx="5400675" cy="6200775"/>
            <a:chOff x="13848119" y="3657600"/>
            <a:chExt cx="5399921" cy="6200775"/>
          </a:xfrm>
        </p:grpSpPr>
        <p:grpSp>
          <p:nvGrpSpPr>
            <p:cNvPr id="42000" name="Group 5"/>
            <p:cNvGrpSpPr/>
            <p:nvPr/>
          </p:nvGrpSpPr>
          <p:grpSpPr bwMode="auto">
            <a:xfrm flipH="1">
              <a:off x="13848119" y="4464050"/>
              <a:ext cx="5399921" cy="5394325"/>
              <a:chOff x="0" y="0"/>
              <a:chExt cx="3400" cy="3397"/>
            </a:xfrm>
          </p:grpSpPr>
          <p:sp>
            <p:nvSpPr>
              <p:cNvPr id="42005" name="AutoShape 3"/>
              <p:cNvSpPr/>
              <p:nvPr/>
            </p:nvSpPr>
            <p:spPr bwMode="auto">
              <a:xfrm>
                <a:off x="0" y="0"/>
                <a:ext cx="3400" cy="3397"/>
              </a:xfrm>
              <a:custGeom>
                <a:avLst/>
                <a:gdLst>
                  <a:gd name="T0" fmla="*/ 13 w 21600"/>
                  <a:gd name="T1" fmla="*/ 7 h 21600"/>
                  <a:gd name="T2" fmla="*/ 7 w 21600"/>
                  <a:gd name="T3" fmla="*/ 13 h 21600"/>
                  <a:gd name="T4" fmla="*/ 0 w 21600"/>
                  <a:gd name="T5" fmla="*/ 7 h 21600"/>
                  <a:gd name="T6" fmla="*/ 7 w 21600"/>
                  <a:gd name="T7" fmla="*/ 0 h 21600"/>
                  <a:gd name="T8" fmla="*/ 13 w 21600"/>
                  <a:gd name="T9" fmla="*/ 7 h 21600"/>
                  <a:gd name="T10" fmla="*/ 13 w 21600"/>
                  <a:gd name="T11" fmla="*/ 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D9A00"/>
              </a:solidFill>
              <a:ln>
                <a:noFill/>
              </a:ln>
            </p:spPr>
            <p:txBody>
              <a:bodyPr lIns="0" tIns="0" rIns="0" bIns="0"/>
              <a:lstStyle/>
              <a:p>
                <a:endParaRPr lang="en-US"/>
              </a:p>
            </p:txBody>
          </p:sp>
          <p:sp>
            <p:nvSpPr>
              <p:cNvPr id="42006" name="AutoShape 4"/>
              <p:cNvSpPr/>
              <p:nvPr/>
            </p:nvSpPr>
            <p:spPr bwMode="auto">
              <a:xfrm>
                <a:off x="691" y="32"/>
                <a:ext cx="2688" cy="2156"/>
              </a:xfrm>
              <a:custGeom>
                <a:avLst/>
                <a:gdLst>
                  <a:gd name="T0" fmla="*/ 5 w 21600"/>
                  <a:gd name="T1" fmla="*/ 1 h 21600"/>
                  <a:gd name="T2" fmla="*/ 5 w 21600"/>
                  <a:gd name="T3" fmla="*/ 2 h 21600"/>
                  <a:gd name="T4" fmla="*/ 3 w 21600"/>
                  <a:gd name="T5" fmla="*/ 2 h 21600"/>
                  <a:gd name="T6" fmla="*/ 0 w 21600"/>
                  <a:gd name="T7" fmla="*/ 1 h 21600"/>
                  <a:gd name="T8" fmla="*/ 0 w 21600"/>
                  <a:gd name="T9" fmla="*/ 0 h 21600"/>
                  <a:gd name="T10" fmla="*/ 2 w 21600"/>
                  <a:gd name="T11" fmla="*/ 0 h 21600"/>
                  <a:gd name="T12" fmla="*/ 5 w 21600"/>
                  <a:gd name="T13" fmla="*/ 1 h 21600"/>
                  <a:gd name="T14" fmla="*/ 5 w 21600"/>
                  <a:gd name="T15" fmla="*/ 1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nvGrpSpPr>
            <p:cNvPr id="42002" name="Group 34"/>
            <p:cNvGrpSpPr/>
            <p:nvPr/>
          </p:nvGrpSpPr>
          <p:grpSpPr bwMode="auto">
            <a:xfrm>
              <a:off x="17919700" y="3657600"/>
              <a:ext cx="508000" cy="508000"/>
              <a:chOff x="0" y="0"/>
              <a:chExt cx="320" cy="320"/>
            </a:xfrm>
          </p:grpSpPr>
          <p:sp>
            <p:nvSpPr>
              <p:cNvPr id="42003" name="AutoShape 32"/>
              <p:cNvSpPr/>
              <p:nvPr/>
            </p:nvSpPr>
            <p:spPr bwMode="auto">
              <a:xfrm flipH="1">
                <a:off x="0" y="0"/>
                <a:ext cx="320" cy="32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FF5308"/>
              </a:solidFill>
              <a:ln>
                <a:noFill/>
              </a:ln>
            </p:spPr>
            <p:txBody>
              <a:bodyPr lIns="0" tIns="0" rIns="0" bIns="0"/>
              <a:lstStyle/>
              <a:p>
                <a:endParaRPr lang="en-US"/>
              </a:p>
            </p:txBody>
          </p:sp>
          <p:sp>
            <p:nvSpPr>
              <p:cNvPr id="42004" name="AutoShape 33"/>
              <p:cNvSpPr/>
              <p:nvPr/>
            </p:nvSpPr>
            <p:spPr bwMode="auto">
              <a:xfrm flipH="1">
                <a:off x="2" y="2"/>
                <a:ext cx="253" cy="2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FFFFFF">
                  <a:alpha val="20000"/>
                </a:srgbClr>
              </a:solidFill>
              <a:ln>
                <a:noFill/>
              </a:ln>
            </p:spPr>
            <p:txBody>
              <a:bodyPr lIns="0" tIns="0" rIns="0" bIns="0"/>
              <a:lstStyle/>
              <a:p>
                <a:endParaRPr lang="en-US"/>
              </a:p>
            </p:txBody>
          </p:sp>
        </p:grpSp>
      </p:grpSp>
      <p:grpSp>
        <p:nvGrpSpPr>
          <p:cNvPr id="40963" name="Group 2"/>
          <p:cNvGrpSpPr/>
          <p:nvPr/>
        </p:nvGrpSpPr>
        <p:grpSpPr bwMode="auto">
          <a:xfrm>
            <a:off x="2082800" y="4349750"/>
            <a:ext cx="7721600" cy="6915150"/>
            <a:chOff x="2082800" y="4349750"/>
            <a:chExt cx="7721600" cy="6915150"/>
          </a:xfrm>
        </p:grpSpPr>
        <p:sp>
          <p:nvSpPr>
            <p:cNvPr id="41996" name="Rectangle 35"/>
            <p:cNvSpPr/>
            <p:nvPr/>
          </p:nvSpPr>
          <p:spPr bwMode="auto">
            <a:xfrm>
              <a:off x="2197100" y="4349750"/>
              <a:ext cx="7607300" cy="2527300"/>
            </a:xfrm>
            <a:prstGeom prst="rect">
              <a:avLst/>
            </a:prstGeom>
            <a:noFill/>
            <a:ln>
              <a:noFill/>
            </a:ln>
          </p:spPr>
          <p:txBody>
            <a:bodyPr lIns="0" tIns="0" rIns="0" bIns="0" anchor="ctr"/>
            <a:lstStyle/>
            <a:p>
              <a:pPr algn="r"/>
              <a:r>
                <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Blogging like a Boss</a:t>
              </a:r>
              <a:endPar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41997" name="Rectangle 36"/>
            <p:cNvSpPr/>
            <p:nvPr/>
          </p:nvSpPr>
          <p:spPr bwMode="auto">
            <a:xfrm>
              <a:off x="2197100" y="7391400"/>
              <a:ext cx="7607300" cy="914400"/>
            </a:xfrm>
            <a:prstGeom prst="rect">
              <a:avLst/>
            </a:prstGeom>
            <a:noFill/>
            <a:ln>
              <a:noFill/>
            </a:ln>
          </p:spPr>
          <p:txBody>
            <a:bodyPr lIns="0" tIns="0" rIns="0" bIns="0"/>
            <a:lstStyle/>
            <a:p>
              <a:pPr algn="r"/>
              <a:r>
                <a:rPr lang="en-US" sz="2400" b="1">
                  <a:solidFill>
                    <a:srgbClr val="FFFFFF"/>
                  </a:solidFill>
                  <a:latin typeface="Open Sans Bold" charset="0"/>
                  <a:ea typeface="MS PGothic" panose="020B0600070205080204" charset="-128"/>
                  <a:cs typeface="MS PGothic" panose="020B0600070205080204" charset="-128"/>
                  <a:sym typeface="Open Sans Bold" charset="0"/>
                </a:rPr>
                <a:t>12% extra sales are coming from online video promotion </a:t>
              </a:r>
              <a:endParaRPr lang="en-US" sz="2400" b="1">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41998" name="Rectangle 37"/>
            <p:cNvSpPr/>
            <p:nvPr/>
          </p:nvSpPr>
          <p:spPr bwMode="auto">
            <a:xfrm>
              <a:off x="2197100" y="9093200"/>
              <a:ext cx="7607300" cy="2171700"/>
            </a:xfrm>
            <a:prstGeom prst="rect">
              <a:avLst/>
            </a:prstGeom>
            <a:noFill/>
            <a:ln>
              <a:noFill/>
            </a:ln>
          </p:spPr>
          <p:txBody>
            <a:bodyPr lIns="0" tIns="0" rIns="0" bIns="0"/>
            <a:lstStyle/>
            <a:p>
              <a:pPr algn="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quam.</a:t>
              </a:r>
              <a:endPar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41999" name="Line 38"/>
            <p:cNvSpPr>
              <a:spLocks noChangeShapeType="1"/>
            </p:cNvSpPr>
            <p:nvPr/>
          </p:nvSpPr>
          <p:spPr bwMode="auto">
            <a:xfrm>
              <a:off x="2082800" y="8686800"/>
              <a:ext cx="7721600" cy="0"/>
            </a:xfrm>
            <a:prstGeom prst="line">
              <a:avLst/>
            </a:prstGeom>
            <a:noFill/>
            <a:ln w="12700">
              <a:solidFill>
                <a:srgbClr val="FFFFFF">
                  <a:alpha val="70195"/>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par>
                                <p:cTn id="9" presetID="16" presetClass="entr" presetSubtype="21" fill="hold" grpId="0" nodeType="withEffect">
                                  <p:stCondLst>
                                    <p:cond delay="0"/>
                                  </p:stCondLst>
                                  <p:childTnLst>
                                    <p:set>
                                      <p:cBhvr>
                                        <p:cTn id="10" dur="1" fill="hold">
                                          <p:stCondLst>
                                            <p:cond delay="0"/>
                                          </p:stCondLst>
                                        </p:cTn>
                                        <p:tgtEl>
                                          <p:spTgt spid="40984"/>
                                        </p:tgtEl>
                                        <p:attrNameLst>
                                          <p:attrName>style.visibility</p:attrName>
                                        </p:attrNameLst>
                                      </p:cBhvr>
                                      <p:to>
                                        <p:strVal val="visible"/>
                                      </p:to>
                                    </p:set>
                                    <p:animEffect transition="in" filter="barn(inVertical)">
                                      <p:cBhvr>
                                        <p:cTn id="11" dur="500"/>
                                        <p:tgtEl>
                                          <p:spTgt spid="40984"/>
                                        </p:tgtEl>
                                      </p:cBhvr>
                                    </p:animEffect>
                                  </p:childTnLst>
                                </p:cTn>
                              </p:par>
                              <p:par>
                                <p:cTn id="12" presetID="23" presetClass="entr" presetSubtype="16" fill="hold" nodeType="withEffect">
                                  <p:stCondLst>
                                    <p:cond delay="300"/>
                                  </p:stCondLst>
                                  <p:childTnLst>
                                    <p:set>
                                      <p:cBhvr>
                                        <p:cTn id="13" dur="1" fill="hold">
                                          <p:stCondLst>
                                            <p:cond delay="0"/>
                                          </p:stCondLst>
                                        </p:cTn>
                                        <p:tgtEl>
                                          <p:spTgt spid="40969"/>
                                        </p:tgtEl>
                                        <p:attrNameLst>
                                          <p:attrName>style.visibility</p:attrName>
                                        </p:attrNameLst>
                                      </p:cBhvr>
                                      <p:to>
                                        <p:strVal val="visible"/>
                                      </p:to>
                                    </p:set>
                                    <p:anim calcmode="lin" valueType="num">
                                      <p:cBhvr>
                                        <p:cTn id="14" dur="500" fill="hold"/>
                                        <p:tgtEl>
                                          <p:spTgt spid="40969"/>
                                        </p:tgtEl>
                                        <p:attrNameLst>
                                          <p:attrName>ppt_w</p:attrName>
                                        </p:attrNameLst>
                                      </p:cBhvr>
                                      <p:tavLst>
                                        <p:tav tm="0">
                                          <p:val>
                                            <p:fltVal val="0"/>
                                          </p:val>
                                        </p:tav>
                                        <p:tav tm="100000">
                                          <p:val>
                                            <p:strVal val="#ppt_w"/>
                                          </p:val>
                                        </p:tav>
                                      </p:tavLst>
                                    </p:anim>
                                    <p:anim calcmode="lin" valueType="num">
                                      <p:cBhvr>
                                        <p:cTn id="15" dur="500" fill="hold"/>
                                        <p:tgtEl>
                                          <p:spTgt spid="40969"/>
                                        </p:tgtEl>
                                        <p:attrNameLst>
                                          <p:attrName>ppt_h</p:attrName>
                                        </p:attrNameLst>
                                      </p:cBhvr>
                                      <p:tavLst>
                                        <p:tav tm="0">
                                          <p:val>
                                            <p:fltVal val="0"/>
                                          </p:val>
                                        </p:tav>
                                        <p:tav tm="100000">
                                          <p:val>
                                            <p:strVal val="#ppt_h"/>
                                          </p:val>
                                        </p:tav>
                                      </p:tavLst>
                                    </p:anim>
                                  </p:childTnLst>
                                </p:cTn>
                              </p:par>
                              <p:par>
                                <p:cTn id="16" presetID="23" presetClass="entr" presetSubtype="16" fill="hold" nodeType="withEffect">
                                  <p:stCondLst>
                                    <p:cond delay="500"/>
                                  </p:stCondLst>
                                  <p:childTnLst>
                                    <p:set>
                                      <p:cBhvr>
                                        <p:cTn id="17" dur="1" fill="hold">
                                          <p:stCondLst>
                                            <p:cond delay="0"/>
                                          </p:stCondLst>
                                        </p:cTn>
                                        <p:tgtEl>
                                          <p:spTgt spid="40971"/>
                                        </p:tgtEl>
                                        <p:attrNameLst>
                                          <p:attrName>style.visibility</p:attrName>
                                        </p:attrNameLst>
                                      </p:cBhvr>
                                      <p:to>
                                        <p:strVal val="visible"/>
                                      </p:to>
                                    </p:set>
                                    <p:anim calcmode="lin" valueType="num">
                                      <p:cBhvr>
                                        <p:cTn id="18" dur="500" fill="hold"/>
                                        <p:tgtEl>
                                          <p:spTgt spid="40971"/>
                                        </p:tgtEl>
                                        <p:attrNameLst>
                                          <p:attrName>ppt_w</p:attrName>
                                        </p:attrNameLst>
                                      </p:cBhvr>
                                      <p:tavLst>
                                        <p:tav tm="0">
                                          <p:val>
                                            <p:fltVal val="0"/>
                                          </p:val>
                                        </p:tav>
                                        <p:tav tm="100000">
                                          <p:val>
                                            <p:strVal val="#ppt_w"/>
                                          </p:val>
                                        </p:tav>
                                      </p:tavLst>
                                    </p:anim>
                                    <p:anim calcmode="lin" valueType="num">
                                      <p:cBhvr>
                                        <p:cTn id="19" dur="500" fill="hold"/>
                                        <p:tgtEl>
                                          <p:spTgt spid="40971"/>
                                        </p:tgtEl>
                                        <p:attrNameLst>
                                          <p:attrName>ppt_h</p:attrName>
                                        </p:attrNameLst>
                                      </p:cBhvr>
                                      <p:tavLst>
                                        <p:tav tm="0">
                                          <p:val>
                                            <p:fltVal val="0"/>
                                          </p:val>
                                        </p:tav>
                                        <p:tav tm="100000">
                                          <p:val>
                                            <p:strVal val="#ppt_h"/>
                                          </p:val>
                                        </p:tav>
                                      </p:tavLst>
                                    </p:anim>
                                  </p:childTnLst>
                                </p:cTn>
                              </p:par>
                              <p:par>
                                <p:cTn id="20" presetID="23" presetClass="entr" presetSubtype="16" fill="hold" nodeType="withEffect">
                                  <p:stCondLst>
                                    <p:cond delay="0"/>
                                  </p:stCondLst>
                                  <p:childTnLst>
                                    <p:set>
                                      <p:cBhvr>
                                        <p:cTn id="21" dur="1" fill="hold">
                                          <p:stCondLst>
                                            <p:cond delay="0"/>
                                          </p:stCondLst>
                                        </p:cTn>
                                        <p:tgtEl>
                                          <p:spTgt spid="40970"/>
                                        </p:tgtEl>
                                        <p:attrNameLst>
                                          <p:attrName>style.visibility</p:attrName>
                                        </p:attrNameLst>
                                      </p:cBhvr>
                                      <p:to>
                                        <p:strVal val="visible"/>
                                      </p:to>
                                    </p:set>
                                    <p:anim calcmode="lin" valueType="num">
                                      <p:cBhvr>
                                        <p:cTn id="22" dur="500" fill="hold"/>
                                        <p:tgtEl>
                                          <p:spTgt spid="40970"/>
                                        </p:tgtEl>
                                        <p:attrNameLst>
                                          <p:attrName>ppt_w</p:attrName>
                                        </p:attrNameLst>
                                      </p:cBhvr>
                                      <p:tavLst>
                                        <p:tav tm="0">
                                          <p:val>
                                            <p:fltVal val="0"/>
                                          </p:val>
                                        </p:tav>
                                        <p:tav tm="100000">
                                          <p:val>
                                            <p:strVal val="#ppt_w"/>
                                          </p:val>
                                        </p:tav>
                                      </p:tavLst>
                                    </p:anim>
                                    <p:anim calcmode="lin" valueType="num">
                                      <p:cBhvr>
                                        <p:cTn id="23" dur="500" fill="hold"/>
                                        <p:tgtEl>
                                          <p:spTgt spid="40970"/>
                                        </p:tgtEl>
                                        <p:attrNameLst>
                                          <p:attrName>ppt_h</p:attrName>
                                        </p:attrNameLst>
                                      </p:cBhvr>
                                      <p:tavLst>
                                        <p:tav tm="0">
                                          <p:val>
                                            <p:fltVal val="0"/>
                                          </p:val>
                                        </p:tav>
                                        <p:tav tm="100000">
                                          <p:val>
                                            <p:strVal val="#ppt_h"/>
                                          </p:val>
                                        </p:tav>
                                      </p:tavLst>
                                    </p:anim>
                                  </p:childTnLst>
                                </p:cTn>
                              </p:par>
                              <p:par>
                                <p:cTn id="24" presetID="23" presetClass="entr" presetSubtype="16" fill="hold" nodeType="withEffect">
                                  <p:stCondLst>
                                    <p:cond delay="0"/>
                                  </p:stCondLst>
                                  <p:childTnLst>
                                    <p:set>
                                      <p:cBhvr>
                                        <p:cTn id="25" dur="1" fill="hold">
                                          <p:stCondLst>
                                            <p:cond delay="0"/>
                                          </p:stCondLst>
                                        </p:cTn>
                                        <p:tgtEl>
                                          <p:spTgt spid="40972"/>
                                        </p:tgtEl>
                                        <p:attrNameLst>
                                          <p:attrName>style.visibility</p:attrName>
                                        </p:attrNameLst>
                                      </p:cBhvr>
                                      <p:to>
                                        <p:strVal val="visible"/>
                                      </p:to>
                                    </p:set>
                                    <p:anim calcmode="lin" valueType="num">
                                      <p:cBhvr>
                                        <p:cTn id="26" dur="500" fill="hold"/>
                                        <p:tgtEl>
                                          <p:spTgt spid="40972"/>
                                        </p:tgtEl>
                                        <p:attrNameLst>
                                          <p:attrName>ppt_w</p:attrName>
                                        </p:attrNameLst>
                                      </p:cBhvr>
                                      <p:tavLst>
                                        <p:tav tm="0">
                                          <p:val>
                                            <p:fltVal val="0"/>
                                          </p:val>
                                        </p:tav>
                                        <p:tav tm="100000">
                                          <p:val>
                                            <p:strVal val="#ppt_w"/>
                                          </p:val>
                                        </p:tav>
                                      </p:tavLst>
                                    </p:anim>
                                    <p:anim calcmode="lin" valueType="num">
                                      <p:cBhvr>
                                        <p:cTn id="27" dur="500" fill="hold"/>
                                        <p:tgtEl>
                                          <p:spTgt spid="40972"/>
                                        </p:tgtEl>
                                        <p:attrNameLst>
                                          <p:attrName>ppt_h</p:attrName>
                                        </p:attrNameLst>
                                      </p:cBhvr>
                                      <p:tavLst>
                                        <p:tav tm="0">
                                          <p:val>
                                            <p:fltVal val="0"/>
                                          </p:val>
                                        </p:tav>
                                        <p:tav tm="100000">
                                          <p:val>
                                            <p:strVal val="#ppt_h"/>
                                          </p:val>
                                        </p:tav>
                                      </p:tavLst>
                                    </p:anim>
                                  </p:childTnLst>
                                </p:cTn>
                              </p:par>
                              <p:par>
                                <p:cTn id="28" presetID="37" presetClass="entr" presetSubtype="0" fill="hold" nodeType="withEffect">
                                  <p:stCondLst>
                                    <p:cond delay="400"/>
                                  </p:stCondLst>
                                  <p:childTnLst>
                                    <p:set>
                                      <p:cBhvr>
                                        <p:cTn id="29" dur="1" fill="hold">
                                          <p:stCondLst>
                                            <p:cond delay="0"/>
                                          </p:stCondLst>
                                        </p:cTn>
                                        <p:tgtEl>
                                          <p:spTgt spid="40963"/>
                                        </p:tgtEl>
                                        <p:attrNameLst>
                                          <p:attrName>style.visibility</p:attrName>
                                        </p:attrNameLst>
                                      </p:cBhvr>
                                      <p:to>
                                        <p:strVal val="visible"/>
                                      </p:to>
                                    </p:set>
                                    <p:animEffect transition="in" filter="fade">
                                      <p:cBhvr>
                                        <p:cTn id="30" dur="1000"/>
                                        <p:tgtEl>
                                          <p:spTgt spid="40963"/>
                                        </p:tgtEl>
                                      </p:cBhvr>
                                    </p:animEffect>
                                    <p:anim calcmode="lin" valueType="num">
                                      <p:cBhvr>
                                        <p:cTn id="31" dur="1000" fill="hold"/>
                                        <p:tgtEl>
                                          <p:spTgt spid="40963"/>
                                        </p:tgtEl>
                                        <p:attrNameLst>
                                          <p:attrName>ppt_x</p:attrName>
                                        </p:attrNameLst>
                                      </p:cBhvr>
                                      <p:tavLst>
                                        <p:tav tm="0">
                                          <p:val>
                                            <p:strVal val="#ppt_x"/>
                                          </p:val>
                                        </p:tav>
                                        <p:tav tm="100000">
                                          <p:val>
                                            <p:strVal val="#ppt_x"/>
                                          </p:val>
                                        </p:tav>
                                      </p:tavLst>
                                    </p:anim>
                                    <p:anim calcmode="lin" valueType="num">
                                      <p:cBhvr>
                                        <p:cTn id="32" dur="900" decel="100000" fill="hold"/>
                                        <p:tgtEl>
                                          <p:spTgt spid="40963"/>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4096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41" name="Group 27"/>
          <p:cNvGrpSpPr/>
          <p:nvPr/>
        </p:nvGrpSpPr>
        <p:grpSpPr bwMode="auto">
          <a:xfrm>
            <a:off x="8089900" y="4195763"/>
            <a:ext cx="2806700" cy="4533900"/>
            <a:chOff x="0" y="0"/>
            <a:chExt cx="1767" cy="2856"/>
          </a:xfrm>
        </p:grpSpPr>
        <p:sp>
          <p:nvSpPr>
            <p:cNvPr id="43043" name="AutoShape 15"/>
            <p:cNvSpPr/>
            <p:nvPr/>
          </p:nvSpPr>
          <p:spPr bwMode="auto">
            <a:xfrm>
              <a:off x="0" y="0"/>
              <a:ext cx="1766" cy="2224"/>
            </a:xfrm>
            <a:custGeom>
              <a:avLst/>
              <a:gdLst>
                <a:gd name="T0" fmla="*/ 1 w 21383"/>
                <a:gd name="T1" fmla="*/ 1 h 21600"/>
                <a:gd name="T2" fmla="*/ 0 w 21383"/>
                <a:gd name="T3" fmla="*/ 0 h 21600"/>
                <a:gd name="T4" fmla="*/ 0 w 21383"/>
                <a:gd name="T5" fmla="*/ 1 h 21600"/>
                <a:gd name="T6" fmla="*/ 0 w 21383"/>
                <a:gd name="T7" fmla="*/ 1 h 21600"/>
                <a:gd name="T8" fmla="*/ 0 w 21383"/>
                <a:gd name="T9" fmla="*/ 1 h 21600"/>
                <a:gd name="T10" fmla="*/ 0 w 21383"/>
                <a:gd name="T11" fmla="*/ 2 h 21600"/>
                <a:gd name="T12" fmla="*/ 0 w 21383"/>
                <a:gd name="T13" fmla="*/ 2 h 21600"/>
                <a:gd name="T14" fmla="*/ 0 w 21383"/>
                <a:gd name="T15" fmla="*/ 2 h 21600"/>
                <a:gd name="T16" fmla="*/ 1 w 21383"/>
                <a:gd name="T17" fmla="*/ 2 h 21600"/>
                <a:gd name="T18" fmla="*/ 1 w 21383"/>
                <a:gd name="T19" fmla="*/ 2 h 21600"/>
                <a:gd name="T20" fmla="*/ 1 w 21383"/>
                <a:gd name="T21" fmla="*/ 2 h 21600"/>
                <a:gd name="T22" fmla="*/ 1 w 21383"/>
                <a:gd name="T23" fmla="*/ 1 h 21600"/>
                <a:gd name="T24" fmla="*/ 1 w 21383"/>
                <a:gd name="T25" fmla="*/ 1 h 21600"/>
                <a:gd name="T26" fmla="*/ 1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33BBD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44" name="AutoShape 16"/>
            <p:cNvSpPr/>
            <p:nvPr/>
          </p:nvSpPr>
          <p:spPr bwMode="auto">
            <a:xfrm>
              <a:off x="1042" y="224"/>
              <a:ext cx="725" cy="2001"/>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45" name="AutoShape 17"/>
            <p:cNvSpPr/>
            <p:nvPr/>
          </p:nvSpPr>
          <p:spPr bwMode="auto">
            <a:xfrm>
              <a:off x="600" y="0"/>
              <a:ext cx="563" cy="2224"/>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1 h 21600"/>
                <a:gd name="T12" fmla="*/ 0 w 21383"/>
                <a:gd name="T13" fmla="*/ 1 h 21600"/>
                <a:gd name="T14" fmla="*/ 0 w 21383"/>
                <a:gd name="T15" fmla="*/ 2 h 21600"/>
                <a:gd name="T16" fmla="*/ 0 w 21383"/>
                <a:gd name="T17" fmla="*/ 2 h 21600"/>
                <a:gd name="T18" fmla="*/ 0 w 21383"/>
                <a:gd name="T19" fmla="*/ 2 h 21600"/>
                <a:gd name="T20" fmla="*/ 0 w 21383"/>
                <a:gd name="T21" fmla="*/ 2 h 21600"/>
                <a:gd name="T22" fmla="*/ 0 w 21383"/>
                <a:gd name="T23" fmla="*/ 1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46" name="AutoShape 18"/>
            <p:cNvSpPr/>
            <p:nvPr/>
          </p:nvSpPr>
          <p:spPr bwMode="auto">
            <a:xfrm>
              <a:off x="0" y="224"/>
              <a:ext cx="725" cy="2001"/>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1"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47" name="AutoShape 19"/>
            <p:cNvSpPr/>
            <p:nvPr/>
          </p:nvSpPr>
          <p:spPr bwMode="auto">
            <a:xfrm>
              <a:off x="643" y="2209"/>
              <a:ext cx="455"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48" name="AutoShape 20"/>
            <p:cNvSpPr/>
            <p:nvPr/>
          </p:nvSpPr>
          <p:spPr bwMode="auto">
            <a:xfrm>
              <a:off x="660" y="2466"/>
              <a:ext cx="447" cy="39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49" name="Line 21"/>
            <p:cNvSpPr>
              <a:spLocks noChangeShapeType="1"/>
            </p:cNvSpPr>
            <p:nvPr/>
          </p:nvSpPr>
          <p:spPr bwMode="auto">
            <a:xfrm rot="10800000" flipH="1">
              <a:off x="662" y="2225"/>
              <a:ext cx="0" cy="247"/>
            </a:xfrm>
            <a:prstGeom prst="line">
              <a:avLst/>
            </a:prstGeom>
            <a:noFill/>
            <a:ln w="38100">
              <a:solidFill>
                <a:srgbClr val="AC8F76"/>
              </a:solidFill>
              <a:miter lim="800000"/>
            </a:ln>
          </p:spPr>
          <p:txBody>
            <a:bodyPr lIns="0" tIns="0" rIns="0" bIns="0"/>
            <a:lstStyle/>
            <a:p>
              <a:endParaRPr lang="en-US"/>
            </a:p>
          </p:txBody>
        </p:sp>
        <p:sp>
          <p:nvSpPr>
            <p:cNvPr id="43050" name="Line 22"/>
            <p:cNvSpPr>
              <a:spLocks noChangeShapeType="1"/>
            </p:cNvSpPr>
            <p:nvPr/>
          </p:nvSpPr>
          <p:spPr bwMode="auto">
            <a:xfrm flipH="1">
              <a:off x="875" y="2225"/>
              <a:ext cx="0" cy="247"/>
            </a:xfrm>
            <a:prstGeom prst="line">
              <a:avLst/>
            </a:prstGeom>
            <a:noFill/>
            <a:ln w="38100">
              <a:solidFill>
                <a:srgbClr val="AC8F76"/>
              </a:solidFill>
              <a:miter lim="800000"/>
            </a:ln>
          </p:spPr>
          <p:txBody>
            <a:bodyPr lIns="0" tIns="0" rIns="0" bIns="0"/>
            <a:lstStyle/>
            <a:p>
              <a:endParaRPr lang="en-US"/>
            </a:p>
          </p:txBody>
        </p:sp>
        <p:sp>
          <p:nvSpPr>
            <p:cNvPr id="43051" name="Line 23"/>
            <p:cNvSpPr>
              <a:spLocks noChangeShapeType="1"/>
            </p:cNvSpPr>
            <p:nvPr/>
          </p:nvSpPr>
          <p:spPr bwMode="auto">
            <a:xfrm rot="10800000" flipH="1">
              <a:off x="1099" y="2225"/>
              <a:ext cx="0" cy="247"/>
            </a:xfrm>
            <a:prstGeom prst="line">
              <a:avLst/>
            </a:prstGeom>
            <a:noFill/>
            <a:ln w="38100">
              <a:solidFill>
                <a:srgbClr val="AC8F76"/>
              </a:solidFill>
              <a:miter lim="800000"/>
            </a:ln>
          </p:spPr>
          <p:txBody>
            <a:bodyPr lIns="0" tIns="0" rIns="0" bIns="0"/>
            <a:lstStyle/>
            <a:p>
              <a:endParaRPr lang="en-US"/>
            </a:p>
          </p:txBody>
        </p:sp>
        <p:sp>
          <p:nvSpPr>
            <p:cNvPr id="43052" name="AutoShape 24"/>
            <p:cNvSpPr/>
            <p:nvPr/>
          </p:nvSpPr>
          <p:spPr bwMode="auto">
            <a:xfrm>
              <a:off x="878" y="2461"/>
              <a:ext cx="236" cy="217"/>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3053" name="AutoShape 25"/>
            <p:cNvSpPr/>
            <p:nvPr/>
          </p:nvSpPr>
          <p:spPr bwMode="auto">
            <a:xfrm>
              <a:off x="649" y="2461"/>
              <a:ext cx="236" cy="217"/>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3054" name="AutoShape 26"/>
            <p:cNvSpPr/>
            <p:nvPr/>
          </p:nvSpPr>
          <p:spPr bwMode="auto">
            <a:xfrm>
              <a:off x="660" y="2773"/>
              <a:ext cx="447" cy="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nvGrpSpPr>
          <p:cNvPr id="43027" name="Group 13"/>
          <p:cNvGrpSpPr/>
          <p:nvPr/>
        </p:nvGrpSpPr>
        <p:grpSpPr bwMode="auto">
          <a:xfrm>
            <a:off x="13741400" y="5080000"/>
            <a:ext cx="2374900" cy="3644900"/>
            <a:chOff x="0" y="0"/>
            <a:chExt cx="1496" cy="2295"/>
          </a:xfrm>
        </p:grpSpPr>
        <p:sp>
          <p:nvSpPr>
            <p:cNvPr id="43029" name="AutoShape 1"/>
            <p:cNvSpPr/>
            <p:nvPr/>
          </p:nvSpPr>
          <p:spPr bwMode="auto">
            <a:xfrm>
              <a:off x="0" y="0"/>
              <a:ext cx="1494" cy="1788"/>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1 h 21600"/>
                <a:gd name="T12" fmla="*/ 0 w 21383"/>
                <a:gd name="T13" fmla="*/ 1 h 21600"/>
                <a:gd name="T14" fmla="*/ 0 w 21383"/>
                <a:gd name="T15" fmla="*/ 1 h 21600"/>
                <a:gd name="T16" fmla="*/ 0 w 21383"/>
                <a:gd name="T17" fmla="*/ 1 h 21600"/>
                <a:gd name="T18" fmla="*/ 0 w 21383"/>
                <a:gd name="T19" fmla="*/ 1 h 21600"/>
                <a:gd name="T20" fmla="*/ 0 w 21383"/>
                <a:gd name="T21" fmla="*/ 1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B125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30" name="AutoShape 2"/>
            <p:cNvSpPr/>
            <p:nvPr/>
          </p:nvSpPr>
          <p:spPr bwMode="auto">
            <a:xfrm>
              <a:off x="881" y="180"/>
              <a:ext cx="615" cy="16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1 h 21600"/>
                <a:gd name="T10" fmla="*/ 0 w 21600"/>
                <a:gd name="T11" fmla="*/ 1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31" name="AutoShape 3"/>
            <p:cNvSpPr/>
            <p:nvPr/>
          </p:nvSpPr>
          <p:spPr bwMode="auto">
            <a:xfrm>
              <a:off x="507" y="0"/>
              <a:ext cx="477" cy="1788"/>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1 h 21600"/>
                <a:gd name="T14" fmla="*/ 0 w 21383"/>
                <a:gd name="T15" fmla="*/ 1 h 21600"/>
                <a:gd name="T16" fmla="*/ 0 w 21383"/>
                <a:gd name="T17" fmla="*/ 1 h 21600"/>
                <a:gd name="T18" fmla="*/ 0 w 21383"/>
                <a:gd name="T19" fmla="*/ 1 h 21600"/>
                <a:gd name="T20" fmla="*/ 0 w 21383"/>
                <a:gd name="T21" fmla="*/ 1 h 21600"/>
                <a:gd name="T22" fmla="*/ 0 w 21383"/>
                <a:gd name="T23" fmla="*/ 1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32" name="AutoShape 4"/>
            <p:cNvSpPr/>
            <p:nvPr/>
          </p:nvSpPr>
          <p:spPr bwMode="auto">
            <a:xfrm>
              <a:off x="0" y="180"/>
              <a:ext cx="614" cy="16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1 h 21600"/>
                <a:gd name="T10" fmla="*/ 0 w 21600"/>
                <a:gd name="T11" fmla="*/ 1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33" name="AutoShape 5"/>
            <p:cNvSpPr/>
            <p:nvPr/>
          </p:nvSpPr>
          <p:spPr bwMode="auto">
            <a:xfrm>
              <a:off x="544" y="1775"/>
              <a:ext cx="385" cy="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34" name="AutoShape 6"/>
            <p:cNvSpPr/>
            <p:nvPr/>
          </p:nvSpPr>
          <p:spPr bwMode="auto">
            <a:xfrm>
              <a:off x="558" y="1983"/>
              <a:ext cx="379" cy="31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35" name="Line 7"/>
            <p:cNvSpPr>
              <a:spLocks noChangeShapeType="1"/>
            </p:cNvSpPr>
            <p:nvPr/>
          </p:nvSpPr>
          <p:spPr bwMode="auto">
            <a:xfrm rot="10800000" flipH="1">
              <a:off x="560" y="1789"/>
              <a:ext cx="0" cy="198"/>
            </a:xfrm>
            <a:prstGeom prst="line">
              <a:avLst/>
            </a:prstGeom>
            <a:noFill/>
            <a:ln w="38100">
              <a:solidFill>
                <a:srgbClr val="AC8F76"/>
              </a:solidFill>
              <a:miter lim="800000"/>
            </a:ln>
          </p:spPr>
          <p:txBody>
            <a:bodyPr lIns="0" tIns="0" rIns="0" bIns="0"/>
            <a:lstStyle/>
            <a:p>
              <a:endParaRPr lang="en-US"/>
            </a:p>
          </p:txBody>
        </p:sp>
        <p:sp>
          <p:nvSpPr>
            <p:cNvPr id="43036" name="Line 8"/>
            <p:cNvSpPr>
              <a:spLocks noChangeShapeType="1"/>
            </p:cNvSpPr>
            <p:nvPr/>
          </p:nvSpPr>
          <p:spPr bwMode="auto">
            <a:xfrm flipH="1">
              <a:off x="740" y="1789"/>
              <a:ext cx="1" cy="198"/>
            </a:xfrm>
            <a:prstGeom prst="line">
              <a:avLst/>
            </a:prstGeom>
            <a:noFill/>
            <a:ln w="38100">
              <a:solidFill>
                <a:srgbClr val="AC8F76"/>
              </a:solidFill>
              <a:miter lim="800000"/>
            </a:ln>
          </p:spPr>
          <p:txBody>
            <a:bodyPr lIns="0" tIns="0" rIns="0" bIns="0"/>
            <a:lstStyle/>
            <a:p>
              <a:endParaRPr lang="en-US"/>
            </a:p>
          </p:txBody>
        </p:sp>
        <p:sp>
          <p:nvSpPr>
            <p:cNvPr id="43037" name="Line 9"/>
            <p:cNvSpPr>
              <a:spLocks noChangeShapeType="1"/>
            </p:cNvSpPr>
            <p:nvPr/>
          </p:nvSpPr>
          <p:spPr bwMode="auto">
            <a:xfrm rot="10800000" flipH="1">
              <a:off x="930" y="1789"/>
              <a:ext cx="0" cy="198"/>
            </a:xfrm>
            <a:prstGeom prst="line">
              <a:avLst/>
            </a:prstGeom>
            <a:noFill/>
            <a:ln w="38100">
              <a:solidFill>
                <a:srgbClr val="AC8F76"/>
              </a:solidFill>
              <a:miter lim="800000"/>
            </a:ln>
          </p:spPr>
          <p:txBody>
            <a:bodyPr lIns="0" tIns="0" rIns="0" bIns="0"/>
            <a:lstStyle/>
            <a:p>
              <a:endParaRPr lang="en-US"/>
            </a:p>
          </p:txBody>
        </p:sp>
        <p:sp>
          <p:nvSpPr>
            <p:cNvPr id="43038" name="AutoShape 10"/>
            <p:cNvSpPr/>
            <p:nvPr/>
          </p:nvSpPr>
          <p:spPr bwMode="auto">
            <a:xfrm>
              <a:off x="743" y="1978"/>
              <a:ext cx="199" cy="17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3039" name="AutoShape 11"/>
            <p:cNvSpPr/>
            <p:nvPr/>
          </p:nvSpPr>
          <p:spPr bwMode="auto">
            <a:xfrm>
              <a:off x="549" y="1978"/>
              <a:ext cx="200" cy="17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3040" name="AutoShape 12"/>
            <p:cNvSpPr/>
            <p:nvPr/>
          </p:nvSpPr>
          <p:spPr bwMode="auto">
            <a:xfrm>
              <a:off x="558" y="2229"/>
              <a:ext cx="379" cy="6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1987" name="Rectangle 28"/>
          <p:cNvSpPr/>
          <p:nvPr/>
        </p:nvSpPr>
        <p:spPr bwMode="auto">
          <a:xfrm>
            <a:off x="10110539" y="9892353"/>
            <a:ext cx="4154984" cy="1246495"/>
          </a:xfrm>
          <a:prstGeom prst="rect">
            <a:avLst/>
          </a:prstGeom>
          <a:noFill/>
          <a:ln>
            <a:noFill/>
          </a:ln>
        </p:spPr>
        <p:txBody>
          <a:bodyPr wrap="none" lIns="0" tIns="0" rIns="0" bIns="0" anchor="ctr">
            <a:spAutoFit/>
          </a:bodyPr>
          <a:lstStyle/>
          <a:p>
            <a:r>
              <a:rPr lang="zh-CN" alt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社交媒体</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43013" name="Group 41"/>
          <p:cNvGrpSpPr/>
          <p:nvPr/>
        </p:nvGrpSpPr>
        <p:grpSpPr bwMode="auto">
          <a:xfrm>
            <a:off x="9690100" y="1587500"/>
            <a:ext cx="4991100" cy="7620000"/>
            <a:chOff x="0" y="0"/>
            <a:chExt cx="3143" cy="4800"/>
          </a:xfrm>
        </p:grpSpPr>
        <p:sp>
          <p:nvSpPr>
            <p:cNvPr id="43015" name="AutoShape 29"/>
            <p:cNvSpPr/>
            <p:nvPr/>
          </p:nvSpPr>
          <p:spPr bwMode="auto">
            <a:xfrm>
              <a:off x="0" y="0"/>
              <a:ext cx="3140" cy="3739"/>
            </a:xfrm>
            <a:custGeom>
              <a:avLst/>
              <a:gdLst>
                <a:gd name="T0" fmla="*/ 10 w 21383"/>
                <a:gd name="T1" fmla="*/ 6 h 21600"/>
                <a:gd name="T2" fmla="*/ 5 w 21383"/>
                <a:gd name="T3" fmla="*/ 0 h 21600"/>
                <a:gd name="T4" fmla="*/ 0 w 21383"/>
                <a:gd name="T5" fmla="*/ 6 h 21600"/>
                <a:gd name="T6" fmla="*/ 0 w 21383"/>
                <a:gd name="T7" fmla="*/ 6 h 21600"/>
                <a:gd name="T8" fmla="*/ 0 w 21383"/>
                <a:gd name="T9" fmla="*/ 6 h 21600"/>
                <a:gd name="T10" fmla="*/ 1 w 21383"/>
                <a:gd name="T11" fmla="*/ 13 h 21600"/>
                <a:gd name="T12" fmla="*/ 4 w 21383"/>
                <a:gd name="T13" fmla="*/ 19 h 21600"/>
                <a:gd name="T14" fmla="*/ 4 w 21383"/>
                <a:gd name="T15" fmla="*/ 19 h 21600"/>
                <a:gd name="T16" fmla="*/ 6 w 21383"/>
                <a:gd name="T17" fmla="*/ 19 h 21600"/>
                <a:gd name="T18" fmla="*/ 6 w 21383"/>
                <a:gd name="T19" fmla="*/ 19 h 21600"/>
                <a:gd name="T20" fmla="*/ 9 w 21383"/>
                <a:gd name="T21" fmla="*/ 13 h 21600"/>
                <a:gd name="T22" fmla="*/ 10 w 21383"/>
                <a:gd name="T23" fmla="*/ 6 h 21600"/>
                <a:gd name="T24" fmla="*/ 10 w 21383"/>
                <a:gd name="T25" fmla="*/ 6 h 21600"/>
                <a:gd name="T26" fmla="*/ 10 w 21383"/>
                <a:gd name="T27" fmla="*/ 6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245499"/>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16" name="AutoShape 30"/>
            <p:cNvSpPr/>
            <p:nvPr/>
          </p:nvSpPr>
          <p:spPr bwMode="auto">
            <a:xfrm>
              <a:off x="1853" y="377"/>
              <a:ext cx="1290" cy="3363"/>
            </a:xfrm>
            <a:custGeom>
              <a:avLst/>
              <a:gdLst>
                <a:gd name="T0" fmla="*/ 0 w 21600"/>
                <a:gd name="T1" fmla="*/ 0 h 21600"/>
                <a:gd name="T2" fmla="*/ 0 w 21600"/>
                <a:gd name="T3" fmla="*/ 0 h 21600"/>
                <a:gd name="T4" fmla="*/ 0 w 21600"/>
                <a:gd name="T5" fmla="*/ 1 h 21600"/>
                <a:gd name="T6" fmla="*/ 0 w 21600"/>
                <a:gd name="T7" fmla="*/ 7 h 21600"/>
                <a:gd name="T8" fmla="*/ 0 w 21600"/>
                <a:gd name="T9" fmla="*/ 13 h 21600"/>
                <a:gd name="T10" fmla="*/ 0 w 21600"/>
                <a:gd name="T11" fmla="*/ 13 h 21600"/>
                <a:gd name="T12" fmla="*/ 0 w 21600"/>
                <a:gd name="T13" fmla="*/ 8 h 21600"/>
                <a:gd name="T14" fmla="*/ 0 w 21600"/>
                <a:gd name="T15" fmla="*/ 3 h 21600"/>
                <a:gd name="T16" fmla="*/ 0 w 21600"/>
                <a:gd name="T17" fmla="*/ 3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17" name="AutoShape 31"/>
            <p:cNvSpPr/>
            <p:nvPr/>
          </p:nvSpPr>
          <p:spPr bwMode="auto">
            <a:xfrm>
              <a:off x="1067" y="0"/>
              <a:ext cx="1001" cy="3739"/>
            </a:xfrm>
            <a:custGeom>
              <a:avLst/>
              <a:gdLst>
                <a:gd name="T0" fmla="*/ 0 w 21383"/>
                <a:gd name="T1" fmla="*/ 3 h 21600"/>
                <a:gd name="T2" fmla="*/ 0 w 21383"/>
                <a:gd name="T3" fmla="*/ 0 h 21600"/>
                <a:gd name="T4" fmla="*/ 0 w 21383"/>
                <a:gd name="T5" fmla="*/ 0 h 21600"/>
                <a:gd name="T6" fmla="*/ 0 w 21383"/>
                <a:gd name="T7" fmla="*/ 0 h 21600"/>
                <a:gd name="T8" fmla="*/ 0 w 21383"/>
                <a:gd name="T9" fmla="*/ 3 h 21600"/>
                <a:gd name="T10" fmla="*/ 0 w 21383"/>
                <a:gd name="T11" fmla="*/ 4 h 21600"/>
                <a:gd name="T12" fmla="*/ 0 w 21383"/>
                <a:gd name="T13" fmla="*/ 12 h 21600"/>
                <a:gd name="T14" fmla="*/ 0 w 21383"/>
                <a:gd name="T15" fmla="*/ 19 h 21600"/>
                <a:gd name="T16" fmla="*/ 0 w 21383"/>
                <a:gd name="T17" fmla="*/ 19 h 21600"/>
                <a:gd name="T18" fmla="*/ 0 w 21383"/>
                <a:gd name="T19" fmla="*/ 19 h 21600"/>
                <a:gd name="T20" fmla="*/ 0 w 21383"/>
                <a:gd name="T21" fmla="*/ 19 h 21600"/>
                <a:gd name="T22" fmla="*/ 0 w 21383"/>
                <a:gd name="T23" fmla="*/ 12 h 21600"/>
                <a:gd name="T24" fmla="*/ 0 w 21383"/>
                <a:gd name="T25" fmla="*/ 3 h 21600"/>
                <a:gd name="T26" fmla="*/ 0 w 21383"/>
                <a:gd name="T27" fmla="*/ 3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18" name="AutoShape 32"/>
            <p:cNvSpPr/>
            <p:nvPr/>
          </p:nvSpPr>
          <p:spPr bwMode="auto">
            <a:xfrm>
              <a:off x="0" y="377"/>
              <a:ext cx="1290" cy="3363"/>
            </a:xfrm>
            <a:custGeom>
              <a:avLst/>
              <a:gdLst>
                <a:gd name="T0" fmla="*/ 0 w 21600"/>
                <a:gd name="T1" fmla="*/ 0 h 21600"/>
                <a:gd name="T2" fmla="*/ 0 w 21600"/>
                <a:gd name="T3" fmla="*/ 0 h 21600"/>
                <a:gd name="T4" fmla="*/ 0 w 21600"/>
                <a:gd name="T5" fmla="*/ 1 h 21600"/>
                <a:gd name="T6" fmla="*/ 0 w 21600"/>
                <a:gd name="T7" fmla="*/ 7 h 21600"/>
                <a:gd name="T8" fmla="*/ 0 w 21600"/>
                <a:gd name="T9" fmla="*/ 13 h 21600"/>
                <a:gd name="T10" fmla="*/ 0 w 21600"/>
                <a:gd name="T11" fmla="*/ 13 h 21600"/>
                <a:gd name="T12" fmla="*/ 0 w 21600"/>
                <a:gd name="T13" fmla="*/ 8 h 21600"/>
                <a:gd name="T14" fmla="*/ 0 w 21600"/>
                <a:gd name="T15" fmla="*/ 3 h 21600"/>
                <a:gd name="T16" fmla="*/ 0 w 21600"/>
                <a:gd name="T17" fmla="*/ 3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19" name="AutoShape 33"/>
            <p:cNvSpPr/>
            <p:nvPr/>
          </p:nvSpPr>
          <p:spPr bwMode="auto">
            <a:xfrm>
              <a:off x="1144" y="3712"/>
              <a:ext cx="809" cy="5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20" name="AutoShape 34"/>
            <p:cNvSpPr/>
            <p:nvPr/>
          </p:nvSpPr>
          <p:spPr bwMode="auto">
            <a:xfrm>
              <a:off x="1173" y="4145"/>
              <a:ext cx="796" cy="65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3021" name="Line 35"/>
            <p:cNvSpPr>
              <a:spLocks noChangeShapeType="1"/>
            </p:cNvSpPr>
            <p:nvPr/>
          </p:nvSpPr>
          <p:spPr bwMode="auto">
            <a:xfrm rot="10800000" flipH="1">
              <a:off x="1178" y="3740"/>
              <a:ext cx="0" cy="415"/>
            </a:xfrm>
            <a:prstGeom prst="line">
              <a:avLst/>
            </a:prstGeom>
            <a:noFill/>
            <a:ln w="38100">
              <a:solidFill>
                <a:srgbClr val="AC8F76"/>
              </a:solidFill>
              <a:miter lim="800000"/>
            </a:ln>
          </p:spPr>
          <p:txBody>
            <a:bodyPr lIns="0" tIns="0" rIns="0" bIns="0"/>
            <a:lstStyle/>
            <a:p>
              <a:endParaRPr lang="en-US"/>
            </a:p>
          </p:txBody>
        </p:sp>
        <p:sp>
          <p:nvSpPr>
            <p:cNvPr id="43022" name="Line 36"/>
            <p:cNvSpPr>
              <a:spLocks noChangeShapeType="1"/>
            </p:cNvSpPr>
            <p:nvPr/>
          </p:nvSpPr>
          <p:spPr bwMode="auto">
            <a:xfrm flipH="1">
              <a:off x="1557" y="3740"/>
              <a:ext cx="0" cy="415"/>
            </a:xfrm>
            <a:prstGeom prst="line">
              <a:avLst/>
            </a:prstGeom>
            <a:noFill/>
            <a:ln w="38100">
              <a:solidFill>
                <a:srgbClr val="AC8F76"/>
              </a:solidFill>
              <a:miter lim="800000"/>
            </a:ln>
          </p:spPr>
          <p:txBody>
            <a:bodyPr lIns="0" tIns="0" rIns="0" bIns="0"/>
            <a:lstStyle/>
            <a:p>
              <a:endParaRPr lang="en-US"/>
            </a:p>
          </p:txBody>
        </p:sp>
        <p:sp>
          <p:nvSpPr>
            <p:cNvPr id="43023" name="Line 37"/>
            <p:cNvSpPr>
              <a:spLocks noChangeShapeType="1"/>
            </p:cNvSpPr>
            <p:nvPr/>
          </p:nvSpPr>
          <p:spPr bwMode="auto">
            <a:xfrm rot="10800000" flipH="1">
              <a:off x="1955" y="3740"/>
              <a:ext cx="0" cy="415"/>
            </a:xfrm>
            <a:prstGeom prst="line">
              <a:avLst/>
            </a:prstGeom>
            <a:noFill/>
            <a:ln w="38100">
              <a:solidFill>
                <a:srgbClr val="AC8F76"/>
              </a:solidFill>
              <a:miter lim="800000"/>
            </a:ln>
          </p:spPr>
          <p:txBody>
            <a:bodyPr lIns="0" tIns="0" rIns="0" bIns="0"/>
            <a:lstStyle/>
            <a:p>
              <a:endParaRPr lang="en-US"/>
            </a:p>
          </p:txBody>
        </p:sp>
        <p:sp>
          <p:nvSpPr>
            <p:cNvPr id="43024" name="AutoShape 38"/>
            <p:cNvSpPr/>
            <p:nvPr/>
          </p:nvSpPr>
          <p:spPr bwMode="auto">
            <a:xfrm>
              <a:off x="1562" y="4136"/>
              <a:ext cx="419" cy="36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3025" name="AutoShape 39"/>
            <p:cNvSpPr/>
            <p:nvPr/>
          </p:nvSpPr>
          <p:spPr bwMode="auto">
            <a:xfrm>
              <a:off x="1154" y="4136"/>
              <a:ext cx="420" cy="36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3026" name="AutoShape 40"/>
            <p:cNvSpPr/>
            <p:nvPr/>
          </p:nvSpPr>
          <p:spPr bwMode="auto">
            <a:xfrm>
              <a:off x="1173" y="4661"/>
              <a:ext cx="796" cy="13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p:cTn id="7" dur="500" fill="hold"/>
                                        <p:tgtEl>
                                          <p:spTgt spid="41987"/>
                                        </p:tgtEl>
                                        <p:attrNameLst>
                                          <p:attrName>ppt_w</p:attrName>
                                        </p:attrNameLst>
                                      </p:cBhvr>
                                      <p:tavLst>
                                        <p:tav tm="0">
                                          <p:val>
                                            <p:fltVal val="0"/>
                                          </p:val>
                                        </p:tav>
                                        <p:tav tm="100000">
                                          <p:val>
                                            <p:strVal val="#ppt_w"/>
                                          </p:val>
                                        </p:tav>
                                      </p:tavLst>
                                    </p:anim>
                                    <p:anim calcmode="lin" valueType="num">
                                      <p:cBhvr>
                                        <p:cTn id="8" dur="500" fill="hold"/>
                                        <p:tgtEl>
                                          <p:spTgt spid="41987"/>
                                        </p:tgtEl>
                                        <p:attrNameLst>
                                          <p:attrName>ppt_h</p:attrName>
                                        </p:attrNameLst>
                                      </p:cBhvr>
                                      <p:tavLst>
                                        <p:tav tm="0">
                                          <p:val>
                                            <p:fltVal val="0"/>
                                          </p:val>
                                        </p:tav>
                                        <p:tav tm="100000">
                                          <p:val>
                                            <p:strVal val="#ppt_h"/>
                                          </p:val>
                                        </p:tav>
                                      </p:tavLst>
                                    </p:anim>
                                    <p:anim calcmode="lin" valueType="num">
                                      <p:cBhvr>
                                        <p:cTn id="9" dur="500" fill="hold"/>
                                        <p:tgtEl>
                                          <p:spTgt spid="41987"/>
                                        </p:tgtEl>
                                        <p:attrNameLst>
                                          <p:attrName>style.rotation</p:attrName>
                                        </p:attrNameLst>
                                      </p:cBhvr>
                                      <p:tavLst>
                                        <p:tav tm="0">
                                          <p:val>
                                            <p:fltVal val="360"/>
                                          </p:val>
                                        </p:tav>
                                        <p:tav tm="100000">
                                          <p:val>
                                            <p:fltVal val="0"/>
                                          </p:val>
                                        </p:tav>
                                      </p:tavLst>
                                    </p:anim>
                                    <p:animEffect transition="in" filter="fade">
                                      <p:cBhvr>
                                        <p:cTn id="10" dur="500"/>
                                        <p:tgtEl>
                                          <p:spTgt spid="41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p:cNvSpPr/>
          <p:nvPr/>
        </p:nvSpPr>
        <p:spPr bwMode="auto">
          <a:xfrm>
            <a:off x="1357313" y="919803"/>
            <a:ext cx="4107856" cy="1246495"/>
          </a:xfrm>
          <a:prstGeom prst="rect">
            <a:avLst/>
          </a:prstGeom>
          <a:noFill/>
          <a:ln>
            <a:noFill/>
          </a:ln>
        </p:spPr>
        <p:txBody>
          <a:bodyPr wrap="none" lIns="0" tIns="0" rIns="0" bIns="0" anchor="ctr">
            <a:spAutoFit/>
          </a:bodyPr>
          <a:lstStyle/>
          <a:p>
            <a:pPr algn="l"/>
            <a:r>
              <a:rPr lang="en-US" sz="8100" dirty="0" err="1">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Youtube</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46129" name="Group 11"/>
          <p:cNvGrpSpPr/>
          <p:nvPr/>
        </p:nvGrpSpPr>
        <p:grpSpPr bwMode="auto">
          <a:xfrm>
            <a:off x="1371600" y="5181600"/>
            <a:ext cx="9677400" cy="5526088"/>
            <a:chOff x="0" y="0"/>
            <a:chExt cx="6527" cy="3728"/>
          </a:xfrm>
        </p:grpSpPr>
        <p:sp>
          <p:nvSpPr>
            <p:cNvPr id="46131" name="AutoShape 2"/>
            <p:cNvSpPr/>
            <p:nvPr/>
          </p:nvSpPr>
          <p:spPr bwMode="auto">
            <a:xfrm>
              <a:off x="622" y="0"/>
              <a:ext cx="5221" cy="3456"/>
            </a:xfrm>
            <a:custGeom>
              <a:avLst/>
              <a:gdLst>
                <a:gd name="T0" fmla="*/ 74 w 21600"/>
                <a:gd name="T1" fmla="*/ 14 h 21600"/>
                <a:gd name="T2" fmla="*/ 0 w 21600"/>
                <a:gd name="T3" fmla="*/ 14 h 21600"/>
                <a:gd name="T4" fmla="*/ 0 w 21600"/>
                <a:gd name="T5" fmla="*/ 0 h 21600"/>
                <a:gd name="T6" fmla="*/ 2 w 21600"/>
                <a:gd name="T7" fmla="*/ 0 h 21600"/>
                <a:gd name="T8" fmla="*/ 72 w 21600"/>
                <a:gd name="T9" fmla="*/ 0 h 21600"/>
                <a:gd name="T10" fmla="*/ 74 w 21600"/>
                <a:gd name="T11" fmla="*/ 0 h 21600"/>
                <a:gd name="T12" fmla="*/ 74 w 21600"/>
                <a:gd name="T13" fmla="*/ 14 h 21600"/>
                <a:gd name="T14" fmla="*/ 74 w 21600"/>
                <a:gd name="T15" fmla="*/ 14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21600"/>
                  </a:moveTo>
                  <a:lnTo>
                    <a:pt x="0" y="21600"/>
                  </a:lnTo>
                  <a:lnTo>
                    <a:pt x="0" y="684"/>
                  </a:lnTo>
                  <a:cubicBezTo>
                    <a:pt x="0" y="249"/>
                    <a:pt x="285" y="0"/>
                    <a:pt x="573" y="0"/>
                  </a:cubicBezTo>
                  <a:lnTo>
                    <a:pt x="21172" y="0"/>
                  </a:lnTo>
                  <a:cubicBezTo>
                    <a:pt x="21460" y="0"/>
                    <a:pt x="21600" y="249"/>
                    <a:pt x="21600" y="684"/>
                  </a:cubicBezTo>
                  <a:cubicBezTo>
                    <a:pt x="21600" y="684"/>
                    <a:pt x="21600" y="21600"/>
                    <a:pt x="21600" y="21600"/>
                  </a:cubicBezTo>
                  <a:close/>
                  <a:moveTo>
                    <a:pt x="21600" y="21600"/>
                  </a:moveTo>
                </a:path>
              </a:pathLst>
            </a:custGeom>
            <a:solidFill>
              <a:srgbClr val="9A9A9A"/>
            </a:solidFill>
            <a:ln>
              <a:noFill/>
            </a:ln>
          </p:spPr>
          <p:txBody>
            <a:bodyPr lIns="0" tIns="0" rIns="0" bIns="0"/>
            <a:lstStyle/>
            <a:p>
              <a:endParaRPr lang="en-US"/>
            </a:p>
          </p:txBody>
        </p:sp>
        <p:sp>
          <p:nvSpPr>
            <p:cNvPr id="46132" name="AutoShape 3"/>
            <p:cNvSpPr/>
            <p:nvPr/>
          </p:nvSpPr>
          <p:spPr bwMode="auto">
            <a:xfrm>
              <a:off x="829" y="241"/>
              <a:ext cx="4841" cy="2955"/>
            </a:xfrm>
            <a:custGeom>
              <a:avLst/>
              <a:gdLst>
                <a:gd name="T0" fmla="*/ 54 w 21600"/>
                <a:gd name="T1" fmla="*/ 8 h 21600"/>
                <a:gd name="T2" fmla="*/ 0 w 21600"/>
                <a:gd name="T3" fmla="*/ 8 h 21600"/>
                <a:gd name="T4" fmla="*/ 0 w 21600"/>
                <a:gd name="T5" fmla="*/ 0 h 21600"/>
                <a:gd name="T6" fmla="*/ 54 w 21600"/>
                <a:gd name="T7" fmla="*/ 0 h 21600"/>
                <a:gd name="T8" fmla="*/ 54 w 21600"/>
                <a:gd name="T9" fmla="*/ 8 h 21600"/>
                <a:gd name="T10" fmla="*/ 54 w 21600"/>
                <a:gd name="T11" fmla="*/ 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1E2C3E"/>
            </a:solidFill>
            <a:ln>
              <a:noFill/>
            </a:ln>
          </p:spPr>
          <p:txBody>
            <a:bodyPr lIns="0" tIns="0" rIns="0" bIns="0"/>
            <a:lstStyle/>
            <a:p>
              <a:endParaRPr lang="en-US"/>
            </a:p>
          </p:txBody>
        </p:sp>
        <p:grpSp>
          <p:nvGrpSpPr>
            <p:cNvPr id="46133" name="Group 6"/>
            <p:cNvGrpSpPr/>
            <p:nvPr/>
          </p:nvGrpSpPr>
          <p:grpSpPr bwMode="auto">
            <a:xfrm>
              <a:off x="0" y="3416"/>
              <a:ext cx="6527" cy="312"/>
              <a:chOff x="0" y="0"/>
              <a:chExt cx="6527" cy="311"/>
            </a:xfrm>
          </p:grpSpPr>
          <p:sp>
            <p:nvSpPr>
              <p:cNvPr id="46138" name="AutoShape 4"/>
              <p:cNvSpPr/>
              <p:nvPr/>
            </p:nvSpPr>
            <p:spPr bwMode="auto">
              <a:xfrm>
                <a:off x="0" y="0"/>
                <a:ext cx="6527" cy="311"/>
              </a:xfrm>
              <a:custGeom>
                <a:avLst/>
                <a:gdLst>
                  <a:gd name="T0" fmla="*/ 180 w 21600"/>
                  <a:gd name="T1" fmla="*/ 0 h 21600"/>
                  <a:gd name="T2" fmla="*/ 180 w 21600"/>
                  <a:gd name="T3" fmla="*/ 0 h 21600"/>
                  <a:gd name="T4" fmla="*/ 178 w 21600"/>
                  <a:gd name="T5" fmla="*/ 0 h 21600"/>
                  <a:gd name="T6" fmla="*/ 2 w 21600"/>
                  <a:gd name="T7" fmla="*/ 0 h 21600"/>
                  <a:gd name="T8" fmla="*/ 0 w 21600"/>
                  <a:gd name="T9" fmla="*/ 0 h 21600"/>
                  <a:gd name="T10" fmla="*/ 0 w 21600"/>
                  <a:gd name="T11" fmla="*/ 0 h 21600"/>
                  <a:gd name="T12" fmla="*/ 0 w 21600"/>
                  <a:gd name="T13" fmla="*/ 0 h 21600"/>
                  <a:gd name="T14" fmla="*/ 7 w 21600"/>
                  <a:gd name="T15" fmla="*/ 0 h 21600"/>
                  <a:gd name="T16" fmla="*/ 173 w 21600"/>
                  <a:gd name="T17" fmla="*/ 0 h 21600"/>
                  <a:gd name="T18" fmla="*/ 180 w 21600"/>
                  <a:gd name="T19" fmla="*/ 0 h 21600"/>
                  <a:gd name="T20" fmla="*/ 180 w 21600"/>
                  <a:gd name="T21" fmla="*/ 0 h 21600"/>
                  <a:gd name="T22" fmla="*/ 18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600" h="21600">
                    <a:moveTo>
                      <a:pt x="21566" y="13200"/>
                    </a:moveTo>
                    <a:lnTo>
                      <a:pt x="21566" y="3064"/>
                    </a:lnTo>
                    <a:cubicBezTo>
                      <a:pt x="21566" y="649"/>
                      <a:pt x="21507" y="0"/>
                      <a:pt x="21391" y="0"/>
                    </a:cubicBezTo>
                    <a:lnTo>
                      <a:pt x="223" y="0"/>
                    </a:lnTo>
                    <a:cubicBezTo>
                      <a:pt x="108" y="0"/>
                      <a:pt x="0" y="649"/>
                      <a:pt x="0" y="3064"/>
                    </a:cubicBezTo>
                    <a:lnTo>
                      <a:pt x="0" y="13200"/>
                    </a:lnTo>
                    <a:lnTo>
                      <a:pt x="15" y="13200"/>
                    </a:lnTo>
                    <a:cubicBezTo>
                      <a:pt x="15" y="13200"/>
                      <a:pt x="536" y="21600"/>
                      <a:pt x="849" y="21600"/>
                    </a:cubicBezTo>
                    <a:lnTo>
                      <a:pt x="20766" y="21600"/>
                    </a:lnTo>
                    <a:cubicBezTo>
                      <a:pt x="21079" y="21600"/>
                      <a:pt x="21600" y="13200"/>
                      <a:pt x="21600" y="13200"/>
                    </a:cubicBezTo>
                    <a:cubicBezTo>
                      <a:pt x="21600" y="13200"/>
                      <a:pt x="21566" y="13200"/>
                      <a:pt x="21566" y="13200"/>
                    </a:cubicBezTo>
                    <a:close/>
                    <a:moveTo>
                      <a:pt x="21566" y="13200"/>
                    </a:moveTo>
                  </a:path>
                </a:pathLst>
              </a:custGeom>
              <a:solidFill>
                <a:srgbClr val="FFFFFF"/>
              </a:solidFill>
              <a:ln>
                <a:noFill/>
              </a:ln>
            </p:spPr>
            <p:txBody>
              <a:bodyPr lIns="0" tIns="0" rIns="0" bIns="0"/>
              <a:lstStyle/>
              <a:p>
                <a:endParaRPr lang="en-US"/>
              </a:p>
            </p:txBody>
          </p:sp>
          <p:sp>
            <p:nvSpPr>
              <p:cNvPr id="46139" name="AutoShape 5"/>
              <p:cNvSpPr/>
              <p:nvPr/>
            </p:nvSpPr>
            <p:spPr bwMode="auto">
              <a:xfrm>
                <a:off x="2610" y="0"/>
                <a:ext cx="1324" cy="10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0057" y="21600"/>
                    </a:moveTo>
                    <a:lnTo>
                      <a:pt x="1543" y="21600"/>
                    </a:lnTo>
                    <a:cubicBezTo>
                      <a:pt x="0" y="21600"/>
                      <a:pt x="0" y="0"/>
                      <a:pt x="0" y="0"/>
                    </a:cubicBezTo>
                    <a:lnTo>
                      <a:pt x="21600" y="0"/>
                    </a:lnTo>
                    <a:cubicBezTo>
                      <a:pt x="21600" y="0"/>
                      <a:pt x="21600" y="21600"/>
                      <a:pt x="20057" y="21600"/>
                    </a:cubicBezTo>
                    <a:close/>
                    <a:moveTo>
                      <a:pt x="20057" y="21600"/>
                    </a:moveTo>
                  </a:path>
                </a:pathLst>
              </a:custGeom>
              <a:solidFill>
                <a:srgbClr val="B3B3B3"/>
              </a:solidFill>
              <a:ln>
                <a:noFill/>
              </a:ln>
            </p:spPr>
            <p:txBody>
              <a:bodyPr lIns="0" tIns="0" rIns="0" bIns="0"/>
              <a:lstStyle/>
              <a:p>
                <a:endParaRPr lang="en-US"/>
              </a:p>
            </p:txBody>
          </p:sp>
        </p:grpSp>
        <p:grpSp>
          <p:nvGrpSpPr>
            <p:cNvPr id="46134" name="Group 10"/>
            <p:cNvGrpSpPr/>
            <p:nvPr/>
          </p:nvGrpSpPr>
          <p:grpSpPr bwMode="auto">
            <a:xfrm>
              <a:off x="934" y="2651"/>
              <a:ext cx="4628" cy="423"/>
              <a:chOff x="0" y="0"/>
              <a:chExt cx="4627" cy="422"/>
            </a:xfrm>
          </p:grpSpPr>
          <p:sp>
            <p:nvSpPr>
              <p:cNvPr id="46135" name="AutoShape 7"/>
              <p:cNvSpPr/>
              <p:nvPr/>
            </p:nvSpPr>
            <p:spPr bwMode="auto">
              <a:xfrm>
                <a:off x="0" y="0"/>
                <a:ext cx="4627" cy="422"/>
              </a:xfrm>
              <a:prstGeom prst="roundRect">
                <a:avLst>
                  <a:gd name="adj" fmla="val 13921"/>
                </a:avLst>
              </a:prstGeom>
              <a:solidFill>
                <a:srgbClr val="1A1A1A">
                  <a:alpha val="79999"/>
                </a:srgbClr>
              </a:solidFill>
              <a:ln w="63500">
                <a:solidFill>
                  <a:srgbClr val="1A1A1A">
                    <a:alpha val="79999"/>
                  </a:srgbClr>
                </a:solidFill>
                <a:miter lim="800000"/>
              </a:ln>
            </p:spPr>
            <p:txBody>
              <a:bodyPr lIns="0" tIns="0" rIns="0" bIns="0"/>
              <a:lstStyle/>
              <a:p>
                <a:endParaRPr lang="en-US"/>
              </a:p>
            </p:txBody>
          </p:sp>
          <p:sp>
            <p:nvSpPr>
              <p:cNvPr id="46136" name="AutoShape 8"/>
              <p:cNvSpPr/>
              <p:nvPr/>
            </p:nvSpPr>
            <p:spPr bwMode="auto">
              <a:xfrm rot="5400000">
                <a:off x="205" y="125"/>
                <a:ext cx="193" cy="170"/>
              </a:xfrm>
              <a:prstGeom prst="triangle">
                <a:avLst>
                  <a:gd name="adj" fmla="val 50000"/>
                </a:avLst>
              </a:prstGeom>
              <a:solidFill>
                <a:srgbClr val="DE342E"/>
              </a:solidFill>
              <a:ln w="25400">
                <a:solidFill>
                  <a:schemeClr val="tx1">
                    <a:alpha val="0"/>
                  </a:schemeClr>
                </a:solidFill>
                <a:miter lim="800000"/>
              </a:ln>
            </p:spPr>
            <p:txBody>
              <a:bodyPr lIns="0" tIns="0" rIns="0" bIns="0"/>
              <a:lstStyle/>
              <a:p>
                <a:endParaRPr lang="en-US"/>
              </a:p>
            </p:txBody>
          </p:sp>
          <p:sp>
            <p:nvSpPr>
              <p:cNvPr id="46137" name="AutoShape 9"/>
              <p:cNvSpPr/>
              <p:nvPr/>
            </p:nvSpPr>
            <p:spPr bwMode="auto">
              <a:xfrm>
                <a:off x="557" y="199"/>
                <a:ext cx="3761" cy="18"/>
              </a:xfrm>
              <a:prstGeom prst="roundRect">
                <a:avLst>
                  <a:gd name="adj" fmla="val 50000"/>
                </a:avLst>
              </a:prstGeom>
              <a:solidFill>
                <a:srgbClr val="676767"/>
              </a:solidFill>
              <a:ln w="25400">
                <a:solidFill>
                  <a:schemeClr val="tx1">
                    <a:alpha val="0"/>
                  </a:schemeClr>
                </a:solidFill>
                <a:miter lim="800000"/>
              </a:ln>
            </p:spPr>
            <p:txBody>
              <a:bodyPr lIns="0" tIns="0" rIns="0" bIns="0"/>
              <a:lstStyle/>
              <a:p>
                <a:endParaRPr lang="en-US"/>
              </a:p>
            </p:txBody>
          </p:sp>
        </p:grpSp>
      </p:grpSp>
      <p:grpSp>
        <p:nvGrpSpPr>
          <p:cNvPr id="45059" name="Group 2"/>
          <p:cNvGrpSpPr/>
          <p:nvPr/>
        </p:nvGrpSpPr>
        <p:grpSpPr bwMode="auto">
          <a:xfrm>
            <a:off x="9551988" y="3092450"/>
            <a:ext cx="3200400" cy="4889500"/>
            <a:chOff x="9551988" y="3092450"/>
            <a:chExt cx="3200400" cy="4889500"/>
          </a:xfrm>
        </p:grpSpPr>
        <p:grpSp>
          <p:nvGrpSpPr>
            <p:cNvPr id="46115" name="Group 24"/>
            <p:cNvGrpSpPr/>
            <p:nvPr/>
          </p:nvGrpSpPr>
          <p:grpSpPr bwMode="auto">
            <a:xfrm>
              <a:off x="9551988" y="3092450"/>
              <a:ext cx="3200400" cy="4889500"/>
              <a:chOff x="0" y="0"/>
              <a:chExt cx="2015" cy="3079"/>
            </a:xfrm>
          </p:grpSpPr>
          <p:sp>
            <p:nvSpPr>
              <p:cNvPr id="46117" name="AutoShape 12"/>
              <p:cNvSpPr/>
              <p:nvPr/>
            </p:nvSpPr>
            <p:spPr bwMode="auto">
              <a:xfrm>
                <a:off x="0" y="0"/>
                <a:ext cx="2014" cy="2399"/>
              </a:xfrm>
              <a:custGeom>
                <a:avLst/>
                <a:gdLst>
                  <a:gd name="T0" fmla="*/ 2 w 21383"/>
                  <a:gd name="T1" fmla="*/ 1 h 21600"/>
                  <a:gd name="T2" fmla="*/ 1 w 21383"/>
                  <a:gd name="T3" fmla="*/ 0 h 21600"/>
                  <a:gd name="T4" fmla="*/ 0 w 21383"/>
                  <a:gd name="T5" fmla="*/ 1 h 21600"/>
                  <a:gd name="T6" fmla="*/ 0 w 21383"/>
                  <a:gd name="T7" fmla="*/ 1 h 21600"/>
                  <a:gd name="T8" fmla="*/ 0 w 21383"/>
                  <a:gd name="T9" fmla="*/ 1 h 21600"/>
                  <a:gd name="T10" fmla="*/ 0 w 21383"/>
                  <a:gd name="T11" fmla="*/ 2 h 21600"/>
                  <a:gd name="T12" fmla="*/ 1 w 21383"/>
                  <a:gd name="T13" fmla="*/ 3 h 21600"/>
                  <a:gd name="T14" fmla="*/ 1 w 21383"/>
                  <a:gd name="T15" fmla="*/ 3 h 21600"/>
                  <a:gd name="T16" fmla="*/ 1 w 21383"/>
                  <a:gd name="T17" fmla="*/ 3 h 21600"/>
                  <a:gd name="T18" fmla="*/ 1 w 21383"/>
                  <a:gd name="T19" fmla="*/ 3 h 21600"/>
                  <a:gd name="T20" fmla="*/ 2 w 21383"/>
                  <a:gd name="T21" fmla="*/ 2 h 21600"/>
                  <a:gd name="T22" fmla="*/ 2 w 21383"/>
                  <a:gd name="T23" fmla="*/ 1 h 21600"/>
                  <a:gd name="T24" fmla="*/ 2 w 21383"/>
                  <a:gd name="T25" fmla="*/ 1 h 21600"/>
                  <a:gd name="T26" fmla="*/ 2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E342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18" name="AutoShape 13"/>
              <p:cNvSpPr/>
              <p:nvPr/>
            </p:nvSpPr>
            <p:spPr bwMode="auto">
              <a:xfrm>
                <a:off x="1188" y="242"/>
                <a:ext cx="827" cy="2157"/>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19" name="AutoShape 14"/>
              <p:cNvSpPr/>
              <p:nvPr/>
            </p:nvSpPr>
            <p:spPr bwMode="auto">
              <a:xfrm>
                <a:off x="684" y="0"/>
                <a:ext cx="642" cy="2399"/>
              </a:xfrm>
              <a:custGeom>
                <a:avLst/>
                <a:gdLst>
                  <a:gd name="T0" fmla="*/ 0 w 21383"/>
                  <a:gd name="T1" fmla="*/ 1 h 21600"/>
                  <a:gd name="T2" fmla="*/ 0 w 21383"/>
                  <a:gd name="T3" fmla="*/ 0 h 21600"/>
                  <a:gd name="T4" fmla="*/ 0 w 21383"/>
                  <a:gd name="T5" fmla="*/ 0 h 21600"/>
                  <a:gd name="T6" fmla="*/ 0 w 21383"/>
                  <a:gd name="T7" fmla="*/ 0 h 21600"/>
                  <a:gd name="T8" fmla="*/ 0 w 21383"/>
                  <a:gd name="T9" fmla="*/ 1 h 21600"/>
                  <a:gd name="T10" fmla="*/ 0 w 21383"/>
                  <a:gd name="T11" fmla="*/ 1 h 21600"/>
                  <a:gd name="T12" fmla="*/ 0 w 21383"/>
                  <a:gd name="T13" fmla="*/ 2 h 21600"/>
                  <a:gd name="T14" fmla="*/ 0 w 21383"/>
                  <a:gd name="T15" fmla="*/ 3 h 21600"/>
                  <a:gd name="T16" fmla="*/ 0 w 21383"/>
                  <a:gd name="T17" fmla="*/ 3 h 21600"/>
                  <a:gd name="T18" fmla="*/ 0 w 21383"/>
                  <a:gd name="T19" fmla="*/ 3 h 21600"/>
                  <a:gd name="T20" fmla="*/ 0 w 21383"/>
                  <a:gd name="T21" fmla="*/ 3 h 21600"/>
                  <a:gd name="T22" fmla="*/ 0 w 21383"/>
                  <a:gd name="T23" fmla="*/ 2 h 21600"/>
                  <a:gd name="T24" fmla="*/ 0 w 21383"/>
                  <a:gd name="T25" fmla="*/ 1 h 21600"/>
                  <a:gd name="T26" fmla="*/ 0 w 21383"/>
                  <a:gd name="T27" fmla="*/ 1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20" name="AutoShape 15"/>
              <p:cNvSpPr/>
              <p:nvPr/>
            </p:nvSpPr>
            <p:spPr bwMode="auto">
              <a:xfrm>
                <a:off x="0" y="242"/>
                <a:ext cx="827" cy="2157"/>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2 h 21600"/>
                  <a:gd name="T10" fmla="*/ 0 w 21600"/>
                  <a:gd name="T11" fmla="*/ 2 h 21600"/>
                  <a:gd name="T12" fmla="*/ 0 w 21600"/>
                  <a:gd name="T13" fmla="*/ 1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1"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21" name="AutoShape 16"/>
              <p:cNvSpPr/>
              <p:nvPr/>
            </p:nvSpPr>
            <p:spPr bwMode="auto">
              <a:xfrm>
                <a:off x="734" y="2382"/>
                <a:ext cx="518" cy="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22" name="AutoShape 17"/>
              <p:cNvSpPr/>
              <p:nvPr/>
            </p:nvSpPr>
            <p:spPr bwMode="auto">
              <a:xfrm>
                <a:off x="752" y="2660"/>
                <a:ext cx="510" cy="4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23" name="Line 18"/>
              <p:cNvSpPr>
                <a:spLocks noChangeShapeType="1"/>
              </p:cNvSpPr>
              <p:nvPr/>
            </p:nvSpPr>
            <p:spPr bwMode="auto">
              <a:xfrm rot="10800000" flipH="1">
                <a:off x="755" y="2400"/>
                <a:ext cx="0" cy="266"/>
              </a:xfrm>
              <a:prstGeom prst="line">
                <a:avLst/>
              </a:prstGeom>
              <a:noFill/>
              <a:ln w="38100">
                <a:solidFill>
                  <a:srgbClr val="AC8F76"/>
                </a:solidFill>
                <a:miter lim="800000"/>
              </a:ln>
            </p:spPr>
            <p:txBody>
              <a:bodyPr lIns="0" tIns="0" rIns="0" bIns="0"/>
              <a:lstStyle/>
              <a:p>
                <a:endParaRPr lang="en-US"/>
              </a:p>
            </p:txBody>
          </p:sp>
          <p:sp>
            <p:nvSpPr>
              <p:cNvPr id="46124" name="Line 19"/>
              <p:cNvSpPr>
                <a:spLocks noChangeShapeType="1"/>
              </p:cNvSpPr>
              <p:nvPr/>
            </p:nvSpPr>
            <p:spPr bwMode="auto">
              <a:xfrm flipH="1">
                <a:off x="998" y="2400"/>
                <a:ext cx="0" cy="266"/>
              </a:xfrm>
              <a:prstGeom prst="line">
                <a:avLst/>
              </a:prstGeom>
              <a:noFill/>
              <a:ln w="38100">
                <a:solidFill>
                  <a:srgbClr val="AC8F76"/>
                </a:solidFill>
                <a:miter lim="800000"/>
              </a:ln>
            </p:spPr>
            <p:txBody>
              <a:bodyPr lIns="0" tIns="0" rIns="0" bIns="0"/>
              <a:lstStyle/>
              <a:p>
                <a:endParaRPr lang="en-US"/>
              </a:p>
            </p:txBody>
          </p:sp>
          <p:sp>
            <p:nvSpPr>
              <p:cNvPr id="46125" name="Line 20"/>
              <p:cNvSpPr>
                <a:spLocks noChangeShapeType="1"/>
              </p:cNvSpPr>
              <p:nvPr/>
            </p:nvSpPr>
            <p:spPr bwMode="auto">
              <a:xfrm rot="10800000" flipH="1">
                <a:off x="1253" y="2400"/>
                <a:ext cx="0" cy="266"/>
              </a:xfrm>
              <a:prstGeom prst="line">
                <a:avLst/>
              </a:prstGeom>
              <a:noFill/>
              <a:ln w="38100">
                <a:solidFill>
                  <a:srgbClr val="AC8F76"/>
                </a:solidFill>
                <a:miter lim="800000"/>
              </a:ln>
            </p:spPr>
            <p:txBody>
              <a:bodyPr lIns="0" tIns="0" rIns="0" bIns="0"/>
              <a:lstStyle/>
              <a:p>
                <a:endParaRPr lang="en-US"/>
              </a:p>
            </p:txBody>
          </p:sp>
          <p:sp>
            <p:nvSpPr>
              <p:cNvPr id="46126" name="AutoShape 21"/>
              <p:cNvSpPr/>
              <p:nvPr/>
            </p:nvSpPr>
            <p:spPr bwMode="auto">
              <a:xfrm>
                <a:off x="1001" y="2654"/>
                <a:ext cx="269" cy="23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6127" name="AutoShape 22"/>
              <p:cNvSpPr/>
              <p:nvPr/>
            </p:nvSpPr>
            <p:spPr bwMode="auto">
              <a:xfrm>
                <a:off x="740" y="2654"/>
                <a:ext cx="269" cy="234"/>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6128" name="AutoShape 23"/>
              <p:cNvSpPr/>
              <p:nvPr/>
            </p:nvSpPr>
            <p:spPr bwMode="auto">
              <a:xfrm>
                <a:off x="752" y="2991"/>
                <a:ext cx="510" cy="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6116" name="Rectangle 26"/>
            <p:cNvSpPr/>
            <p:nvPr/>
          </p:nvSpPr>
          <p:spPr bwMode="auto">
            <a:xfrm>
              <a:off x="10037763" y="3795236"/>
              <a:ext cx="2172069" cy="1477328"/>
            </a:xfrm>
            <a:prstGeom prst="rect">
              <a:avLst/>
            </a:prstGeom>
            <a:noFill/>
            <a:ln>
              <a:noFill/>
            </a:ln>
          </p:spPr>
          <p:txBody>
            <a:bodyPr wrap="none" lIns="0" tIns="0" rIns="0" bIns="0" anchor="ctr">
              <a:spAutoFit/>
            </a:bodyPr>
            <a:lstStyle/>
            <a:p>
              <a:pPr algn="l"/>
              <a:r>
                <a:rPr lang="en-US" sz="96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50</a:t>
              </a:r>
              <a:r>
                <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a:t>
              </a:r>
              <a:endParaRPr lang="en-US" sz="64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grpSp>
        <p:nvGrpSpPr>
          <p:cNvPr id="45060" name="Group 43"/>
          <p:cNvGrpSpPr/>
          <p:nvPr/>
        </p:nvGrpSpPr>
        <p:grpSpPr bwMode="auto">
          <a:xfrm>
            <a:off x="8142288" y="2659063"/>
            <a:ext cx="1104900" cy="1701800"/>
            <a:chOff x="0" y="0"/>
            <a:chExt cx="696" cy="1071"/>
          </a:xfrm>
        </p:grpSpPr>
        <p:sp>
          <p:nvSpPr>
            <p:cNvPr id="46103" name="AutoShape 31"/>
            <p:cNvSpPr/>
            <p:nvPr/>
          </p:nvSpPr>
          <p:spPr bwMode="auto">
            <a:xfrm>
              <a:off x="0" y="0"/>
              <a:ext cx="695" cy="835"/>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E342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04" name="AutoShape 32"/>
            <p:cNvSpPr/>
            <p:nvPr/>
          </p:nvSpPr>
          <p:spPr bwMode="auto">
            <a:xfrm>
              <a:off x="410" y="84"/>
              <a:ext cx="286" cy="7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05" name="AutoShape 33"/>
            <p:cNvSpPr/>
            <p:nvPr/>
          </p:nvSpPr>
          <p:spPr bwMode="auto">
            <a:xfrm>
              <a:off x="236" y="0"/>
              <a:ext cx="222" cy="835"/>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06" name="AutoShape 34"/>
            <p:cNvSpPr/>
            <p:nvPr/>
          </p:nvSpPr>
          <p:spPr bwMode="auto">
            <a:xfrm>
              <a:off x="0" y="84"/>
              <a:ext cx="285" cy="7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07" name="AutoShape 35"/>
            <p:cNvSpPr/>
            <p:nvPr/>
          </p:nvSpPr>
          <p:spPr bwMode="auto">
            <a:xfrm>
              <a:off x="253" y="829"/>
              <a:ext cx="179" cy="1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08" name="AutoShape 36"/>
            <p:cNvSpPr/>
            <p:nvPr/>
          </p:nvSpPr>
          <p:spPr bwMode="auto">
            <a:xfrm>
              <a:off x="259" y="925"/>
              <a:ext cx="177" cy="1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109" name="Line 37"/>
            <p:cNvSpPr>
              <a:spLocks noChangeShapeType="1"/>
            </p:cNvSpPr>
            <p:nvPr/>
          </p:nvSpPr>
          <p:spPr bwMode="auto">
            <a:xfrm rot="10800000" flipH="1">
              <a:off x="260" y="835"/>
              <a:ext cx="0" cy="92"/>
            </a:xfrm>
            <a:prstGeom prst="line">
              <a:avLst/>
            </a:prstGeom>
            <a:noFill/>
            <a:ln w="38100">
              <a:solidFill>
                <a:srgbClr val="AC8F76"/>
              </a:solidFill>
              <a:miter lim="800000"/>
            </a:ln>
          </p:spPr>
          <p:txBody>
            <a:bodyPr lIns="0" tIns="0" rIns="0" bIns="0"/>
            <a:lstStyle/>
            <a:p>
              <a:endParaRPr lang="en-US"/>
            </a:p>
          </p:txBody>
        </p:sp>
        <p:sp>
          <p:nvSpPr>
            <p:cNvPr id="46110" name="Line 38"/>
            <p:cNvSpPr>
              <a:spLocks noChangeShapeType="1"/>
            </p:cNvSpPr>
            <p:nvPr/>
          </p:nvSpPr>
          <p:spPr bwMode="auto">
            <a:xfrm flipH="1">
              <a:off x="344" y="835"/>
              <a:ext cx="0" cy="92"/>
            </a:xfrm>
            <a:prstGeom prst="line">
              <a:avLst/>
            </a:prstGeom>
            <a:noFill/>
            <a:ln w="38100">
              <a:solidFill>
                <a:srgbClr val="AC8F76"/>
              </a:solidFill>
              <a:miter lim="800000"/>
            </a:ln>
          </p:spPr>
          <p:txBody>
            <a:bodyPr lIns="0" tIns="0" rIns="0" bIns="0"/>
            <a:lstStyle/>
            <a:p>
              <a:endParaRPr lang="en-US"/>
            </a:p>
          </p:txBody>
        </p:sp>
        <p:sp>
          <p:nvSpPr>
            <p:cNvPr id="46111" name="Line 39"/>
            <p:cNvSpPr>
              <a:spLocks noChangeShapeType="1"/>
            </p:cNvSpPr>
            <p:nvPr/>
          </p:nvSpPr>
          <p:spPr bwMode="auto">
            <a:xfrm rot="10800000" flipH="1">
              <a:off x="432" y="835"/>
              <a:ext cx="0" cy="92"/>
            </a:xfrm>
            <a:prstGeom prst="line">
              <a:avLst/>
            </a:prstGeom>
            <a:noFill/>
            <a:ln w="38100">
              <a:solidFill>
                <a:srgbClr val="AC8F76"/>
              </a:solidFill>
              <a:miter lim="800000"/>
            </a:ln>
          </p:spPr>
          <p:txBody>
            <a:bodyPr lIns="0" tIns="0" rIns="0" bIns="0"/>
            <a:lstStyle/>
            <a:p>
              <a:endParaRPr lang="en-US"/>
            </a:p>
          </p:txBody>
        </p:sp>
        <p:sp>
          <p:nvSpPr>
            <p:cNvPr id="46112" name="AutoShape 40"/>
            <p:cNvSpPr/>
            <p:nvPr/>
          </p:nvSpPr>
          <p:spPr bwMode="auto">
            <a:xfrm>
              <a:off x="345" y="923"/>
              <a:ext cx="93" cy="82"/>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6113" name="AutoShape 41"/>
            <p:cNvSpPr/>
            <p:nvPr/>
          </p:nvSpPr>
          <p:spPr bwMode="auto">
            <a:xfrm>
              <a:off x="255" y="923"/>
              <a:ext cx="93" cy="82"/>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6114" name="AutoShape 42"/>
            <p:cNvSpPr/>
            <p:nvPr/>
          </p:nvSpPr>
          <p:spPr bwMode="auto">
            <a:xfrm>
              <a:off x="259" y="1041"/>
              <a:ext cx="177" cy="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nvGrpSpPr>
          <p:cNvPr id="45061" name="Group 56"/>
          <p:cNvGrpSpPr/>
          <p:nvPr/>
        </p:nvGrpSpPr>
        <p:grpSpPr bwMode="auto">
          <a:xfrm>
            <a:off x="6948488" y="3448050"/>
            <a:ext cx="787400" cy="1206500"/>
            <a:chOff x="0" y="0"/>
            <a:chExt cx="495" cy="760"/>
          </a:xfrm>
        </p:grpSpPr>
        <p:sp>
          <p:nvSpPr>
            <p:cNvPr id="46091" name="AutoShape 44"/>
            <p:cNvSpPr/>
            <p:nvPr/>
          </p:nvSpPr>
          <p:spPr bwMode="auto">
            <a:xfrm>
              <a:off x="0" y="0"/>
              <a:ext cx="495" cy="592"/>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6490"/>
                  </a:moveTo>
                  <a:cubicBezTo>
                    <a:pt x="21383" y="2906"/>
                    <a:pt x="16600" y="0"/>
                    <a:pt x="10701" y="0"/>
                  </a:cubicBezTo>
                  <a:cubicBezTo>
                    <a:pt x="4801" y="0"/>
                    <a:pt x="18" y="2906"/>
                    <a:pt x="18" y="6490"/>
                  </a:cubicBezTo>
                  <a:cubicBezTo>
                    <a:pt x="18" y="6578"/>
                    <a:pt x="22" y="6665"/>
                    <a:pt x="28" y="6751"/>
                  </a:cubicBezTo>
                  <a:lnTo>
                    <a:pt x="7" y="6750"/>
                  </a:lnTo>
                  <a:cubicBezTo>
                    <a:pt x="7" y="6750"/>
                    <a:pt x="-217" y="9657"/>
                    <a:pt x="1994" y="14175"/>
                  </a:cubicBezTo>
                  <a:cubicBezTo>
                    <a:pt x="4204" y="18692"/>
                    <a:pt x="7792" y="21600"/>
                    <a:pt x="7792" y="21600"/>
                  </a:cubicBezTo>
                  <a:lnTo>
                    <a:pt x="8392" y="21600"/>
                  </a:lnTo>
                  <a:lnTo>
                    <a:pt x="12421" y="21600"/>
                  </a:lnTo>
                  <a:lnTo>
                    <a:pt x="13234" y="21600"/>
                  </a:lnTo>
                  <a:cubicBezTo>
                    <a:pt x="13234" y="21600"/>
                    <a:pt x="16968" y="18692"/>
                    <a:pt x="19272" y="14175"/>
                  </a:cubicBezTo>
                  <a:cubicBezTo>
                    <a:pt x="21155" y="10483"/>
                    <a:pt x="21340" y="7865"/>
                    <a:pt x="21345" y="7029"/>
                  </a:cubicBezTo>
                  <a:cubicBezTo>
                    <a:pt x="21370" y="6849"/>
                    <a:pt x="21383" y="6674"/>
                    <a:pt x="21383" y="6490"/>
                  </a:cubicBezTo>
                  <a:close/>
                  <a:moveTo>
                    <a:pt x="21383" y="6490"/>
                  </a:moveTo>
                </a:path>
              </a:pathLst>
            </a:custGeom>
            <a:solidFill>
              <a:srgbClr val="DE342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092" name="AutoShape 45"/>
            <p:cNvSpPr/>
            <p:nvPr/>
          </p:nvSpPr>
          <p:spPr bwMode="auto">
            <a:xfrm>
              <a:off x="292" y="59"/>
              <a:ext cx="203" cy="5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14959" y="0"/>
                  </a:moveTo>
                  <a:cubicBezTo>
                    <a:pt x="15029" y="305"/>
                    <a:pt x="15066" y="614"/>
                    <a:pt x="15066" y="927"/>
                  </a:cubicBezTo>
                  <a:cubicBezTo>
                    <a:pt x="15066" y="1178"/>
                    <a:pt x="15042" y="1418"/>
                    <a:pt x="14996" y="1664"/>
                  </a:cubicBezTo>
                  <a:cubicBezTo>
                    <a:pt x="14987" y="2808"/>
                    <a:pt x="14644" y="6390"/>
                    <a:pt x="11163" y="11441"/>
                  </a:cubicBezTo>
                  <a:cubicBezTo>
                    <a:pt x="6904" y="17622"/>
                    <a:pt x="0" y="21600"/>
                    <a:pt x="0" y="21600"/>
                  </a:cubicBezTo>
                  <a:lnTo>
                    <a:pt x="1569" y="21600"/>
                  </a:lnTo>
                  <a:cubicBezTo>
                    <a:pt x="1569" y="21600"/>
                    <a:pt x="10749" y="18366"/>
                    <a:pt x="16411" y="13343"/>
                  </a:cubicBezTo>
                  <a:cubicBezTo>
                    <a:pt x="21039" y="9237"/>
                    <a:pt x="21495" y="6326"/>
                    <a:pt x="21507" y="5396"/>
                  </a:cubicBezTo>
                  <a:cubicBezTo>
                    <a:pt x="21568" y="5196"/>
                    <a:pt x="21600" y="5001"/>
                    <a:pt x="21600" y="4797"/>
                  </a:cubicBezTo>
                  <a:cubicBezTo>
                    <a:pt x="21600" y="2955"/>
                    <a:pt x="19089" y="1275"/>
                    <a:pt x="14959" y="0"/>
                  </a:cubicBezTo>
                  <a:close/>
                  <a:moveTo>
                    <a:pt x="14959"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093" name="AutoShape 46"/>
            <p:cNvSpPr/>
            <p:nvPr/>
          </p:nvSpPr>
          <p:spPr bwMode="auto">
            <a:xfrm>
              <a:off x="168" y="0"/>
              <a:ext cx="158" cy="592"/>
            </a:xfrm>
            <a:custGeom>
              <a:avLst/>
              <a:gdLst>
                <a:gd name="T0" fmla="*/ 0 w 21383"/>
                <a:gd name="T1" fmla="*/ 0 h 21600"/>
                <a:gd name="T2" fmla="*/ 0 w 21383"/>
                <a:gd name="T3" fmla="*/ 0 h 21600"/>
                <a:gd name="T4" fmla="*/ 0 w 21383"/>
                <a:gd name="T5" fmla="*/ 0 h 21600"/>
                <a:gd name="T6" fmla="*/ 0 w 21383"/>
                <a:gd name="T7" fmla="*/ 0 h 21600"/>
                <a:gd name="T8" fmla="*/ 0 w 21383"/>
                <a:gd name="T9" fmla="*/ 0 h 21600"/>
                <a:gd name="T10" fmla="*/ 0 w 21383"/>
                <a:gd name="T11" fmla="*/ 0 h 21600"/>
                <a:gd name="T12" fmla="*/ 0 w 21383"/>
                <a:gd name="T13" fmla="*/ 0 h 21600"/>
                <a:gd name="T14" fmla="*/ 0 w 21383"/>
                <a:gd name="T15" fmla="*/ 0 h 21600"/>
                <a:gd name="T16" fmla="*/ 0 w 21383"/>
                <a:gd name="T17" fmla="*/ 0 h 21600"/>
                <a:gd name="T18" fmla="*/ 0 w 21383"/>
                <a:gd name="T19" fmla="*/ 0 h 21600"/>
                <a:gd name="T20" fmla="*/ 0 w 21383"/>
                <a:gd name="T21" fmla="*/ 0 h 21600"/>
                <a:gd name="T22" fmla="*/ 0 w 21383"/>
                <a:gd name="T23" fmla="*/ 0 h 21600"/>
                <a:gd name="T24" fmla="*/ 0 w 21383"/>
                <a:gd name="T25" fmla="*/ 0 h 21600"/>
                <a:gd name="T26" fmla="*/ 0 w 21383"/>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83" h="21600">
                  <a:moveTo>
                    <a:pt x="21383" y="3838"/>
                  </a:moveTo>
                  <a:cubicBezTo>
                    <a:pt x="21383" y="2544"/>
                    <a:pt x="20931" y="1325"/>
                    <a:pt x="20135" y="257"/>
                  </a:cubicBezTo>
                  <a:cubicBezTo>
                    <a:pt x="17163" y="90"/>
                    <a:pt x="14022" y="0"/>
                    <a:pt x="10771" y="0"/>
                  </a:cubicBezTo>
                  <a:cubicBezTo>
                    <a:pt x="7467" y="0"/>
                    <a:pt x="4275" y="93"/>
                    <a:pt x="1260" y="266"/>
                  </a:cubicBezTo>
                  <a:cubicBezTo>
                    <a:pt x="468" y="1332"/>
                    <a:pt x="18" y="2547"/>
                    <a:pt x="18" y="3838"/>
                  </a:cubicBezTo>
                  <a:cubicBezTo>
                    <a:pt x="18" y="3941"/>
                    <a:pt x="6" y="4143"/>
                    <a:pt x="6" y="4143"/>
                  </a:cubicBezTo>
                  <a:cubicBezTo>
                    <a:pt x="6" y="4143"/>
                    <a:pt x="-217" y="7561"/>
                    <a:pt x="1994" y="12871"/>
                  </a:cubicBezTo>
                  <a:cubicBezTo>
                    <a:pt x="4204" y="18182"/>
                    <a:pt x="7792" y="21600"/>
                    <a:pt x="7792" y="21600"/>
                  </a:cubicBezTo>
                  <a:lnTo>
                    <a:pt x="8392" y="21600"/>
                  </a:lnTo>
                  <a:lnTo>
                    <a:pt x="12421" y="21600"/>
                  </a:lnTo>
                  <a:lnTo>
                    <a:pt x="13233" y="21600"/>
                  </a:lnTo>
                  <a:cubicBezTo>
                    <a:pt x="13233" y="21600"/>
                    <a:pt x="16968" y="18182"/>
                    <a:pt x="19272" y="12871"/>
                  </a:cubicBezTo>
                  <a:cubicBezTo>
                    <a:pt x="21155" y="8531"/>
                    <a:pt x="21383" y="4053"/>
                    <a:pt x="21383" y="3838"/>
                  </a:cubicBezTo>
                  <a:close/>
                  <a:moveTo>
                    <a:pt x="21383" y="3838"/>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094" name="AutoShape 47"/>
            <p:cNvSpPr/>
            <p:nvPr/>
          </p:nvSpPr>
          <p:spPr bwMode="auto">
            <a:xfrm>
              <a:off x="0" y="59"/>
              <a:ext cx="203" cy="53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6641" y="0"/>
                  </a:moveTo>
                  <a:cubicBezTo>
                    <a:pt x="6570" y="305"/>
                    <a:pt x="6534" y="614"/>
                    <a:pt x="6534" y="927"/>
                  </a:cubicBezTo>
                  <a:cubicBezTo>
                    <a:pt x="6534" y="1178"/>
                    <a:pt x="6558" y="1418"/>
                    <a:pt x="6604" y="1664"/>
                  </a:cubicBezTo>
                  <a:cubicBezTo>
                    <a:pt x="6613" y="2808"/>
                    <a:pt x="6956" y="6390"/>
                    <a:pt x="10437" y="11441"/>
                  </a:cubicBezTo>
                  <a:cubicBezTo>
                    <a:pt x="14696" y="17622"/>
                    <a:pt x="21600" y="21600"/>
                    <a:pt x="21600" y="21600"/>
                  </a:cubicBezTo>
                  <a:lnTo>
                    <a:pt x="20031" y="21600"/>
                  </a:lnTo>
                  <a:cubicBezTo>
                    <a:pt x="20031" y="21600"/>
                    <a:pt x="10851" y="18366"/>
                    <a:pt x="5189" y="13343"/>
                  </a:cubicBezTo>
                  <a:cubicBezTo>
                    <a:pt x="561" y="9237"/>
                    <a:pt x="105" y="6326"/>
                    <a:pt x="93" y="5396"/>
                  </a:cubicBezTo>
                  <a:cubicBezTo>
                    <a:pt x="32" y="5196"/>
                    <a:pt x="0" y="5001"/>
                    <a:pt x="0" y="4797"/>
                  </a:cubicBezTo>
                  <a:cubicBezTo>
                    <a:pt x="0" y="2955"/>
                    <a:pt x="2511" y="1275"/>
                    <a:pt x="6641" y="0"/>
                  </a:cubicBezTo>
                  <a:close/>
                  <a:moveTo>
                    <a:pt x="6641" y="0"/>
                  </a:moveTo>
                </a:path>
              </a:pathLst>
            </a:custGeom>
            <a:solidFill>
              <a:srgbClr val="FFFFFF">
                <a:alpha val="20000"/>
              </a:srgbClr>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095" name="AutoShape 48"/>
            <p:cNvSpPr/>
            <p:nvPr/>
          </p:nvSpPr>
          <p:spPr bwMode="auto">
            <a:xfrm>
              <a:off x="180" y="587"/>
              <a:ext cx="128" cy="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4834"/>
                    <a:pt x="4835" y="0"/>
                    <a:pt x="10800" y="0"/>
                  </a:cubicBezTo>
                  <a:cubicBezTo>
                    <a:pt x="16765" y="0"/>
                    <a:pt x="21600" y="4834"/>
                    <a:pt x="21600" y="10800"/>
                  </a:cubicBezTo>
                  <a:cubicBezTo>
                    <a:pt x="21600" y="16766"/>
                    <a:pt x="16765" y="21600"/>
                    <a:pt x="10800" y="21600"/>
                  </a:cubicBezTo>
                  <a:cubicBezTo>
                    <a:pt x="4835" y="21600"/>
                    <a:pt x="0" y="16766"/>
                    <a:pt x="0" y="10800"/>
                  </a:cubicBezTo>
                  <a:close/>
                  <a:moveTo>
                    <a:pt x="0" y="10800"/>
                  </a:moveTo>
                </a:path>
              </a:pathLst>
            </a:custGeom>
            <a:solidFill>
              <a:srgbClr val="28313B"/>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096" name="AutoShape 49"/>
            <p:cNvSpPr/>
            <p:nvPr/>
          </p:nvSpPr>
          <p:spPr bwMode="auto">
            <a:xfrm>
              <a:off x="185" y="656"/>
              <a:ext cx="125" cy="1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17949"/>
                  </a:lnTo>
                  <a:cubicBezTo>
                    <a:pt x="0" y="19965"/>
                    <a:pt x="1576" y="21600"/>
                    <a:pt x="3521" y="21600"/>
                  </a:cubicBezTo>
                  <a:lnTo>
                    <a:pt x="18191" y="21600"/>
                  </a:lnTo>
                  <a:cubicBezTo>
                    <a:pt x="20136" y="21600"/>
                    <a:pt x="21600" y="19965"/>
                    <a:pt x="21600" y="17949"/>
                  </a:cubicBezTo>
                  <a:lnTo>
                    <a:pt x="21600" y="0"/>
                  </a:lnTo>
                  <a:cubicBezTo>
                    <a:pt x="21600" y="0"/>
                    <a:pt x="0" y="0"/>
                    <a:pt x="0" y="0"/>
                  </a:cubicBezTo>
                  <a:close/>
                  <a:moveTo>
                    <a:pt x="0" y="0"/>
                  </a:moveTo>
                </a:path>
              </a:pathLst>
            </a:custGeom>
            <a:solidFill>
              <a:srgbClr val="FFFAAE"/>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6097" name="Line 50"/>
            <p:cNvSpPr>
              <a:spLocks noChangeShapeType="1"/>
            </p:cNvSpPr>
            <p:nvPr/>
          </p:nvSpPr>
          <p:spPr bwMode="auto">
            <a:xfrm rot="10800000" flipH="1">
              <a:off x="185" y="592"/>
              <a:ext cx="0" cy="65"/>
            </a:xfrm>
            <a:prstGeom prst="line">
              <a:avLst/>
            </a:prstGeom>
            <a:noFill/>
            <a:ln w="38100">
              <a:solidFill>
                <a:srgbClr val="AC8F76"/>
              </a:solidFill>
              <a:miter lim="800000"/>
            </a:ln>
          </p:spPr>
          <p:txBody>
            <a:bodyPr lIns="0" tIns="0" rIns="0" bIns="0"/>
            <a:lstStyle/>
            <a:p>
              <a:endParaRPr lang="en-US"/>
            </a:p>
          </p:txBody>
        </p:sp>
        <p:sp>
          <p:nvSpPr>
            <p:cNvPr id="46098" name="Line 51"/>
            <p:cNvSpPr>
              <a:spLocks noChangeShapeType="1"/>
            </p:cNvSpPr>
            <p:nvPr/>
          </p:nvSpPr>
          <p:spPr bwMode="auto">
            <a:xfrm flipH="1">
              <a:off x="245" y="592"/>
              <a:ext cx="0" cy="65"/>
            </a:xfrm>
            <a:prstGeom prst="line">
              <a:avLst/>
            </a:prstGeom>
            <a:noFill/>
            <a:ln w="38100">
              <a:solidFill>
                <a:srgbClr val="AC8F76"/>
              </a:solidFill>
              <a:miter lim="800000"/>
            </a:ln>
          </p:spPr>
          <p:txBody>
            <a:bodyPr lIns="0" tIns="0" rIns="0" bIns="0"/>
            <a:lstStyle/>
            <a:p>
              <a:endParaRPr lang="en-US"/>
            </a:p>
          </p:txBody>
        </p:sp>
        <p:sp>
          <p:nvSpPr>
            <p:cNvPr id="46099" name="Line 52"/>
            <p:cNvSpPr>
              <a:spLocks noChangeShapeType="1"/>
            </p:cNvSpPr>
            <p:nvPr/>
          </p:nvSpPr>
          <p:spPr bwMode="auto">
            <a:xfrm rot="10800000" flipH="1">
              <a:off x="308" y="592"/>
              <a:ext cx="0" cy="65"/>
            </a:xfrm>
            <a:prstGeom prst="line">
              <a:avLst/>
            </a:prstGeom>
            <a:noFill/>
            <a:ln w="38100">
              <a:solidFill>
                <a:srgbClr val="AC8F76"/>
              </a:solidFill>
              <a:miter lim="800000"/>
            </a:ln>
          </p:spPr>
          <p:txBody>
            <a:bodyPr lIns="0" tIns="0" rIns="0" bIns="0"/>
            <a:lstStyle/>
            <a:p>
              <a:endParaRPr lang="en-US"/>
            </a:p>
          </p:txBody>
        </p:sp>
        <p:sp>
          <p:nvSpPr>
            <p:cNvPr id="46100" name="AutoShape 53"/>
            <p:cNvSpPr/>
            <p:nvPr/>
          </p:nvSpPr>
          <p:spPr bwMode="auto">
            <a:xfrm>
              <a:off x="246" y="654"/>
              <a:ext cx="66" cy="58"/>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0" y="0"/>
                  </a:moveTo>
                  <a:cubicBezTo>
                    <a:pt x="0" y="0"/>
                    <a:pt x="215" y="21600"/>
                    <a:pt x="10908" y="20945"/>
                  </a:cubicBezTo>
                  <a:cubicBezTo>
                    <a:pt x="21600" y="20290"/>
                    <a:pt x="18060" y="0"/>
                    <a:pt x="18060"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6101" name="AutoShape 54"/>
            <p:cNvSpPr/>
            <p:nvPr/>
          </p:nvSpPr>
          <p:spPr bwMode="auto">
            <a:xfrm>
              <a:off x="182" y="654"/>
              <a:ext cx="66" cy="58"/>
            </a:xfrm>
            <a:custGeom>
              <a:avLst/>
              <a:gdLst>
                <a:gd name="T0" fmla="*/ 0 w 18622"/>
                <a:gd name="T1" fmla="*/ 0 h 20960"/>
                <a:gd name="T2" fmla="*/ 0 w 18622"/>
                <a:gd name="T3" fmla="*/ 0 h 20960"/>
                <a:gd name="T4" fmla="*/ 0 w 18622"/>
                <a:gd name="T5" fmla="*/ 0 h 20960"/>
                <a:gd name="T6" fmla="*/ 0 60000 65536"/>
                <a:gd name="T7" fmla="*/ 0 60000 65536"/>
                <a:gd name="T8" fmla="*/ 0 60000 65536"/>
              </a:gdLst>
              <a:ahLst/>
              <a:cxnLst>
                <a:cxn ang="T6">
                  <a:pos x="T0" y="T1"/>
                </a:cxn>
                <a:cxn ang="T7">
                  <a:pos x="T2" y="T3"/>
                </a:cxn>
                <a:cxn ang="T8">
                  <a:pos x="T4" y="T5"/>
                </a:cxn>
              </a:cxnLst>
              <a:rect l="0" t="0" r="r" b="b"/>
              <a:pathLst>
                <a:path w="18622" h="20960">
                  <a:moveTo>
                    <a:pt x="18622" y="0"/>
                  </a:moveTo>
                  <a:cubicBezTo>
                    <a:pt x="18622" y="0"/>
                    <a:pt x="18407" y="21600"/>
                    <a:pt x="7714" y="20945"/>
                  </a:cubicBezTo>
                  <a:cubicBezTo>
                    <a:pt x="-2978" y="20290"/>
                    <a:pt x="562" y="0"/>
                    <a:pt x="562" y="0"/>
                  </a:cubicBezTo>
                </a:path>
              </a:pathLst>
            </a:custGeom>
            <a:noFill/>
            <a:ln w="38100" cap="flat">
              <a:solidFill>
                <a:srgbClr val="AC8F76"/>
              </a:solidFill>
              <a:prstDash val="solid"/>
              <a:miter lim="800000"/>
              <a:headEnd type="none" w="med" len="med"/>
              <a:tailEnd type="none" w="med" len="med"/>
            </a:ln>
          </p:spPr>
          <p:txBody>
            <a:bodyPr lIns="0" tIns="0" rIns="0" bIns="0"/>
            <a:lstStyle/>
            <a:p>
              <a:endParaRPr lang="en-US"/>
            </a:p>
          </p:txBody>
        </p:sp>
        <p:sp>
          <p:nvSpPr>
            <p:cNvPr id="46102" name="AutoShape 55"/>
            <p:cNvSpPr/>
            <p:nvPr/>
          </p:nvSpPr>
          <p:spPr bwMode="auto">
            <a:xfrm>
              <a:off x="185" y="738"/>
              <a:ext cx="125" cy="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0"/>
                  </a:moveTo>
                  <a:lnTo>
                    <a:pt x="0" y="4320"/>
                  </a:lnTo>
                  <a:cubicBezTo>
                    <a:pt x="0" y="13863"/>
                    <a:pt x="1576" y="21600"/>
                    <a:pt x="3521" y="21600"/>
                  </a:cubicBezTo>
                  <a:lnTo>
                    <a:pt x="18191" y="21600"/>
                  </a:lnTo>
                  <a:cubicBezTo>
                    <a:pt x="20136" y="21600"/>
                    <a:pt x="21600" y="13863"/>
                    <a:pt x="21600" y="4320"/>
                  </a:cubicBezTo>
                  <a:lnTo>
                    <a:pt x="21600" y="0"/>
                  </a:lnTo>
                  <a:cubicBezTo>
                    <a:pt x="21600" y="0"/>
                    <a:pt x="0" y="0"/>
                    <a:pt x="0" y="0"/>
                  </a:cubicBezTo>
                  <a:close/>
                  <a:moveTo>
                    <a:pt x="0" y="0"/>
                  </a:moveTo>
                </a:path>
              </a:pathLst>
            </a:custGeom>
            <a:solidFill>
              <a:srgbClr val="DAB79A"/>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nvGrpSpPr>
          <p:cNvPr id="45062" name="Group 1"/>
          <p:cNvGrpSpPr/>
          <p:nvPr/>
        </p:nvGrpSpPr>
        <p:grpSpPr bwMode="auto">
          <a:xfrm>
            <a:off x="13906500" y="3689350"/>
            <a:ext cx="9144000" cy="7550150"/>
            <a:chOff x="13906500" y="3689350"/>
            <a:chExt cx="9144000" cy="7550150"/>
          </a:xfrm>
        </p:grpSpPr>
        <p:sp>
          <p:nvSpPr>
            <p:cNvPr id="46087" name="Rectangle 27"/>
            <p:cNvSpPr/>
            <p:nvPr/>
          </p:nvSpPr>
          <p:spPr bwMode="auto">
            <a:xfrm>
              <a:off x="13906500" y="6705600"/>
              <a:ext cx="8915400" cy="698500"/>
            </a:xfrm>
            <a:prstGeom prst="rect">
              <a:avLst/>
            </a:prstGeom>
            <a:noFill/>
            <a:ln>
              <a:noFill/>
            </a:ln>
          </p:spPr>
          <p:txBody>
            <a:bodyPr lIns="0" tIns="0" rIns="0" bIns="0"/>
            <a:lstStyle/>
            <a:p>
              <a:pPr algn="l"/>
              <a:r>
                <a:rPr lang="en-US" sz="3600" b="1">
                  <a:solidFill>
                    <a:srgbClr val="FFFFFF"/>
                  </a:solidFill>
                  <a:latin typeface="Open Sans Bold" charset="0"/>
                  <a:ea typeface="MS PGothic" panose="020B0600070205080204" charset="-128"/>
                  <a:cs typeface="MS PGothic" panose="020B0600070205080204" charset="-128"/>
                  <a:sym typeface="Open Sans Bold" charset="0"/>
                </a:rPr>
                <a:t>Acquired customers from Twitter</a:t>
              </a:r>
              <a:endParaRPr lang="en-US" sz="3600" b="1">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46088" name="Rectangle 28"/>
            <p:cNvSpPr/>
            <p:nvPr/>
          </p:nvSpPr>
          <p:spPr bwMode="auto">
            <a:xfrm>
              <a:off x="13906500" y="3689350"/>
              <a:ext cx="9042400" cy="2527300"/>
            </a:xfrm>
            <a:prstGeom prst="rect">
              <a:avLst/>
            </a:prstGeom>
            <a:noFill/>
            <a:ln>
              <a:noFill/>
            </a:ln>
          </p:spPr>
          <p:txBody>
            <a:bodyPr lIns="0" tIns="0" rIns="0" bIns="0" anchor="ctr"/>
            <a:lstStyle/>
            <a:p>
              <a:pPr algn="l"/>
              <a:r>
                <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Mobile Traffic</a:t>
              </a:r>
              <a:endPar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endParaRPr>
            </a:p>
            <a:p>
              <a:pPr algn="l"/>
              <a:r>
                <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Source!</a:t>
              </a:r>
              <a:endPar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46089" name="Rectangle 19"/>
            <p:cNvSpPr/>
            <p:nvPr/>
          </p:nvSpPr>
          <p:spPr bwMode="auto">
            <a:xfrm>
              <a:off x="13944600" y="8229600"/>
              <a:ext cx="9105900" cy="3009900"/>
            </a:xfrm>
            <a:prstGeom prst="rect">
              <a:avLst/>
            </a:prstGeom>
            <a:noFill/>
            <a:ln>
              <a:noFill/>
            </a:ln>
          </p:spPr>
          <p:txBody>
            <a:bodyPr lIns="0" tIns="0" rIns="0" bIns="0"/>
            <a:lstStyle/>
            <a:p>
              <a:pPr algn="l"/>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quam.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7A8"/>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rPr>
                <a:t>.</a:t>
              </a:r>
              <a:endParaRPr lang="en-US" sz="2400" dirty="0">
                <a:solidFill>
                  <a:srgbClr val="9AA7A8"/>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46090" name="Line 20"/>
            <p:cNvSpPr>
              <a:spLocks noChangeShapeType="1"/>
            </p:cNvSpPr>
            <p:nvPr/>
          </p:nvSpPr>
          <p:spPr bwMode="auto">
            <a:xfrm>
              <a:off x="13944600" y="7708900"/>
              <a:ext cx="8877300" cy="0"/>
            </a:xfrm>
            <a:prstGeom prst="line">
              <a:avLst/>
            </a:prstGeom>
            <a:noFill/>
            <a:ln w="12700">
              <a:solidFill>
                <a:srgbClr val="FFFFFF">
                  <a:alpha val="70195"/>
                </a:srgbClr>
              </a:solidFill>
              <a:miter lim="800000"/>
            </a:ln>
          </p:spPr>
          <p:txBody>
            <a:bodyPr lIns="0" tIns="0" rIns="0" bIns="0"/>
            <a:lstStyle/>
            <a:p>
              <a:endParaRPr lang="en-US"/>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200"/>
                                  </p:stCondLst>
                                  <p:childTnLst>
                                    <p:set>
                                      <p:cBhvr>
                                        <p:cTn id="6" dur="1" fill="hold">
                                          <p:stCondLst>
                                            <p:cond delay="0"/>
                                          </p:stCondLst>
                                        </p:cTn>
                                        <p:tgtEl>
                                          <p:spTgt spid="45059"/>
                                        </p:tgtEl>
                                        <p:attrNameLst>
                                          <p:attrName>style.visibility</p:attrName>
                                        </p:attrNameLst>
                                      </p:cBhvr>
                                      <p:to>
                                        <p:strVal val="visible"/>
                                      </p:to>
                                    </p:set>
                                    <p:animEffect transition="in" filter="fade">
                                      <p:cBhvr>
                                        <p:cTn id="7" dur="1000"/>
                                        <p:tgtEl>
                                          <p:spTgt spid="45059"/>
                                        </p:tgtEl>
                                      </p:cBhvr>
                                    </p:animEffect>
                                    <p:anim calcmode="lin" valueType="num">
                                      <p:cBhvr>
                                        <p:cTn id="8" dur="1000" fill="hold"/>
                                        <p:tgtEl>
                                          <p:spTgt spid="45059"/>
                                        </p:tgtEl>
                                        <p:attrNameLst>
                                          <p:attrName>ppt_x</p:attrName>
                                        </p:attrNameLst>
                                      </p:cBhvr>
                                      <p:tavLst>
                                        <p:tav tm="0">
                                          <p:val>
                                            <p:strVal val="#ppt_x"/>
                                          </p:val>
                                        </p:tav>
                                        <p:tav tm="100000">
                                          <p:val>
                                            <p:strVal val="#ppt_x"/>
                                          </p:val>
                                        </p:tav>
                                      </p:tavLst>
                                    </p:anim>
                                    <p:anim calcmode="lin" valueType="num">
                                      <p:cBhvr>
                                        <p:cTn id="9" dur="900" decel="100000" fill="hold"/>
                                        <p:tgtEl>
                                          <p:spTgt spid="4505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5059"/>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400"/>
                                  </p:stCondLst>
                                  <p:childTnLst>
                                    <p:set>
                                      <p:cBhvr>
                                        <p:cTn id="12" dur="1" fill="hold">
                                          <p:stCondLst>
                                            <p:cond delay="0"/>
                                          </p:stCondLst>
                                        </p:cTn>
                                        <p:tgtEl>
                                          <p:spTgt spid="45060"/>
                                        </p:tgtEl>
                                        <p:attrNameLst>
                                          <p:attrName>style.visibility</p:attrName>
                                        </p:attrNameLst>
                                      </p:cBhvr>
                                      <p:to>
                                        <p:strVal val="visible"/>
                                      </p:to>
                                    </p:set>
                                    <p:animEffect transition="in" filter="fade">
                                      <p:cBhvr>
                                        <p:cTn id="13" dur="1000"/>
                                        <p:tgtEl>
                                          <p:spTgt spid="45060"/>
                                        </p:tgtEl>
                                      </p:cBhvr>
                                    </p:animEffect>
                                    <p:anim calcmode="lin" valueType="num">
                                      <p:cBhvr>
                                        <p:cTn id="14" dur="1000" fill="hold"/>
                                        <p:tgtEl>
                                          <p:spTgt spid="45060"/>
                                        </p:tgtEl>
                                        <p:attrNameLst>
                                          <p:attrName>ppt_x</p:attrName>
                                        </p:attrNameLst>
                                      </p:cBhvr>
                                      <p:tavLst>
                                        <p:tav tm="0">
                                          <p:val>
                                            <p:strVal val="#ppt_x"/>
                                          </p:val>
                                        </p:tav>
                                        <p:tav tm="100000">
                                          <p:val>
                                            <p:strVal val="#ppt_x"/>
                                          </p:val>
                                        </p:tav>
                                      </p:tavLst>
                                    </p:anim>
                                    <p:anim calcmode="lin" valueType="num">
                                      <p:cBhvr>
                                        <p:cTn id="15" dur="900" decel="100000" fill="hold"/>
                                        <p:tgtEl>
                                          <p:spTgt spid="45060"/>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5060"/>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600"/>
                                  </p:stCondLst>
                                  <p:childTnLst>
                                    <p:set>
                                      <p:cBhvr>
                                        <p:cTn id="18" dur="1" fill="hold">
                                          <p:stCondLst>
                                            <p:cond delay="0"/>
                                          </p:stCondLst>
                                        </p:cTn>
                                        <p:tgtEl>
                                          <p:spTgt spid="45061"/>
                                        </p:tgtEl>
                                        <p:attrNameLst>
                                          <p:attrName>style.visibility</p:attrName>
                                        </p:attrNameLst>
                                      </p:cBhvr>
                                      <p:to>
                                        <p:strVal val="visible"/>
                                      </p:to>
                                    </p:set>
                                    <p:animEffect transition="in" filter="fade">
                                      <p:cBhvr>
                                        <p:cTn id="19" dur="1000"/>
                                        <p:tgtEl>
                                          <p:spTgt spid="45061"/>
                                        </p:tgtEl>
                                      </p:cBhvr>
                                    </p:animEffect>
                                    <p:anim calcmode="lin" valueType="num">
                                      <p:cBhvr>
                                        <p:cTn id="20" dur="1000" fill="hold"/>
                                        <p:tgtEl>
                                          <p:spTgt spid="45061"/>
                                        </p:tgtEl>
                                        <p:attrNameLst>
                                          <p:attrName>ppt_x</p:attrName>
                                        </p:attrNameLst>
                                      </p:cBhvr>
                                      <p:tavLst>
                                        <p:tav tm="0">
                                          <p:val>
                                            <p:strVal val="#ppt_x"/>
                                          </p:val>
                                        </p:tav>
                                        <p:tav tm="100000">
                                          <p:val>
                                            <p:strVal val="#ppt_x"/>
                                          </p:val>
                                        </p:tav>
                                      </p:tavLst>
                                    </p:anim>
                                    <p:anim calcmode="lin" valueType="num">
                                      <p:cBhvr>
                                        <p:cTn id="21" dur="900" decel="100000" fill="hold"/>
                                        <p:tgtEl>
                                          <p:spTgt spid="45061"/>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45061"/>
                                        </p:tgtEl>
                                        <p:attrNameLst>
                                          <p:attrName>ppt_y</p:attrName>
                                        </p:attrNameLst>
                                      </p:cBhvr>
                                      <p:tavLst>
                                        <p:tav tm="0">
                                          <p:val>
                                            <p:strVal val="#ppt_y-.03"/>
                                          </p:val>
                                        </p:tav>
                                        <p:tav tm="100000">
                                          <p:val>
                                            <p:strVal val="#ppt_y"/>
                                          </p:val>
                                        </p:tav>
                                      </p:tavLst>
                                    </p:anim>
                                  </p:childTnLst>
                                </p:cTn>
                              </p:par>
                              <p:par>
                                <p:cTn id="23" presetID="49" presetClass="entr" presetSubtype="0" decel="100000" fill="hold" nodeType="withEffect">
                                  <p:stCondLst>
                                    <p:cond delay="0"/>
                                  </p:stCondLst>
                                  <p:childTnLst>
                                    <p:set>
                                      <p:cBhvr>
                                        <p:cTn id="24" dur="1" fill="hold">
                                          <p:stCondLst>
                                            <p:cond delay="0"/>
                                          </p:stCondLst>
                                        </p:cTn>
                                        <p:tgtEl>
                                          <p:spTgt spid="45062"/>
                                        </p:tgtEl>
                                        <p:attrNameLst>
                                          <p:attrName>style.visibility</p:attrName>
                                        </p:attrNameLst>
                                      </p:cBhvr>
                                      <p:to>
                                        <p:strVal val="visible"/>
                                      </p:to>
                                    </p:set>
                                    <p:anim calcmode="lin" valueType="num">
                                      <p:cBhvr>
                                        <p:cTn id="25" dur="500" fill="hold"/>
                                        <p:tgtEl>
                                          <p:spTgt spid="45062"/>
                                        </p:tgtEl>
                                        <p:attrNameLst>
                                          <p:attrName>ppt_w</p:attrName>
                                        </p:attrNameLst>
                                      </p:cBhvr>
                                      <p:tavLst>
                                        <p:tav tm="0">
                                          <p:val>
                                            <p:fltVal val="0"/>
                                          </p:val>
                                        </p:tav>
                                        <p:tav tm="100000">
                                          <p:val>
                                            <p:strVal val="#ppt_w"/>
                                          </p:val>
                                        </p:tav>
                                      </p:tavLst>
                                    </p:anim>
                                    <p:anim calcmode="lin" valueType="num">
                                      <p:cBhvr>
                                        <p:cTn id="26" dur="500" fill="hold"/>
                                        <p:tgtEl>
                                          <p:spTgt spid="45062"/>
                                        </p:tgtEl>
                                        <p:attrNameLst>
                                          <p:attrName>ppt_h</p:attrName>
                                        </p:attrNameLst>
                                      </p:cBhvr>
                                      <p:tavLst>
                                        <p:tav tm="0">
                                          <p:val>
                                            <p:fltVal val="0"/>
                                          </p:val>
                                        </p:tav>
                                        <p:tav tm="100000">
                                          <p:val>
                                            <p:strVal val="#ppt_h"/>
                                          </p:val>
                                        </p:tav>
                                      </p:tavLst>
                                    </p:anim>
                                    <p:anim calcmode="lin" valueType="num">
                                      <p:cBhvr>
                                        <p:cTn id="27" dur="500" fill="hold"/>
                                        <p:tgtEl>
                                          <p:spTgt spid="45062"/>
                                        </p:tgtEl>
                                        <p:attrNameLst>
                                          <p:attrName>style.rotation</p:attrName>
                                        </p:attrNameLst>
                                      </p:cBhvr>
                                      <p:tavLst>
                                        <p:tav tm="0">
                                          <p:val>
                                            <p:fltVal val="360"/>
                                          </p:val>
                                        </p:tav>
                                        <p:tav tm="100000">
                                          <p:val>
                                            <p:fltVal val="0"/>
                                          </p:val>
                                        </p:tav>
                                      </p:tavLst>
                                    </p:anim>
                                    <p:animEffect transition="in" filter="fade">
                                      <p:cBhvr>
                                        <p:cTn id="28" dur="500"/>
                                        <p:tgtEl>
                                          <p:spTgt spid="45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
          <p:cNvSpPr/>
          <p:nvPr/>
        </p:nvSpPr>
        <p:spPr bwMode="auto">
          <a:xfrm>
            <a:off x="1357313" y="919803"/>
            <a:ext cx="4161524" cy="1246495"/>
          </a:xfrm>
          <a:prstGeom prst="rect">
            <a:avLst/>
          </a:prstGeom>
          <a:noFill/>
          <a:ln>
            <a:noFill/>
          </a:ln>
        </p:spPr>
        <p:txBody>
          <a:bodyPr wrap="none" lIns="0" tIns="0" rIns="0" bIns="0" anchor="ctr">
            <a:spAutoFit/>
          </a:bodyPr>
          <a:lstStyle/>
          <a:p>
            <a:pPr algn="l"/>
            <a:r>
              <a:rPr lang="en-US" sz="8100" dirty="0" err="1">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Linkedin</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46082" name="Group 6"/>
          <p:cNvGrpSpPr/>
          <p:nvPr/>
        </p:nvGrpSpPr>
        <p:grpSpPr bwMode="auto">
          <a:xfrm>
            <a:off x="1828800" y="4171950"/>
            <a:ext cx="7747000" cy="6915150"/>
            <a:chOff x="1828800" y="4171950"/>
            <a:chExt cx="7747000" cy="6915150"/>
          </a:xfrm>
        </p:grpSpPr>
        <p:sp>
          <p:nvSpPr>
            <p:cNvPr id="47228" name="Rectangle 2"/>
            <p:cNvSpPr/>
            <p:nvPr/>
          </p:nvSpPr>
          <p:spPr bwMode="auto">
            <a:xfrm>
              <a:off x="1968500" y="4171950"/>
              <a:ext cx="7607300" cy="2527300"/>
            </a:xfrm>
            <a:prstGeom prst="rect">
              <a:avLst/>
            </a:prstGeom>
            <a:noFill/>
            <a:ln>
              <a:noFill/>
            </a:ln>
          </p:spPr>
          <p:txBody>
            <a:bodyPr lIns="0" tIns="0" rIns="0" bIns="0" anchor="ctr"/>
            <a:lstStyle/>
            <a:p>
              <a:pPr algn="r"/>
              <a:r>
                <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rPr>
                <a:t>Corporate Websites</a:t>
              </a:r>
              <a:endParaRPr lang="en-US" sz="9600" dirty="0">
                <a:solidFill>
                  <a:srgbClr val="F8A22E"/>
                </a:solidFill>
                <a:latin typeface="微软雅黑" panose="020B0503020204020204" charset="-122"/>
                <a:ea typeface="MS PGothic" panose="020B0600070205080204" charset="-128"/>
                <a:cs typeface="MS PGothic" panose="020B0600070205080204" charset="-128"/>
                <a:sym typeface="Diavlo Black Regular" charset="0"/>
              </a:endParaRPr>
            </a:p>
          </p:txBody>
        </p:sp>
        <p:sp>
          <p:nvSpPr>
            <p:cNvPr id="47229" name="Rectangle 3"/>
            <p:cNvSpPr/>
            <p:nvPr/>
          </p:nvSpPr>
          <p:spPr bwMode="auto">
            <a:xfrm>
              <a:off x="1828800" y="7086600"/>
              <a:ext cx="7747000" cy="914400"/>
            </a:xfrm>
            <a:prstGeom prst="rect">
              <a:avLst/>
            </a:prstGeom>
            <a:noFill/>
            <a:ln>
              <a:noFill/>
            </a:ln>
          </p:spPr>
          <p:txBody>
            <a:bodyPr lIns="0" tIns="0" rIns="0" bIns="0"/>
            <a:lstStyle/>
            <a:p>
              <a:pPr algn="r"/>
              <a:r>
                <a:rPr lang="en-US" sz="2400" b="1">
                  <a:solidFill>
                    <a:srgbClr val="FFFFFF"/>
                  </a:solidFill>
                  <a:latin typeface="Open Sans Bold" charset="0"/>
                  <a:ea typeface="MS PGothic" panose="020B0600070205080204" charset="-128"/>
                  <a:cs typeface="MS PGothic" panose="020B0600070205080204" charset="-128"/>
                  <a:sym typeface="Open Sans Bold" charset="0"/>
                </a:rPr>
                <a:t>Linkedin is responsible for </a:t>
              </a:r>
              <a:r>
                <a:rPr lang="en-US" sz="2400" b="1">
                  <a:solidFill>
                    <a:srgbClr val="F8A22E"/>
                  </a:solidFill>
                  <a:latin typeface="Open Sans Bold" charset="0"/>
                  <a:ea typeface="MS PGothic" panose="020B0600070205080204" charset="-128"/>
                  <a:cs typeface="MS PGothic" panose="020B0600070205080204" charset="-128"/>
                  <a:sym typeface="Open Sans Bold" charset="0"/>
                </a:rPr>
                <a:t>64%</a:t>
              </a:r>
              <a:r>
                <a:rPr lang="en-US" sz="2400" b="1">
                  <a:solidFill>
                    <a:srgbClr val="FFFFFF"/>
                  </a:solidFill>
                  <a:latin typeface="Open Sans Bold" charset="0"/>
                  <a:ea typeface="MS PGothic" panose="020B0600070205080204" charset="-128"/>
                  <a:cs typeface="MS PGothic" panose="020B0600070205080204" charset="-128"/>
                  <a:sym typeface="Open Sans Bold" charset="0"/>
                </a:rPr>
                <a:t> of all visits from social media channels to corporate websites</a:t>
              </a:r>
              <a:endParaRPr lang="en-US" sz="2400" b="1">
                <a:solidFill>
                  <a:srgbClr val="FFFFFF"/>
                </a:solidFill>
                <a:latin typeface="Open Sans Bold" charset="0"/>
                <a:ea typeface="MS PGothic" panose="020B0600070205080204" charset="-128"/>
                <a:cs typeface="MS PGothic" panose="020B0600070205080204" charset="-128"/>
                <a:sym typeface="Open Sans Bold" charset="0"/>
              </a:endParaRPr>
            </a:p>
          </p:txBody>
        </p:sp>
        <p:sp>
          <p:nvSpPr>
            <p:cNvPr id="47230" name="Rectangle 4"/>
            <p:cNvSpPr/>
            <p:nvPr/>
          </p:nvSpPr>
          <p:spPr bwMode="auto">
            <a:xfrm>
              <a:off x="1828800" y="8915400"/>
              <a:ext cx="7747000" cy="2171700"/>
            </a:xfrm>
            <a:prstGeom prst="rect">
              <a:avLst/>
            </a:prstGeom>
            <a:noFill/>
            <a:ln>
              <a:noFill/>
            </a:ln>
          </p:spPr>
          <p:txBody>
            <a:bodyPr lIns="0" tIns="0" rIns="0" bIns="0"/>
            <a:lstStyle/>
            <a:p>
              <a:pPr algn="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Praesent</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commodo</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cursus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magna,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vel</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scelerisque</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nisl</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et.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Nulla</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vitae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elit</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libero</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pharetra</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augue</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Donec</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sed</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dui.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mattis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consectetur</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purus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sit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amet</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fermentum</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Cras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justo</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odio</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dapibus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ac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facilisis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in,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egestas</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a:t>
              </a:r>
              <a:r>
                <a:rPr lang="en-US" sz="2400" dirty="0" err="1">
                  <a:solidFill>
                    <a:srgbClr val="9AA8A9"/>
                  </a:solidFill>
                  <a:latin typeface="微软雅黑" panose="020B0503020204020204" charset="-122"/>
                  <a:ea typeface="MS PGothic" panose="020B0600070205080204" charset="-128"/>
                  <a:cs typeface="MS PGothic" panose="020B0600070205080204" charset="-128"/>
                  <a:sym typeface="Open Sans" charset="0"/>
                </a:rPr>
                <a:t>eget</a:t>
              </a:r>
              <a:r>
                <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rPr>
                <a:t> quam.</a:t>
              </a:r>
              <a:endParaRPr lang="en-US" sz="2400" dirty="0">
                <a:solidFill>
                  <a:srgbClr val="9AA8A9"/>
                </a:solidFill>
                <a:latin typeface="微软雅黑" panose="020B0503020204020204" charset="-122"/>
                <a:ea typeface="MS PGothic" panose="020B0600070205080204" charset="-128"/>
                <a:cs typeface="MS PGothic" panose="020B0600070205080204" charset="-128"/>
                <a:sym typeface="Open Sans" charset="0"/>
              </a:endParaRPr>
            </a:p>
          </p:txBody>
        </p:sp>
        <p:sp>
          <p:nvSpPr>
            <p:cNvPr id="47231" name="Line 5"/>
            <p:cNvSpPr>
              <a:spLocks noChangeShapeType="1"/>
            </p:cNvSpPr>
            <p:nvPr/>
          </p:nvSpPr>
          <p:spPr bwMode="auto">
            <a:xfrm>
              <a:off x="1854200" y="8331200"/>
              <a:ext cx="7721600" cy="0"/>
            </a:xfrm>
            <a:prstGeom prst="line">
              <a:avLst/>
            </a:prstGeom>
            <a:noFill/>
            <a:ln w="12700">
              <a:solidFill>
                <a:srgbClr val="FFFFFF">
                  <a:alpha val="70195"/>
                </a:srgbClr>
              </a:solidFill>
              <a:miter lim="800000"/>
            </a:ln>
          </p:spPr>
          <p:txBody>
            <a:bodyPr lIns="0" tIns="0" rIns="0" bIns="0"/>
            <a:lstStyle/>
            <a:p>
              <a:endParaRPr lang="en-US"/>
            </a:p>
          </p:txBody>
        </p:sp>
      </p:grpSp>
      <p:grpSp>
        <p:nvGrpSpPr>
          <p:cNvPr id="47107" name="Group 51"/>
          <p:cNvGrpSpPr/>
          <p:nvPr/>
        </p:nvGrpSpPr>
        <p:grpSpPr bwMode="auto">
          <a:xfrm>
            <a:off x="13293725" y="595313"/>
            <a:ext cx="7632700" cy="2628900"/>
            <a:chOff x="0" y="0"/>
            <a:chExt cx="4808" cy="1655"/>
          </a:xfrm>
        </p:grpSpPr>
        <p:grpSp>
          <p:nvGrpSpPr>
            <p:cNvPr id="47183" name="Group 20"/>
            <p:cNvGrpSpPr/>
            <p:nvPr/>
          </p:nvGrpSpPr>
          <p:grpSpPr bwMode="auto">
            <a:xfrm>
              <a:off x="0" y="0"/>
              <a:ext cx="1506" cy="1655"/>
              <a:chOff x="0" y="0"/>
              <a:chExt cx="1506" cy="1655"/>
            </a:xfrm>
          </p:grpSpPr>
          <p:sp>
            <p:nvSpPr>
              <p:cNvPr id="47214" name="Freeform 6"/>
              <p:cNvSpPr/>
              <p:nvPr/>
            </p:nvSpPr>
            <p:spPr bwMode="auto">
              <a:xfrm flipH="1">
                <a:off x="754" y="522"/>
                <a:ext cx="320" cy="79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15" name="Freeform 7"/>
              <p:cNvSpPr/>
              <p:nvPr/>
            </p:nvSpPr>
            <p:spPr bwMode="auto">
              <a:xfrm>
                <a:off x="440" y="523"/>
                <a:ext cx="320" cy="79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16" name="Freeform 8"/>
              <p:cNvSpPr/>
              <p:nvPr/>
            </p:nvSpPr>
            <p:spPr bwMode="auto">
              <a:xfrm>
                <a:off x="0" y="699"/>
                <a:ext cx="328" cy="956"/>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17" name="Freeform 9"/>
              <p:cNvSpPr/>
              <p:nvPr/>
            </p:nvSpPr>
            <p:spPr bwMode="auto">
              <a:xfrm>
                <a:off x="262" y="633"/>
                <a:ext cx="490" cy="10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218" name="Group 12"/>
              <p:cNvGrpSpPr/>
              <p:nvPr/>
            </p:nvGrpSpPr>
            <p:grpSpPr bwMode="auto">
              <a:xfrm flipH="1">
                <a:off x="754" y="632"/>
                <a:ext cx="752" cy="1023"/>
                <a:chOff x="0" y="0"/>
                <a:chExt cx="752" cy="1022"/>
              </a:xfrm>
            </p:grpSpPr>
            <p:sp>
              <p:nvSpPr>
                <p:cNvPr id="47226" name="Freeform 10"/>
                <p:cNvSpPr/>
                <p:nvPr/>
              </p:nvSpPr>
              <p:spPr bwMode="auto">
                <a:xfrm>
                  <a:off x="0" y="66"/>
                  <a:ext cx="328" cy="956"/>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27" name="Freeform 11"/>
                <p:cNvSpPr/>
                <p:nvPr/>
              </p:nvSpPr>
              <p:spPr bwMode="auto">
                <a:xfrm>
                  <a:off x="262" y="0"/>
                  <a:ext cx="490" cy="10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219" name="Freeform 13"/>
              <p:cNvSpPr/>
              <p:nvPr/>
            </p:nvSpPr>
            <p:spPr bwMode="auto">
              <a:xfrm>
                <a:off x="498" y="633"/>
                <a:ext cx="248" cy="8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20" name="Freeform 14"/>
              <p:cNvSpPr/>
              <p:nvPr/>
            </p:nvSpPr>
            <p:spPr bwMode="auto">
              <a:xfrm flipH="1">
                <a:off x="759" y="643"/>
                <a:ext cx="249" cy="8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221" name="Group 19"/>
              <p:cNvGrpSpPr/>
              <p:nvPr/>
            </p:nvGrpSpPr>
            <p:grpSpPr bwMode="auto">
              <a:xfrm>
                <a:off x="471" y="0"/>
                <a:ext cx="583" cy="733"/>
                <a:chOff x="0" y="0"/>
                <a:chExt cx="583" cy="733"/>
              </a:xfrm>
            </p:grpSpPr>
            <p:grpSp>
              <p:nvGrpSpPr>
                <p:cNvPr id="47222" name="Group 17"/>
                <p:cNvGrpSpPr/>
                <p:nvPr/>
              </p:nvGrpSpPr>
              <p:grpSpPr bwMode="auto">
                <a:xfrm>
                  <a:off x="51" y="92"/>
                  <a:ext cx="471" cy="641"/>
                  <a:chOff x="0" y="0"/>
                  <a:chExt cx="471" cy="641"/>
                </a:xfrm>
              </p:grpSpPr>
              <p:sp>
                <p:nvSpPr>
                  <p:cNvPr id="47224" name="Freeform 15"/>
                  <p:cNvSpPr/>
                  <p:nvPr/>
                </p:nvSpPr>
                <p:spPr bwMode="auto">
                  <a:xfrm>
                    <a:off x="0" y="0"/>
                    <a:ext cx="310" cy="641"/>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25" name="Freeform 16"/>
                  <p:cNvSpPr/>
                  <p:nvPr/>
                </p:nvSpPr>
                <p:spPr bwMode="auto">
                  <a:xfrm flipH="1">
                    <a:off x="160" y="0"/>
                    <a:ext cx="311" cy="640"/>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223" name="Freeform 18"/>
                <p:cNvSpPr/>
                <p:nvPr/>
              </p:nvSpPr>
              <p:spPr bwMode="auto">
                <a:xfrm>
                  <a:off x="0" y="0"/>
                  <a:ext cx="583" cy="533"/>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grpSp>
          <p:nvGrpSpPr>
            <p:cNvPr id="47184" name="Group 35"/>
            <p:cNvGrpSpPr/>
            <p:nvPr/>
          </p:nvGrpSpPr>
          <p:grpSpPr bwMode="auto">
            <a:xfrm>
              <a:off x="1647" y="0"/>
              <a:ext cx="1507" cy="1655"/>
              <a:chOff x="0" y="0"/>
              <a:chExt cx="1506" cy="1655"/>
            </a:xfrm>
          </p:grpSpPr>
          <p:sp>
            <p:nvSpPr>
              <p:cNvPr id="47200" name="Freeform 21"/>
              <p:cNvSpPr/>
              <p:nvPr/>
            </p:nvSpPr>
            <p:spPr bwMode="auto">
              <a:xfrm flipH="1">
                <a:off x="754" y="522"/>
                <a:ext cx="320" cy="79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01" name="Freeform 22"/>
              <p:cNvSpPr/>
              <p:nvPr/>
            </p:nvSpPr>
            <p:spPr bwMode="auto">
              <a:xfrm>
                <a:off x="440" y="523"/>
                <a:ext cx="320" cy="79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02" name="Freeform 23"/>
              <p:cNvSpPr/>
              <p:nvPr/>
            </p:nvSpPr>
            <p:spPr bwMode="auto">
              <a:xfrm>
                <a:off x="0" y="699"/>
                <a:ext cx="328" cy="956"/>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03" name="Freeform 24"/>
              <p:cNvSpPr/>
              <p:nvPr/>
            </p:nvSpPr>
            <p:spPr bwMode="auto">
              <a:xfrm>
                <a:off x="262" y="633"/>
                <a:ext cx="490" cy="10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204" name="Group 27"/>
              <p:cNvGrpSpPr/>
              <p:nvPr/>
            </p:nvGrpSpPr>
            <p:grpSpPr bwMode="auto">
              <a:xfrm flipH="1">
                <a:off x="754" y="632"/>
                <a:ext cx="752" cy="1023"/>
                <a:chOff x="0" y="0"/>
                <a:chExt cx="752" cy="1022"/>
              </a:xfrm>
            </p:grpSpPr>
            <p:sp>
              <p:nvSpPr>
                <p:cNvPr id="47212" name="Freeform 25"/>
                <p:cNvSpPr/>
                <p:nvPr/>
              </p:nvSpPr>
              <p:spPr bwMode="auto">
                <a:xfrm>
                  <a:off x="0" y="66"/>
                  <a:ext cx="328" cy="956"/>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13" name="Freeform 26"/>
                <p:cNvSpPr/>
                <p:nvPr/>
              </p:nvSpPr>
              <p:spPr bwMode="auto">
                <a:xfrm>
                  <a:off x="262" y="0"/>
                  <a:ext cx="490" cy="10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205" name="Freeform 28"/>
              <p:cNvSpPr/>
              <p:nvPr/>
            </p:nvSpPr>
            <p:spPr bwMode="auto">
              <a:xfrm>
                <a:off x="498" y="633"/>
                <a:ext cx="248" cy="8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06" name="Freeform 29"/>
              <p:cNvSpPr/>
              <p:nvPr/>
            </p:nvSpPr>
            <p:spPr bwMode="auto">
              <a:xfrm flipH="1">
                <a:off x="759" y="643"/>
                <a:ext cx="249" cy="8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207" name="Group 34"/>
              <p:cNvGrpSpPr/>
              <p:nvPr/>
            </p:nvGrpSpPr>
            <p:grpSpPr bwMode="auto">
              <a:xfrm>
                <a:off x="471" y="0"/>
                <a:ext cx="583" cy="733"/>
                <a:chOff x="0" y="0"/>
                <a:chExt cx="583" cy="733"/>
              </a:xfrm>
            </p:grpSpPr>
            <p:grpSp>
              <p:nvGrpSpPr>
                <p:cNvPr id="47208" name="Group 32"/>
                <p:cNvGrpSpPr/>
                <p:nvPr/>
              </p:nvGrpSpPr>
              <p:grpSpPr bwMode="auto">
                <a:xfrm>
                  <a:off x="51" y="92"/>
                  <a:ext cx="471" cy="641"/>
                  <a:chOff x="0" y="0"/>
                  <a:chExt cx="471" cy="641"/>
                </a:xfrm>
              </p:grpSpPr>
              <p:sp>
                <p:nvSpPr>
                  <p:cNvPr id="47210" name="Freeform 30"/>
                  <p:cNvSpPr/>
                  <p:nvPr/>
                </p:nvSpPr>
                <p:spPr bwMode="auto">
                  <a:xfrm>
                    <a:off x="0" y="0"/>
                    <a:ext cx="310" cy="641"/>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211" name="Freeform 31"/>
                  <p:cNvSpPr/>
                  <p:nvPr/>
                </p:nvSpPr>
                <p:spPr bwMode="auto">
                  <a:xfrm flipH="1">
                    <a:off x="160" y="0"/>
                    <a:ext cx="311" cy="640"/>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209" name="Freeform 33"/>
                <p:cNvSpPr/>
                <p:nvPr/>
              </p:nvSpPr>
              <p:spPr bwMode="auto">
                <a:xfrm>
                  <a:off x="0" y="0"/>
                  <a:ext cx="583" cy="533"/>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grpSp>
          <p:nvGrpSpPr>
            <p:cNvPr id="47185" name="Group 50"/>
            <p:cNvGrpSpPr/>
            <p:nvPr/>
          </p:nvGrpSpPr>
          <p:grpSpPr bwMode="auto">
            <a:xfrm>
              <a:off x="3301" y="0"/>
              <a:ext cx="1507" cy="1655"/>
              <a:chOff x="0" y="0"/>
              <a:chExt cx="1506" cy="1655"/>
            </a:xfrm>
          </p:grpSpPr>
          <p:sp>
            <p:nvSpPr>
              <p:cNvPr id="47186" name="Freeform 36"/>
              <p:cNvSpPr/>
              <p:nvPr/>
            </p:nvSpPr>
            <p:spPr bwMode="auto">
              <a:xfrm flipH="1">
                <a:off x="754" y="522"/>
                <a:ext cx="320" cy="79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87" name="Freeform 37"/>
              <p:cNvSpPr/>
              <p:nvPr/>
            </p:nvSpPr>
            <p:spPr bwMode="auto">
              <a:xfrm>
                <a:off x="440" y="523"/>
                <a:ext cx="320" cy="79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88" name="Freeform 38"/>
              <p:cNvSpPr/>
              <p:nvPr/>
            </p:nvSpPr>
            <p:spPr bwMode="auto">
              <a:xfrm>
                <a:off x="0" y="699"/>
                <a:ext cx="328" cy="956"/>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89" name="Freeform 39"/>
              <p:cNvSpPr/>
              <p:nvPr/>
            </p:nvSpPr>
            <p:spPr bwMode="auto">
              <a:xfrm>
                <a:off x="262" y="633"/>
                <a:ext cx="490" cy="10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90" name="Group 42"/>
              <p:cNvGrpSpPr/>
              <p:nvPr/>
            </p:nvGrpSpPr>
            <p:grpSpPr bwMode="auto">
              <a:xfrm flipH="1">
                <a:off x="754" y="632"/>
                <a:ext cx="752" cy="1023"/>
                <a:chOff x="0" y="0"/>
                <a:chExt cx="752" cy="1022"/>
              </a:xfrm>
            </p:grpSpPr>
            <p:sp>
              <p:nvSpPr>
                <p:cNvPr id="47198" name="Freeform 40"/>
                <p:cNvSpPr/>
                <p:nvPr/>
              </p:nvSpPr>
              <p:spPr bwMode="auto">
                <a:xfrm>
                  <a:off x="0" y="66"/>
                  <a:ext cx="328" cy="956"/>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99" name="Freeform 41"/>
                <p:cNvSpPr/>
                <p:nvPr/>
              </p:nvSpPr>
              <p:spPr bwMode="auto">
                <a:xfrm>
                  <a:off x="262" y="0"/>
                  <a:ext cx="490" cy="102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91" name="Freeform 43"/>
              <p:cNvSpPr/>
              <p:nvPr/>
            </p:nvSpPr>
            <p:spPr bwMode="auto">
              <a:xfrm>
                <a:off x="498" y="633"/>
                <a:ext cx="248" cy="8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92" name="Freeform 44"/>
              <p:cNvSpPr/>
              <p:nvPr/>
            </p:nvSpPr>
            <p:spPr bwMode="auto">
              <a:xfrm flipH="1">
                <a:off x="759" y="643"/>
                <a:ext cx="249" cy="84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93" name="Group 49"/>
              <p:cNvGrpSpPr/>
              <p:nvPr/>
            </p:nvGrpSpPr>
            <p:grpSpPr bwMode="auto">
              <a:xfrm>
                <a:off x="471" y="0"/>
                <a:ext cx="583" cy="733"/>
                <a:chOff x="0" y="0"/>
                <a:chExt cx="583" cy="733"/>
              </a:xfrm>
            </p:grpSpPr>
            <p:grpSp>
              <p:nvGrpSpPr>
                <p:cNvPr id="47194" name="Group 47"/>
                <p:cNvGrpSpPr/>
                <p:nvPr/>
              </p:nvGrpSpPr>
              <p:grpSpPr bwMode="auto">
                <a:xfrm>
                  <a:off x="51" y="92"/>
                  <a:ext cx="471" cy="641"/>
                  <a:chOff x="0" y="0"/>
                  <a:chExt cx="471" cy="641"/>
                </a:xfrm>
              </p:grpSpPr>
              <p:sp>
                <p:nvSpPr>
                  <p:cNvPr id="47196" name="Freeform 45"/>
                  <p:cNvSpPr/>
                  <p:nvPr/>
                </p:nvSpPr>
                <p:spPr bwMode="auto">
                  <a:xfrm>
                    <a:off x="0" y="0"/>
                    <a:ext cx="310" cy="641"/>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97" name="Freeform 46"/>
                  <p:cNvSpPr/>
                  <p:nvPr/>
                </p:nvSpPr>
                <p:spPr bwMode="auto">
                  <a:xfrm flipH="1">
                    <a:off x="160" y="0"/>
                    <a:ext cx="311" cy="640"/>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95" name="Freeform 48"/>
                <p:cNvSpPr/>
                <p:nvPr/>
              </p:nvSpPr>
              <p:spPr bwMode="auto">
                <a:xfrm>
                  <a:off x="0" y="0"/>
                  <a:ext cx="583" cy="533"/>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grpSp>
      <p:grpSp>
        <p:nvGrpSpPr>
          <p:cNvPr id="46084" name="Group 2"/>
          <p:cNvGrpSpPr/>
          <p:nvPr/>
        </p:nvGrpSpPr>
        <p:grpSpPr bwMode="auto">
          <a:xfrm>
            <a:off x="12903200" y="2349500"/>
            <a:ext cx="8420100" cy="2895600"/>
            <a:chOff x="12903200" y="2349500"/>
            <a:chExt cx="8420100" cy="2895600"/>
          </a:xfrm>
        </p:grpSpPr>
        <p:grpSp>
          <p:nvGrpSpPr>
            <p:cNvPr id="47138" name="Group 74"/>
            <p:cNvGrpSpPr/>
            <p:nvPr/>
          </p:nvGrpSpPr>
          <p:grpSpPr bwMode="auto">
            <a:xfrm>
              <a:off x="12903200" y="2349500"/>
              <a:ext cx="2638425" cy="2895600"/>
              <a:chOff x="0" y="0"/>
              <a:chExt cx="1662" cy="1823"/>
            </a:xfrm>
          </p:grpSpPr>
          <p:sp>
            <p:nvSpPr>
              <p:cNvPr id="47169" name="Freeform 60"/>
              <p:cNvSpPr/>
              <p:nvPr/>
            </p:nvSpPr>
            <p:spPr bwMode="auto">
              <a:xfrm flipH="1">
                <a:off x="832" y="574"/>
                <a:ext cx="353" cy="8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70" name="Freeform 61"/>
              <p:cNvSpPr/>
              <p:nvPr/>
            </p:nvSpPr>
            <p:spPr bwMode="auto">
              <a:xfrm>
                <a:off x="485" y="576"/>
                <a:ext cx="354" cy="8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71" name="Freeform 62"/>
              <p:cNvSpPr/>
              <p:nvPr/>
            </p:nvSpPr>
            <p:spPr bwMode="auto">
              <a:xfrm>
                <a:off x="0" y="770"/>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72" name="Freeform 63"/>
              <p:cNvSpPr/>
              <p:nvPr/>
            </p:nvSpPr>
            <p:spPr bwMode="auto">
              <a:xfrm>
                <a:off x="290" y="697"/>
                <a:ext cx="540"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73" name="Group 66"/>
              <p:cNvGrpSpPr/>
              <p:nvPr/>
            </p:nvGrpSpPr>
            <p:grpSpPr bwMode="auto">
              <a:xfrm flipH="1">
                <a:off x="832" y="696"/>
                <a:ext cx="830" cy="1126"/>
                <a:chOff x="0" y="0"/>
                <a:chExt cx="830" cy="1126"/>
              </a:xfrm>
            </p:grpSpPr>
            <p:sp>
              <p:nvSpPr>
                <p:cNvPr id="47181" name="Freeform 64"/>
                <p:cNvSpPr/>
                <p:nvPr/>
              </p:nvSpPr>
              <p:spPr bwMode="auto">
                <a:xfrm>
                  <a:off x="0" y="73"/>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82" name="Freeform 65"/>
                <p:cNvSpPr/>
                <p:nvPr/>
              </p:nvSpPr>
              <p:spPr bwMode="auto">
                <a:xfrm>
                  <a:off x="289" y="0"/>
                  <a:ext cx="541"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74" name="Freeform 67"/>
              <p:cNvSpPr/>
              <p:nvPr/>
            </p:nvSpPr>
            <p:spPr bwMode="auto">
              <a:xfrm>
                <a:off x="549" y="697"/>
                <a:ext cx="274" cy="9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75" name="Freeform 68"/>
              <p:cNvSpPr/>
              <p:nvPr/>
            </p:nvSpPr>
            <p:spPr bwMode="auto">
              <a:xfrm flipH="1">
                <a:off x="838" y="709"/>
                <a:ext cx="274" cy="9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76" name="Group 73"/>
              <p:cNvGrpSpPr/>
              <p:nvPr/>
            </p:nvGrpSpPr>
            <p:grpSpPr bwMode="auto">
              <a:xfrm>
                <a:off x="520" y="0"/>
                <a:ext cx="643" cy="808"/>
                <a:chOff x="0" y="0"/>
                <a:chExt cx="643" cy="808"/>
              </a:xfrm>
            </p:grpSpPr>
            <p:grpSp>
              <p:nvGrpSpPr>
                <p:cNvPr id="47177" name="Group 71"/>
                <p:cNvGrpSpPr/>
                <p:nvPr/>
              </p:nvGrpSpPr>
              <p:grpSpPr bwMode="auto">
                <a:xfrm>
                  <a:off x="56" y="101"/>
                  <a:ext cx="520" cy="707"/>
                  <a:chOff x="0" y="0"/>
                  <a:chExt cx="519" cy="706"/>
                </a:xfrm>
              </p:grpSpPr>
              <p:sp>
                <p:nvSpPr>
                  <p:cNvPr id="47179" name="Freeform 69"/>
                  <p:cNvSpPr/>
                  <p:nvPr/>
                </p:nvSpPr>
                <p:spPr bwMode="auto">
                  <a:xfrm>
                    <a:off x="0" y="0"/>
                    <a:ext cx="342" cy="706"/>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80" name="Freeform 70"/>
                  <p:cNvSpPr/>
                  <p:nvPr/>
                </p:nvSpPr>
                <p:spPr bwMode="auto">
                  <a:xfrm flipH="1">
                    <a:off x="177" y="0"/>
                    <a:ext cx="342" cy="705"/>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78" name="Freeform 72"/>
                <p:cNvSpPr/>
                <p:nvPr/>
              </p:nvSpPr>
              <p:spPr bwMode="auto">
                <a:xfrm>
                  <a:off x="0" y="0"/>
                  <a:ext cx="643" cy="587"/>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grpSp>
          <p:nvGrpSpPr>
            <p:cNvPr id="47139" name="Group 89"/>
            <p:cNvGrpSpPr/>
            <p:nvPr/>
          </p:nvGrpSpPr>
          <p:grpSpPr bwMode="auto">
            <a:xfrm>
              <a:off x="15787688" y="2349500"/>
              <a:ext cx="2638425" cy="2895600"/>
              <a:chOff x="0" y="0"/>
              <a:chExt cx="1662" cy="1823"/>
            </a:xfrm>
          </p:grpSpPr>
          <p:sp>
            <p:nvSpPr>
              <p:cNvPr id="47155" name="Freeform 75"/>
              <p:cNvSpPr/>
              <p:nvPr/>
            </p:nvSpPr>
            <p:spPr bwMode="auto">
              <a:xfrm flipH="1">
                <a:off x="832" y="574"/>
                <a:ext cx="353" cy="8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56" name="Freeform 76"/>
              <p:cNvSpPr/>
              <p:nvPr/>
            </p:nvSpPr>
            <p:spPr bwMode="auto">
              <a:xfrm>
                <a:off x="485" y="576"/>
                <a:ext cx="354" cy="8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57" name="Freeform 77"/>
              <p:cNvSpPr/>
              <p:nvPr/>
            </p:nvSpPr>
            <p:spPr bwMode="auto">
              <a:xfrm>
                <a:off x="0" y="770"/>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58" name="Freeform 78"/>
              <p:cNvSpPr/>
              <p:nvPr/>
            </p:nvSpPr>
            <p:spPr bwMode="auto">
              <a:xfrm>
                <a:off x="290" y="697"/>
                <a:ext cx="540"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59" name="Group 81"/>
              <p:cNvGrpSpPr/>
              <p:nvPr/>
            </p:nvGrpSpPr>
            <p:grpSpPr bwMode="auto">
              <a:xfrm flipH="1">
                <a:off x="832" y="696"/>
                <a:ext cx="830" cy="1126"/>
                <a:chOff x="0" y="0"/>
                <a:chExt cx="830" cy="1126"/>
              </a:xfrm>
            </p:grpSpPr>
            <p:sp>
              <p:nvSpPr>
                <p:cNvPr id="47167" name="Freeform 79"/>
                <p:cNvSpPr/>
                <p:nvPr/>
              </p:nvSpPr>
              <p:spPr bwMode="auto">
                <a:xfrm>
                  <a:off x="0" y="73"/>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68" name="Freeform 80"/>
                <p:cNvSpPr/>
                <p:nvPr/>
              </p:nvSpPr>
              <p:spPr bwMode="auto">
                <a:xfrm>
                  <a:off x="289" y="0"/>
                  <a:ext cx="541"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60" name="Freeform 82"/>
              <p:cNvSpPr/>
              <p:nvPr/>
            </p:nvSpPr>
            <p:spPr bwMode="auto">
              <a:xfrm>
                <a:off x="549" y="697"/>
                <a:ext cx="274" cy="9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61" name="Freeform 83"/>
              <p:cNvSpPr/>
              <p:nvPr/>
            </p:nvSpPr>
            <p:spPr bwMode="auto">
              <a:xfrm flipH="1">
                <a:off x="838" y="709"/>
                <a:ext cx="274" cy="9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62" name="Group 88"/>
              <p:cNvGrpSpPr/>
              <p:nvPr/>
            </p:nvGrpSpPr>
            <p:grpSpPr bwMode="auto">
              <a:xfrm>
                <a:off x="520" y="0"/>
                <a:ext cx="643" cy="808"/>
                <a:chOff x="0" y="0"/>
                <a:chExt cx="643" cy="808"/>
              </a:xfrm>
            </p:grpSpPr>
            <p:grpSp>
              <p:nvGrpSpPr>
                <p:cNvPr id="47163" name="Group 86"/>
                <p:cNvGrpSpPr/>
                <p:nvPr/>
              </p:nvGrpSpPr>
              <p:grpSpPr bwMode="auto">
                <a:xfrm>
                  <a:off x="56" y="101"/>
                  <a:ext cx="520" cy="707"/>
                  <a:chOff x="0" y="0"/>
                  <a:chExt cx="519" cy="706"/>
                </a:xfrm>
              </p:grpSpPr>
              <p:sp>
                <p:nvSpPr>
                  <p:cNvPr id="47165" name="Freeform 84"/>
                  <p:cNvSpPr/>
                  <p:nvPr/>
                </p:nvSpPr>
                <p:spPr bwMode="auto">
                  <a:xfrm>
                    <a:off x="0" y="0"/>
                    <a:ext cx="342" cy="706"/>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66" name="Freeform 85"/>
                  <p:cNvSpPr/>
                  <p:nvPr/>
                </p:nvSpPr>
                <p:spPr bwMode="auto">
                  <a:xfrm flipH="1">
                    <a:off x="177" y="0"/>
                    <a:ext cx="342" cy="705"/>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64" name="Freeform 87"/>
                <p:cNvSpPr/>
                <p:nvPr/>
              </p:nvSpPr>
              <p:spPr bwMode="auto">
                <a:xfrm>
                  <a:off x="0" y="0"/>
                  <a:ext cx="643" cy="587"/>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grpSp>
          <p:nvGrpSpPr>
            <p:cNvPr id="47140" name="Group 104"/>
            <p:cNvGrpSpPr/>
            <p:nvPr/>
          </p:nvGrpSpPr>
          <p:grpSpPr bwMode="auto">
            <a:xfrm>
              <a:off x="18683288" y="2349500"/>
              <a:ext cx="2640012" cy="2895600"/>
              <a:chOff x="0" y="0"/>
              <a:chExt cx="1662" cy="1823"/>
            </a:xfrm>
          </p:grpSpPr>
          <p:sp>
            <p:nvSpPr>
              <p:cNvPr id="47141" name="Freeform 90"/>
              <p:cNvSpPr/>
              <p:nvPr/>
            </p:nvSpPr>
            <p:spPr bwMode="auto">
              <a:xfrm flipH="1">
                <a:off x="832" y="574"/>
                <a:ext cx="353" cy="8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42" name="Freeform 91"/>
              <p:cNvSpPr/>
              <p:nvPr/>
            </p:nvSpPr>
            <p:spPr bwMode="auto">
              <a:xfrm>
                <a:off x="485" y="576"/>
                <a:ext cx="354" cy="8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43" name="Freeform 92"/>
              <p:cNvSpPr/>
              <p:nvPr/>
            </p:nvSpPr>
            <p:spPr bwMode="auto">
              <a:xfrm>
                <a:off x="0" y="770"/>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44" name="Freeform 93"/>
              <p:cNvSpPr/>
              <p:nvPr/>
            </p:nvSpPr>
            <p:spPr bwMode="auto">
              <a:xfrm>
                <a:off x="290" y="697"/>
                <a:ext cx="540"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45" name="Group 96"/>
              <p:cNvGrpSpPr/>
              <p:nvPr/>
            </p:nvGrpSpPr>
            <p:grpSpPr bwMode="auto">
              <a:xfrm flipH="1">
                <a:off x="832" y="696"/>
                <a:ext cx="830" cy="1126"/>
                <a:chOff x="0" y="0"/>
                <a:chExt cx="830" cy="1126"/>
              </a:xfrm>
            </p:grpSpPr>
            <p:sp>
              <p:nvSpPr>
                <p:cNvPr id="47153" name="Freeform 94"/>
                <p:cNvSpPr/>
                <p:nvPr/>
              </p:nvSpPr>
              <p:spPr bwMode="auto">
                <a:xfrm>
                  <a:off x="0" y="73"/>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54" name="Freeform 95"/>
                <p:cNvSpPr/>
                <p:nvPr/>
              </p:nvSpPr>
              <p:spPr bwMode="auto">
                <a:xfrm>
                  <a:off x="289" y="0"/>
                  <a:ext cx="541"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46" name="Freeform 97"/>
              <p:cNvSpPr/>
              <p:nvPr/>
            </p:nvSpPr>
            <p:spPr bwMode="auto">
              <a:xfrm>
                <a:off x="549" y="697"/>
                <a:ext cx="274" cy="9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47" name="Freeform 98"/>
              <p:cNvSpPr/>
              <p:nvPr/>
            </p:nvSpPr>
            <p:spPr bwMode="auto">
              <a:xfrm flipH="1">
                <a:off x="838" y="709"/>
                <a:ext cx="274" cy="9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7148" name="Group 103"/>
              <p:cNvGrpSpPr/>
              <p:nvPr/>
            </p:nvGrpSpPr>
            <p:grpSpPr bwMode="auto">
              <a:xfrm>
                <a:off x="520" y="0"/>
                <a:ext cx="643" cy="808"/>
                <a:chOff x="0" y="0"/>
                <a:chExt cx="643" cy="808"/>
              </a:xfrm>
            </p:grpSpPr>
            <p:grpSp>
              <p:nvGrpSpPr>
                <p:cNvPr id="47149" name="Group 101"/>
                <p:cNvGrpSpPr/>
                <p:nvPr/>
              </p:nvGrpSpPr>
              <p:grpSpPr bwMode="auto">
                <a:xfrm>
                  <a:off x="56" y="101"/>
                  <a:ext cx="520" cy="707"/>
                  <a:chOff x="0" y="0"/>
                  <a:chExt cx="519" cy="706"/>
                </a:xfrm>
              </p:grpSpPr>
              <p:sp>
                <p:nvSpPr>
                  <p:cNvPr id="47151" name="Freeform 99"/>
                  <p:cNvSpPr/>
                  <p:nvPr/>
                </p:nvSpPr>
                <p:spPr bwMode="auto">
                  <a:xfrm>
                    <a:off x="0" y="0"/>
                    <a:ext cx="342" cy="706"/>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52" name="Freeform 100"/>
                  <p:cNvSpPr/>
                  <p:nvPr/>
                </p:nvSpPr>
                <p:spPr bwMode="auto">
                  <a:xfrm flipH="1">
                    <a:off x="177" y="0"/>
                    <a:ext cx="342" cy="705"/>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7150" name="Freeform 102"/>
                <p:cNvSpPr/>
                <p:nvPr/>
              </p:nvSpPr>
              <p:spPr bwMode="auto">
                <a:xfrm>
                  <a:off x="0" y="0"/>
                  <a:ext cx="643" cy="587"/>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grpSp>
      <p:grpSp>
        <p:nvGrpSpPr>
          <p:cNvPr id="46085" name="Group 4"/>
          <p:cNvGrpSpPr/>
          <p:nvPr/>
        </p:nvGrpSpPr>
        <p:grpSpPr bwMode="auto">
          <a:xfrm>
            <a:off x="12973050" y="5603875"/>
            <a:ext cx="8299450" cy="3422650"/>
            <a:chOff x="12973050" y="5603875"/>
            <a:chExt cx="8299450" cy="3422650"/>
          </a:xfrm>
        </p:grpSpPr>
        <p:grpSp>
          <p:nvGrpSpPr>
            <p:cNvPr id="47123" name="Group 58"/>
            <p:cNvGrpSpPr/>
            <p:nvPr/>
          </p:nvGrpSpPr>
          <p:grpSpPr bwMode="auto">
            <a:xfrm>
              <a:off x="12973050" y="5603875"/>
              <a:ext cx="8294688" cy="1076325"/>
              <a:chOff x="0" y="0"/>
              <a:chExt cx="5224" cy="678"/>
            </a:xfrm>
          </p:grpSpPr>
          <p:grpSp>
            <p:nvGrpSpPr>
              <p:cNvPr id="47132" name="Group 54"/>
              <p:cNvGrpSpPr/>
              <p:nvPr/>
            </p:nvGrpSpPr>
            <p:grpSpPr bwMode="auto">
              <a:xfrm>
                <a:off x="-24" y="-24"/>
                <a:ext cx="2656" cy="720"/>
                <a:chOff x="0" y="0"/>
                <a:chExt cx="2656" cy="720"/>
              </a:xfrm>
            </p:grpSpPr>
            <p:sp>
              <p:nvSpPr>
                <p:cNvPr id="47136" name="Freeform 52"/>
                <p:cNvSpPr/>
                <p:nvPr/>
              </p:nvSpPr>
              <p:spPr bwMode="auto">
                <a:xfrm>
                  <a:off x="24" y="24"/>
                  <a:ext cx="2605" cy="664"/>
                </a:xfrm>
                <a:custGeom>
                  <a:avLst/>
                  <a:gdLst>
                    <a:gd name="T0" fmla="*/ 0 w 20570"/>
                    <a:gd name="T1" fmla="*/ 0 h 21600"/>
                    <a:gd name="T2" fmla="*/ 0 w 20570"/>
                    <a:gd name="T3" fmla="*/ 0 h 21600"/>
                    <a:gd name="T4" fmla="*/ 1 w 20570"/>
                    <a:gd name="T5" fmla="*/ 0 h 21600"/>
                    <a:gd name="T6" fmla="*/ 1 w 2057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570" h="21600">
                      <a:moveTo>
                        <a:pt x="59" y="0"/>
                      </a:moveTo>
                      <a:cubicBezTo>
                        <a:pt x="59" y="0"/>
                        <a:pt x="-1030" y="9595"/>
                        <a:pt x="6120" y="11497"/>
                      </a:cubicBezTo>
                      <a:cubicBezTo>
                        <a:pt x="13270" y="13399"/>
                        <a:pt x="18401" y="9833"/>
                        <a:pt x="19485" y="13749"/>
                      </a:cubicBezTo>
                      <a:cubicBezTo>
                        <a:pt x="20570" y="17665"/>
                        <a:pt x="20570" y="21600"/>
                        <a:pt x="20570" y="21600"/>
                      </a:cubicBezTo>
                    </a:path>
                  </a:pathLst>
                </a:custGeom>
                <a:noFill/>
                <a:ln>
                  <a:noFill/>
                </a:ln>
              </p:spPr>
              <p:txBody>
                <a:bodyPr lIns="0" tIns="0" rIns="0" bIns="0"/>
                <a:lstStyle/>
                <a:p>
                  <a:endParaRPr lang="en-US"/>
                </a:p>
              </p:txBody>
            </p:sp>
            <p:pic>
              <p:nvPicPr>
                <p:cNvPr id="47137" name="Picture 53"/>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2656" cy="720"/>
                </a:xfrm>
                <a:prstGeom prst="rect">
                  <a:avLst/>
                </a:prstGeom>
                <a:noFill/>
                <a:ln>
                  <a:noFill/>
                </a:ln>
              </p:spPr>
            </p:pic>
          </p:grpSp>
          <p:grpSp>
            <p:nvGrpSpPr>
              <p:cNvPr id="47133" name="Group 57"/>
              <p:cNvGrpSpPr/>
              <p:nvPr/>
            </p:nvGrpSpPr>
            <p:grpSpPr bwMode="auto">
              <a:xfrm>
                <a:off x="2595" y="-10"/>
                <a:ext cx="2656" cy="719"/>
                <a:chOff x="0" y="0"/>
                <a:chExt cx="2656" cy="720"/>
              </a:xfrm>
            </p:grpSpPr>
            <p:sp>
              <p:nvSpPr>
                <p:cNvPr id="47134" name="Freeform 55"/>
                <p:cNvSpPr/>
                <p:nvPr/>
              </p:nvSpPr>
              <p:spPr bwMode="auto">
                <a:xfrm flipH="1">
                  <a:off x="24" y="24"/>
                  <a:ext cx="2605" cy="664"/>
                </a:xfrm>
                <a:custGeom>
                  <a:avLst/>
                  <a:gdLst>
                    <a:gd name="T0" fmla="*/ 0 w 20570"/>
                    <a:gd name="T1" fmla="*/ 0 h 21600"/>
                    <a:gd name="T2" fmla="*/ 0 w 20570"/>
                    <a:gd name="T3" fmla="*/ 0 h 21600"/>
                    <a:gd name="T4" fmla="*/ 1 w 20570"/>
                    <a:gd name="T5" fmla="*/ 0 h 21600"/>
                    <a:gd name="T6" fmla="*/ 1 w 2057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570" h="21600">
                      <a:moveTo>
                        <a:pt x="59" y="0"/>
                      </a:moveTo>
                      <a:cubicBezTo>
                        <a:pt x="59" y="0"/>
                        <a:pt x="-1030" y="9595"/>
                        <a:pt x="6120" y="11497"/>
                      </a:cubicBezTo>
                      <a:cubicBezTo>
                        <a:pt x="13270" y="13399"/>
                        <a:pt x="18401" y="9833"/>
                        <a:pt x="19485" y="13749"/>
                      </a:cubicBezTo>
                      <a:cubicBezTo>
                        <a:pt x="20570" y="17665"/>
                        <a:pt x="20570" y="21600"/>
                        <a:pt x="20570" y="21600"/>
                      </a:cubicBezTo>
                    </a:path>
                  </a:pathLst>
                </a:custGeom>
                <a:noFill/>
                <a:ln>
                  <a:noFill/>
                </a:ln>
              </p:spPr>
              <p:txBody>
                <a:bodyPr lIns="0" tIns="0" rIns="0" bIns="0"/>
                <a:lstStyle/>
                <a:p>
                  <a:endParaRPr lang="en-US"/>
                </a:p>
              </p:txBody>
            </p:sp>
            <p:pic>
              <p:nvPicPr>
                <p:cNvPr id="47135" name="Picture 5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656" cy="720"/>
                </a:xfrm>
                <a:prstGeom prst="rect">
                  <a:avLst/>
                </a:prstGeom>
                <a:noFill/>
                <a:ln>
                  <a:noFill/>
                </a:ln>
              </p:spPr>
            </p:pic>
          </p:grpSp>
        </p:grpSp>
        <p:grpSp>
          <p:nvGrpSpPr>
            <p:cNvPr id="47125" name="Group 112"/>
            <p:cNvGrpSpPr/>
            <p:nvPr/>
          </p:nvGrpSpPr>
          <p:grpSpPr bwMode="auto">
            <a:xfrm>
              <a:off x="12979400" y="7950200"/>
              <a:ext cx="8293100" cy="1076325"/>
              <a:chOff x="0" y="0"/>
              <a:chExt cx="5224" cy="678"/>
            </a:xfrm>
          </p:grpSpPr>
          <p:grpSp>
            <p:nvGrpSpPr>
              <p:cNvPr id="47126" name="Group 108"/>
              <p:cNvGrpSpPr/>
              <p:nvPr/>
            </p:nvGrpSpPr>
            <p:grpSpPr bwMode="auto">
              <a:xfrm>
                <a:off x="-24" y="-24"/>
                <a:ext cx="2656" cy="720"/>
                <a:chOff x="0" y="0"/>
                <a:chExt cx="2656" cy="720"/>
              </a:xfrm>
            </p:grpSpPr>
            <p:sp>
              <p:nvSpPr>
                <p:cNvPr id="47130" name="Freeform 106"/>
                <p:cNvSpPr/>
                <p:nvPr/>
              </p:nvSpPr>
              <p:spPr bwMode="auto">
                <a:xfrm>
                  <a:off x="24" y="24"/>
                  <a:ext cx="2605" cy="664"/>
                </a:xfrm>
                <a:custGeom>
                  <a:avLst/>
                  <a:gdLst>
                    <a:gd name="T0" fmla="*/ 0 w 20570"/>
                    <a:gd name="T1" fmla="*/ 0 h 21600"/>
                    <a:gd name="T2" fmla="*/ 0 w 20570"/>
                    <a:gd name="T3" fmla="*/ 0 h 21600"/>
                    <a:gd name="T4" fmla="*/ 1 w 20570"/>
                    <a:gd name="T5" fmla="*/ 0 h 21600"/>
                    <a:gd name="T6" fmla="*/ 1 w 2057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570" h="21600">
                      <a:moveTo>
                        <a:pt x="59" y="0"/>
                      </a:moveTo>
                      <a:cubicBezTo>
                        <a:pt x="59" y="0"/>
                        <a:pt x="-1030" y="9595"/>
                        <a:pt x="6120" y="11497"/>
                      </a:cubicBezTo>
                      <a:cubicBezTo>
                        <a:pt x="13270" y="13399"/>
                        <a:pt x="18401" y="9833"/>
                        <a:pt x="19485" y="13749"/>
                      </a:cubicBezTo>
                      <a:cubicBezTo>
                        <a:pt x="20570" y="17665"/>
                        <a:pt x="20570" y="21600"/>
                        <a:pt x="20570" y="21600"/>
                      </a:cubicBezTo>
                    </a:path>
                  </a:pathLst>
                </a:custGeom>
                <a:noFill/>
                <a:ln>
                  <a:noFill/>
                </a:ln>
              </p:spPr>
              <p:txBody>
                <a:bodyPr lIns="0" tIns="0" rIns="0" bIns="0"/>
                <a:lstStyle/>
                <a:p>
                  <a:endParaRPr lang="en-US"/>
                </a:p>
              </p:txBody>
            </p:sp>
            <p:pic>
              <p:nvPicPr>
                <p:cNvPr id="47131" name="Picture 10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2656" cy="720"/>
                </a:xfrm>
                <a:prstGeom prst="rect">
                  <a:avLst/>
                </a:prstGeom>
                <a:noFill/>
                <a:ln>
                  <a:noFill/>
                </a:ln>
              </p:spPr>
            </p:pic>
          </p:grpSp>
          <p:grpSp>
            <p:nvGrpSpPr>
              <p:cNvPr id="47127" name="Group 111"/>
              <p:cNvGrpSpPr/>
              <p:nvPr/>
            </p:nvGrpSpPr>
            <p:grpSpPr bwMode="auto">
              <a:xfrm>
                <a:off x="2595" y="-10"/>
                <a:ext cx="2656" cy="719"/>
                <a:chOff x="0" y="0"/>
                <a:chExt cx="2656" cy="720"/>
              </a:xfrm>
            </p:grpSpPr>
            <p:sp>
              <p:nvSpPr>
                <p:cNvPr id="47128" name="Freeform 109"/>
                <p:cNvSpPr/>
                <p:nvPr/>
              </p:nvSpPr>
              <p:spPr bwMode="auto">
                <a:xfrm flipH="1">
                  <a:off x="24" y="24"/>
                  <a:ext cx="2605" cy="664"/>
                </a:xfrm>
                <a:custGeom>
                  <a:avLst/>
                  <a:gdLst>
                    <a:gd name="T0" fmla="*/ 0 w 20570"/>
                    <a:gd name="T1" fmla="*/ 0 h 21600"/>
                    <a:gd name="T2" fmla="*/ 0 w 20570"/>
                    <a:gd name="T3" fmla="*/ 0 h 21600"/>
                    <a:gd name="T4" fmla="*/ 1 w 20570"/>
                    <a:gd name="T5" fmla="*/ 0 h 21600"/>
                    <a:gd name="T6" fmla="*/ 1 w 2057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570" h="21600">
                      <a:moveTo>
                        <a:pt x="59" y="0"/>
                      </a:moveTo>
                      <a:cubicBezTo>
                        <a:pt x="59" y="0"/>
                        <a:pt x="-1030" y="9595"/>
                        <a:pt x="6120" y="11497"/>
                      </a:cubicBezTo>
                      <a:cubicBezTo>
                        <a:pt x="13270" y="13399"/>
                        <a:pt x="18401" y="9833"/>
                        <a:pt x="19485" y="13749"/>
                      </a:cubicBezTo>
                      <a:cubicBezTo>
                        <a:pt x="20570" y="17665"/>
                        <a:pt x="20570" y="21600"/>
                        <a:pt x="20570" y="21600"/>
                      </a:cubicBezTo>
                    </a:path>
                  </a:pathLst>
                </a:custGeom>
                <a:noFill/>
                <a:ln>
                  <a:noFill/>
                </a:ln>
              </p:spPr>
              <p:txBody>
                <a:bodyPr lIns="0" tIns="0" rIns="0" bIns="0"/>
                <a:lstStyle/>
                <a:p>
                  <a:endParaRPr lang="en-US"/>
                </a:p>
              </p:txBody>
            </p:sp>
            <p:pic>
              <p:nvPicPr>
                <p:cNvPr id="47129" name="Picture 11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656" cy="720"/>
                </a:xfrm>
                <a:prstGeom prst="rect">
                  <a:avLst/>
                </a:prstGeom>
                <a:noFill/>
                <a:ln>
                  <a:noFill/>
                </a:ln>
              </p:spPr>
            </p:pic>
          </p:grpSp>
        </p:grpSp>
      </p:grpSp>
      <p:grpSp>
        <p:nvGrpSpPr>
          <p:cNvPr id="46086" name="Group 5"/>
          <p:cNvGrpSpPr/>
          <p:nvPr/>
        </p:nvGrpSpPr>
        <p:grpSpPr bwMode="auto">
          <a:xfrm>
            <a:off x="12928600" y="9351963"/>
            <a:ext cx="8331200" cy="8407400"/>
            <a:chOff x="12928600" y="9351963"/>
            <a:chExt cx="8331200" cy="8407400"/>
          </a:xfrm>
        </p:grpSpPr>
        <p:grpSp>
          <p:nvGrpSpPr>
            <p:cNvPr id="47111" name="Group 123"/>
            <p:cNvGrpSpPr/>
            <p:nvPr/>
          </p:nvGrpSpPr>
          <p:grpSpPr bwMode="auto">
            <a:xfrm>
              <a:off x="12928600" y="9351963"/>
              <a:ext cx="8331200" cy="8407400"/>
              <a:chOff x="0" y="0"/>
              <a:chExt cx="5248" cy="5296"/>
            </a:xfrm>
          </p:grpSpPr>
          <p:grpSp>
            <p:nvGrpSpPr>
              <p:cNvPr id="47113" name="Group 118"/>
              <p:cNvGrpSpPr/>
              <p:nvPr/>
            </p:nvGrpSpPr>
            <p:grpSpPr bwMode="auto">
              <a:xfrm>
                <a:off x="0" y="51"/>
                <a:ext cx="5248" cy="5245"/>
                <a:chOff x="0" y="0"/>
                <a:chExt cx="5248" cy="5244"/>
              </a:xfrm>
            </p:grpSpPr>
            <p:sp>
              <p:nvSpPr>
                <p:cNvPr id="47118" name="AutoShape 113"/>
                <p:cNvSpPr/>
                <p:nvPr/>
              </p:nvSpPr>
              <p:spPr bwMode="auto">
                <a:xfrm>
                  <a:off x="0" y="0"/>
                  <a:ext cx="5248" cy="5244"/>
                </a:xfrm>
                <a:custGeom>
                  <a:avLst/>
                  <a:gdLst>
                    <a:gd name="T0" fmla="*/ 75 w 21600"/>
                    <a:gd name="T1" fmla="*/ 38 h 21600"/>
                    <a:gd name="T2" fmla="*/ 38 w 21600"/>
                    <a:gd name="T3" fmla="*/ 75 h 21600"/>
                    <a:gd name="T4" fmla="*/ 0 w 21600"/>
                    <a:gd name="T5" fmla="*/ 38 h 21600"/>
                    <a:gd name="T6" fmla="*/ 38 w 21600"/>
                    <a:gd name="T7" fmla="*/ 0 h 21600"/>
                    <a:gd name="T8" fmla="*/ 75 w 21600"/>
                    <a:gd name="T9" fmla="*/ 38 h 21600"/>
                    <a:gd name="T10" fmla="*/ 75 w 21600"/>
                    <a:gd name="T11" fmla="*/ 3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368FE2"/>
                </a:solidFill>
                <a:ln w="127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7119" name="AutoShape 114"/>
                <p:cNvSpPr/>
                <p:nvPr/>
              </p:nvSpPr>
              <p:spPr bwMode="auto">
                <a:xfrm>
                  <a:off x="2246" y="1930"/>
                  <a:ext cx="810" cy="725"/>
                </a:xfrm>
                <a:custGeom>
                  <a:avLst/>
                  <a:gdLst>
                    <a:gd name="T0" fmla="*/ 0 w 20046"/>
                    <a:gd name="T1" fmla="*/ 0 h 20332"/>
                    <a:gd name="T2" fmla="*/ 0 w 20046"/>
                    <a:gd name="T3" fmla="*/ 0 h 20332"/>
                    <a:gd name="T4" fmla="*/ 0 w 20046"/>
                    <a:gd name="T5" fmla="*/ 0 h 20332"/>
                    <a:gd name="T6" fmla="*/ 0 w 20046"/>
                    <a:gd name="T7" fmla="*/ 0 h 20332"/>
                    <a:gd name="T8" fmla="*/ 0 w 20046"/>
                    <a:gd name="T9" fmla="*/ 0 h 20332"/>
                    <a:gd name="T10" fmla="*/ 0 w 20046"/>
                    <a:gd name="T11" fmla="*/ 0 h 20332"/>
                    <a:gd name="T12" fmla="*/ 0 w 20046"/>
                    <a:gd name="T13" fmla="*/ 0 h 20332"/>
                    <a:gd name="T14" fmla="*/ 0 w 20046"/>
                    <a:gd name="T15" fmla="*/ 0 h 20332"/>
                    <a:gd name="T16" fmla="*/ 0 w 20046"/>
                    <a:gd name="T17" fmla="*/ 0 h 20332"/>
                    <a:gd name="T18" fmla="*/ 0 w 20046"/>
                    <a:gd name="T19" fmla="*/ 0 h 20332"/>
                    <a:gd name="T20" fmla="*/ 0 w 20046"/>
                    <a:gd name="T21" fmla="*/ 0 h 20332"/>
                    <a:gd name="T22" fmla="*/ 0 w 20046"/>
                    <a:gd name="T23" fmla="*/ 0 h 203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046" h="20332">
                      <a:moveTo>
                        <a:pt x="337" y="0"/>
                      </a:moveTo>
                      <a:cubicBezTo>
                        <a:pt x="337" y="0"/>
                        <a:pt x="-422" y="9543"/>
                        <a:pt x="337" y="11361"/>
                      </a:cubicBezTo>
                      <a:cubicBezTo>
                        <a:pt x="1096" y="13179"/>
                        <a:pt x="3412" y="15104"/>
                        <a:pt x="6317" y="17270"/>
                      </a:cubicBezTo>
                      <a:cubicBezTo>
                        <a:pt x="9223" y="19435"/>
                        <a:pt x="14752" y="21600"/>
                        <a:pt x="16760" y="19435"/>
                      </a:cubicBezTo>
                      <a:cubicBezTo>
                        <a:pt x="18768" y="17270"/>
                        <a:pt x="18236" y="14542"/>
                        <a:pt x="18703" y="13179"/>
                      </a:cubicBezTo>
                      <a:cubicBezTo>
                        <a:pt x="19170" y="11816"/>
                        <a:pt x="21178" y="12725"/>
                        <a:pt x="19170" y="11816"/>
                      </a:cubicBezTo>
                      <a:cubicBezTo>
                        <a:pt x="17162" y="10907"/>
                        <a:pt x="17563" y="12606"/>
                        <a:pt x="14752" y="10166"/>
                      </a:cubicBezTo>
                      <a:cubicBezTo>
                        <a:pt x="11940" y="7726"/>
                        <a:pt x="10023" y="4999"/>
                        <a:pt x="10023" y="4999"/>
                      </a:cubicBezTo>
                      <a:cubicBezTo>
                        <a:pt x="10023" y="4999"/>
                        <a:pt x="11326" y="4544"/>
                        <a:pt x="9223" y="3636"/>
                      </a:cubicBezTo>
                      <a:cubicBezTo>
                        <a:pt x="7121" y="2727"/>
                        <a:pt x="5810" y="1818"/>
                        <a:pt x="4457" y="1818"/>
                      </a:cubicBezTo>
                      <a:cubicBezTo>
                        <a:pt x="3104" y="1818"/>
                        <a:pt x="337" y="0"/>
                        <a:pt x="337" y="0"/>
                      </a:cubicBezTo>
                      <a:close/>
                      <a:moveTo>
                        <a:pt x="337" y="0"/>
                      </a:moveTo>
                    </a:path>
                  </a:pathLst>
                </a:custGeom>
                <a:solidFill>
                  <a:srgbClr val="E4DBBD"/>
                </a:solidFill>
                <a:ln>
                  <a:noFill/>
                </a:ln>
              </p:spPr>
              <p:txBody>
                <a:bodyPr lIns="0" tIns="0" rIns="0" bIns="0"/>
                <a:lstStyle/>
                <a:p>
                  <a:endParaRPr lang="en-US"/>
                </a:p>
              </p:txBody>
            </p:sp>
            <p:sp>
              <p:nvSpPr>
                <p:cNvPr id="47120" name="AutoShape 115"/>
                <p:cNvSpPr/>
                <p:nvPr/>
              </p:nvSpPr>
              <p:spPr bwMode="auto">
                <a:xfrm>
                  <a:off x="3442" y="2691"/>
                  <a:ext cx="504" cy="283"/>
                </a:xfrm>
                <a:custGeom>
                  <a:avLst/>
                  <a:gdLst>
                    <a:gd name="T0" fmla="*/ 0 w 18617"/>
                    <a:gd name="T1" fmla="*/ 0 h 16230"/>
                    <a:gd name="T2" fmla="*/ 0 w 18617"/>
                    <a:gd name="T3" fmla="*/ 0 h 16230"/>
                    <a:gd name="T4" fmla="*/ 0 w 18617"/>
                    <a:gd name="T5" fmla="*/ 0 h 16230"/>
                    <a:gd name="T6" fmla="*/ 0 w 18617"/>
                    <a:gd name="T7" fmla="*/ 0 h 16230"/>
                    <a:gd name="T8" fmla="*/ 0 w 18617"/>
                    <a:gd name="T9" fmla="*/ 0 h 16230"/>
                    <a:gd name="T10" fmla="*/ 0 w 18617"/>
                    <a:gd name="T11" fmla="*/ 0 h 16230"/>
                    <a:gd name="T12" fmla="*/ 0 w 18617"/>
                    <a:gd name="T13" fmla="*/ 0 h 16230"/>
                    <a:gd name="T14" fmla="*/ 0 w 18617"/>
                    <a:gd name="T15" fmla="*/ 0 h 16230"/>
                    <a:gd name="T16" fmla="*/ 0 w 18617"/>
                    <a:gd name="T17" fmla="*/ 0 h 162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17" h="16230">
                      <a:moveTo>
                        <a:pt x="7838" y="15777"/>
                      </a:moveTo>
                      <a:cubicBezTo>
                        <a:pt x="7838" y="15777"/>
                        <a:pt x="7815" y="13725"/>
                        <a:pt x="11406" y="15588"/>
                      </a:cubicBezTo>
                      <a:cubicBezTo>
                        <a:pt x="14997" y="17452"/>
                        <a:pt x="18617" y="14665"/>
                        <a:pt x="18617" y="14665"/>
                      </a:cubicBezTo>
                      <a:lnTo>
                        <a:pt x="4822" y="3331"/>
                      </a:lnTo>
                      <a:cubicBezTo>
                        <a:pt x="4822" y="3331"/>
                        <a:pt x="3026" y="-4148"/>
                        <a:pt x="2428" y="3308"/>
                      </a:cubicBezTo>
                      <a:cubicBezTo>
                        <a:pt x="1829" y="10764"/>
                        <a:pt x="1231" y="6281"/>
                        <a:pt x="1829" y="10941"/>
                      </a:cubicBezTo>
                      <a:cubicBezTo>
                        <a:pt x="2428" y="15600"/>
                        <a:pt x="-2983" y="15777"/>
                        <a:pt x="2428" y="15777"/>
                      </a:cubicBezTo>
                      <a:cubicBezTo>
                        <a:pt x="7838" y="15777"/>
                        <a:pt x="7838" y="15777"/>
                        <a:pt x="7838" y="15777"/>
                      </a:cubicBezTo>
                      <a:close/>
                      <a:moveTo>
                        <a:pt x="7838" y="15777"/>
                      </a:moveTo>
                    </a:path>
                  </a:pathLst>
                </a:custGeom>
                <a:solidFill>
                  <a:srgbClr val="E4DBBD"/>
                </a:solidFill>
                <a:ln>
                  <a:noFill/>
                </a:ln>
              </p:spPr>
              <p:txBody>
                <a:bodyPr lIns="0" tIns="0" rIns="0" bIns="0"/>
                <a:lstStyle/>
                <a:p>
                  <a:endParaRPr lang="en-US"/>
                </a:p>
              </p:txBody>
            </p:sp>
            <p:sp>
              <p:nvSpPr>
                <p:cNvPr id="47121" name="AutoShape 116"/>
                <p:cNvSpPr/>
                <p:nvPr/>
              </p:nvSpPr>
              <p:spPr bwMode="auto">
                <a:xfrm>
                  <a:off x="3941" y="2297"/>
                  <a:ext cx="382" cy="245"/>
                </a:xfrm>
                <a:custGeom>
                  <a:avLst/>
                  <a:gdLst>
                    <a:gd name="T0" fmla="*/ 0 w 18838"/>
                    <a:gd name="T1" fmla="*/ 0 h 20832"/>
                    <a:gd name="T2" fmla="*/ 0 w 18838"/>
                    <a:gd name="T3" fmla="*/ 0 h 20832"/>
                    <a:gd name="T4" fmla="*/ 0 w 18838"/>
                    <a:gd name="T5" fmla="*/ 0 h 20832"/>
                    <a:gd name="T6" fmla="*/ 0 w 18838"/>
                    <a:gd name="T7" fmla="*/ 0 h 20832"/>
                    <a:gd name="T8" fmla="*/ 0 w 18838"/>
                    <a:gd name="T9" fmla="*/ 0 h 20832"/>
                    <a:gd name="T10" fmla="*/ 0 w 18838"/>
                    <a:gd name="T11" fmla="*/ 0 h 20832"/>
                    <a:gd name="T12" fmla="*/ 0 w 18838"/>
                    <a:gd name="T13" fmla="*/ 0 h 20832"/>
                    <a:gd name="T14" fmla="*/ 0 w 18838"/>
                    <a:gd name="T15" fmla="*/ 0 h 208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838" h="20832">
                      <a:moveTo>
                        <a:pt x="0" y="10545"/>
                      </a:moveTo>
                      <a:cubicBezTo>
                        <a:pt x="0" y="10545"/>
                        <a:pt x="5883" y="18837"/>
                        <a:pt x="5727" y="20218"/>
                      </a:cubicBezTo>
                      <a:cubicBezTo>
                        <a:pt x="5571" y="21600"/>
                        <a:pt x="14036" y="20218"/>
                        <a:pt x="14036" y="20218"/>
                      </a:cubicBezTo>
                      <a:cubicBezTo>
                        <a:pt x="14036" y="20218"/>
                        <a:pt x="11281" y="20833"/>
                        <a:pt x="14036" y="15689"/>
                      </a:cubicBezTo>
                      <a:cubicBezTo>
                        <a:pt x="16791" y="10545"/>
                        <a:pt x="21600" y="11926"/>
                        <a:pt x="16791" y="10545"/>
                      </a:cubicBezTo>
                      <a:cubicBezTo>
                        <a:pt x="11982" y="9163"/>
                        <a:pt x="5727" y="0"/>
                        <a:pt x="5727" y="0"/>
                      </a:cubicBezTo>
                      <a:cubicBezTo>
                        <a:pt x="5727" y="0"/>
                        <a:pt x="0" y="10545"/>
                        <a:pt x="0" y="10545"/>
                      </a:cubicBezTo>
                      <a:close/>
                      <a:moveTo>
                        <a:pt x="0" y="10545"/>
                      </a:moveTo>
                    </a:path>
                  </a:pathLst>
                </a:custGeom>
                <a:solidFill>
                  <a:srgbClr val="E4DBBD"/>
                </a:solidFill>
                <a:ln>
                  <a:noFill/>
                </a:ln>
              </p:spPr>
              <p:txBody>
                <a:bodyPr lIns="0" tIns="0" rIns="0" bIns="0"/>
                <a:lstStyle/>
                <a:p>
                  <a:endParaRPr lang="en-US"/>
                </a:p>
              </p:txBody>
            </p:sp>
            <p:sp>
              <p:nvSpPr>
                <p:cNvPr id="47122" name="AutoShape 117"/>
                <p:cNvSpPr/>
                <p:nvPr/>
              </p:nvSpPr>
              <p:spPr bwMode="auto">
                <a:xfrm>
                  <a:off x="762" y="0"/>
                  <a:ext cx="4369" cy="1914"/>
                </a:xfrm>
                <a:custGeom>
                  <a:avLst/>
                  <a:gdLst>
                    <a:gd name="T0" fmla="*/ 15 w 21600"/>
                    <a:gd name="T1" fmla="*/ 0 h 20193"/>
                    <a:gd name="T2" fmla="*/ 1 w 21600"/>
                    <a:gd name="T3" fmla="*/ 1 h 20193"/>
                    <a:gd name="T4" fmla="*/ 0 w 21600"/>
                    <a:gd name="T5" fmla="*/ 1 h 20193"/>
                    <a:gd name="T6" fmla="*/ 0 w 21600"/>
                    <a:gd name="T7" fmla="*/ 1 h 20193"/>
                    <a:gd name="T8" fmla="*/ 1 w 21600"/>
                    <a:gd name="T9" fmla="*/ 1 h 20193"/>
                    <a:gd name="T10" fmla="*/ 3 w 21600"/>
                    <a:gd name="T11" fmla="*/ 1 h 20193"/>
                    <a:gd name="T12" fmla="*/ 4 w 21600"/>
                    <a:gd name="T13" fmla="*/ 1 h 20193"/>
                    <a:gd name="T14" fmla="*/ 5 w 21600"/>
                    <a:gd name="T15" fmla="*/ 1 h 20193"/>
                    <a:gd name="T16" fmla="*/ 5 w 21600"/>
                    <a:gd name="T17" fmla="*/ 1 h 20193"/>
                    <a:gd name="T18" fmla="*/ 8 w 21600"/>
                    <a:gd name="T19" fmla="*/ 1 h 20193"/>
                    <a:gd name="T20" fmla="*/ 8 w 21600"/>
                    <a:gd name="T21" fmla="*/ 1 h 20193"/>
                    <a:gd name="T22" fmla="*/ 12 w 21600"/>
                    <a:gd name="T23" fmla="*/ 1 h 20193"/>
                    <a:gd name="T24" fmla="*/ 12 w 21600"/>
                    <a:gd name="T25" fmla="*/ 1 h 20193"/>
                    <a:gd name="T26" fmla="*/ 13 w 21600"/>
                    <a:gd name="T27" fmla="*/ 1 h 20193"/>
                    <a:gd name="T28" fmla="*/ 17 w 21600"/>
                    <a:gd name="T29" fmla="*/ 1 h 20193"/>
                    <a:gd name="T30" fmla="*/ 18 w 21600"/>
                    <a:gd name="T31" fmla="*/ 1 h 20193"/>
                    <a:gd name="T32" fmla="*/ 19 w 21600"/>
                    <a:gd name="T33" fmla="*/ 1 h 20193"/>
                    <a:gd name="T34" fmla="*/ 21 w 21600"/>
                    <a:gd name="T35" fmla="*/ 1 h 20193"/>
                    <a:gd name="T36" fmla="*/ 24 w 21600"/>
                    <a:gd name="T37" fmla="*/ 2 h 20193"/>
                    <a:gd name="T38" fmla="*/ 28 w 21600"/>
                    <a:gd name="T39" fmla="*/ 1 h 20193"/>
                    <a:gd name="T40" fmla="*/ 29 w 21600"/>
                    <a:gd name="T41" fmla="*/ 1 h 20193"/>
                    <a:gd name="T42" fmla="*/ 31 w 21600"/>
                    <a:gd name="T43" fmla="*/ 1 h 20193"/>
                    <a:gd name="T44" fmla="*/ 34 w 21600"/>
                    <a:gd name="T45" fmla="*/ 1 h 20193"/>
                    <a:gd name="T46" fmla="*/ 35 w 21600"/>
                    <a:gd name="T47" fmla="*/ 2 h 20193"/>
                    <a:gd name="T48" fmla="*/ 36 w 21600"/>
                    <a:gd name="T49" fmla="*/ 2 h 20193"/>
                    <a:gd name="T50" fmla="*/ 15 w 21600"/>
                    <a:gd name="T51" fmla="*/ 0 h 20193"/>
                    <a:gd name="T52" fmla="*/ 15 w 21600"/>
                    <a:gd name="T53" fmla="*/ 0 h 201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1600" h="20193">
                      <a:moveTo>
                        <a:pt x="9210" y="0"/>
                      </a:moveTo>
                      <a:cubicBezTo>
                        <a:pt x="5813" y="0"/>
                        <a:pt x="2722" y="2786"/>
                        <a:pt x="409" y="7344"/>
                      </a:cubicBezTo>
                      <a:lnTo>
                        <a:pt x="0" y="11170"/>
                      </a:lnTo>
                      <a:lnTo>
                        <a:pt x="0" y="13184"/>
                      </a:lnTo>
                      <a:lnTo>
                        <a:pt x="812" y="13184"/>
                      </a:lnTo>
                      <a:lnTo>
                        <a:pt x="2111" y="13184"/>
                      </a:lnTo>
                      <a:cubicBezTo>
                        <a:pt x="2111" y="13184"/>
                        <a:pt x="2431" y="12632"/>
                        <a:pt x="2592" y="13184"/>
                      </a:cubicBezTo>
                      <a:cubicBezTo>
                        <a:pt x="2752" y="13735"/>
                        <a:pt x="2672" y="12880"/>
                        <a:pt x="2752" y="13735"/>
                      </a:cubicBezTo>
                      <a:cubicBezTo>
                        <a:pt x="2832" y="14590"/>
                        <a:pt x="1630" y="14077"/>
                        <a:pt x="2832" y="14590"/>
                      </a:cubicBezTo>
                      <a:cubicBezTo>
                        <a:pt x="3832" y="15016"/>
                        <a:pt x="4443" y="14734"/>
                        <a:pt x="4621" y="14627"/>
                      </a:cubicBezTo>
                      <a:cubicBezTo>
                        <a:pt x="4719" y="14670"/>
                        <a:pt x="4865" y="14732"/>
                        <a:pt x="5077" y="14818"/>
                      </a:cubicBezTo>
                      <a:cubicBezTo>
                        <a:pt x="6200" y="15274"/>
                        <a:pt x="7095" y="15114"/>
                        <a:pt x="6961" y="15802"/>
                      </a:cubicBezTo>
                      <a:cubicBezTo>
                        <a:pt x="6828" y="16490"/>
                        <a:pt x="6386" y="16300"/>
                        <a:pt x="6974" y="16984"/>
                      </a:cubicBezTo>
                      <a:cubicBezTo>
                        <a:pt x="7563" y="17668"/>
                        <a:pt x="5639" y="17497"/>
                        <a:pt x="7563" y="17668"/>
                      </a:cubicBezTo>
                      <a:cubicBezTo>
                        <a:pt x="9487" y="17839"/>
                        <a:pt x="9968" y="18010"/>
                        <a:pt x="10209" y="17668"/>
                      </a:cubicBezTo>
                      <a:cubicBezTo>
                        <a:pt x="10449" y="17326"/>
                        <a:pt x="10610" y="16471"/>
                        <a:pt x="11011" y="16471"/>
                      </a:cubicBezTo>
                      <a:cubicBezTo>
                        <a:pt x="11412" y="16471"/>
                        <a:pt x="10289" y="15958"/>
                        <a:pt x="11412" y="16471"/>
                      </a:cubicBezTo>
                      <a:cubicBezTo>
                        <a:pt x="12534" y="16984"/>
                        <a:pt x="11813" y="16695"/>
                        <a:pt x="12775" y="17865"/>
                      </a:cubicBezTo>
                      <a:cubicBezTo>
                        <a:pt x="13737" y="19035"/>
                        <a:pt x="12133" y="21600"/>
                        <a:pt x="14298" y="19206"/>
                      </a:cubicBezTo>
                      <a:cubicBezTo>
                        <a:pt x="16463" y="16813"/>
                        <a:pt x="15902" y="17497"/>
                        <a:pt x="16463" y="16813"/>
                      </a:cubicBezTo>
                      <a:cubicBezTo>
                        <a:pt x="17024" y="16129"/>
                        <a:pt x="16320" y="15445"/>
                        <a:pt x="17113" y="15616"/>
                      </a:cubicBezTo>
                      <a:cubicBezTo>
                        <a:pt x="17906" y="15787"/>
                        <a:pt x="16463" y="13906"/>
                        <a:pt x="18387" y="15787"/>
                      </a:cubicBezTo>
                      <a:cubicBezTo>
                        <a:pt x="20312" y="17668"/>
                        <a:pt x="19590" y="15958"/>
                        <a:pt x="20312" y="17668"/>
                      </a:cubicBezTo>
                      <a:cubicBezTo>
                        <a:pt x="21033" y="19377"/>
                        <a:pt x="19750" y="19207"/>
                        <a:pt x="21033" y="19377"/>
                      </a:cubicBezTo>
                      <a:cubicBezTo>
                        <a:pt x="21262" y="19408"/>
                        <a:pt x="21447" y="19433"/>
                        <a:pt x="21600" y="19451"/>
                      </a:cubicBezTo>
                      <a:cubicBezTo>
                        <a:pt x="19960" y="8183"/>
                        <a:pt x="15033" y="0"/>
                        <a:pt x="9210" y="0"/>
                      </a:cubicBezTo>
                      <a:close/>
                      <a:moveTo>
                        <a:pt x="9210" y="0"/>
                      </a:moveTo>
                    </a:path>
                  </a:pathLst>
                </a:custGeom>
                <a:solidFill>
                  <a:srgbClr val="E4DBBD"/>
                </a:solidFill>
                <a:ln>
                  <a:noFill/>
                </a:ln>
              </p:spPr>
              <p:txBody>
                <a:bodyPr lIns="0" tIns="0" rIns="0" bIns="0"/>
                <a:lstStyle/>
                <a:p>
                  <a:endParaRPr lang="en-US"/>
                </a:p>
              </p:txBody>
            </p:sp>
          </p:grpSp>
          <p:sp>
            <p:nvSpPr>
              <p:cNvPr id="47114" name="AutoShape 119"/>
              <p:cNvSpPr/>
              <p:nvPr/>
            </p:nvSpPr>
            <p:spPr bwMode="auto">
              <a:xfrm>
                <a:off x="2265" y="1936"/>
                <a:ext cx="809" cy="726"/>
              </a:xfrm>
              <a:custGeom>
                <a:avLst/>
                <a:gdLst>
                  <a:gd name="T0" fmla="*/ 0 w 20046"/>
                  <a:gd name="T1" fmla="*/ 0 h 20332"/>
                  <a:gd name="T2" fmla="*/ 0 w 20046"/>
                  <a:gd name="T3" fmla="*/ 0 h 20332"/>
                  <a:gd name="T4" fmla="*/ 0 w 20046"/>
                  <a:gd name="T5" fmla="*/ 0 h 20332"/>
                  <a:gd name="T6" fmla="*/ 0 w 20046"/>
                  <a:gd name="T7" fmla="*/ 0 h 20332"/>
                  <a:gd name="T8" fmla="*/ 0 w 20046"/>
                  <a:gd name="T9" fmla="*/ 0 h 20332"/>
                  <a:gd name="T10" fmla="*/ 0 w 20046"/>
                  <a:gd name="T11" fmla="*/ 0 h 20332"/>
                  <a:gd name="T12" fmla="*/ 0 w 20046"/>
                  <a:gd name="T13" fmla="*/ 0 h 20332"/>
                  <a:gd name="T14" fmla="*/ 0 w 20046"/>
                  <a:gd name="T15" fmla="*/ 0 h 20332"/>
                  <a:gd name="T16" fmla="*/ 0 w 20046"/>
                  <a:gd name="T17" fmla="*/ 0 h 20332"/>
                  <a:gd name="T18" fmla="*/ 0 w 20046"/>
                  <a:gd name="T19" fmla="*/ 0 h 20332"/>
                  <a:gd name="T20" fmla="*/ 0 w 20046"/>
                  <a:gd name="T21" fmla="*/ 0 h 20332"/>
                  <a:gd name="T22" fmla="*/ 0 w 20046"/>
                  <a:gd name="T23" fmla="*/ 0 h 203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046" h="20332">
                    <a:moveTo>
                      <a:pt x="337" y="0"/>
                    </a:moveTo>
                    <a:cubicBezTo>
                      <a:pt x="337" y="0"/>
                      <a:pt x="-422" y="9543"/>
                      <a:pt x="337" y="11361"/>
                    </a:cubicBezTo>
                    <a:cubicBezTo>
                      <a:pt x="1096" y="13179"/>
                      <a:pt x="3412" y="15104"/>
                      <a:pt x="6317" y="17270"/>
                    </a:cubicBezTo>
                    <a:cubicBezTo>
                      <a:pt x="9223" y="19435"/>
                      <a:pt x="14752" y="21600"/>
                      <a:pt x="16760" y="19435"/>
                    </a:cubicBezTo>
                    <a:cubicBezTo>
                      <a:pt x="18768" y="17270"/>
                      <a:pt x="18236" y="14542"/>
                      <a:pt x="18703" y="13179"/>
                    </a:cubicBezTo>
                    <a:cubicBezTo>
                      <a:pt x="19170" y="11816"/>
                      <a:pt x="21178" y="12725"/>
                      <a:pt x="19170" y="11816"/>
                    </a:cubicBezTo>
                    <a:cubicBezTo>
                      <a:pt x="17162" y="10907"/>
                      <a:pt x="17563" y="12606"/>
                      <a:pt x="14752" y="10166"/>
                    </a:cubicBezTo>
                    <a:cubicBezTo>
                      <a:pt x="11940" y="7726"/>
                      <a:pt x="10023" y="4999"/>
                      <a:pt x="10023" y="4999"/>
                    </a:cubicBezTo>
                    <a:cubicBezTo>
                      <a:pt x="10023" y="4999"/>
                      <a:pt x="11326" y="4544"/>
                      <a:pt x="9223" y="3636"/>
                    </a:cubicBezTo>
                    <a:cubicBezTo>
                      <a:pt x="7121" y="2727"/>
                      <a:pt x="5810" y="1818"/>
                      <a:pt x="4457" y="1818"/>
                    </a:cubicBezTo>
                    <a:cubicBezTo>
                      <a:pt x="3104" y="1818"/>
                      <a:pt x="337" y="0"/>
                      <a:pt x="337" y="0"/>
                    </a:cubicBezTo>
                    <a:close/>
                    <a:moveTo>
                      <a:pt x="337" y="0"/>
                    </a:moveTo>
                  </a:path>
                </a:pathLst>
              </a:custGeom>
              <a:solidFill>
                <a:srgbClr val="7CB349"/>
              </a:solidFill>
              <a:ln>
                <a:noFill/>
              </a:ln>
            </p:spPr>
            <p:txBody>
              <a:bodyPr lIns="0" tIns="0" rIns="0" bIns="0"/>
              <a:lstStyle/>
              <a:p>
                <a:endParaRPr lang="en-US"/>
              </a:p>
            </p:txBody>
          </p:sp>
          <p:sp>
            <p:nvSpPr>
              <p:cNvPr id="47115" name="AutoShape 120"/>
              <p:cNvSpPr/>
              <p:nvPr/>
            </p:nvSpPr>
            <p:spPr bwMode="auto">
              <a:xfrm>
                <a:off x="3461" y="2694"/>
                <a:ext cx="504" cy="282"/>
              </a:xfrm>
              <a:custGeom>
                <a:avLst/>
                <a:gdLst>
                  <a:gd name="T0" fmla="*/ 0 w 18617"/>
                  <a:gd name="T1" fmla="*/ 0 h 16230"/>
                  <a:gd name="T2" fmla="*/ 0 w 18617"/>
                  <a:gd name="T3" fmla="*/ 0 h 16230"/>
                  <a:gd name="T4" fmla="*/ 0 w 18617"/>
                  <a:gd name="T5" fmla="*/ 0 h 16230"/>
                  <a:gd name="T6" fmla="*/ 0 w 18617"/>
                  <a:gd name="T7" fmla="*/ 0 h 16230"/>
                  <a:gd name="T8" fmla="*/ 0 w 18617"/>
                  <a:gd name="T9" fmla="*/ 0 h 16230"/>
                  <a:gd name="T10" fmla="*/ 0 w 18617"/>
                  <a:gd name="T11" fmla="*/ 0 h 16230"/>
                  <a:gd name="T12" fmla="*/ 0 w 18617"/>
                  <a:gd name="T13" fmla="*/ 0 h 16230"/>
                  <a:gd name="T14" fmla="*/ 0 w 18617"/>
                  <a:gd name="T15" fmla="*/ 0 h 16230"/>
                  <a:gd name="T16" fmla="*/ 0 w 18617"/>
                  <a:gd name="T17" fmla="*/ 0 h 162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17" h="16230">
                    <a:moveTo>
                      <a:pt x="7838" y="15777"/>
                    </a:moveTo>
                    <a:cubicBezTo>
                      <a:pt x="7838" y="15777"/>
                      <a:pt x="7815" y="13725"/>
                      <a:pt x="11406" y="15588"/>
                    </a:cubicBezTo>
                    <a:cubicBezTo>
                      <a:pt x="14997" y="17452"/>
                      <a:pt x="18617" y="14665"/>
                      <a:pt x="18617" y="14665"/>
                    </a:cubicBezTo>
                    <a:lnTo>
                      <a:pt x="4822" y="3331"/>
                    </a:lnTo>
                    <a:cubicBezTo>
                      <a:pt x="4822" y="3331"/>
                      <a:pt x="3026" y="-4148"/>
                      <a:pt x="2428" y="3308"/>
                    </a:cubicBezTo>
                    <a:cubicBezTo>
                      <a:pt x="1829" y="10764"/>
                      <a:pt x="1231" y="6281"/>
                      <a:pt x="1829" y="10941"/>
                    </a:cubicBezTo>
                    <a:cubicBezTo>
                      <a:pt x="2428" y="15600"/>
                      <a:pt x="-2983" y="15777"/>
                      <a:pt x="2428" y="15777"/>
                    </a:cubicBezTo>
                    <a:cubicBezTo>
                      <a:pt x="7838" y="15777"/>
                      <a:pt x="7838" y="15777"/>
                      <a:pt x="7838" y="15777"/>
                    </a:cubicBezTo>
                    <a:close/>
                    <a:moveTo>
                      <a:pt x="7838" y="15777"/>
                    </a:moveTo>
                  </a:path>
                </a:pathLst>
              </a:custGeom>
              <a:solidFill>
                <a:srgbClr val="7CB349"/>
              </a:solidFill>
              <a:ln>
                <a:noFill/>
              </a:ln>
            </p:spPr>
            <p:txBody>
              <a:bodyPr lIns="0" tIns="0" rIns="0" bIns="0"/>
              <a:lstStyle/>
              <a:p>
                <a:endParaRPr lang="en-US"/>
              </a:p>
            </p:txBody>
          </p:sp>
          <p:sp>
            <p:nvSpPr>
              <p:cNvPr id="47116" name="AutoShape 121"/>
              <p:cNvSpPr/>
              <p:nvPr/>
            </p:nvSpPr>
            <p:spPr bwMode="auto">
              <a:xfrm>
                <a:off x="781" y="0"/>
                <a:ext cx="4370" cy="1914"/>
              </a:xfrm>
              <a:custGeom>
                <a:avLst/>
                <a:gdLst>
                  <a:gd name="T0" fmla="*/ 15 w 21600"/>
                  <a:gd name="T1" fmla="*/ 0 h 20193"/>
                  <a:gd name="T2" fmla="*/ 1 w 21600"/>
                  <a:gd name="T3" fmla="*/ 1 h 20193"/>
                  <a:gd name="T4" fmla="*/ 0 w 21600"/>
                  <a:gd name="T5" fmla="*/ 1 h 20193"/>
                  <a:gd name="T6" fmla="*/ 0 w 21600"/>
                  <a:gd name="T7" fmla="*/ 1 h 20193"/>
                  <a:gd name="T8" fmla="*/ 1 w 21600"/>
                  <a:gd name="T9" fmla="*/ 1 h 20193"/>
                  <a:gd name="T10" fmla="*/ 3 w 21600"/>
                  <a:gd name="T11" fmla="*/ 1 h 20193"/>
                  <a:gd name="T12" fmla="*/ 4 w 21600"/>
                  <a:gd name="T13" fmla="*/ 1 h 20193"/>
                  <a:gd name="T14" fmla="*/ 5 w 21600"/>
                  <a:gd name="T15" fmla="*/ 1 h 20193"/>
                  <a:gd name="T16" fmla="*/ 5 w 21600"/>
                  <a:gd name="T17" fmla="*/ 1 h 20193"/>
                  <a:gd name="T18" fmla="*/ 8 w 21600"/>
                  <a:gd name="T19" fmla="*/ 1 h 20193"/>
                  <a:gd name="T20" fmla="*/ 8 w 21600"/>
                  <a:gd name="T21" fmla="*/ 1 h 20193"/>
                  <a:gd name="T22" fmla="*/ 12 w 21600"/>
                  <a:gd name="T23" fmla="*/ 1 h 20193"/>
                  <a:gd name="T24" fmla="*/ 12 w 21600"/>
                  <a:gd name="T25" fmla="*/ 1 h 20193"/>
                  <a:gd name="T26" fmla="*/ 13 w 21600"/>
                  <a:gd name="T27" fmla="*/ 1 h 20193"/>
                  <a:gd name="T28" fmla="*/ 17 w 21600"/>
                  <a:gd name="T29" fmla="*/ 1 h 20193"/>
                  <a:gd name="T30" fmla="*/ 18 w 21600"/>
                  <a:gd name="T31" fmla="*/ 1 h 20193"/>
                  <a:gd name="T32" fmla="*/ 19 w 21600"/>
                  <a:gd name="T33" fmla="*/ 1 h 20193"/>
                  <a:gd name="T34" fmla="*/ 21 w 21600"/>
                  <a:gd name="T35" fmla="*/ 1 h 20193"/>
                  <a:gd name="T36" fmla="*/ 24 w 21600"/>
                  <a:gd name="T37" fmla="*/ 2 h 20193"/>
                  <a:gd name="T38" fmla="*/ 28 w 21600"/>
                  <a:gd name="T39" fmla="*/ 1 h 20193"/>
                  <a:gd name="T40" fmla="*/ 29 w 21600"/>
                  <a:gd name="T41" fmla="*/ 1 h 20193"/>
                  <a:gd name="T42" fmla="*/ 31 w 21600"/>
                  <a:gd name="T43" fmla="*/ 1 h 20193"/>
                  <a:gd name="T44" fmla="*/ 34 w 21600"/>
                  <a:gd name="T45" fmla="*/ 1 h 20193"/>
                  <a:gd name="T46" fmla="*/ 35 w 21600"/>
                  <a:gd name="T47" fmla="*/ 2 h 20193"/>
                  <a:gd name="T48" fmla="*/ 36 w 21600"/>
                  <a:gd name="T49" fmla="*/ 2 h 20193"/>
                  <a:gd name="T50" fmla="*/ 15 w 21600"/>
                  <a:gd name="T51" fmla="*/ 0 h 20193"/>
                  <a:gd name="T52" fmla="*/ 15 w 21600"/>
                  <a:gd name="T53" fmla="*/ 0 h 201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1600" h="20193">
                    <a:moveTo>
                      <a:pt x="9210" y="0"/>
                    </a:moveTo>
                    <a:cubicBezTo>
                      <a:pt x="5813" y="0"/>
                      <a:pt x="2722" y="2786"/>
                      <a:pt x="409" y="7344"/>
                    </a:cubicBezTo>
                    <a:lnTo>
                      <a:pt x="0" y="11170"/>
                    </a:lnTo>
                    <a:lnTo>
                      <a:pt x="0" y="13184"/>
                    </a:lnTo>
                    <a:lnTo>
                      <a:pt x="812" y="13184"/>
                    </a:lnTo>
                    <a:lnTo>
                      <a:pt x="2111" y="13184"/>
                    </a:lnTo>
                    <a:cubicBezTo>
                      <a:pt x="2111" y="13184"/>
                      <a:pt x="2431" y="12632"/>
                      <a:pt x="2592" y="13184"/>
                    </a:cubicBezTo>
                    <a:cubicBezTo>
                      <a:pt x="2752" y="13735"/>
                      <a:pt x="2672" y="12880"/>
                      <a:pt x="2752" y="13735"/>
                    </a:cubicBezTo>
                    <a:cubicBezTo>
                      <a:pt x="2832" y="14590"/>
                      <a:pt x="1630" y="14077"/>
                      <a:pt x="2832" y="14590"/>
                    </a:cubicBezTo>
                    <a:cubicBezTo>
                      <a:pt x="3832" y="15016"/>
                      <a:pt x="4443" y="14734"/>
                      <a:pt x="4621" y="14627"/>
                    </a:cubicBezTo>
                    <a:cubicBezTo>
                      <a:pt x="4719" y="14670"/>
                      <a:pt x="4865" y="14732"/>
                      <a:pt x="5077" y="14818"/>
                    </a:cubicBezTo>
                    <a:cubicBezTo>
                      <a:pt x="6200" y="15274"/>
                      <a:pt x="7095" y="15114"/>
                      <a:pt x="6961" y="15802"/>
                    </a:cubicBezTo>
                    <a:cubicBezTo>
                      <a:pt x="6828" y="16490"/>
                      <a:pt x="6386" y="16300"/>
                      <a:pt x="6974" y="16984"/>
                    </a:cubicBezTo>
                    <a:cubicBezTo>
                      <a:pt x="7563" y="17668"/>
                      <a:pt x="5639" y="17497"/>
                      <a:pt x="7563" y="17668"/>
                    </a:cubicBezTo>
                    <a:cubicBezTo>
                      <a:pt x="9487" y="17839"/>
                      <a:pt x="9968" y="18010"/>
                      <a:pt x="10209" y="17668"/>
                    </a:cubicBezTo>
                    <a:cubicBezTo>
                      <a:pt x="10449" y="17326"/>
                      <a:pt x="10610" y="16471"/>
                      <a:pt x="11011" y="16471"/>
                    </a:cubicBezTo>
                    <a:cubicBezTo>
                      <a:pt x="11412" y="16471"/>
                      <a:pt x="10289" y="15958"/>
                      <a:pt x="11412" y="16471"/>
                    </a:cubicBezTo>
                    <a:cubicBezTo>
                      <a:pt x="12534" y="16984"/>
                      <a:pt x="11813" y="16695"/>
                      <a:pt x="12775" y="17865"/>
                    </a:cubicBezTo>
                    <a:cubicBezTo>
                      <a:pt x="13737" y="19035"/>
                      <a:pt x="12133" y="21600"/>
                      <a:pt x="14298" y="19206"/>
                    </a:cubicBezTo>
                    <a:cubicBezTo>
                      <a:pt x="16463" y="16813"/>
                      <a:pt x="15902" y="17497"/>
                      <a:pt x="16463" y="16813"/>
                    </a:cubicBezTo>
                    <a:cubicBezTo>
                      <a:pt x="17024" y="16129"/>
                      <a:pt x="16320" y="15445"/>
                      <a:pt x="17113" y="15616"/>
                    </a:cubicBezTo>
                    <a:cubicBezTo>
                      <a:pt x="17906" y="15787"/>
                      <a:pt x="16463" y="13906"/>
                      <a:pt x="18387" y="15787"/>
                    </a:cubicBezTo>
                    <a:cubicBezTo>
                      <a:pt x="20312" y="17668"/>
                      <a:pt x="19590" y="15958"/>
                      <a:pt x="20312" y="17668"/>
                    </a:cubicBezTo>
                    <a:cubicBezTo>
                      <a:pt x="21033" y="19377"/>
                      <a:pt x="19750" y="19207"/>
                      <a:pt x="21033" y="19377"/>
                    </a:cubicBezTo>
                    <a:cubicBezTo>
                      <a:pt x="21262" y="19408"/>
                      <a:pt x="21447" y="19433"/>
                      <a:pt x="21600" y="19451"/>
                    </a:cubicBezTo>
                    <a:cubicBezTo>
                      <a:pt x="19960" y="8183"/>
                      <a:pt x="15033" y="0"/>
                      <a:pt x="9210" y="0"/>
                    </a:cubicBezTo>
                    <a:close/>
                    <a:moveTo>
                      <a:pt x="9210" y="0"/>
                    </a:moveTo>
                  </a:path>
                </a:pathLst>
              </a:custGeom>
              <a:solidFill>
                <a:srgbClr val="7CB349"/>
              </a:solidFill>
              <a:ln>
                <a:noFill/>
              </a:ln>
            </p:spPr>
            <p:txBody>
              <a:bodyPr lIns="0" tIns="0" rIns="0" bIns="0"/>
              <a:lstStyle/>
              <a:p>
                <a:endParaRPr lang="en-US"/>
              </a:p>
            </p:txBody>
          </p:sp>
          <p:sp>
            <p:nvSpPr>
              <p:cNvPr id="47117" name="AutoShape 122"/>
              <p:cNvSpPr/>
              <p:nvPr/>
            </p:nvSpPr>
            <p:spPr bwMode="auto">
              <a:xfrm>
                <a:off x="3955" y="2303"/>
                <a:ext cx="382" cy="244"/>
              </a:xfrm>
              <a:custGeom>
                <a:avLst/>
                <a:gdLst>
                  <a:gd name="T0" fmla="*/ 0 w 18838"/>
                  <a:gd name="T1" fmla="*/ 0 h 20832"/>
                  <a:gd name="T2" fmla="*/ 0 w 18838"/>
                  <a:gd name="T3" fmla="*/ 0 h 20832"/>
                  <a:gd name="T4" fmla="*/ 0 w 18838"/>
                  <a:gd name="T5" fmla="*/ 0 h 20832"/>
                  <a:gd name="T6" fmla="*/ 0 w 18838"/>
                  <a:gd name="T7" fmla="*/ 0 h 20832"/>
                  <a:gd name="T8" fmla="*/ 0 w 18838"/>
                  <a:gd name="T9" fmla="*/ 0 h 20832"/>
                  <a:gd name="T10" fmla="*/ 0 w 18838"/>
                  <a:gd name="T11" fmla="*/ 0 h 20832"/>
                  <a:gd name="T12" fmla="*/ 0 w 18838"/>
                  <a:gd name="T13" fmla="*/ 0 h 20832"/>
                  <a:gd name="T14" fmla="*/ 0 w 18838"/>
                  <a:gd name="T15" fmla="*/ 0 h 208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838" h="20832">
                    <a:moveTo>
                      <a:pt x="0" y="10545"/>
                    </a:moveTo>
                    <a:cubicBezTo>
                      <a:pt x="0" y="10545"/>
                      <a:pt x="5883" y="18837"/>
                      <a:pt x="5727" y="20218"/>
                    </a:cubicBezTo>
                    <a:cubicBezTo>
                      <a:pt x="5571" y="21600"/>
                      <a:pt x="14036" y="20218"/>
                      <a:pt x="14036" y="20218"/>
                    </a:cubicBezTo>
                    <a:cubicBezTo>
                      <a:pt x="14036" y="20218"/>
                      <a:pt x="11281" y="20833"/>
                      <a:pt x="14036" y="15689"/>
                    </a:cubicBezTo>
                    <a:cubicBezTo>
                      <a:pt x="16791" y="10545"/>
                      <a:pt x="21600" y="11926"/>
                      <a:pt x="16791" y="10545"/>
                    </a:cubicBezTo>
                    <a:cubicBezTo>
                      <a:pt x="11982" y="9163"/>
                      <a:pt x="5727" y="0"/>
                      <a:pt x="5727" y="0"/>
                    </a:cubicBezTo>
                    <a:cubicBezTo>
                      <a:pt x="5727" y="0"/>
                      <a:pt x="0" y="10545"/>
                      <a:pt x="0" y="10545"/>
                    </a:cubicBezTo>
                    <a:close/>
                    <a:moveTo>
                      <a:pt x="0" y="10545"/>
                    </a:moveTo>
                  </a:path>
                </a:pathLst>
              </a:custGeom>
              <a:solidFill>
                <a:srgbClr val="7CB349"/>
              </a:solidFill>
              <a:ln>
                <a:noFill/>
              </a:ln>
            </p:spPr>
            <p:txBody>
              <a:bodyPr lIns="0" tIns="0" rIns="0" bIns="0"/>
              <a:lstStyle/>
              <a:p>
                <a:endParaRPr lang="en-US"/>
              </a:p>
            </p:txBody>
          </p:sp>
        </p:grpSp>
        <p:sp>
          <p:nvSpPr>
            <p:cNvPr id="41084" name="Rectangle 124"/>
            <p:cNvSpPr/>
            <p:nvPr/>
          </p:nvSpPr>
          <p:spPr bwMode="auto">
            <a:xfrm>
              <a:off x="15528585" y="9649936"/>
              <a:ext cx="3261406" cy="1477328"/>
            </a:xfrm>
            <a:prstGeom prst="rect">
              <a:avLst/>
            </a:prstGeom>
            <a:noFill/>
            <a:ln>
              <a:noFill/>
            </a:ln>
            <a:effectLst>
              <a:outerShdw blurRad="12700" dist="76199" dir="2700000" algn="ctr" rotWithShape="0">
                <a:schemeClr val="bg2">
                  <a:alpha val="32999"/>
                </a:schemeClr>
              </a:outerShdw>
            </a:effectLst>
          </p:spPr>
          <p:txBody>
            <a:bodyPr wrap="none" lIns="0" tIns="0" rIns="0" bIns="0" anchor="ctr">
              <a:spAutoFit/>
            </a:bodyPr>
            <a:lstStyle/>
            <a:p>
              <a:pPr>
                <a:defRPr/>
              </a:pPr>
              <a:r>
                <a:rPr lang="en-US" sz="4800" dirty="0">
                  <a:solidFill>
                    <a:srgbClr val="FFFFFF"/>
                  </a:solidFill>
                  <a:latin typeface="微软雅黑" panose="020B0503020204020204" charset="-122"/>
                  <a:ea typeface="MS PGothic" panose="020B0600070205080204" charset="-128"/>
                  <a:cs typeface="Diavlo Black Regular" charset="0"/>
                  <a:sym typeface="Diavlo Black Regular" charset="0"/>
                </a:rPr>
                <a:t>Your</a:t>
              </a:r>
              <a:endParaRPr lang="en-US" sz="4800" dirty="0">
                <a:solidFill>
                  <a:srgbClr val="FFFFFF"/>
                </a:solidFill>
                <a:latin typeface="微软雅黑" panose="020B0503020204020204" charset="-122"/>
                <a:ea typeface="MS PGothic" panose="020B0600070205080204" charset="-128"/>
                <a:cs typeface="Diavlo Black Regular" charset="0"/>
                <a:sym typeface="Diavlo Black Regular" charset="0"/>
              </a:endParaRPr>
            </a:p>
            <a:p>
              <a:pPr>
                <a:defRPr/>
              </a:pPr>
              <a:r>
                <a:rPr lang="en-US" sz="4800" dirty="0">
                  <a:solidFill>
                    <a:srgbClr val="FFFFFF"/>
                  </a:solidFill>
                  <a:latin typeface="微软雅黑" panose="020B0503020204020204" charset="-122"/>
                  <a:ea typeface="MS PGothic" panose="020B0600070205080204" charset="-128"/>
                  <a:cs typeface="Diavlo Black Regular" charset="0"/>
                  <a:sym typeface="Diavlo Black Regular" charset="0"/>
                </a:rPr>
                <a:t>Homepage</a:t>
              </a:r>
              <a:endParaRPr lang="en-US" sz="4800" dirty="0">
                <a:solidFill>
                  <a:srgbClr val="FFFFFF"/>
                </a:solidFill>
                <a:latin typeface="微软雅黑" panose="020B0503020204020204" charset="-122"/>
                <a:ea typeface="MS PGothic" panose="020B0600070205080204" charset="-128"/>
                <a:cs typeface="Diavlo Black Regular" charset="0"/>
                <a:sym typeface="Diavlo Black Regular" charset="0"/>
              </a:endParaRPr>
            </a:p>
          </p:txBody>
        </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fade">
                                      <p:cBhvr>
                                        <p:cTn id="7" dur="1000"/>
                                        <p:tgtEl>
                                          <p:spTgt spid="46082"/>
                                        </p:tgtEl>
                                      </p:cBhvr>
                                    </p:animEffect>
                                    <p:anim calcmode="lin" valueType="num">
                                      <p:cBhvr>
                                        <p:cTn id="8" dur="1000" fill="hold"/>
                                        <p:tgtEl>
                                          <p:spTgt spid="46082"/>
                                        </p:tgtEl>
                                        <p:attrNameLst>
                                          <p:attrName>ppt_x</p:attrName>
                                        </p:attrNameLst>
                                      </p:cBhvr>
                                      <p:tavLst>
                                        <p:tav tm="0">
                                          <p:val>
                                            <p:strVal val="#ppt_x"/>
                                          </p:val>
                                        </p:tav>
                                        <p:tav tm="100000">
                                          <p:val>
                                            <p:strVal val="#ppt_x"/>
                                          </p:val>
                                        </p:tav>
                                      </p:tavLst>
                                    </p:anim>
                                    <p:anim calcmode="lin" valueType="num">
                                      <p:cBhvr>
                                        <p:cTn id="9" dur="900" decel="100000" fill="hold"/>
                                        <p:tgtEl>
                                          <p:spTgt spid="4608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6082"/>
                                        </p:tgtEl>
                                        <p:attrNameLst>
                                          <p:attrName>ppt_y</p:attrName>
                                        </p:attrNameLst>
                                      </p:cBhvr>
                                      <p:tavLst>
                                        <p:tav tm="0">
                                          <p:val>
                                            <p:strVal val="#ppt_y-.03"/>
                                          </p:val>
                                        </p:tav>
                                        <p:tav tm="100000">
                                          <p:val>
                                            <p:strVal val="#ppt_y"/>
                                          </p:val>
                                        </p:tav>
                                      </p:tavLst>
                                    </p:anim>
                                  </p:childTnLst>
                                </p:cTn>
                              </p:par>
                              <p:par>
                                <p:cTn id="11" presetID="42" presetClass="entr" presetSubtype="0" fill="hold" nodeType="withEffect">
                                  <p:stCondLst>
                                    <p:cond delay="0"/>
                                  </p:stCondLst>
                                  <p:childTnLst>
                                    <p:set>
                                      <p:cBhvr>
                                        <p:cTn id="12" dur="1" fill="hold">
                                          <p:stCondLst>
                                            <p:cond delay="0"/>
                                          </p:stCondLst>
                                        </p:cTn>
                                        <p:tgtEl>
                                          <p:spTgt spid="46084"/>
                                        </p:tgtEl>
                                        <p:attrNameLst>
                                          <p:attrName>style.visibility</p:attrName>
                                        </p:attrNameLst>
                                      </p:cBhvr>
                                      <p:to>
                                        <p:strVal val="visible"/>
                                      </p:to>
                                    </p:set>
                                    <p:animEffect transition="in" filter="fade">
                                      <p:cBhvr>
                                        <p:cTn id="13" dur="1000"/>
                                        <p:tgtEl>
                                          <p:spTgt spid="46084"/>
                                        </p:tgtEl>
                                      </p:cBhvr>
                                    </p:animEffect>
                                    <p:anim calcmode="lin" valueType="num">
                                      <p:cBhvr>
                                        <p:cTn id="14" dur="1000" fill="hold"/>
                                        <p:tgtEl>
                                          <p:spTgt spid="46084"/>
                                        </p:tgtEl>
                                        <p:attrNameLst>
                                          <p:attrName>ppt_x</p:attrName>
                                        </p:attrNameLst>
                                      </p:cBhvr>
                                      <p:tavLst>
                                        <p:tav tm="0">
                                          <p:val>
                                            <p:strVal val="#ppt_x"/>
                                          </p:val>
                                        </p:tav>
                                        <p:tav tm="100000">
                                          <p:val>
                                            <p:strVal val="#ppt_x"/>
                                          </p:val>
                                        </p:tav>
                                      </p:tavLst>
                                    </p:anim>
                                    <p:anim calcmode="lin" valueType="num">
                                      <p:cBhvr>
                                        <p:cTn id="15" dur="1000" fill="hold"/>
                                        <p:tgtEl>
                                          <p:spTgt spid="46084"/>
                                        </p:tgtEl>
                                        <p:attrNameLst>
                                          <p:attrName>ppt_y</p:attrName>
                                        </p:attrNameLst>
                                      </p:cBhvr>
                                      <p:tavLst>
                                        <p:tav tm="0">
                                          <p:val>
                                            <p:strVal val="#ppt_y+.1"/>
                                          </p:val>
                                        </p:tav>
                                        <p:tav tm="100000">
                                          <p:val>
                                            <p:strVal val="#ppt_y"/>
                                          </p:val>
                                        </p:tav>
                                      </p:tavLst>
                                    </p:anim>
                                  </p:childTnLst>
                                </p:cTn>
                              </p:par>
                              <p:par>
                                <p:cTn id="16" presetID="2" presetClass="entr" presetSubtype="1" fill="hold" nodeType="withEffect">
                                  <p:stCondLst>
                                    <p:cond delay="500"/>
                                  </p:stCondLst>
                                  <p:childTnLst>
                                    <p:set>
                                      <p:cBhvr>
                                        <p:cTn id="17" dur="1" fill="hold">
                                          <p:stCondLst>
                                            <p:cond delay="0"/>
                                          </p:stCondLst>
                                        </p:cTn>
                                        <p:tgtEl>
                                          <p:spTgt spid="46085"/>
                                        </p:tgtEl>
                                        <p:attrNameLst>
                                          <p:attrName>style.visibility</p:attrName>
                                        </p:attrNameLst>
                                      </p:cBhvr>
                                      <p:to>
                                        <p:strVal val="visible"/>
                                      </p:to>
                                    </p:set>
                                    <p:anim calcmode="lin" valueType="num">
                                      <p:cBhvr additive="base">
                                        <p:cTn id="18" dur="500" fill="hold"/>
                                        <p:tgtEl>
                                          <p:spTgt spid="46085"/>
                                        </p:tgtEl>
                                        <p:attrNameLst>
                                          <p:attrName>ppt_x</p:attrName>
                                        </p:attrNameLst>
                                      </p:cBhvr>
                                      <p:tavLst>
                                        <p:tav tm="0">
                                          <p:val>
                                            <p:strVal val="#ppt_x"/>
                                          </p:val>
                                        </p:tav>
                                        <p:tav tm="100000">
                                          <p:val>
                                            <p:strVal val="#ppt_x"/>
                                          </p:val>
                                        </p:tav>
                                      </p:tavLst>
                                    </p:anim>
                                    <p:anim calcmode="lin" valueType="num">
                                      <p:cBhvr additive="base">
                                        <p:cTn id="19" dur="500" fill="hold"/>
                                        <p:tgtEl>
                                          <p:spTgt spid="46085"/>
                                        </p:tgtEl>
                                        <p:attrNameLst>
                                          <p:attrName>ppt_y</p:attrName>
                                        </p:attrNameLst>
                                      </p:cBhvr>
                                      <p:tavLst>
                                        <p:tav tm="0">
                                          <p:val>
                                            <p:strVal val="0-#ppt_h/2"/>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fade">
                                      <p:cBhvr>
                                        <p:cTn id="22" dur="1000"/>
                                        <p:tgtEl>
                                          <p:spTgt spid="46086"/>
                                        </p:tgtEl>
                                      </p:cBhvr>
                                    </p:animEffect>
                                    <p:anim calcmode="lin" valueType="num">
                                      <p:cBhvr>
                                        <p:cTn id="23" dur="1000" fill="hold"/>
                                        <p:tgtEl>
                                          <p:spTgt spid="46086"/>
                                        </p:tgtEl>
                                        <p:attrNameLst>
                                          <p:attrName>ppt_x</p:attrName>
                                        </p:attrNameLst>
                                      </p:cBhvr>
                                      <p:tavLst>
                                        <p:tav tm="0">
                                          <p:val>
                                            <p:strVal val="#ppt_x"/>
                                          </p:val>
                                        </p:tav>
                                        <p:tav tm="100000">
                                          <p:val>
                                            <p:strVal val="#ppt_x"/>
                                          </p:val>
                                        </p:tav>
                                      </p:tavLst>
                                    </p:anim>
                                    <p:anim calcmode="lin" valueType="num">
                                      <p:cBhvr>
                                        <p:cTn id="24" dur="1000" fill="hold"/>
                                        <p:tgtEl>
                                          <p:spTgt spid="460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p:nvPr/>
        </p:nvSpPr>
        <p:spPr bwMode="auto">
          <a:xfrm>
            <a:off x="1357313" y="919163"/>
            <a:ext cx="7773987" cy="1247775"/>
          </a:xfrm>
          <a:prstGeom prst="rect">
            <a:avLst/>
          </a:prstGeom>
          <a:noFill/>
          <a:ln>
            <a:noFill/>
          </a:ln>
        </p:spPr>
        <p:txBody>
          <a:bodyPr wrap="none" lIns="0" tIns="0" rIns="0" bIns="0" anchor="ctr">
            <a:spAutoFit/>
          </a:bodyPr>
          <a:lstStyle/>
          <a:p>
            <a:pPr algn="l"/>
            <a:r>
              <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Viral Marketing</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grpSp>
        <p:nvGrpSpPr>
          <p:cNvPr id="47107" name="Group 218"/>
          <p:cNvGrpSpPr/>
          <p:nvPr/>
        </p:nvGrpSpPr>
        <p:grpSpPr bwMode="auto">
          <a:xfrm>
            <a:off x="4835525" y="3009900"/>
            <a:ext cx="6884988" cy="2274888"/>
            <a:chOff x="4835525" y="3009900"/>
            <a:chExt cx="6884988" cy="2274888"/>
          </a:xfrm>
        </p:grpSpPr>
        <p:grpSp>
          <p:nvGrpSpPr>
            <p:cNvPr id="48237" name="Group 8"/>
            <p:cNvGrpSpPr/>
            <p:nvPr/>
          </p:nvGrpSpPr>
          <p:grpSpPr bwMode="auto">
            <a:xfrm>
              <a:off x="4835525" y="3201988"/>
              <a:ext cx="2160588" cy="2082800"/>
              <a:chOff x="-71803" y="-71810"/>
              <a:chExt cx="2160665" cy="2083244"/>
            </a:xfrm>
          </p:grpSpPr>
          <p:pic>
            <p:nvPicPr>
              <p:cNvPr id="48263" name="Picture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rot="18786297" flipH="1">
                <a:off x="36933" y="423760"/>
                <a:ext cx="1831206" cy="1092103"/>
              </a:xfrm>
              <a:prstGeom prst="rect">
                <a:avLst/>
              </a:prstGeom>
              <a:noFill/>
              <a:ln>
                <a:noFill/>
              </a:ln>
              <a:effectLst/>
            </p:spPr>
          </p:pic>
          <p:pic>
            <p:nvPicPr>
              <p:cNvPr id="48264" name="Picture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8786297" flipH="1">
                <a:off x="1381112" y="296866"/>
                <a:ext cx="565060" cy="635956"/>
              </a:xfrm>
              <a:prstGeom prst="rect">
                <a:avLst/>
              </a:prstGeom>
              <a:noFill/>
              <a:ln>
                <a:noFill/>
              </a:ln>
              <a:effectLst/>
            </p:spPr>
          </p:pic>
        </p:grpSp>
        <p:sp>
          <p:nvSpPr>
            <p:cNvPr id="48238" name="AutoShape 16"/>
            <p:cNvSpPr/>
            <p:nvPr/>
          </p:nvSpPr>
          <p:spPr bwMode="auto">
            <a:xfrm>
              <a:off x="7686675" y="3302000"/>
              <a:ext cx="982663" cy="1320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r>
                <a:rPr lang="id-ID" sz="9600">
                  <a:solidFill>
                    <a:schemeClr val="bg1"/>
                  </a:solidFill>
                  <a:latin typeface="Modern Pictograms" charset="0"/>
                  <a:cs typeface="Modern Pictograms" charset="0"/>
                  <a:sym typeface="Modern Pictograms" charset="0"/>
                </a:rPr>
                <a:t>^</a:t>
              </a:r>
              <a:endParaRPr lang="id-ID">
                <a:solidFill>
                  <a:schemeClr val="bg1"/>
                </a:solidFill>
              </a:endParaRPr>
            </a:p>
          </p:txBody>
        </p:sp>
        <p:sp>
          <p:nvSpPr>
            <p:cNvPr id="101" name="AutoShape 21"/>
            <p:cNvSpPr/>
            <p:nvPr/>
          </p:nvSpPr>
          <p:spPr bwMode="auto">
            <a:xfrm>
              <a:off x="9140825" y="3009900"/>
              <a:ext cx="179388" cy="179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2" name="AutoShape 22"/>
            <p:cNvSpPr/>
            <p:nvPr/>
          </p:nvSpPr>
          <p:spPr bwMode="auto">
            <a:xfrm>
              <a:off x="9042400" y="3186113"/>
              <a:ext cx="352425"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3" name="AutoShape 23"/>
            <p:cNvSpPr/>
            <p:nvPr/>
          </p:nvSpPr>
          <p:spPr bwMode="auto">
            <a:xfrm>
              <a:off x="9605963" y="3009900"/>
              <a:ext cx="179387" cy="179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4" name="AutoShape 24"/>
            <p:cNvSpPr/>
            <p:nvPr/>
          </p:nvSpPr>
          <p:spPr bwMode="auto">
            <a:xfrm>
              <a:off x="9507538" y="3186113"/>
              <a:ext cx="354012"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5" name="AutoShape 25"/>
            <p:cNvSpPr/>
            <p:nvPr/>
          </p:nvSpPr>
          <p:spPr bwMode="auto">
            <a:xfrm>
              <a:off x="10071100" y="3009900"/>
              <a:ext cx="180975" cy="179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6" name="AutoShape 26"/>
            <p:cNvSpPr/>
            <p:nvPr/>
          </p:nvSpPr>
          <p:spPr bwMode="auto">
            <a:xfrm>
              <a:off x="9972675" y="3186113"/>
              <a:ext cx="354013"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7" name="AutoShape 27"/>
            <p:cNvSpPr/>
            <p:nvPr/>
          </p:nvSpPr>
          <p:spPr bwMode="auto">
            <a:xfrm>
              <a:off x="10534650" y="3009900"/>
              <a:ext cx="179388" cy="179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8" name="AutoShape 28"/>
            <p:cNvSpPr/>
            <p:nvPr/>
          </p:nvSpPr>
          <p:spPr bwMode="auto">
            <a:xfrm>
              <a:off x="10436225" y="3186113"/>
              <a:ext cx="354013"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09" name="AutoShape 29"/>
            <p:cNvSpPr/>
            <p:nvPr/>
          </p:nvSpPr>
          <p:spPr bwMode="auto">
            <a:xfrm>
              <a:off x="10999788" y="3009900"/>
              <a:ext cx="180975" cy="179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0" name="AutoShape 30"/>
            <p:cNvSpPr/>
            <p:nvPr/>
          </p:nvSpPr>
          <p:spPr bwMode="auto">
            <a:xfrm>
              <a:off x="10901363" y="3186113"/>
              <a:ext cx="354012"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1" name="AutoShape 31"/>
            <p:cNvSpPr/>
            <p:nvPr/>
          </p:nvSpPr>
          <p:spPr bwMode="auto">
            <a:xfrm>
              <a:off x="11464925" y="3009900"/>
              <a:ext cx="180975" cy="179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2" name="AutoShape 32"/>
            <p:cNvSpPr/>
            <p:nvPr/>
          </p:nvSpPr>
          <p:spPr bwMode="auto">
            <a:xfrm>
              <a:off x="11368088" y="3186113"/>
              <a:ext cx="352425"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3" name="AutoShape 33"/>
            <p:cNvSpPr/>
            <p:nvPr/>
          </p:nvSpPr>
          <p:spPr bwMode="auto">
            <a:xfrm>
              <a:off x="9140825" y="3960813"/>
              <a:ext cx="179388" cy="1793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4" name="AutoShape 34"/>
            <p:cNvSpPr/>
            <p:nvPr/>
          </p:nvSpPr>
          <p:spPr bwMode="auto">
            <a:xfrm>
              <a:off x="9042400" y="4137025"/>
              <a:ext cx="352425"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5" name="AutoShape 35"/>
            <p:cNvSpPr/>
            <p:nvPr/>
          </p:nvSpPr>
          <p:spPr bwMode="auto">
            <a:xfrm>
              <a:off x="9605963" y="3960813"/>
              <a:ext cx="179387" cy="1793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6" name="AutoShape 36"/>
            <p:cNvSpPr/>
            <p:nvPr/>
          </p:nvSpPr>
          <p:spPr bwMode="auto">
            <a:xfrm>
              <a:off x="9507538" y="4137025"/>
              <a:ext cx="354012"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7" name="AutoShape 37"/>
            <p:cNvSpPr/>
            <p:nvPr/>
          </p:nvSpPr>
          <p:spPr bwMode="auto">
            <a:xfrm>
              <a:off x="10071100" y="3960813"/>
              <a:ext cx="180975" cy="1793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8" name="AutoShape 38"/>
            <p:cNvSpPr/>
            <p:nvPr/>
          </p:nvSpPr>
          <p:spPr bwMode="auto">
            <a:xfrm>
              <a:off x="9972675" y="4137025"/>
              <a:ext cx="354013"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19" name="AutoShape 39"/>
            <p:cNvSpPr/>
            <p:nvPr/>
          </p:nvSpPr>
          <p:spPr bwMode="auto">
            <a:xfrm>
              <a:off x="10534650" y="3960813"/>
              <a:ext cx="179388" cy="1793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20" name="AutoShape 40"/>
            <p:cNvSpPr/>
            <p:nvPr/>
          </p:nvSpPr>
          <p:spPr bwMode="auto">
            <a:xfrm>
              <a:off x="10436225" y="4137025"/>
              <a:ext cx="354013"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21" name="AutoShape 41"/>
            <p:cNvSpPr/>
            <p:nvPr/>
          </p:nvSpPr>
          <p:spPr bwMode="auto">
            <a:xfrm>
              <a:off x="10999788" y="3960813"/>
              <a:ext cx="180975" cy="1793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22" name="AutoShape 42"/>
            <p:cNvSpPr/>
            <p:nvPr/>
          </p:nvSpPr>
          <p:spPr bwMode="auto">
            <a:xfrm>
              <a:off x="10901363" y="4137025"/>
              <a:ext cx="354012"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23" name="AutoShape 43"/>
            <p:cNvSpPr/>
            <p:nvPr/>
          </p:nvSpPr>
          <p:spPr bwMode="auto">
            <a:xfrm>
              <a:off x="11464925" y="3960813"/>
              <a:ext cx="180975" cy="1793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sp>
          <p:nvSpPr>
            <p:cNvPr id="124" name="AutoShape 44"/>
            <p:cNvSpPr/>
            <p:nvPr/>
          </p:nvSpPr>
          <p:spPr bwMode="auto">
            <a:xfrm>
              <a:off x="11368088" y="4137025"/>
              <a:ext cx="352425" cy="625475"/>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46A2DE"/>
                </a:solidFill>
                <a:effectLst>
                  <a:outerShdw blurRad="38100" dist="38100" dir="2700000" algn="tl">
                    <a:srgbClr val="000000"/>
                  </a:outerShdw>
                </a:effectLst>
              </a:endParaRPr>
            </a:p>
          </p:txBody>
        </p:sp>
      </p:grpSp>
      <p:grpSp>
        <p:nvGrpSpPr>
          <p:cNvPr id="47108" name="Group 219"/>
          <p:cNvGrpSpPr/>
          <p:nvPr/>
        </p:nvGrpSpPr>
        <p:grpSpPr bwMode="auto">
          <a:xfrm>
            <a:off x="4776788" y="5397500"/>
            <a:ext cx="7058025" cy="1828800"/>
            <a:chOff x="4776788" y="5397500"/>
            <a:chExt cx="7058025" cy="1828800"/>
          </a:xfrm>
        </p:grpSpPr>
        <p:pic>
          <p:nvPicPr>
            <p:cNvPr id="48211" name="Picture 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76788" y="6110288"/>
              <a:ext cx="2251075" cy="688975"/>
            </a:xfrm>
            <a:prstGeom prst="rect">
              <a:avLst/>
            </a:prstGeom>
            <a:noFill/>
            <a:ln>
              <a:noFill/>
            </a:ln>
            <a:effectLst/>
          </p:spPr>
        </p:pic>
        <p:sp>
          <p:nvSpPr>
            <p:cNvPr id="48212" name="AutoShape 17"/>
            <p:cNvSpPr/>
            <p:nvPr/>
          </p:nvSpPr>
          <p:spPr bwMode="auto">
            <a:xfrm>
              <a:off x="7666038" y="5689600"/>
              <a:ext cx="1100137" cy="1320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r>
                <a:rPr lang="id-ID" sz="9600">
                  <a:solidFill>
                    <a:schemeClr val="bg1"/>
                  </a:solidFill>
                  <a:latin typeface="Modern Pictograms" charset="0"/>
                  <a:cs typeface="Modern Pictograms" charset="0"/>
                  <a:sym typeface="Modern Pictograms" charset="0"/>
                </a:rPr>
                <a:t>G</a:t>
              </a:r>
              <a:endParaRPr lang="id-ID">
                <a:solidFill>
                  <a:schemeClr val="bg1"/>
                </a:solidFill>
              </a:endParaRPr>
            </a:p>
          </p:txBody>
        </p:sp>
        <p:sp>
          <p:nvSpPr>
            <p:cNvPr id="126" name="AutoShape 46"/>
            <p:cNvSpPr/>
            <p:nvPr/>
          </p:nvSpPr>
          <p:spPr bwMode="auto">
            <a:xfrm>
              <a:off x="9144000" y="5397500"/>
              <a:ext cx="188913"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27" name="AutoShape 47"/>
            <p:cNvSpPr/>
            <p:nvPr/>
          </p:nvSpPr>
          <p:spPr bwMode="auto">
            <a:xfrm>
              <a:off x="9042400" y="55816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28" name="AutoShape 48"/>
            <p:cNvSpPr/>
            <p:nvPr/>
          </p:nvSpPr>
          <p:spPr bwMode="auto">
            <a:xfrm>
              <a:off x="9629775" y="53975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29" name="AutoShape 49"/>
            <p:cNvSpPr/>
            <p:nvPr/>
          </p:nvSpPr>
          <p:spPr bwMode="auto">
            <a:xfrm>
              <a:off x="9528175" y="55816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0" name="AutoShape 50"/>
            <p:cNvSpPr/>
            <p:nvPr/>
          </p:nvSpPr>
          <p:spPr bwMode="auto">
            <a:xfrm>
              <a:off x="10115550" y="53975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1" name="AutoShape 51"/>
            <p:cNvSpPr/>
            <p:nvPr/>
          </p:nvSpPr>
          <p:spPr bwMode="auto">
            <a:xfrm>
              <a:off x="10013950" y="5581650"/>
              <a:ext cx="366713"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2" name="AutoShape 52"/>
            <p:cNvSpPr/>
            <p:nvPr/>
          </p:nvSpPr>
          <p:spPr bwMode="auto">
            <a:xfrm>
              <a:off x="10598150" y="53975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3" name="AutoShape 53"/>
            <p:cNvSpPr/>
            <p:nvPr/>
          </p:nvSpPr>
          <p:spPr bwMode="auto">
            <a:xfrm>
              <a:off x="10496550" y="5581650"/>
              <a:ext cx="366713"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4" name="AutoShape 54"/>
            <p:cNvSpPr/>
            <p:nvPr/>
          </p:nvSpPr>
          <p:spPr bwMode="auto">
            <a:xfrm>
              <a:off x="11083925" y="53975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5" name="AutoShape 55"/>
            <p:cNvSpPr/>
            <p:nvPr/>
          </p:nvSpPr>
          <p:spPr bwMode="auto">
            <a:xfrm>
              <a:off x="10980738" y="55816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6" name="AutoShape 56"/>
            <p:cNvSpPr/>
            <p:nvPr/>
          </p:nvSpPr>
          <p:spPr bwMode="auto">
            <a:xfrm>
              <a:off x="11569700" y="53975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7" name="AutoShape 57"/>
            <p:cNvSpPr/>
            <p:nvPr/>
          </p:nvSpPr>
          <p:spPr bwMode="auto">
            <a:xfrm>
              <a:off x="11466513" y="55816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8" name="AutoShape 58"/>
            <p:cNvSpPr/>
            <p:nvPr/>
          </p:nvSpPr>
          <p:spPr bwMode="auto">
            <a:xfrm>
              <a:off x="9144000" y="6389688"/>
              <a:ext cx="188913"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39" name="AutoShape 59"/>
            <p:cNvSpPr/>
            <p:nvPr/>
          </p:nvSpPr>
          <p:spPr bwMode="auto">
            <a:xfrm>
              <a:off x="9042400" y="65738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0" name="AutoShape 60"/>
            <p:cNvSpPr/>
            <p:nvPr/>
          </p:nvSpPr>
          <p:spPr bwMode="auto">
            <a:xfrm>
              <a:off x="9629775" y="63896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1" name="AutoShape 61"/>
            <p:cNvSpPr/>
            <p:nvPr/>
          </p:nvSpPr>
          <p:spPr bwMode="auto">
            <a:xfrm>
              <a:off x="9528175" y="65738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2" name="AutoShape 62"/>
            <p:cNvSpPr/>
            <p:nvPr/>
          </p:nvSpPr>
          <p:spPr bwMode="auto">
            <a:xfrm>
              <a:off x="10115550" y="63896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3" name="AutoShape 63"/>
            <p:cNvSpPr/>
            <p:nvPr/>
          </p:nvSpPr>
          <p:spPr bwMode="auto">
            <a:xfrm>
              <a:off x="10013950" y="6573838"/>
              <a:ext cx="366713"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4" name="AutoShape 64"/>
            <p:cNvSpPr/>
            <p:nvPr/>
          </p:nvSpPr>
          <p:spPr bwMode="auto">
            <a:xfrm>
              <a:off x="10598150" y="63896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5" name="AutoShape 65"/>
            <p:cNvSpPr/>
            <p:nvPr/>
          </p:nvSpPr>
          <p:spPr bwMode="auto">
            <a:xfrm>
              <a:off x="10496550" y="6573838"/>
              <a:ext cx="366713"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6" name="AutoShape 66"/>
            <p:cNvSpPr/>
            <p:nvPr/>
          </p:nvSpPr>
          <p:spPr bwMode="auto">
            <a:xfrm>
              <a:off x="11083925" y="63896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7" name="AutoShape 67"/>
            <p:cNvSpPr/>
            <p:nvPr/>
          </p:nvSpPr>
          <p:spPr bwMode="auto">
            <a:xfrm>
              <a:off x="10980738" y="65738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8" name="AutoShape 68"/>
            <p:cNvSpPr/>
            <p:nvPr/>
          </p:nvSpPr>
          <p:spPr bwMode="auto">
            <a:xfrm>
              <a:off x="11569700" y="63896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49" name="AutoShape 69"/>
            <p:cNvSpPr/>
            <p:nvPr/>
          </p:nvSpPr>
          <p:spPr bwMode="auto">
            <a:xfrm>
              <a:off x="11466513" y="65738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600"/>
                    <a:pt x="7348" y="21600"/>
                  </a:cubicBezTo>
                  <a:cubicBezTo>
                    <a:pt x="8669" y="21600"/>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600"/>
                    <a:pt x="14264" y="21600"/>
                  </a:cubicBezTo>
                  <a:cubicBezTo>
                    <a:pt x="15579" y="21600"/>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grpSp>
      <p:grpSp>
        <p:nvGrpSpPr>
          <p:cNvPr id="47109" name="Group 220"/>
          <p:cNvGrpSpPr/>
          <p:nvPr/>
        </p:nvGrpSpPr>
        <p:grpSpPr bwMode="auto">
          <a:xfrm>
            <a:off x="4764088" y="7874000"/>
            <a:ext cx="7070725" cy="1828800"/>
            <a:chOff x="4764088" y="7874000"/>
            <a:chExt cx="7070725" cy="1828800"/>
          </a:xfrm>
        </p:grpSpPr>
        <p:pic>
          <p:nvPicPr>
            <p:cNvPr id="48185" name="Picture 1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4088" y="8334375"/>
              <a:ext cx="2103437" cy="644525"/>
            </a:xfrm>
            <a:prstGeom prst="rect">
              <a:avLst/>
            </a:prstGeom>
            <a:noFill/>
            <a:ln>
              <a:noFill/>
            </a:ln>
            <a:effectLst/>
          </p:spPr>
        </p:pic>
        <p:sp>
          <p:nvSpPr>
            <p:cNvPr id="48186" name="AutoShape 18"/>
            <p:cNvSpPr/>
            <p:nvPr/>
          </p:nvSpPr>
          <p:spPr bwMode="auto">
            <a:xfrm>
              <a:off x="7800975" y="8001000"/>
              <a:ext cx="754063" cy="1320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ffectLst/>
          </p:spPr>
          <p:txBody>
            <a:bodyPr lIns="50800" tIns="50800" rIns="50800" bIns="50800" anchor="ctr"/>
            <a:lstStyle/>
            <a:p>
              <a:r>
                <a:rPr lang="id-ID" sz="9600">
                  <a:solidFill>
                    <a:schemeClr val="bg1"/>
                  </a:solidFill>
                  <a:latin typeface="Modern Pictograms" charset="0"/>
                  <a:cs typeface="Modern Pictograms" charset="0"/>
                  <a:sym typeface="Modern Pictograms" charset="0"/>
                </a:rPr>
                <a:t>T</a:t>
              </a:r>
              <a:endParaRPr lang="id-ID">
                <a:solidFill>
                  <a:schemeClr val="bg1"/>
                </a:solidFill>
              </a:endParaRPr>
            </a:p>
          </p:txBody>
        </p:sp>
        <p:sp>
          <p:nvSpPr>
            <p:cNvPr id="151" name="AutoShape 71"/>
            <p:cNvSpPr/>
            <p:nvPr/>
          </p:nvSpPr>
          <p:spPr bwMode="auto">
            <a:xfrm>
              <a:off x="9142413" y="7874000"/>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2" name="AutoShape 72"/>
            <p:cNvSpPr/>
            <p:nvPr/>
          </p:nvSpPr>
          <p:spPr bwMode="auto">
            <a:xfrm>
              <a:off x="9040813" y="805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3" name="AutoShape 73"/>
            <p:cNvSpPr/>
            <p:nvPr/>
          </p:nvSpPr>
          <p:spPr bwMode="auto">
            <a:xfrm>
              <a:off x="9628188" y="7874000"/>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4" name="AutoShape 74"/>
            <p:cNvSpPr/>
            <p:nvPr/>
          </p:nvSpPr>
          <p:spPr bwMode="auto">
            <a:xfrm>
              <a:off x="9526588" y="805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5" name="AutoShape 75"/>
            <p:cNvSpPr/>
            <p:nvPr/>
          </p:nvSpPr>
          <p:spPr bwMode="auto">
            <a:xfrm>
              <a:off x="10113963" y="7874000"/>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6" name="AutoShape 76"/>
            <p:cNvSpPr/>
            <p:nvPr/>
          </p:nvSpPr>
          <p:spPr bwMode="auto">
            <a:xfrm>
              <a:off x="10012363" y="805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7" name="AutoShape 77"/>
            <p:cNvSpPr/>
            <p:nvPr/>
          </p:nvSpPr>
          <p:spPr bwMode="auto">
            <a:xfrm>
              <a:off x="10598150" y="78740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8" name="AutoShape 78"/>
            <p:cNvSpPr/>
            <p:nvPr/>
          </p:nvSpPr>
          <p:spPr bwMode="auto">
            <a:xfrm>
              <a:off x="10494963" y="805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59" name="AutoShape 79"/>
            <p:cNvSpPr/>
            <p:nvPr/>
          </p:nvSpPr>
          <p:spPr bwMode="auto">
            <a:xfrm>
              <a:off x="11083925" y="78740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0" name="AutoShape 80"/>
            <p:cNvSpPr/>
            <p:nvPr/>
          </p:nvSpPr>
          <p:spPr bwMode="auto">
            <a:xfrm>
              <a:off x="10980738" y="805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1" name="AutoShape 81"/>
            <p:cNvSpPr/>
            <p:nvPr/>
          </p:nvSpPr>
          <p:spPr bwMode="auto">
            <a:xfrm>
              <a:off x="11569700" y="78740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2" name="AutoShape 82"/>
            <p:cNvSpPr/>
            <p:nvPr/>
          </p:nvSpPr>
          <p:spPr bwMode="auto">
            <a:xfrm>
              <a:off x="11466513" y="805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3" name="AutoShape 83"/>
            <p:cNvSpPr/>
            <p:nvPr/>
          </p:nvSpPr>
          <p:spPr bwMode="auto">
            <a:xfrm>
              <a:off x="9142413" y="8866188"/>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4" name="AutoShape 84"/>
            <p:cNvSpPr/>
            <p:nvPr/>
          </p:nvSpPr>
          <p:spPr bwMode="auto">
            <a:xfrm>
              <a:off x="9040813" y="905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5" name="AutoShape 85"/>
            <p:cNvSpPr/>
            <p:nvPr/>
          </p:nvSpPr>
          <p:spPr bwMode="auto">
            <a:xfrm>
              <a:off x="9628188" y="8866188"/>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6" name="AutoShape 86"/>
            <p:cNvSpPr/>
            <p:nvPr/>
          </p:nvSpPr>
          <p:spPr bwMode="auto">
            <a:xfrm>
              <a:off x="9526588" y="905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7" name="AutoShape 87"/>
            <p:cNvSpPr/>
            <p:nvPr/>
          </p:nvSpPr>
          <p:spPr bwMode="auto">
            <a:xfrm>
              <a:off x="10113963" y="8866188"/>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8" name="AutoShape 88"/>
            <p:cNvSpPr/>
            <p:nvPr/>
          </p:nvSpPr>
          <p:spPr bwMode="auto">
            <a:xfrm>
              <a:off x="10012363" y="905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69" name="AutoShape 89"/>
            <p:cNvSpPr/>
            <p:nvPr/>
          </p:nvSpPr>
          <p:spPr bwMode="auto">
            <a:xfrm>
              <a:off x="10598150" y="88661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0" name="AutoShape 90"/>
            <p:cNvSpPr/>
            <p:nvPr/>
          </p:nvSpPr>
          <p:spPr bwMode="auto">
            <a:xfrm>
              <a:off x="10494963" y="905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1" name="AutoShape 91"/>
            <p:cNvSpPr/>
            <p:nvPr/>
          </p:nvSpPr>
          <p:spPr bwMode="auto">
            <a:xfrm>
              <a:off x="11083925" y="88661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2" name="AutoShape 92"/>
            <p:cNvSpPr/>
            <p:nvPr/>
          </p:nvSpPr>
          <p:spPr bwMode="auto">
            <a:xfrm>
              <a:off x="10980738" y="905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3" name="AutoShape 93"/>
            <p:cNvSpPr/>
            <p:nvPr/>
          </p:nvSpPr>
          <p:spPr bwMode="auto">
            <a:xfrm>
              <a:off x="11569700" y="88661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4" name="AutoShape 94"/>
            <p:cNvSpPr/>
            <p:nvPr/>
          </p:nvSpPr>
          <p:spPr bwMode="auto">
            <a:xfrm>
              <a:off x="11466513" y="905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7DB546"/>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grpSp>
      <p:grpSp>
        <p:nvGrpSpPr>
          <p:cNvPr id="47110" name="Group 221"/>
          <p:cNvGrpSpPr/>
          <p:nvPr/>
        </p:nvGrpSpPr>
        <p:grpSpPr bwMode="auto">
          <a:xfrm>
            <a:off x="4810125" y="9767888"/>
            <a:ext cx="7024688" cy="2474912"/>
            <a:chOff x="4810125" y="9767888"/>
            <a:chExt cx="7024688" cy="2474912"/>
          </a:xfrm>
        </p:grpSpPr>
        <p:grpSp>
          <p:nvGrpSpPr>
            <p:cNvPr id="48157" name="Group 11"/>
            <p:cNvGrpSpPr/>
            <p:nvPr/>
          </p:nvGrpSpPr>
          <p:grpSpPr bwMode="auto">
            <a:xfrm>
              <a:off x="4810125" y="9767888"/>
              <a:ext cx="2019300" cy="2071687"/>
              <a:chOff x="-70684" y="-70689"/>
              <a:chExt cx="2020028" cy="2072273"/>
            </a:xfrm>
          </p:grpSpPr>
          <p:pic>
            <p:nvPicPr>
              <p:cNvPr id="48183" name="Picture 1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7481633">
                <a:off x="17230" y="402441"/>
                <a:ext cx="1740878" cy="1126011"/>
              </a:xfrm>
              <a:prstGeom prst="rect">
                <a:avLst/>
              </a:prstGeom>
              <a:noFill/>
              <a:ln>
                <a:noFill/>
              </a:ln>
              <a:effectLst/>
            </p:spPr>
          </p:pic>
          <p:pic>
            <p:nvPicPr>
              <p:cNvPr id="48184" name="Picture 1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rot="-7481633">
                <a:off x="1256572" y="1047297"/>
                <a:ext cx="538860" cy="656734"/>
              </a:xfrm>
              <a:prstGeom prst="rect">
                <a:avLst/>
              </a:prstGeom>
              <a:noFill/>
              <a:ln>
                <a:noFill/>
              </a:ln>
              <a:effectLst/>
            </p:spPr>
          </p:pic>
        </p:grpSp>
        <p:sp>
          <p:nvSpPr>
            <p:cNvPr id="48158" name="AutoShape 19"/>
            <p:cNvSpPr/>
            <p:nvPr/>
          </p:nvSpPr>
          <p:spPr bwMode="auto">
            <a:xfrm>
              <a:off x="7585075" y="10629900"/>
              <a:ext cx="1185863" cy="1320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r>
                <a:rPr lang="id-ID" sz="9600">
                  <a:solidFill>
                    <a:schemeClr val="bg1"/>
                  </a:solidFill>
                  <a:latin typeface="Modern Pictograms" charset="0"/>
                  <a:cs typeface="Modern Pictograms" charset="0"/>
                  <a:sym typeface="Modern Pictograms" charset="0"/>
                </a:rPr>
                <a:t>P</a:t>
              </a:r>
              <a:endParaRPr lang="id-ID">
                <a:solidFill>
                  <a:schemeClr val="bg1"/>
                </a:solidFill>
              </a:endParaRPr>
            </a:p>
          </p:txBody>
        </p:sp>
        <p:sp>
          <p:nvSpPr>
            <p:cNvPr id="176" name="AutoShape 96"/>
            <p:cNvSpPr/>
            <p:nvPr/>
          </p:nvSpPr>
          <p:spPr bwMode="auto">
            <a:xfrm>
              <a:off x="9142413" y="10414000"/>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7" name="AutoShape 97"/>
            <p:cNvSpPr/>
            <p:nvPr/>
          </p:nvSpPr>
          <p:spPr bwMode="auto">
            <a:xfrm>
              <a:off x="9040813" y="1059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8" name="AutoShape 98"/>
            <p:cNvSpPr/>
            <p:nvPr/>
          </p:nvSpPr>
          <p:spPr bwMode="auto">
            <a:xfrm>
              <a:off x="9628188" y="10414000"/>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79" name="AutoShape 99"/>
            <p:cNvSpPr/>
            <p:nvPr/>
          </p:nvSpPr>
          <p:spPr bwMode="auto">
            <a:xfrm>
              <a:off x="9526588" y="1059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0" name="AutoShape 100"/>
            <p:cNvSpPr/>
            <p:nvPr/>
          </p:nvSpPr>
          <p:spPr bwMode="auto">
            <a:xfrm>
              <a:off x="10113963" y="10414000"/>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1" name="AutoShape 101"/>
            <p:cNvSpPr/>
            <p:nvPr/>
          </p:nvSpPr>
          <p:spPr bwMode="auto">
            <a:xfrm>
              <a:off x="10012363" y="1059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2" name="AutoShape 102"/>
            <p:cNvSpPr/>
            <p:nvPr/>
          </p:nvSpPr>
          <p:spPr bwMode="auto">
            <a:xfrm>
              <a:off x="10598150" y="104140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3" name="AutoShape 103"/>
            <p:cNvSpPr/>
            <p:nvPr/>
          </p:nvSpPr>
          <p:spPr bwMode="auto">
            <a:xfrm>
              <a:off x="10494963" y="1059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4" name="AutoShape 104"/>
            <p:cNvSpPr/>
            <p:nvPr/>
          </p:nvSpPr>
          <p:spPr bwMode="auto">
            <a:xfrm>
              <a:off x="11083925" y="104140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5" name="AutoShape 105"/>
            <p:cNvSpPr/>
            <p:nvPr/>
          </p:nvSpPr>
          <p:spPr bwMode="auto">
            <a:xfrm>
              <a:off x="10980738" y="1059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6" name="AutoShape 106"/>
            <p:cNvSpPr/>
            <p:nvPr/>
          </p:nvSpPr>
          <p:spPr bwMode="auto">
            <a:xfrm>
              <a:off x="11569700" y="10414000"/>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7" name="AutoShape 107"/>
            <p:cNvSpPr/>
            <p:nvPr/>
          </p:nvSpPr>
          <p:spPr bwMode="auto">
            <a:xfrm>
              <a:off x="11466513" y="10598150"/>
              <a:ext cx="368300" cy="652463"/>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8" name="AutoShape 108"/>
            <p:cNvSpPr/>
            <p:nvPr/>
          </p:nvSpPr>
          <p:spPr bwMode="auto">
            <a:xfrm>
              <a:off x="9142413" y="11406188"/>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89" name="AutoShape 109"/>
            <p:cNvSpPr/>
            <p:nvPr/>
          </p:nvSpPr>
          <p:spPr bwMode="auto">
            <a:xfrm>
              <a:off x="9040813" y="1159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0" name="AutoShape 110"/>
            <p:cNvSpPr/>
            <p:nvPr/>
          </p:nvSpPr>
          <p:spPr bwMode="auto">
            <a:xfrm>
              <a:off x="9628188" y="11406188"/>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1" name="AutoShape 111"/>
            <p:cNvSpPr/>
            <p:nvPr/>
          </p:nvSpPr>
          <p:spPr bwMode="auto">
            <a:xfrm>
              <a:off x="9526588" y="1159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2" name="AutoShape 112"/>
            <p:cNvSpPr/>
            <p:nvPr/>
          </p:nvSpPr>
          <p:spPr bwMode="auto">
            <a:xfrm>
              <a:off x="10113963" y="11406188"/>
              <a:ext cx="188912"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3" name="AutoShape 113"/>
            <p:cNvSpPr/>
            <p:nvPr/>
          </p:nvSpPr>
          <p:spPr bwMode="auto">
            <a:xfrm>
              <a:off x="10012363" y="1159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4" name="AutoShape 114"/>
            <p:cNvSpPr/>
            <p:nvPr/>
          </p:nvSpPr>
          <p:spPr bwMode="auto">
            <a:xfrm>
              <a:off x="10598150" y="114061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5" name="AutoShape 115"/>
            <p:cNvSpPr/>
            <p:nvPr/>
          </p:nvSpPr>
          <p:spPr bwMode="auto">
            <a:xfrm>
              <a:off x="10494963" y="1159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6" name="AutoShape 116"/>
            <p:cNvSpPr/>
            <p:nvPr/>
          </p:nvSpPr>
          <p:spPr bwMode="auto">
            <a:xfrm>
              <a:off x="11083925" y="114061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7" name="AutoShape 117"/>
            <p:cNvSpPr/>
            <p:nvPr/>
          </p:nvSpPr>
          <p:spPr bwMode="auto">
            <a:xfrm>
              <a:off x="10980738" y="1159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8" name="AutoShape 118"/>
            <p:cNvSpPr/>
            <p:nvPr/>
          </p:nvSpPr>
          <p:spPr bwMode="auto">
            <a:xfrm>
              <a:off x="11569700" y="11406188"/>
              <a:ext cx="187325" cy="187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4" y="21599"/>
                  </a:moveTo>
                  <a:cubicBezTo>
                    <a:pt x="16761" y="21599"/>
                    <a:pt x="21599" y="16765"/>
                    <a:pt x="21599" y="10793"/>
                  </a:cubicBezTo>
                  <a:cubicBezTo>
                    <a:pt x="21599" y="4827"/>
                    <a:pt x="16761" y="0"/>
                    <a:pt x="10794" y="0"/>
                  </a:cubicBezTo>
                  <a:cubicBezTo>
                    <a:pt x="4831" y="0"/>
                    <a:pt x="0" y="4827"/>
                    <a:pt x="0" y="10793"/>
                  </a:cubicBezTo>
                  <a:cubicBezTo>
                    <a:pt x="0" y="16765"/>
                    <a:pt x="4831" y="21599"/>
                    <a:pt x="10794" y="21599"/>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sp>
          <p:nvSpPr>
            <p:cNvPr id="199" name="AutoShape 119"/>
            <p:cNvSpPr/>
            <p:nvPr/>
          </p:nvSpPr>
          <p:spPr bwMode="auto">
            <a:xfrm>
              <a:off x="11466513" y="11590338"/>
              <a:ext cx="368300" cy="652462"/>
            </a:xfrm>
            <a:custGeom>
              <a:avLst/>
              <a:gdLst>
                <a:gd name="T0" fmla="+- 0 10797 125"/>
                <a:gd name="T1" fmla="*/ T0 w 21344"/>
                <a:gd name="T2" fmla="*/ 10800 h 21600"/>
                <a:gd name="T3" fmla="+- 0 10797 125"/>
                <a:gd name="T4" fmla="*/ T3 w 21344"/>
                <a:gd name="T5" fmla="*/ 10800 h 21600"/>
                <a:gd name="T6" fmla="+- 0 10797 125"/>
                <a:gd name="T7" fmla="*/ T6 w 21344"/>
                <a:gd name="T8" fmla="*/ 10800 h 21600"/>
                <a:gd name="T9" fmla="+- 0 10797 125"/>
                <a:gd name="T10" fmla="*/ T9 w 21344"/>
                <a:gd name="T11" fmla="*/ 10800 h 21600"/>
              </a:gdLst>
              <a:ahLst/>
              <a:cxnLst>
                <a:cxn ang="0">
                  <a:pos x="T1" y="T2"/>
                </a:cxn>
                <a:cxn ang="0">
                  <a:pos x="T4" y="T5"/>
                </a:cxn>
                <a:cxn ang="0">
                  <a:pos x="T7" y="T8"/>
                </a:cxn>
                <a:cxn ang="0">
                  <a:pos x="T10" y="T11"/>
                </a:cxn>
              </a:cxnLst>
              <a:rect l="0" t="0" r="r" b="b"/>
              <a:pathLst>
                <a:path w="21344" h="21600">
                  <a:moveTo>
                    <a:pt x="21326" y="12314"/>
                  </a:moveTo>
                  <a:lnTo>
                    <a:pt x="19976" y="6045"/>
                  </a:lnTo>
                  <a:lnTo>
                    <a:pt x="19976" y="5603"/>
                  </a:lnTo>
                  <a:cubicBezTo>
                    <a:pt x="19976" y="2509"/>
                    <a:pt x="15766" y="0"/>
                    <a:pt x="10656" y="0"/>
                  </a:cubicBezTo>
                  <a:cubicBezTo>
                    <a:pt x="5540" y="0"/>
                    <a:pt x="1333" y="2509"/>
                    <a:pt x="1333" y="5603"/>
                  </a:cubicBezTo>
                  <a:lnTo>
                    <a:pt x="1333" y="5852"/>
                  </a:lnTo>
                  <a:lnTo>
                    <a:pt x="15" y="12314"/>
                  </a:lnTo>
                  <a:cubicBezTo>
                    <a:pt x="-125" y="12972"/>
                    <a:pt x="728" y="13567"/>
                    <a:pt x="1881" y="13646"/>
                  </a:cubicBezTo>
                  <a:cubicBezTo>
                    <a:pt x="3039" y="13730"/>
                    <a:pt x="4105" y="13258"/>
                    <a:pt x="4248" y="12608"/>
                  </a:cubicBezTo>
                  <a:lnTo>
                    <a:pt x="4532" y="11645"/>
                  </a:lnTo>
                  <a:cubicBezTo>
                    <a:pt x="4643" y="11706"/>
                    <a:pt x="4941" y="11770"/>
                    <a:pt x="4941" y="11828"/>
                  </a:cubicBezTo>
                  <a:lnTo>
                    <a:pt x="4941" y="20240"/>
                  </a:lnTo>
                  <a:cubicBezTo>
                    <a:pt x="4941" y="20991"/>
                    <a:pt x="6033" y="21599"/>
                    <a:pt x="7348" y="21599"/>
                  </a:cubicBezTo>
                  <a:cubicBezTo>
                    <a:pt x="8669" y="21599"/>
                    <a:pt x="9755" y="20991"/>
                    <a:pt x="9755" y="20240"/>
                  </a:cubicBezTo>
                  <a:lnTo>
                    <a:pt x="9755" y="13080"/>
                  </a:lnTo>
                  <a:cubicBezTo>
                    <a:pt x="9755" y="13109"/>
                    <a:pt x="10562" y="13129"/>
                    <a:pt x="10957" y="13129"/>
                  </a:cubicBezTo>
                  <a:cubicBezTo>
                    <a:pt x="11350" y="13129"/>
                    <a:pt x="11559" y="13109"/>
                    <a:pt x="12157" y="13080"/>
                  </a:cubicBezTo>
                  <a:lnTo>
                    <a:pt x="12157" y="20240"/>
                  </a:lnTo>
                  <a:cubicBezTo>
                    <a:pt x="12157" y="20991"/>
                    <a:pt x="12947" y="21599"/>
                    <a:pt x="14264" y="21599"/>
                  </a:cubicBezTo>
                  <a:cubicBezTo>
                    <a:pt x="15579" y="21599"/>
                    <a:pt x="16368" y="20991"/>
                    <a:pt x="16368" y="20240"/>
                  </a:cubicBezTo>
                  <a:lnTo>
                    <a:pt x="16368" y="11831"/>
                  </a:lnTo>
                  <a:cubicBezTo>
                    <a:pt x="16970" y="11778"/>
                    <a:pt x="16709" y="11720"/>
                    <a:pt x="16811" y="11664"/>
                  </a:cubicBezTo>
                  <a:lnTo>
                    <a:pt x="17087" y="12608"/>
                  </a:lnTo>
                  <a:cubicBezTo>
                    <a:pt x="17227" y="13258"/>
                    <a:pt x="18310" y="13730"/>
                    <a:pt x="19462" y="13646"/>
                  </a:cubicBezTo>
                  <a:cubicBezTo>
                    <a:pt x="20621" y="13567"/>
                    <a:pt x="21474" y="12972"/>
                    <a:pt x="21326" y="12314"/>
                  </a:cubicBezTo>
                  <a:close/>
                </a:path>
              </a:pathLst>
            </a:custGeom>
            <a:solidFill>
              <a:srgbClr val="F7991F"/>
            </a:solidFill>
            <a:ln>
              <a:noFill/>
            </a:ln>
            <a:effectLst/>
          </p:spPr>
          <p:txBody>
            <a:bodyPr lIns="38100" tIns="38100" rIns="38100" bIns="38100" anchor="ctr"/>
            <a:lstStyle/>
            <a:p>
              <a:pPr defTabSz="457200">
                <a:defRPr/>
              </a:pPr>
              <a:endParaRPr lang="id-ID" sz="3000">
                <a:solidFill>
                  <a:srgbClr val="FFFFFF"/>
                </a:solidFill>
                <a:effectLst>
                  <a:outerShdw blurRad="38100" dist="38100" dir="2700000" algn="tl">
                    <a:srgbClr val="000000"/>
                  </a:outerShdw>
                </a:effectLst>
              </a:endParaRPr>
            </a:p>
          </p:txBody>
        </p:sp>
      </p:grpSp>
      <p:grpSp>
        <p:nvGrpSpPr>
          <p:cNvPr id="2" name="Group 1"/>
          <p:cNvGrpSpPr/>
          <p:nvPr/>
        </p:nvGrpSpPr>
        <p:grpSpPr bwMode="auto">
          <a:xfrm>
            <a:off x="12538075" y="3556000"/>
            <a:ext cx="9496425" cy="8032750"/>
            <a:chOff x="12538075" y="3556000"/>
            <a:chExt cx="9496425" cy="8032750"/>
          </a:xfrm>
        </p:grpSpPr>
        <p:grpSp>
          <p:nvGrpSpPr>
            <p:cNvPr id="48151" name="Group 222"/>
            <p:cNvGrpSpPr/>
            <p:nvPr/>
          </p:nvGrpSpPr>
          <p:grpSpPr bwMode="auto">
            <a:xfrm>
              <a:off x="14693900" y="3556000"/>
              <a:ext cx="7340600" cy="8032750"/>
              <a:chOff x="14693900" y="3556000"/>
              <a:chExt cx="7340600" cy="8032750"/>
            </a:xfrm>
          </p:grpSpPr>
          <p:sp>
            <p:nvSpPr>
              <p:cNvPr id="86" name="AutoShape 6"/>
              <p:cNvSpPr/>
              <p:nvPr/>
            </p:nvSpPr>
            <p:spPr bwMode="auto">
              <a:xfrm>
                <a:off x="14693900" y="5962650"/>
                <a:ext cx="7340600" cy="56261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p:spPr>
            <p:txBody>
              <a:bodyPr lIns="50800" tIns="50800" rIns="50800" bIns="50800" anchor="ctr"/>
              <a:lstStyle/>
              <a:p>
                <a:pPr algn="l">
                  <a:defRPr/>
                </a:pPr>
                <a:r>
                  <a:rPr lang="id-ID" sz="2400" b="1" dirty="0">
                    <a:solidFill>
                      <a:schemeClr val="bg1">
                        <a:lumMod val="95000"/>
                      </a:schemeClr>
                    </a:solidFill>
                    <a:latin typeface="黑体" panose="02010609060101010101" charset="-122"/>
                    <a:ea typeface="黑体" panose="02010609060101010101" charset="-122"/>
                    <a:cs typeface="Lato" charset="0"/>
                    <a:sym typeface="Lato" charset="0"/>
                  </a:rPr>
                  <a:t>Nullam quis risus eget urna mollis ornare vel eu leo. Nulla vitae elit libero, a pharetra augue. Donec id elit non mi porta gravida at eget metus.  </a:t>
                </a:r>
                <a:endParaRPr lang="id-ID" sz="2400" b="1" dirty="0">
                  <a:solidFill>
                    <a:schemeClr val="bg1">
                      <a:lumMod val="95000"/>
                    </a:schemeClr>
                  </a:solidFill>
                  <a:latin typeface="黑体" panose="02010609060101010101" charset="-122"/>
                  <a:ea typeface="黑体" panose="02010609060101010101" charset="-122"/>
                  <a:cs typeface="Lato" charset="0"/>
                  <a:sym typeface="Lato" charset="0"/>
                </a:endParaRPr>
              </a:p>
              <a:p>
                <a:pPr algn="l">
                  <a:defRPr/>
                </a:pPr>
                <a:endParaRPr lang="id-ID" sz="2400" dirty="0">
                  <a:solidFill>
                    <a:schemeClr val="bg1">
                      <a:lumMod val="95000"/>
                    </a:schemeClr>
                  </a:solidFill>
                  <a:latin typeface="黑体" panose="02010609060101010101" charset="-122"/>
                  <a:ea typeface="黑体" panose="02010609060101010101" charset="-122"/>
                  <a:cs typeface="Lato" charset="0"/>
                  <a:sym typeface="Lato" charset="0"/>
                </a:endParaRPr>
              </a:p>
              <a:p>
                <a:pPr algn="l">
                  <a:defRPr/>
                </a:pPr>
                <a:r>
                  <a:rPr lang="id-ID" sz="2400" dirty="0">
                    <a:solidFill>
                      <a:schemeClr val="bg1">
                        <a:lumMod val="95000"/>
                      </a:schemeClr>
                    </a:solidFill>
                    <a:latin typeface="黑体" panose="02010609060101010101" charset="-122"/>
                    <a:ea typeface="黑体" panose="02010609060101010101" charset="-122"/>
                    <a:cs typeface="Lato" charset="0"/>
                    <a:sym typeface="Lato" charset="0"/>
                  </a:rPr>
                  <a:t>Vivamus sagittis lacus vel augue laoreet rutrum faucibus dolor auctor. Nullam id dolor id nibh ultricies vehicula ut id elit. Fusce dapibus, tellus ac cursus commodo, tortor mauris condimentum nibh, ut fermentum massa justo sit amet risus. </a:t>
                </a:r>
                <a:endParaRPr lang="id-ID" sz="2400" dirty="0">
                  <a:solidFill>
                    <a:schemeClr val="bg1">
                      <a:lumMod val="95000"/>
                    </a:schemeClr>
                  </a:solidFill>
                  <a:latin typeface="黑体" panose="02010609060101010101" charset="-122"/>
                  <a:ea typeface="黑体" panose="02010609060101010101" charset="-122"/>
                  <a:cs typeface="Lato" charset="0"/>
                  <a:sym typeface="Lato" charset="0"/>
                </a:endParaRPr>
              </a:p>
              <a:p>
                <a:pPr algn="l">
                  <a:defRPr/>
                </a:pPr>
                <a:endParaRPr lang="id-ID" sz="2400" dirty="0">
                  <a:solidFill>
                    <a:schemeClr val="bg1">
                      <a:lumMod val="95000"/>
                    </a:schemeClr>
                  </a:solidFill>
                  <a:latin typeface="黑体" panose="02010609060101010101" charset="-122"/>
                  <a:ea typeface="黑体" panose="02010609060101010101" charset="-122"/>
                  <a:cs typeface="Lato" charset="0"/>
                  <a:sym typeface="Lato" charset="0"/>
                </a:endParaRPr>
              </a:p>
              <a:p>
                <a:pPr algn="l">
                  <a:defRPr/>
                </a:pPr>
                <a:r>
                  <a:rPr lang="id-ID" sz="2400" dirty="0">
                    <a:solidFill>
                      <a:schemeClr val="bg1">
                        <a:lumMod val="95000"/>
                      </a:schemeClr>
                    </a:solidFill>
                    <a:latin typeface="黑体" panose="02010609060101010101" charset="-122"/>
                    <a:ea typeface="黑体" panose="02010609060101010101" charset="-122"/>
                    <a:cs typeface="Lato" charset="0"/>
                    <a:sym typeface="Lato" charset="0"/>
                  </a:rPr>
                  <a:t>Donec id elit non mi porta gravida at eget metus. Nulla vitae elit libero, a pharetra augue.        Praesent commodo cursus magna, vel scelerisque nisl consectetur et. Vivamus sagittis lacus vel augue laoreet </a:t>
                </a:r>
                <a:endParaRPr lang="id-ID" dirty="0">
                  <a:solidFill>
                    <a:schemeClr val="bg1">
                      <a:lumMod val="95000"/>
                    </a:schemeClr>
                  </a:solidFill>
                  <a:latin typeface="黑体" panose="02010609060101010101" charset="-122"/>
                  <a:ea typeface="黑体" panose="02010609060101010101" charset="-122"/>
                </a:endParaRPr>
              </a:p>
            </p:txBody>
          </p:sp>
          <p:sp>
            <p:nvSpPr>
              <p:cNvPr id="48156" name="AutoShape 7"/>
              <p:cNvSpPr/>
              <p:nvPr/>
            </p:nvSpPr>
            <p:spPr bwMode="auto">
              <a:xfrm>
                <a:off x="14693900" y="3556000"/>
                <a:ext cx="7340600" cy="1549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p:spPr>
            <p:txBody>
              <a:bodyPr lIns="0" tIns="0" rIns="0" bIns="0" anchor="ctr"/>
              <a:lstStyle/>
              <a:p>
                <a:pPr algn="l"/>
                <a:r>
                  <a:rPr lang="id-ID" sz="5400" dirty="0">
                    <a:solidFill>
                      <a:srgbClr val="F8A22E"/>
                    </a:solidFill>
                    <a:latin typeface="微软雅黑" panose="020B0503020204020204" charset="-122"/>
                    <a:ea typeface="MS PGothic" panose="020B0600070205080204" charset="-128"/>
                    <a:cs typeface="MS PGothic" panose="020B0600070205080204" charset="-128"/>
                    <a:sym typeface="Lato" charset="0"/>
                  </a:rPr>
                  <a:t>High Multiplication, High Conversion Rate </a:t>
                </a:r>
                <a:endParaRPr lang="id-ID" sz="5400" dirty="0">
                  <a:solidFill>
                    <a:srgbClr val="F8A22E"/>
                  </a:solidFill>
                  <a:latin typeface="微软雅黑" panose="020B0503020204020204" charset="-122"/>
                  <a:ea typeface="MS PGothic" panose="020B0600070205080204" charset="-128"/>
                  <a:cs typeface="MS PGothic" panose="020B0600070205080204" charset="-128"/>
                </a:endParaRPr>
              </a:p>
            </p:txBody>
          </p:sp>
        </p:grpSp>
        <p:grpSp>
          <p:nvGrpSpPr>
            <p:cNvPr id="48152" name="Group 120"/>
            <p:cNvGrpSpPr/>
            <p:nvPr/>
          </p:nvGrpSpPr>
          <p:grpSpPr bwMode="auto">
            <a:xfrm>
              <a:off x="12538075" y="3887788"/>
              <a:ext cx="723900" cy="7340600"/>
              <a:chOff x="-19056" y="-19349"/>
              <a:chExt cx="723909" cy="7341200"/>
            </a:xfrm>
          </p:grpSpPr>
          <p:pic>
            <p:nvPicPr>
              <p:cNvPr id="48153" name="Picture 12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2349" y="-19348"/>
                <a:ext cx="717202" cy="3726660"/>
              </a:xfrm>
              <a:prstGeom prst="rect">
                <a:avLst/>
              </a:prstGeom>
              <a:noFill/>
              <a:ln>
                <a:noFill/>
              </a:ln>
              <a:effectLst/>
            </p:spPr>
          </p:pic>
          <p:pic>
            <p:nvPicPr>
              <p:cNvPr id="48154" name="Picture 12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rot="10800000" flipH="1">
                <a:off x="-19055" y="3595191"/>
                <a:ext cx="717202" cy="3726660"/>
              </a:xfrm>
              <a:prstGeom prst="rect">
                <a:avLst/>
              </a:prstGeom>
              <a:noFill/>
              <a:ln>
                <a:noFill/>
              </a:ln>
              <a:effectLst/>
            </p:spPr>
          </p:pic>
        </p:grpSp>
      </p:grpSp>
      <p:sp>
        <p:nvSpPr>
          <p:cNvPr id="203" name="AutoShape 123"/>
          <p:cNvSpPr/>
          <p:nvPr/>
        </p:nvSpPr>
        <p:spPr bwMode="auto">
          <a:xfrm>
            <a:off x="22961600" y="12960350"/>
            <a:ext cx="487363" cy="469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lIns="50800" tIns="50800" rIns="50800" bIns="50800" anchor="ctr"/>
          <a:lstStyle/>
          <a:p>
            <a:pPr algn="l">
              <a:defRPr/>
            </a:pPr>
            <a:r>
              <a:rPr lang="id-ID" sz="2400">
                <a:solidFill>
                  <a:schemeClr val="bg1">
                    <a:lumMod val="50000"/>
                  </a:schemeClr>
                </a:solidFill>
                <a:latin typeface="Varela Round" pitchFamily="50" charset="0"/>
                <a:ea typeface="Varela Round" pitchFamily="50" charset="0"/>
                <a:cs typeface="Varela Round" pitchFamily="50" charset="0"/>
                <a:sym typeface="Varela Round" pitchFamily="50" charset="0"/>
              </a:rPr>
              <a:t>12</a:t>
            </a:r>
            <a:endParaRPr lang="id-ID">
              <a:solidFill>
                <a:schemeClr val="bg1">
                  <a:lumMod val="50000"/>
                </a:schemeClr>
              </a:solidFill>
            </a:endParaRPr>
          </a:p>
        </p:txBody>
      </p:sp>
      <p:grpSp>
        <p:nvGrpSpPr>
          <p:cNvPr id="47113" name="Group 74"/>
          <p:cNvGrpSpPr/>
          <p:nvPr/>
        </p:nvGrpSpPr>
        <p:grpSpPr bwMode="auto">
          <a:xfrm>
            <a:off x="1828800" y="5486400"/>
            <a:ext cx="2638425" cy="2895600"/>
            <a:chOff x="0" y="0"/>
            <a:chExt cx="1662" cy="1823"/>
          </a:xfrm>
        </p:grpSpPr>
        <p:sp>
          <p:nvSpPr>
            <p:cNvPr id="48137" name="Freeform 60"/>
            <p:cNvSpPr/>
            <p:nvPr/>
          </p:nvSpPr>
          <p:spPr bwMode="auto">
            <a:xfrm flipH="1">
              <a:off x="832" y="574"/>
              <a:ext cx="353" cy="8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8138" name="Freeform 61"/>
            <p:cNvSpPr/>
            <p:nvPr/>
          </p:nvSpPr>
          <p:spPr bwMode="auto">
            <a:xfrm>
              <a:off x="485" y="576"/>
              <a:ext cx="354" cy="8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2135" y="0"/>
                  </a:moveTo>
                  <a:lnTo>
                    <a:pt x="9925" y="4547"/>
                  </a:lnTo>
                  <a:lnTo>
                    <a:pt x="0" y="5654"/>
                  </a:lnTo>
                  <a:lnTo>
                    <a:pt x="21600" y="21600"/>
                  </a:lnTo>
                  <a:lnTo>
                    <a:pt x="21600" y="6"/>
                  </a:lnTo>
                  <a:lnTo>
                    <a:pt x="12135" y="0"/>
                  </a:lnTo>
                  <a:close/>
                  <a:moveTo>
                    <a:pt x="12135" y="0"/>
                  </a:moveTo>
                </a:path>
              </a:pathLst>
            </a:custGeom>
            <a:solidFill>
              <a:srgbClr val="676767"/>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8139" name="Freeform 62"/>
            <p:cNvSpPr/>
            <p:nvPr/>
          </p:nvSpPr>
          <p:spPr bwMode="auto">
            <a:xfrm>
              <a:off x="0" y="770"/>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8140" name="Freeform 63"/>
            <p:cNvSpPr/>
            <p:nvPr/>
          </p:nvSpPr>
          <p:spPr bwMode="auto">
            <a:xfrm>
              <a:off x="290" y="697"/>
              <a:ext cx="540"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8141" name="Group 66"/>
            <p:cNvGrpSpPr/>
            <p:nvPr/>
          </p:nvGrpSpPr>
          <p:grpSpPr bwMode="auto">
            <a:xfrm flipH="1">
              <a:off x="832" y="696"/>
              <a:ext cx="830" cy="1126"/>
              <a:chOff x="0" y="0"/>
              <a:chExt cx="830" cy="1126"/>
            </a:xfrm>
          </p:grpSpPr>
          <p:sp>
            <p:nvSpPr>
              <p:cNvPr id="48149" name="Freeform 64"/>
              <p:cNvSpPr/>
              <p:nvPr/>
            </p:nvSpPr>
            <p:spPr bwMode="auto">
              <a:xfrm>
                <a:off x="0" y="73"/>
                <a:ext cx="362" cy="1053"/>
              </a:xfrm>
              <a:custGeom>
                <a:avLst/>
                <a:gdLst>
                  <a:gd name="T0" fmla="*/ 0 w 20342"/>
                  <a:gd name="T1" fmla="*/ 0 h 21600"/>
                  <a:gd name="T2" fmla="*/ 0 w 20342"/>
                  <a:gd name="T3" fmla="*/ 0 h 21600"/>
                  <a:gd name="T4" fmla="*/ 0 w 20342"/>
                  <a:gd name="T5" fmla="*/ 0 h 21600"/>
                  <a:gd name="T6" fmla="*/ 0 w 20342"/>
                  <a:gd name="T7" fmla="*/ 0 h 21600"/>
                  <a:gd name="T8" fmla="*/ 0 w 20342"/>
                  <a:gd name="T9" fmla="*/ 0 h 21600"/>
                  <a:gd name="T10" fmla="*/ 0 w 20342"/>
                  <a:gd name="T11" fmla="*/ 0 h 21600"/>
                  <a:gd name="T12" fmla="*/ 0 w 20342"/>
                  <a:gd name="T13" fmla="*/ 0 h 21600"/>
                  <a:gd name="T14" fmla="*/ 0 w 20342"/>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42" h="21600">
                    <a:moveTo>
                      <a:pt x="16725" y="0"/>
                    </a:moveTo>
                    <a:cubicBezTo>
                      <a:pt x="16725" y="0"/>
                      <a:pt x="5349" y="6571"/>
                      <a:pt x="2357" y="13904"/>
                    </a:cubicBezTo>
                    <a:cubicBezTo>
                      <a:pt x="-634" y="21237"/>
                      <a:pt x="73" y="21600"/>
                      <a:pt x="73" y="21600"/>
                    </a:cubicBezTo>
                    <a:lnTo>
                      <a:pt x="14531" y="21600"/>
                    </a:lnTo>
                    <a:cubicBezTo>
                      <a:pt x="14531" y="21600"/>
                      <a:pt x="15551" y="13844"/>
                      <a:pt x="18259" y="12582"/>
                    </a:cubicBezTo>
                    <a:cubicBezTo>
                      <a:pt x="20966" y="11320"/>
                      <a:pt x="20259" y="11590"/>
                      <a:pt x="20259" y="11590"/>
                    </a:cubicBezTo>
                    <a:lnTo>
                      <a:pt x="16725" y="0"/>
                    </a:lnTo>
                    <a:close/>
                    <a:moveTo>
                      <a:pt x="16725" y="0"/>
                    </a:moveTo>
                  </a:path>
                </a:pathLst>
              </a:custGeom>
              <a:solidFill>
                <a:srgbClr val="9A9A9A"/>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8150" name="Freeform 65"/>
              <p:cNvSpPr/>
              <p:nvPr/>
            </p:nvSpPr>
            <p:spPr bwMode="auto">
              <a:xfrm>
                <a:off x="289" y="0"/>
                <a:ext cx="541" cy="112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0" y="1396"/>
                    </a:moveTo>
                    <a:lnTo>
                      <a:pt x="14560" y="0"/>
                    </a:lnTo>
                    <a:lnTo>
                      <a:pt x="21600" y="11746"/>
                    </a:lnTo>
                    <a:lnTo>
                      <a:pt x="21600" y="18767"/>
                    </a:lnTo>
                    <a:lnTo>
                      <a:pt x="21600" y="21600"/>
                    </a:lnTo>
                    <a:lnTo>
                      <a:pt x="2505" y="21600"/>
                    </a:lnTo>
                    <a:cubicBezTo>
                      <a:pt x="2505" y="21600"/>
                      <a:pt x="2722" y="14383"/>
                      <a:pt x="2552" y="12888"/>
                    </a:cubicBezTo>
                    <a:cubicBezTo>
                      <a:pt x="2381" y="11394"/>
                      <a:pt x="0" y="1396"/>
                      <a:pt x="0" y="1396"/>
                    </a:cubicBezTo>
                    <a:close/>
                    <a:moveTo>
                      <a:pt x="0" y="1396"/>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8142" name="Freeform 67"/>
            <p:cNvSpPr/>
            <p:nvPr/>
          </p:nvSpPr>
          <p:spPr bwMode="auto">
            <a:xfrm>
              <a:off x="549" y="697"/>
              <a:ext cx="274" cy="9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8143" name="Freeform 68"/>
            <p:cNvSpPr/>
            <p:nvPr/>
          </p:nvSpPr>
          <p:spPr bwMode="auto">
            <a:xfrm flipH="1">
              <a:off x="838" y="709"/>
              <a:ext cx="274" cy="92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8445" y="0"/>
                  </a:moveTo>
                  <a:lnTo>
                    <a:pt x="0" y="8909"/>
                  </a:lnTo>
                  <a:lnTo>
                    <a:pt x="11445" y="10943"/>
                  </a:lnTo>
                  <a:lnTo>
                    <a:pt x="7601" y="12922"/>
                  </a:lnTo>
                  <a:lnTo>
                    <a:pt x="21600" y="21600"/>
                  </a:lnTo>
                  <a:lnTo>
                    <a:pt x="21600" y="14170"/>
                  </a:lnTo>
                  <a:lnTo>
                    <a:pt x="8445" y="0"/>
                  </a:lnTo>
                  <a:close/>
                  <a:moveTo>
                    <a:pt x="8445" y="0"/>
                  </a:moveTo>
                </a:path>
              </a:pathLst>
            </a:custGeom>
            <a:solidFill>
              <a:srgbClr val="FFFFFF"/>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nvGrpSpPr>
            <p:cNvPr id="48144" name="Group 73"/>
            <p:cNvGrpSpPr/>
            <p:nvPr/>
          </p:nvGrpSpPr>
          <p:grpSpPr bwMode="auto">
            <a:xfrm>
              <a:off x="520" y="0"/>
              <a:ext cx="643" cy="808"/>
              <a:chOff x="0" y="0"/>
              <a:chExt cx="643" cy="808"/>
            </a:xfrm>
          </p:grpSpPr>
          <p:grpSp>
            <p:nvGrpSpPr>
              <p:cNvPr id="48145" name="Group 71"/>
              <p:cNvGrpSpPr/>
              <p:nvPr/>
            </p:nvGrpSpPr>
            <p:grpSpPr bwMode="auto">
              <a:xfrm>
                <a:off x="56" y="101"/>
                <a:ext cx="520" cy="707"/>
                <a:chOff x="0" y="0"/>
                <a:chExt cx="519" cy="706"/>
              </a:xfrm>
            </p:grpSpPr>
            <p:sp>
              <p:nvSpPr>
                <p:cNvPr id="48147" name="Freeform 69"/>
                <p:cNvSpPr/>
                <p:nvPr/>
              </p:nvSpPr>
              <p:spPr bwMode="auto">
                <a:xfrm>
                  <a:off x="0" y="0"/>
                  <a:ext cx="342" cy="706"/>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48148" name="Freeform 70"/>
                <p:cNvSpPr/>
                <p:nvPr/>
              </p:nvSpPr>
              <p:spPr bwMode="auto">
                <a:xfrm flipH="1">
                  <a:off x="177" y="0"/>
                  <a:ext cx="342" cy="705"/>
                </a:xfrm>
                <a:custGeom>
                  <a:avLst/>
                  <a:gdLst>
                    <a:gd name="T0" fmla="*/ 0 w 19637"/>
                    <a:gd name="T1" fmla="*/ 0 h 21465"/>
                    <a:gd name="T2" fmla="*/ 0 w 19637"/>
                    <a:gd name="T3" fmla="*/ 0 h 21465"/>
                    <a:gd name="T4" fmla="*/ 0 w 19637"/>
                    <a:gd name="T5" fmla="*/ 0 h 21465"/>
                    <a:gd name="T6" fmla="*/ 0 w 19637"/>
                    <a:gd name="T7" fmla="*/ 0 h 21465"/>
                    <a:gd name="T8" fmla="*/ 0 w 19637"/>
                    <a:gd name="T9" fmla="*/ 0 h 21465"/>
                    <a:gd name="T10" fmla="*/ 0 w 19637"/>
                    <a:gd name="T11" fmla="*/ 0 h 21465"/>
                    <a:gd name="T12" fmla="*/ 0 w 19637"/>
                    <a:gd name="T13" fmla="*/ 0 h 214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637" h="21465">
                      <a:moveTo>
                        <a:pt x="11865" y="0"/>
                      </a:moveTo>
                      <a:cubicBezTo>
                        <a:pt x="11865" y="0"/>
                        <a:pt x="4005" y="1078"/>
                        <a:pt x="1021" y="4350"/>
                      </a:cubicBezTo>
                      <a:cubicBezTo>
                        <a:pt x="-1963" y="7622"/>
                        <a:pt x="2375" y="14442"/>
                        <a:pt x="4089" y="15851"/>
                      </a:cubicBezTo>
                      <a:cubicBezTo>
                        <a:pt x="5804" y="17261"/>
                        <a:pt x="11038" y="21328"/>
                        <a:pt x="15256" y="21464"/>
                      </a:cubicBezTo>
                      <a:cubicBezTo>
                        <a:pt x="19473" y="21600"/>
                        <a:pt x="19637" y="254"/>
                        <a:pt x="19637" y="254"/>
                      </a:cubicBezTo>
                      <a:cubicBezTo>
                        <a:pt x="19637" y="254"/>
                        <a:pt x="17816" y="0"/>
                        <a:pt x="11865" y="0"/>
                      </a:cubicBezTo>
                      <a:close/>
                      <a:moveTo>
                        <a:pt x="11865" y="0"/>
                      </a:moveTo>
                    </a:path>
                  </a:pathLst>
                </a:custGeom>
                <a:solidFill>
                  <a:srgbClr val="B3B3B3"/>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sp>
            <p:nvSpPr>
              <p:cNvPr id="48146" name="Freeform 72"/>
              <p:cNvSpPr/>
              <p:nvPr/>
            </p:nvSpPr>
            <p:spPr bwMode="auto">
              <a:xfrm>
                <a:off x="0" y="0"/>
                <a:ext cx="643" cy="587"/>
              </a:xfrm>
              <a:custGeom>
                <a:avLst/>
                <a:gdLst>
                  <a:gd name="T0" fmla="*/ 0 w 21434"/>
                  <a:gd name="T1" fmla="*/ 0 h 20955"/>
                  <a:gd name="T2" fmla="*/ 0 w 21434"/>
                  <a:gd name="T3" fmla="*/ 0 h 20955"/>
                  <a:gd name="T4" fmla="*/ 0 w 21434"/>
                  <a:gd name="T5" fmla="*/ 0 h 20955"/>
                  <a:gd name="T6" fmla="*/ 0 w 21434"/>
                  <a:gd name="T7" fmla="*/ 0 h 20955"/>
                  <a:gd name="T8" fmla="*/ 0 w 21434"/>
                  <a:gd name="T9" fmla="*/ 0 h 20955"/>
                  <a:gd name="T10" fmla="*/ 0 w 21434"/>
                  <a:gd name="T11" fmla="*/ 0 h 20955"/>
                  <a:gd name="T12" fmla="*/ 0 w 21434"/>
                  <a:gd name="T13" fmla="*/ 0 h 20955"/>
                  <a:gd name="T14" fmla="*/ 0 w 21434"/>
                  <a:gd name="T15" fmla="*/ 0 h 20955"/>
                  <a:gd name="T16" fmla="*/ 0 w 21434"/>
                  <a:gd name="T17" fmla="*/ 0 h 20955"/>
                  <a:gd name="T18" fmla="*/ 0 w 21434"/>
                  <a:gd name="T19" fmla="*/ 0 h 20955"/>
                  <a:gd name="T20" fmla="*/ 0 w 21434"/>
                  <a:gd name="T21" fmla="*/ 0 h 20955"/>
                  <a:gd name="T22" fmla="*/ 0 w 21434"/>
                  <a:gd name="T23" fmla="*/ 0 h 20955"/>
                  <a:gd name="T24" fmla="*/ 0 w 21434"/>
                  <a:gd name="T25" fmla="*/ 0 h 20955"/>
                  <a:gd name="T26" fmla="*/ 0 w 21434"/>
                  <a:gd name="T27" fmla="*/ 0 h 209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34" h="20955">
                    <a:moveTo>
                      <a:pt x="14276" y="11094"/>
                    </a:moveTo>
                    <a:cubicBezTo>
                      <a:pt x="14276" y="11094"/>
                      <a:pt x="9777" y="14015"/>
                      <a:pt x="6395" y="15003"/>
                    </a:cubicBezTo>
                    <a:cubicBezTo>
                      <a:pt x="3013" y="15991"/>
                      <a:pt x="2588" y="16191"/>
                      <a:pt x="2588" y="16191"/>
                    </a:cubicBezTo>
                    <a:lnTo>
                      <a:pt x="3313" y="20955"/>
                    </a:lnTo>
                    <a:cubicBezTo>
                      <a:pt x="3313" y="20955"/>
                      <a:pt x="0" y="14223"/>
                      <a:pt x="0" y="12040"/>
                    </a:cubicBezTo>
                    <a:cubicBezTo>
                      <a:pt x="0" y="9856"/>
                      <a:pt x="900" y="3880"/>
                      <a:pt x="3013" y="2111"/>
                    </a:cubicBezTo>
                    <a:cubicBezTo>
                      <a:pt x="5125" y="343"/>
                      <a:pt x="13238" y="-645"/>
                      <a:pt x="14895" y="475"/>
                    </a:cubicBezTo>
                    <a:cubicBezTo>
                      <a:pt x="16551" y="1596"/>
                      <a:pt x="17407" y="3440"/>
                      <a:pt x="17407" y="3440"/>
                    </a:cubicBezTo>
                    <a:lnTo>
                      <a:pt x="19650" y="3638"/>
                    </a:lnTo>
                    <a:cubicBezTo>
                      <a:pt x="19650" y="3638"/>
                      <a:pt x="21600" y="8442"/>
                      <a:pt x="21422" y="10121"/>
                    </a:cubicBezTo>
                    <a:cubicBezTo>
                      <a:pt x="21245" y="11801"/>
                      <a:pt x="17892" y="20079"/>
                      <a:pt x="17892" y="20079"/>
                    </a:cubicBezTo>
                    <a:lnTo>
                      <a:pt x="18816" y="14650"/>
                    </a:lnTo>
                    <a:cubicBezTo>
                      <a:pt x="18816" y="14650"/>
                      <a:pt x="16078" y="14321"/>
                      <a:pt x="14276" y="11094"/>
                    </a:cubicBezTo>
                    <a:close/>
                    <a:moveTo>
                      <a:pt x="14276" y="11094"/>
                    </a:moveTo>
                  </a:path>
                </a:pathLst>
              </a:custGeom>
              <a:solidFill>
                <a:srgbClr val="4D4D4D"/>
              </a:solidFill>
              <a:ln w="38100" cap="flat">
                <a:solidFill>
                  <a:schemeClr val="tx1">
                    <a:alpha val="0"/>
                  </a:schemeClr>
                </a:solidFill>
                <a:prstDash val="solid"/>
                <a:miter lim="800000"/>
                <a:headEnd type="none" w="med" len="med"/>
                <a:tailEnd type="none" w="med" len="med"/>
              </a:ln>
            </p:spPr>
            <p:txBody>
              <a:bodyPr lIns="0" tIns="0" rIns="0" bIns="0"/>
              <a:lstStyle/>
              <a:p>
                <a:endParaRPr lang="en-US"/>
              </a:p>
            </p:txBody>
          </p:sp>
        </p:grpSp>
      </p:gr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fade">
                                      <p:cBhvr>
                                        <p:cTn id="7" dur="1000"/>
                                        <p:tgtEl>
                                          <p:spTgt spid="47113"/>
                                        </p:tgtEl>
                                      </p:cBhvr>
                                    </p:animEffect>
                                    <p:anim calcmode="lin" valueType="num">
                                      <p:cBhvr>
                                        <p:cTn id="8" dur="1000" fill="hold"/>
                                        <p:tgtEl>
                                          <p:spTgt spid="47113"/>
                                        </p:tgtEl>
                                        <p:attrNameLst>
                                          <p:attrName>ppt_x</p:attrName>
                                        </p:attrNameLst>
                                      </p:cBhvr>
                                      <p:tavLst>
                                        <p:tav tm="0">
                                          <p:val>
                                            <p:strVal val="#ppt_x"/>
                                          </p:val>
                                        </p:tav>
                                        <p:tav tm="100000">
                                          <p:val>
                                            <p:strVal val="#ppt_x"/>
                                          </p:val>
                                        </p:tav>
                                      </p:tavLst>
                                    </p:anim>
                                    <p:anim calcmode="lin" valueType="num">
                                      <p:cBhvr>
                                        <p:cTn id="9" dur="900" decel="100000" fill="hold"/>
                                        <p:tgtEl>
                                          <p:spTgt spid="4711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7113"/>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9" presetClass="entr" presetSubtype="10" fill="hold" nodeType="clickEffect">
                                  <p:stCondLst>
                                    <p:cond delay="0"/>
                                  </p:stCondLst>
                                  <p:childTnLst>
                                    <p:set>
                                      <p:cBhvr>
                                        <p:cTn id="14" dur="1" fill="hold">
                                          <p:stCondLst>
                                            <p:cond delay="0"/>
                                          </p:stCondLst>
                                        </p:cTn>
                                        <p:tgtEl>
                                          <p:spTgt spid="47107"/>
                                        </p:tgtEl>
                                        <p:attrNameLst>
                                          <p:attrName>style.visibility</p:attrName>
                                        </p:attrNameLst>
                                      </p:cBhvr>
                                      <p:to>
                                        <p:strVal val="visible"/>
                                      </p:to>
                                    </p:set>
                                    <p:anim calcmode="lin" valueType="num">
                                      <p:cBhvr>
                                        <p:cTn id="15" dur="500" fill="hold"/>
                                        <p:tgtEl>
                                          <p:spTgt spid="47107"/>
                                        </p:tgtEl>
                                        <p:attrNameLst>
                                          <p:attrName>ppt_w</p:attrName>
                                        </p:attrNameLst>
                                      </p:cBhvr>
                                      <p:tavLst>
                                        <p:tav tm="0" fmla="#ppt_w*sin(2.5*pi*$)">
                                          <p:val>
                                            <p:fltVal val="0"/>
                                          </p:val>
                                        </p:tav>
                                        <p:tav tm="100000">
                                          <p:val>
                                            <p:fltVal val="1"/>
                                          </p:val>
                                        </p:tav>
                                      </p:tavLst>
                                    </p:anim>
                                    <p:anim calcmode="lin" valueType="num">
                                      <p:cBhvr>
                                        <p:cTn id="16" dur="500" fill="hold"/>
                                        <p:tgtEl>
                                          <p:spTgt spid="47107"/>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9" presetClass="entr" presetSubtype="10" fill="hold" nodeType="clickEffect">
                                  <p:stCondLst>
                                    <p:cond delay="0"/>
                                  </p:stCondLst>
                                  <p:childTnLst>
                                    <p:set>
                                      <p:cBhvr>
                                        <p:cTn id="20" dur="1" fill="hold">
                                          <p:stCondLst>
                                            <p:cond delay="0"/>
                                          </p:stCondLst>
                                        </p:cTn>
                                        <p:tgtEl>
                                          <p:spTgt spid="47108"/>
                                        </p:tgtEl>
                                        <p:attrNameLst>
                                          <p:attrName>style.visibility</p:attrName>
                                        </p:attrNameLst>
                                      </p:cBhvr>
                                      <p:to>
                                        <p:strVal val="visible"/>
                                      </p:to>
                                    </p:set>
                                    <p:anim calcmode="lin" valueType="num">
                                      <p:cBhvr>
                                        <p:cTn id="21" dur="500" fill="hold"/>
                                        <p:tgtEl>
                                          <p:spTgt spid="47108"/>
                                        </p:tgtEl>
                                        <p:attrNameLst>
                                          <p:attrName>ppt_w</p:attrName>
                                        </p:attrNameLst>
                                      </p:cBhvr>
                                      <p:tavLst>
                                        <p:tav tm="0" fmla="#ppt_w*sin(2.5*pi*$)">
                                          <p:val>
                                            <p:fltVal val="0"/>
                                          </p:val>
                                        </p:tav>
                                        <p:tav tm="100000">
                                          <p:val>
                                            <p:fltVal val="1"/>
                                          </p:val>
                                        </p:tav>
                                      </p:tavLst>
                                    </p:anim>
                                    <p:anim calcmode="lin" valueType="num">
                                      <p:cBhvr>
                                        <p:cTn id="22" dur="500" fill="hold"/>
                                        <p:tgtEl>
                                          <p:spTgt spid="47108"/>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9" presetClass="entr" presetSubtype="10" fill="hold" nodeType="clickEffect">
                                  <p:stCondLst>
                                    <p:cond delay="0"/>
                                  </p:stCondLst>
                                  <p:childTnLst>
                                    <p:set>
                                      <p:cBhvr>
                                        <p:cTn id="26" dur="1" fill="hold">
                                          <p:stCondLst>
                                            <p:cond delay="0"/>
                                          </p:stCondLst>
                                        </p:cTn>
                                        <p:tgtEl>
                                          <p:spTgt spid="47109"/>
                                        </p:tgtEl>
                                        <p:attrNameLst>
                                          <p:attrName>style.visibility</p:attrName>
                                        </p:attrNameLst>
                                      </p:cBhvr>
                                      <p:to>
                                        <p:strVal val="visible"/>
                                      </p:to>
                                    </p:set>
                                    <p:anim calcmode="lin" valueType="num">
                                      <p:cBhvr>
                                        <p:cTn id="27" dur="500" fill="hold"/>
                                        <p:tgtEl>
                                          <p:spTgt spid="47109"/>
                                        </p:tgtEl>
                                        <p:attrNameLst>
                                          <p:attrName>ppt_w</p:attrName>
                                        </p:attrNameLst>
                                      </p:cBhvr>
                                      <p:tavLst>
                                        <p:tav tm="0" fmla="#ppt_w*sin(2.5*pi*$)">
                                          <p:val>
                                            <p:fltVal val="0"/>
                                          </p:val>
                                        </p:tav>
                                        <p:tav tm="100000">
                                          <p:val>
                                            <p:fltVal val="1"/>
                                          </p:val>
                                        </p:tav>
                                      </p:tavLst>
                                    </p:anim>
                                    <p:anim calcmode="lin" valueType="num">
                                      <p:cBhvr>
                                        <p:cTn id="28" dur="500" fill="hold"/>
                                        <p:tgtEl>
                                          <p:spTgt spid="47109"/>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9" presetClass="entr" presetSubtype="10" fill="hold" nodeType="clickEffect">
                                  <p:stCondLst>
                                    <p:cond delay="0"/>
                                  </p:stCondLst>
                                  <p:childTnLst>
                                    <p:set>
                                      <p:cBhvr>
                                        <p:cTn id="32" dur="1" fill="hold">
                                          <p:stCondLst>
                                            <p:cond delay="0"/>
                                          </p:stCondLst>
                                        </p:cTn>
                                        <p:tgtEl>
                                          <p:spTgt spid="47110"/>
                                        </p:tgtEl>
                                        <p:attrNameLst>
                                          <p:attrName>style.visibility</p:attrName>
                                        </p:attrNameLst>
                                      </p:cBhvr>
                                      <p:to>
                                        <p:strVal val="visible"/>
                                      </p:to>
                                    </p:set>
                                    <p:anim calcmode="lin" valueType="num">
                                      <p:cBhvr>
                                        <p:cTn id="33" dur="500" fill="hold"/>
                                        <p:tgtEl>
                                          <p:spTgt spid="47110"/>
                                        </p:tgtEl>
                                        <p:attrNameLst>
                                          <p:attrName>ppt_w</p:attrName>
                                        </p:attrNameLst>
                                      </p:cBhvr>
                                      <p:tavLst>
                                        <p:tav tm="0" fmla="#ppt_w*sin(2.5*pi*$)">
                                          <p:val>
                                            <p:fltVal val="0"/>
                                          </p:val>
                                        </p:tav>
                                        <p:tav tm="100000">
                                          <p:val>
                                            <p:fltVal val="1"/>
                                          </p:val>
                                        </p:tav>
                                      </p:tavLst>
                                    </p:anim>
                                    <p:anim calcmode="lin" valueType="num">
                                      <p:cBhvr>
                                        <p:cTn id="34" dur="500" fill="hold"/>
                                        <p:tgtEl>
                                          <p:spTgt spid="47110"/>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29" name="Group 32"/>
          <p:cNvGrpSpPr/>
          <p:nvPr>
            <p:custDataLst>
              <p:tags r:id="rId1"/>
            </p:custDataLst>
          </p:nvPr>
        </p:nvGrpSpPr>
        <p:grpSpPr bwMode="auto">
          <a:xfrm>
            <a:off x="2159000" y="3965575"/>
            <a:ext cx="4575175" cy="7545388"/>
            <a:chOff x="2159000" y="3965575"/>
            <a:chExt cx="4575175" cy="7545387"/>
          </a:xfrm>
        </p:grpSpPr>
        <p:sp>
          <p:nvSpPr>
            <p:cNvPr id="4" name="AutoShape 2"/>
            <p:cNvSpPr/>
            <p:nvPr>
              <p:custDataLst>
                <p:tags r:id="rId2"/>
              </p:custDataLst>
            </p:nvPr>
          </p:nvSpPr>
          <p:spPr bwMode="auto">
            <a:xfrm rot="5355322">
              <a:off x="3016250" y="5270500"/>
              <a:ext cx="5022849" cy="2413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10800" y="0"/>
                  </a:lnTo>
                  <a:close/>
                </a:path>
              </a:pathLst>
            </a:custGeom>
            <a:solidFill>
              <a:srgbClr val="F7991F"/>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5" name="AutoShape 3"/>
            <p:cNvSpPr/>
            <p:nvPr>
              <p:custDataLst>
                <p:tags r:id="rId3"/>
              </p:custDataLst>
            </p:nvPr>
          </p:nvSpPr>
          <p:spPr bwMode="auto">
            <a:xfrm>
              <a:off x="2324100" y="4648200"/>
              <a:ext cx="3679825" cy="368458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F7991F"/>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12" name="AutoShape 10"/>
            <p:cNvSpPr/>
            <p:nvPr>
              <p:custDataLst>
                <p:tags r:id="rId4"/>
              </p:custDataLst>
            </p:nvPr>
          </p:nvSpPr>
          <p:spPr bwMode="auto">
            <a:xfrm>
              <a:off x="3609975" y="6443663"/>
              <a:ext cx="1338263" cy="838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4800">
                  <a:solidFill>
                    <a:schemeClr val="bg1"/>
                  </a:solidFill>
                  <a:latin typeface="黑体" panose="02010609060101010101" charset="-122"/>
                  <a:ea typeface="黑体" panose="02010609060101010101" charset="-122"/>
                  <a:cs typeface="Varela Round" pitchFamily="50" charset="0"/>
                  <a:sym typeface="Varela Round" pitchFamily="50" charset="0"/>
                </a:rPr>
                <a:t>Plan</a:t>
              </a:r>
              <a:endParaRPr lang="id-ID">
                <a:solidFill>
                  <a:schemeClr val="bg1"/>
                </a:solidFill>
                <a:latin typeface="黑体" panose="02010609060101010101" charset="-122"/>
                <a:ea typeface="黑体" panose="02010609060101010101" charset="-122"/>
              </a:endParaRPr>
            </a:p>
          </p:txBody>
        </p:sp>
        <p:sp>
          <p:nvSpPr>
            <p:cNvPr id="16" name="AutoShape 14"/>
            <p:cNvSpPr/>
            <p:nvPr>
              <p:custDataLst>
                <p:tags r:id="rId5"/>
              </p:custDataLst>
            </p:nvPr>
          </p:nvSpPr>
          <p:spPr bwMode="auto">
            <a:xfrm>
              <a:off x="3836988" y="5491163"/>
              <a:ext cx="884237" cy="1016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7200" dirty="0">
                  <a:solidFill>
                    <a:schemeClr val="bg1"/>
                  </a:solidFill>
                  <a:latin typeface="Modern Pictograms" charset="0"/>
                  <a:ea typeface="Modern Pictograms" charset="0"/>
                  <a:cs typeface="Modern Pictograms" charset="0"/>
                  <a:sym typeface="Modern Pictograms" charset="0"/>
                </a:rPr>
                <a:t>4</a:t>
              </a:r>
              <a:endParaRPr lang="id-ID" dirty="0">
                <a:solidFill>
                  <a:schemeClr val="bg1"/>
                </a:solidFill>
              </a:endParaRPr>
            </a:p>
          </p:txBody>
        </p:sp>
        <p:sp>
          <p:nvSpPr>
            <p:cNvPr id="20" name="AutoShape 18"/>
            <p:cNvSpPr/>
            <p:nvPr>
              <p:custDataLst>
                <p:tags r:id="rId6"/>
              </p:custDataLst>
            </p:nvPr>
          </p:nvSpPr>
          <p:spPr bwMode="auto">
            <a:xfrm>
              <a:off x="2159000" y="4856163"/>
              <a:ext cx="1270000" cy="1270000"/>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chemeClr val="bg1"/>
            </a:solidFill>
            <a:ln w="12700" cap="flat" cmpd="sng">
              <a:solidFill>
                <a:srgbClr val="EBEBEB"/>
              </a:solidFill>
              <a:prstDash val="solid"/>
              <a:miter lim="0"/>
            </a:ln>
            <a:effectLst>
              <a:outerShdw blurRad="12700" dist="50800" dir="2700000" algn="ctr" rotWithShape="0">
                <a:srgbClr val="000000">
                  <a:alpha val="18999"/>
                </a:srgbClr>
              </a:outerShdw>
            </a:effectLst>
          </p:spPr>
          <p:txBody>
            <a:bodyPr lIns="0" tIns="0" rIns="0" bIns="0" anchor="ctr"/>
            <a:lstStyle/>
            <a:p>
              <a:pPr defTabSz="584200">
                <a:defRPr/>
              </a:pPr>
              <a:r>
                <a:rPr lang="id-ID" sz="2700" b="1">
                  <a:solidFill>
                    <a:schemeClr val="tx1">
                      <a:lumMod val="85000"/>
                      <a:lumOff val="15000"/>
                    </a:schemeClr>
                  </a:solidFill>
                  <a:latin typeface="Lato" charset="0"/>
                  <a:ea typeface="Lato" charset="0"/>
                  <a:cs typeface="Lato" charset="0"/>
                  <a:sym typeface="Lato" charset="0"/>
                </a:rPr>
                <a:t>1</a:t>
              </a:r>
              <a:endParaRPr lang="id-ID">
                <a:solidFill>
                  <a:schemeClr val="tx1">
                    <a:lumMod val="85000"/>
                    <a:lumOff val="15000"/>
                  </a:schemeClr>
                </a:solidFill>
              </a:endParaRPr>
            </a:p>
          </p:txBody>
        </p:sp>
        <p:sp>
          <p:nvSpPr>
            <p:cNvPr id="24" name="Line 23"/>
            <p:cNvSpPr>
              <a:spLocks noChangeShapeType="1"/>
            </p:cNvSpPr>
            <p:nvPr/>
          </p:nvSpPr>
          <p:spPr bwMode="auto">
            <a:xfrm>
              <a:off x="4152900" y="8348662"/>
              <a:ext cx="0" cy="1463675"/>
            </a:xfrm>
            <a:prstGeom prst="line">
              <a:avLst/>
            </a:prstGeom>
            <a:noFill/>
            <a:ln w="25400" cap="flat" cmpd="sng">
              <a:solidFill>
                <a:schemeClr val="tx1">
                  <a:lumMod val="50000"/>
                  <a:lumOff val="50000"/>
                </a:schemeClr>
              </a:solidFill>
              <a:prstDash val="dash"/>
              <a:round/>
              <a:tailEnd type="oval" w="med" len="med"/>
            </a:ln>
            <a:effectLst/>
          </p:spPr>
          <p:txBody>
            <a:bodyPr lIns="0" tIns="0" rIns="0" bIns="0" anchor="ctr"/>
            <a:lstStyle/>
            <a:p>
              <a:pPr algn="l" defTabSz="457200">
                <a:defRPr/>
              </a:pPr>
              <a:endParaRPr lang="id-ID" sz="1200">
                <a:latin typeface="Helvetica" charset="0"/>
                <a:ea typeface="Helvetica" charset="0"/>
                <a:cs typeface="Helvetica" charset="0"/>
                <a:sym typeface="Helvetica" charset="0"/>
              </a:endParaRPr>
            </a:p>
          </p:txBody>
        </p:sp>
        <p:sp>
          <p:nvSpPr>
            <p:cNvPr id="49185" name="AutoShape 27"/>
            <p:cNvSpPr/>
            <p:nvPr/>
          </p:nvSpPr>
          <p:spPr bwMode="auto">
            <a:xfrm>
              <a:off x="2311400" y="9936162"/>
              <a:ext cx="4356100" cy="1574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pPr algn="l"/>
              <a:r>
                <a:rPr lang="id-ID" sz="2400">
                  <a:solidFill>
                    <a:srgbClr val="FFFFFF"/>
                  </a:solidFill>
                  <a:latin typeface="黑体" panose="02010609060101010101" charset="-122"/>
                  <a:ea typeface="黑体" panose="02010609060101010101" charset="-122"/>
                  <a:cs typeface="Lato" charset="0"/>
                  <a:sym typeface="Lato" charset="0"/>
                </a:rPr>
                <a:t>Nullam quis risus eget urna mollis ornare vel eu leo. Nulla vitae elit libero, a pharetra augue.</a:t>
              </a:r>
              <a:endParaRPr lang="id-ID">
                <a:solidFill>
                  <a:srgbClr val="FFFFFF"/>
                </a:solidFill>
                <a:latin typeface="黑体" panose="02010609060101010101" charset="-122"/>
                <a:ea typeface="黑体" panose="02010609060101010101" charset="-122"/>
              </a:endParaRPr>
            </a:p>
          </p:txBody>
        </p:sp>
      </p:grpSp>
      <p:grpSp>
        <p:nvGrpSpPr>
          <p:cNvPr id="48130" name="Group 33"/>
          <p:cNvGrpSpPr/>
          <p:nvPr>
            <p:custDataLst>
              <p:tags r:id="rId7"/>
            </p:custDataLst>
          </p:nvPr>
        </p:nvGrpSpPr>
        <p:grpSpPr bwMode="auto">
          <a:xfrm>
            <a:off x="7239000" y="3965575"/>
            <a:ext cx="4605338" cy="7545388"/>
            <a:chOff x="7239000" y="3965575"/>
            <a:chExt cx="4605338" cy="7545387"/>
          </a:xfrm>
        </p:grpSpPr>
        <p:sp>
          <p:nvSpPr>
            <p:cNvPr id="6" name="AutoShape 4"/>
            <p:cNvSpPr/>
            <p:nvPr>
              <p:custDataLst>
                <p:tags r:id="rId8"/>
              </p:custDataLst>
            </p:nvPr>
          </p:nvSpPr>
          <p:spPr bwMode="auto">
            <a:xfrm rot="5355322">
              <a:off x="8127207" y="5271293"/>
              <a:ext cx="5022849" cy="24114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10800" y="0"/>
                  </a:lnTo>
                  <a:close/>
                </a:path>
              </a:pathLst>
            </a:custGeom>
            <a:solidFill>
              <a:srgbClr val="DB135B"/>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7" name="AutoShape 5"/>
            <p:cNvSpPr/>
            <p:nvPr>
              <p:custDataLst>
                <p:tags r:id="rId9"/>
              </p:custDataLst>
            </p:nvPr>
          </p:nvSpPr>
          <p:spPr bwMode="auto">
            <a:xfrm>
              <a:off x="7432675" y="4648200"/>
              <a:ext cx="3681413" cy="368458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DB135B"/>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13" name="AutoShape 11"/>
            <p:cNvSpPr/>
            <p:nvPr>
              <p:custDataLst>
                <p:tags r:id="rId10"/>
              </p:custDataLst>
            </p:nvPr>
          </p:nvSpPr>
          <p:spPr bwMode="auto">
            <a:xfrm>
              <a:off x="8161338" y="6450013"/>
              <a:ext cx="2441575" cy="838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4800">
                  <a:solidFill>
                    <a:schemeClr val="bg1"/>
                  </a:solidFill>
                  <a:latin typeface="黑体" panose="02010609060101010101" charset="-122"/>
                  <a:ea typeface="黑体" panose="02010609060101010101" charset="-122"/>
                  <a:cs typeface="Varela Round" pitchFamily="50" charset="0"/>
                  <a:sym typeface="Varela Round" pitchFamily="50" charset="0"/>
                </a:rPr>
                <a:t>Produce</a:t>
              </a:r>
              <a:endParaRPr lang="id-ID">
                <a:solidFill>
                  <a:schemeClr val="bg1"/>
                </a:solidFill>
                <a:latin typeface="黑体" panose="02010609060101010101" charset="-122"/>
                <a:ea typeface="黑体" panose="02010609060101010101" charset="-122"/>
              </a:endParaRPr>
            </a:p>
          </p:txBody>
        </p:sp>
        <p:sp>
          <p:nvSpPr>
            <p:cNvPr id="17" name="AutoShape 15"/>
            <p:cNvSpPr/>
            <p:nvPr>
              <p:custDataLst>
                <p:tags r:id="rId11"/>
              </p:custDataLst>
            </p:nvPr>
          </p:nvSpPr>
          <p:spPr bwMode="auto">
            <a:xfrm>
              <a:off x="9010650" y="5338763"/>
              <a:ext cx="747713" cy="1320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9600">
                  <a:solidFill>
                    <a:schemeClr val="bg1"/>
                  </a:solidFill>
                  <a:latin typeface="Entypo" charset="0"/>
                  <a:ea typeface="Entypo" charset="0"/>
                  <a:cs typeface="Entypo" charset="0"/>
                  <a:sym typeface="Entypo" charset="0"/>
                </a:rPr>
                <a:t>@</a:t>
              </a:r>
              <a:endParaRPr lang="id-ID">
                <a:solidFill>
                  <a:schemeClr val="bg1"/>
                </a:solidFill>
              </a:endParaRPr>
            </a:p>
          </p:txBody>
        </p:sp>
        <p:sp>
          <p:nvSpPr>
            <p:cNvPr id="21" name="AutoShape 19"/>
            <p:cNvSpPr/>
            <p:nvPr>
              <p:custDataLst>
                <p:tags r:id="rId12"/>
              </p:custDataLst>
            </p:nvPr>
          </p:nvSpPr>
          <p:spPr bwMode="auto">
            <a:xfrm>
              <a:off x="7239000" y="4843463"/>
              <a:ext cx="1270000" cy="1270000"/>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chemeClr val="bg1"/>
            </a:solidFill>
            <a:ln w="12700" cap="flat" cmpd="sng">
              <a:solidFill>
                <a:srgbClr val="EBEBEB"/>
              </a:solidFill>
              <a:prstDash val="solid"/>
              <a:miter lim="0"/>
            </a:ln>
            <a:effectLst>
              <a:outerShdw blurRad="12700" dist="50800" dir="2700000" algn="ctr" rotWithShape="0">
                <a:srgbClr val="000000">
                  <a:alpha val="18999"/>
                </a:srgbClr>
              </a:outerShdw>
            </a:effectLst>
          </p:spPr>
          <p:txBody>
            <a:bodyPr lIns="0" tIns="0" rIns="0" bIns="0" anchor="ctr"/>
            <a:lstStyle/>
            <a:p>
              <a:pPr defTabSz="584200">
                <a:defRPr/>
              </a:pPr>
              <a:r>
                <a:rPr lang="id-ID" sz="2700" b="1">
                  <a:solidFill>
                    <a:schemeClr val="tx1">
                      <a:lumMod val="85000"/>
                      <a:lumOff val="15000"/>
                    </a:schemeClr>
                  </a:solidFill>
                  <a:latin typeface="Lato" charset="0"/>
                  <a:ea typeface="Lato" charset="0"/>
                  <a:cs typeface="Lato" charset="0"/>
                  <a:sym typeface="Lato" charset="0"/>
                </a:rPr>
                <a:t>2</a:t>
              </a:r>
              <a:endParaRPr lang="id-ID">
                <a:solidFill>
                  <a:schemeClr val="tx1">
                    <a:lumMod val="85000"/>
                    <a:lumOff val="15000"/>
                  </a:schemeClr>
                </a:solidFill>
              </a:endParaRPr>
            </a:p>
          </p:txBody>
        </p:sp>
        <p:sp>
          <p:nvSpPr>
            <p:cNvPr id="25" name="Line 24"/>
            <p:cNvSpPr>
              <a:spLocks noChangeShapeType="1"/>
            </p:cNvSpPr>
            <p:nvPr/>
          </p:nvSpPr>
          <p:spPr bwMode="auto">
            <a:xfrm>
              <a:off x="9282113" y="8285162"/>
              <a:ext cx="0" cy="1463675"/>
            </a:xfrm>
            <a:prstGeom prst="line">
              <a:avLst/>
            </a:prstGeom>
            <a:noFill/>
            <a:ln w="25400" cap="flat" cmpd="sng">
              <a:solidFill>
                <a:schemeClr val="tx1">
                  <a:lumMod val="50000"/>
                  <a:lumOff val="50000"/>
                </a:schemeClr>
              </a:solidFill>
              <a:prstDash val="dash"/>
              <a:round/>
              <a:tailEnd type="oval" w="med" len="med"/>
            </a:ln>
            <a:effectLst/>
          </p:spPr>
          <p:txBody>
            <a:bodyPr lIns="0" tIns="0" rIns="0" bIns="0" anchor="ctr"/>
            <a:lstStyle/>
            <a:p>
              <a:pPr algn="l" defTabSz="457200">
                <a:defRPr/>
              </a:pPr>
              <a:endParaRPr lang="id-ID" sz="1200">
                <a:latin typeface="Helvetica" charset="0"/>
                <a:ea typeface="Helvetica" charset="0"/>
                <a:cs typeface="Helvetica" charset="0"/>
                <a:sym typeface="Helvetica" charset="0"/>
              </a:endParaRPr>
            </a:p>
          </p:txBody>
        </p:sp>
        <p:sp>
          <p:nvSpPr>
            <p:cNvPr id="49178" name="AutoShape 28"/>
            <p:cNvSpPr/>
            <p:nvPr/>
          </p:nvSpPr>
          <p:spPr bwMode="auto">
            <a:xfrm>
              <a:off x="7416800" y="9936162"/>
              <a:ext cx="4356100" cy="1574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pPr algn="l"/>
              <a:r>
                <a:rPr lang="id-ID" sz="2400">
                  <a:solidFill>
                    <a:srgbClr val="FFFFFF"/>
                  </a:solidFill>
                  <a:latin typeface="黑体" panose="02010609060101010101" charset="-122"/>
                  <a:ea typeface="黑体" panose="02010609060101010101" charset="-122"/>
                  <a:cs typeface="Lato" charset="0"/>
                  <a:sym typeface="Lato" charset="0"/>
                </a:rPr>
                <a:t>Nullam quis risus eget urna mollis ornare vel eu leo. Nulla vitae elit libero, a pharetra augue.</a:t>
              </a:r>
              <a:endParaRPr lang="id-ID">
                <a:solidFill>
                  <a:srgbClr val="FFFFFF"/>
                </a:solidFill>
                <a:latin typeface="黑体" panose="02010609060101010101" charset="-122"/>
                <a:ea typeface="黑体" panose="02010609060101010101" charset="-122"/>
              </a:endParaRPr>
            </a:p>
          </p:txBody>
        </p:sp>
      </p:grpSp>
      <p:grpSp>
        <p:nvGrpSpPr>
          <p:cNvPr id="48131" name="Group 34"/>
          <p:cNvGrpSpPr/>
          <p:nvPr>
            <p:custDataLst>
              <p:tags r:id="rId13"/>
            </p:custDataLst>
          </p:nvPr>
        </p:nvGrpSpPr>
        <p:grpSpPr bwMode="auto">
          <a:xfrm>
            <a:off x="12268200" y="3965575"/>
            <a:ext cx="4686300" cy="7545388"/>
            <a:chOff x="12268200" y="3965575"/>
            <a:chExt cx="4686300" cy="7545387"/>
          </a:xfrm>
        </p:grpSpPr>
        <p:sp>
          <p:nvSpPr>
            <p:cNvPr id="8" name="AutoShape 6"/>
            <p:cNvSpPr/>
            <p:nvPr>
              <p:custDataLst>
                <p:tags r:id="rId14"/>
              </p:custDataLst>
            </p:nvPr>
          </p:nvSpPr>
          <p:spPr bwMode="auto">
            <a:xfrm rot="5355322">
              <a:off x="13237369" y="5271294"/>
              <a:ext cx="5022849" cy="24114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10800" y="0"/>
                  </a:lnTo>
                  <a:close/>
                </a:path>
              </a:pathLst>
            </a:custGeom>
            <a:solidFill>
              <a:srgbClr val="7DB546"/>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9" name="AutoShape 7"/>
            <p:cNvSpPr/>
            <p:nvPr>
              <p:custDataLst>
                <p:tags r:id="rId15"/>
              </p:custDataLst>
            </p:nvPr>
          </p:nvSpPr>
          <p:spPr bwMode="auto">
            <a:xfrm>
              <a:off x="12542838" y="4648200"/>
              <a:ext cx="3681412" cy="368458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7DB546"/>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14" name="AutoShape 12"/>
            <p:cNvSpPr/>
            <p:nvPr>
              <p:custDataLst>
                <p:tags r:id="rId16"/>
              </p:custDataLst>
            </p:nvPr>
          </p:nvSpPr>
          <p:spPr bwMode="auto">
            <a:xfrm>
              <a:off x="13479463" y="6450013"/>
              <a:ext cx="2146300" cy="838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4800">
                  <a:solidFill>
                    <a:schemeClr val="bg1"/>
                  </a:solidFill>
                  <a:latin typeface="黑体" panose="02010609060101010101" charset="-122"/>
                  <a:ea typeface="黑体" panose="02010609060101010101" charset="-122"/>
                  <a:cs typeface="Varela Round" pitchFamily="50" charset="0"/>
                  <a:sym typeface="Varela Round" pitchFamily="50" charset="0"/>
                </a:rPr>
                <a:t>Publish</a:t>
              </a:r>
              <a:endParaRPr lang="id-ID">
                <a:solidFill>
                  <a:schemeClr val="bg1"/>
                </a:solidFill>
                <a:latin typeface="黑体" panose="02010609060101010101" charset="-122"/>
                <a:ea typeface="黑体" panose="02010609060101010101" charset="-122"/>
              </a:endParaRPr>
            </a:p>
          </p:txBody>
        </p:sp>
        <p:sp>
          <p:nvSpPr>
            <p:cNvPr id="18" name="AutoShape 16"/>
            <p:cNvSpPr/>
            <p:nvPr>
              <p:custDataLst>
                <p:tags r:id="rId17"/>
              </p:custDataLst>
            </p:nvPr>
          </p:nvSpPr>
          <p:spPr bwMode="auto">
            <a:xfrm>
              <a:off x="14038263" y="5491163"/>
              <a:ext cx="928687" cy="1016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7200">
                  <a:solidFill>
                    <a:schemeClr val="bg1"/>
                  </a:solidFill>
                  <a:latin typeface="Modern Pictograms" charset="0"/>
                  <a:ea typeface="Modern Pictograms" charset="0"/>
                  <a:cs typeface="Modern Pictograms" charset="0"/>
                  <a:sym typeface="Modern Pictograms" charset="0"/>
                </a:rPr>
                <a:t>o</a:t>
              </a:r>
              <a:endParaRPr lang="id-ID">
                <a:solidFill>
                  <a:schemeClr val="bg1"/>
                </a:solidFill>
              </a:endParaRPr>
            </a:p>
          </p:txBody>
        </p:sp>
        <p:sp>
          <p:nvSpPr>
            <p:cNvPr id="22" name="AutoShape 20"/>
            <p:cNvSpPr/>
            <p:nvPr>
              <p:custDataLst>
                <p:tags r:id="rId18"/>
              </p:custDataLst>
            </p:nvPr>
          </p:nvSpPr>
          <p:spPr bwMode="auto">
            <a:xfrm>
              <a:off x="12268200" y="4843463"/>
              <a:ext cx="1270000" cy="1270000"/>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chemeClr val="bg1"/>
            </a:solidFill>
            <a:ln w="12700" cap="flat" cmpd="sng">
              <a:solidFill>
                <a:srgbClr val="EBEBEB"/>
              </a:solidFill>
              <a:prstDash val="solid"/>
              <a:miter lim="0"/>
            </a:ln>
            <a:effectLst>
              <a:outerShdw blurRad="12700" dist="50800" dir="2700000" algn="ctr" rotWithShape="0">
                <a:srgbClr val="000000">
                  <a:alpha val="18999"/>
                </a:srgbClr>
              </a:outerShdw>
            </a:effectLst>
          </p:spPr>
          <p:txBody>
            <a:bodyPr lIns="0" tIns="0" rIns="0" bIns="0" anchor="ctr"/>
            <a:lstStyle/>
            <a:p>
              <a:pPr defTabSz="584200">
                <a:defRPr/>
              </a:pPr>
              <a:r>
                <a:rPr lang="id-ID" sz="2700" b="1">
                  <a:solidFill>
                    <a:schemeClr val="tx1">
                      <a:lumMod val="85000"/>
                      <a:lumOff val="15000"/>
                    </a:schemeClr>
                  </a:solidFill>
                  <a:latin typeface="Lato" charset="0"/>
                  <a:ea typeface="Lato" charset="0"/>
                  <a:cs typeface="Lato" charset="0"/>
                  <a:sym typeface="Lato" charset="0"/>
                </a:rPr>
                <a:t>3</a:t>
              </a:r>
              <a:endParaRPr lang="id-ID">
                <a:solidFill>
                  <a:schemeClr val="tx1">
                    <a:lumMod val="85000"/>
                    <a:lumOff val="15000"/>
                  </a:schemeClr>
                </a:solidFill>
              </a:endParaRPr>
            </a:p>
          </p:txBody>
        </p:sp>
        <p:sp>
          <p:nvSpPr>
            <p:cNvPr id="26" name="Line 25"/>
            <p:cNvSpPr>
              <a:spLocks noChangeShapeType="1"/>
            </p:cNvSpPr>
            <p:nvPr/>
          </p:nvSpPr>
          <p:spPr bwMode="auto">
            <a:xfrm>
              <a:off x="14374813" y="8348662"/>
              <a:ext cx="0" cy="1463675"/>
            </a:xfrm>
            <a:prstGeom prst="line">
              <a:avLst/>
            </a:prstGeom>
            <a:noFill/>
            <a:ln w="25400" cap="flat" cmpd="sng">
              <a:solidFill>
                <a:schemeClr val="tx1">
                  <a:lumMod val="50000"/>
                  <a:lumOff val="50000"/>
                </a:schemeClr>
              </a:solidFill>
              <a:prstDash val="dash"/>
              <a:round/>
              <a:tailEnd type="oval" w="med" len="med"/>
            </a:ln>
            <a:effectLst/>
          </p:spPr>
          <p:txBody>
            <a:bodyPr lIns="0" tIns="0" rIns="0" bIns="0" anchor="ctr"/>
            <a:lstStyle/>
            <a:p>
              <a:pPr algn="l" defTabSz="457200">
                <a:defRPr/>
              </a:pPr>
              <a:endParaRPr lang="id-ID" sz="1200">
                <a:latin typeface="Helvetica" charset="0"/>
                <a:ea typeface="Helvetica" charset="0"/>
                <a:cs typeface="Helvetica" charset="0"/>
                <a:sym typeface="Helvetica" charset="0"/>
              </a:endParaRPr>
            </a:p>
          </p:txBody>
        </p:sp>
        <p:sp>
          <p:nvSpPr>
            <p:cNvPr id="49171" name="AutoShape 29"/>
            <p:cNvSpPr/>
            <p:nvPr/>
          </p:nvSpPr>
          <p:spPr bwMode="auto">
            <a:xfrm>
              <a:off x="12534900" y="9936162"/>
              <a:ext cx="4356100" cy="1574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pPr algn="l"/>
              <a:r>
                <a:rPr lang="id-ID" sz="2400">
                  <a:solidFill>
                    <a:srgbClr val="FFFFFF"/>
                  </a:solidFill>
                  <a:latin typeface="黑体" panose="02010609060101010101" charset="-122"/>
                  <a:ea typeface="黑体" panose="02010609060101010101" charset="-122"/>
                  <a:cs typeface="Lato" charset="0"/>
                  <a:sym typeface="Lato" charset="0"/>
                </a:rPr>
                <a:t>Nullam quis risus eget urna mollis ornare vel eu leo. Nulla vitae elit libero, a pharetra augue.</a:t>
              </a:r>
              <a:endParaRPr lang="id-ID">
                <a:solidFill>
                  <a:srgbClr val="FFFFFF"/>
                </a:solidFill>
                <a:latin typeface="黑体" panose="02010609060101010101" charset="-122"/>
                <a:ea typeface="黑体" panose="02010609060101010101" charset="-122"/>
              </a:endParaRPr>
            </a:p>
          </p:txBody>
        </p:sp>
      </p:grpSp>
      <p:grpSp>
        <p:nvGrpSpPr>
          <p:cNvPr id="48132" name="Group 35"/>
          <p:cNvGrpSpPr/>
          <p:nvPr>
            <p:custDataLst>
              <p:tags r:id="rId19"/>
            </p:custDataLst>
          </p:nvPr>
        </p:nvGrpSpPr>
        <p:grpSpPr bwMode="auto">
          <a:xfrm>
            <a:off x="17348200" y="3965575"/>
            <a:ext cx="4716463" cy="7545388"/>
            <a:chOff x="17348200" y="3965575"/>
            <a:chExt cx="4716463" cy="7545387"/>
          </a:xfrm>
        </p:grpSpPr>
        <p:sp>
          <p:nvSpPr>
            <p:cNvPr id="10" name="AutoShape 8"/>
            <p:cNvSpPr/>
            <p:nvPr>
              <p:custDataLst>
                <p:tags r:id="rId20"/>
              </p:custDataLst>
            </p:nvPr>
          </p:nvSpPr>
          <p:spPr bwMode="auto">
            <a:xfrm rot="5355322">
              <a:off x="18347532" y="5271293"/>
              <a:ext cx="5022849" cy="24114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10800" y="0"/>
                  </a:lnTo>
                  <a:close/>
                </a:path>
              </a:pathLst>
            </a:custGeom>
            <a:solidFill>
              <a:srgbClr val="3690E2"/>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11" name="AutoShape 9"/>
            <p:cNvSpPr/>
            <p:nvPr>
              <p:custDataLst>
                <p:tags r:id="rId21"/>
              </p:custDataLst>
            </p:nvPr>
          </p:nvSpPr>
          <p:spPr bwMode="auto">
            <a:xfrm>
              <a:off x="17653000" y="4648200"/>
              <a:ext cx="3681413" cy="368458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rgbClr val="3690E2"/>
            </a:solidFill>
            <a:ln w="25400" cap="flat" cmpd="sng">
              <a:solidFill>
                <a:srgbClr val="000000">
                  <a:alpha val="0"/>
                </a:srgbClr>
              </a:solidFill>
              <a:prstDash val="solid"/>
              <a:miter lim="0"/>
            </a:ln>
            <a:effectLst/>
          </p:spPr>
          <p:txBody>
            <a:bodyPr lIns="0" tIns="0" rIns="0" bIns="0" anchor="ctr"/>
            <a:lstStyle/>
            <a:p>
              <a:pPr defTabSz="584200">
                <a:defRPr/>
              </a:pPr>
              <a:endParaRPr lang="id-ID" sz="4000">
                <a:solidFill>
                  <a:srgbClr val="FFFFFF"/>
                </a:solidFill>
                <a:effectLst>
                  <a:outerShdw blurRad="38100" dist="38100" dir="2700000" algn="tl">
                    <a:srgbClr val="000000"/>
                  </a:outerShdw>
                </a:effectLst>
              </a:endParaRPr>
            </a:p>
          </p:txBody>
        </p:sp>
        <p:sp>
          <p:nvSpPr>
            <p:cNvPr id="15" name="AutoShape 13"/>
            <p:cNvSpPr/>
            <p:nvPr>
              <p:custDataLst>
                <p:tags r:id="rId22"/>
              </p:custDataLst>
            </p:nvPr>
          </p:nvSpPr>
          <p:spPr bwMode="auto">
            <a:xfrm>
              <a:off x="18403888" y="6450013"/>
              <a:ext cx="2524125" cy="838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4800">
                  <a:solidFill>
                    <a:schemeClr val="bg1"/>
                  </a:solidFill>
                  <a:latin typeface="黑体" panose="02010609060101010101" charset="-122"/>
                  <a:ea typeface="黑体" panose="02010609060101010101" charset="-122"/>
                  <a:cs typeface="Varela Round" pitchFamily="50" charset="0"/>
                  <a:sym typeface="Varela Round" pitchFamily="50" charset="0"/>
                </a:rPr>
                <a:t>Promote</a:t>
              </a:r>
              <a:endParaRPr lang="id-ID">
                <a:solidFill>
                  <a:schemeClr val="bg1"/>
                </a:solidFill>
                <a:latin typeface="黑体" panose="02010609060101010101" charset="-122"/>
                <a:ea typeface="黑体" panose="02010609060101010101" charset="-122"/>
              </a:endParaRPr>
            </a:p>
          </p:txBody>
        </p:sp>
        <p:sp>
          <p:nvSpPr>
            <p:cNvPr id="19" name="AutoShape 17"/>
            <p:cNvSpPr/>
            <p:nvPr>
              <p:custDataLst>
                <p:tags r:id="rId23"/>
              </p:custDataLst>
            </p:nvPr>
          </p:nvSpPr>
          <p:spPr bwMode="auto">
            <a:xfrm>
              <a:off x="18951575" y="5491163"/>
              <a:ext cx="1084263" cy="1016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outerShdw blurRad="12700" dist="50800" dir="2700000" algn="ctr" rotWithShape="0">
                <a:srgbClr val="000000">
                  <a:alpha val="18999"/>
                </a:srgbClr>
              </a:outerShdw>
            </a:effectLst>
          </p:spPr>
          <p:txBody>
            <a:bodyPr lIns="0" tIns="0" rIns="0" bIns="0" anchor="ctr"/>
            <a:lstStyle/>
            <a:p>
              <a:pPr>
                <a:defRPr/>
              </a:pPr>
              <a:r>
                <a:rPr lang="id-ID" sz="7200">
                  <a:solidFill>
                    <a:schemeClr val="bg1"/>
                  </a:solidFill>
                  <a:latin typeface="Modern Pictograms" charset="0"/>
                  <a:ea typeface="Modern Pictograms" charset="0"/>
                  <a:cs typeface="Modern Pictograms" charset="0"/>
                  <a:sym typeface="Modern Pictograms" charset="0"/>
                </a:rPr>
                <a:t>Y</a:t>
              </a:r>
              <a:endParaRPr lang="id-ID">
                <a:solidFill>
                  <a:schemeClr val="bg1"/>
                </a:solidFill>
              </a:endParaRPr>
            </a:p>
          </p:txBody>
        </p:sp>
        <p:sp>
          <p:nvSpPr>
            <p:cNvPr id="23" name="AutoShape 21"/>
            <p:cNvSpPr/>
            <p:nvPr>
              <p:custDataLst>
                <p:tags r:id="rId24"/>
              </p:custDataLst>
            </p:nvPr>
          </p:nvSpPr>
          <p:spPr bwMode="auto">
            <a:xfrm>
              <a:off x="17348200" y="4830763"/>
              <a:ext cx="1270000" cy="1270000"/>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chemeClr val="bg1"/>
            </a:solidFill>
            <a:ln w="12700" cap="flat" cmpd="sng">
              <a:solidFill>
                <a:srgbClr val="EBEBEB"/>
              </a:solidFill>
              <a:prstDash val="solid"/>
              <a:miter lim="0"/>
            </a:ln>
            <a:effectLst>
              <a:outerShdw blurRad="12700" dist="50800" dir="2700000" algn="ctr" rotWithShape="0">
                <a:srgbClr val="000000">
                  <a:alpha val="18999"/>
                </a:srgbClr>
              </a:outerShdw>
            </a:effectLst>
          </p:spPr>
          <p:txBody>
            <a:bodyPr lIns="0" tIns="0" rIns="0" bIns="0" anchor="ctr"/>
            <a:lstStyle/>
            <a:p>
              <a:pPr defTabSz="584200">
                <a:defRPr/>
              </a:pPr>
              <a:r>
                <a:rPr lang="id-ID" sz="2700" b="1" dirty="0">
                  <a:solidFill>
                    <a:schemeClr val="tx1">
                      <a:lumMod val="85000"/>
                      <a:lumOff val="15000"/>
                    </a:schemeClr>
                  </a:solidFill>
                  <a:latin typeface="Lato" charset="0"/>
                  <a:ea typeface="Lato" charset="0"/>
                  <a:cs typeface="Lato" charset="0"/>
                  <a:sym typeface="Lato" charset="0"/>
                </a:rPr>
                <a:t>4</a:t>
              </a:r>
              <a:endParaRPr lang="id-ID" dirty="0">
                <a:solidFill>
                  <a:schemeClr val="tx1">
                    <a:lumMod val="85000"/>
                    <a:lumOff val="15000"/>
                  </a:schemeClr>
                </a:solidFill>
              </a:endParaRPr>
            </a:p>
          </p:txBody>
        </p:sp>
        <p:sp>
          <p:nvSpPr>
            <p:cNvPr id="27" name="Line 26"/>
            <p:cNvSpPr>
              <a:spLocks noChangeShapeType="1"/>
            </p:cNvSpPr>
            <p:nvPr/>
          </p:nvSpPr>
          <p:spPr bwMode="auto">
            <a:xfrm>
              <a:off x="19505613" y="8310562"/>
              <a:ext cx="0" cy="1463675"/>
            </a:xfrm>
            <a:prstGeom prst="line">
              <a:avLst/>
            </a:prstGeom>
            <a:noFill/>
            <a:ln w="25400" cap="flat" cmpd="sng">
              <a:solidFill>
                <a:schemeClr val="tx1">
                  <a:lumMod val="50000"/>
                  <a:lumOff val="50000"/>
                </a:schemeClr>
              </a:solidFill>
              <a:prstDash val="dash"/>
              <a:round/>
              <a:tailEnd type="oval" w="med" len="med"/>
            </a:ln>
            <a:effectLst/>
          </p:spPr>
          <p:txBody>
            <a:bodyPr lIns="0" tIns="0" rIns="0" bIns="0" anchor="ctr"/>
            <a:lstStyle/>
            <a:p>
              <a:pPr algn="l" defTabSz="457200">
                <a:defRPr/>
              </a:pPr>
              <a:endParaRPr lang="id-ID" sz="1200">
                <a:latin typeface="Helvetica" charset="0"/>
                <a:ea typeface="Helvetica" charset="0"/>
                <a:cs typeface="Helvetica" charset="0"/>
                <a:sym typeface="Helvetica" charset="0"/>
              </a:endParaRPr>
            </a:p>
          </p:txBody>
        </p:sp>
        <p:sp>
          <p:nvSpPr>
            <p:cNvPr id="49164" name="AutoShape 30"/>
            <p:cNvSpPr/>
            <p:nvPr/>
          </p:nvSpPr>
          <p:spPr bwMode="auto">
            <a:xfrm>
              <a:off x="17640300" y="9936162"/>
              <a:ext cx="4356100" cy="1574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599"/>
                  </a:lnTo>
                  <a:lnTo>
                    <a:pt x="0" y="21599"/>
                  </a:lnTo>
                  <a:lnTo>
                    <a:pt x="0" y="0"/>
                  </a:lnTo>
                  <a:close/>
                </a:path>
              </a:pathLst>
            </a:custGeom>
            <a:noFill/>
            <a:ln>
              <a:noFill/>
            </a:ln>
            <a:effectLst/>
          </p:spPr>
          <p:txBody>
            <a:bodyPr lIns="50800" tIns="50800" rIns="50800" bIns="50800" anchor="ctr"/>
            <a:lstStyle/>
            <a:p>
              <a:pPr algn="l"/>
              <a:r>
                <a:rPr lang="id-ID" sz="2400">
                  <a:solidFill>
                    <a:srgbClr val="FFFFFF"/>
                  </a:solidFill>
                  <a:latin typeface="黑体" panose="02010609060101010101" charset="-122"/>
                  <a:ea typeface="黑体" panose="02010609060101010101" charset="-122"/>
                  <a:cs typeface="Lato" charset="0"/>
                  <a:sym typeface="Lato" charset="0"/>
                </a:rPr>
                <a:t>Nullam quis risus eget urna mollis ornare vel eu leo. Nulla vitae elit libero, a pharetra augue.</a:t>
              </a:r>
              <a:endParaRPr lang="id-ID">
                <a:solidFill>
                  <a:srgbClr val="FFFFFF"/>
                </a:solidFill>
                <a:latin typeface="黑体" panose="02010609060101010101" charset="-122"/>
                <a:ea typeface="黑体" panose="02010609060101010101" charset="-122"/>
              </a:endParaRPr>
            </a:p>
          </p:txBody>
        </p:sp>
      </p:grpSp>
      <p:sp>
        <p:nvSpPr>
          <p:cNvPr id="49157" name="Rectangle 1"/>
          <p:cNvSpPr/>
          <p:nvPr/>
        </p:nvSpPr>
        <p:spPr bwMode="auto">
          <a:xfrm>
            <a:off x="1357313" y="919803"/>
            <a:ext cx="8595430" cy="1246495"/>
          </a:xfrm>
          <a:prstGeom prst="rect">
            <a:avLst/>
          </a:prstGeom>
          <a:noFill/>
          <a:ln>
            <a:noFill/>
          </a:ln>
        </p:spPr>
        <p:txBody>
          <a:bodyPr wrap="none" lIns="0" tIns="0" rIns="0" bIns="0" anchor="ctr">
            <a:spAutoFit/>
          </a:bodyPr>
          <a:lstStyle/>
          <a:p>
            <a:pPr algn="l"/>
            <a:r>
              <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rPr>
              <a:t>Marketing Model</a:t>
            </a:r>
            <a:endParaRPr lang="en-US" sz="8100" dirty="0">
              <a:solidFill>
                <a:srgbClr val="FFFFFF"/>
              </a:solidFill>
              <a:latin typeface="微软雅黑" panose="020B0503020204020204" charset="-122"/>
              <a:ea typeface="MS PGothic" panose="020B0600070205080204" charset="-128"/>
              <a:cs typeface="MS PGothic" panose="020B0600070205080204" charset="-128"/>
              <a:sym typeface="Diavlo Black Regular" charset="0"/>
            </a:endParaRPr>
          </a:p>
        </p:txBody>
      </p:sp>
    </p:spTree>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129"/>
                                        </p:tgtEl>
                                        <p:attrNameLst>
                                          <p:attrName>style.visibility</p:attrName>
                                        </p:attrNameLst>
                                      </p:cBhvr>
                                      <p:to>
                                        <p:strVal val="visible"/>
                                      </p:to>
                                    </p:set>
                                    <p:anim calcmode="lin" valueType="num">
                                      <p:cBhvr additive="base">
                                        <p:cTn id="7" dur="500" fill="hold"/>
                                        <p:tgtEl>
                                          <p:spTgt spid="48129"/>
                                        </p:tgtEl>
                                        <p:attrNameLst>
                                          <p:attrName>ppt_x</p:attrName>
                                        </p:attrNameLst>
                                      </p:cBhvr>
                                      <p:tavLst>
                                        <p:tav tm="0">
                                          <p:val>
                                            <p:strVal val="0-#ppt_w/2"/>
                                          </p:val>
                                        </p:tav>
                                        <p:tav tm="100000">
                                          <p:val>
                                            <p:strVal val="#ppt_x"/>
                                          </p:val>
                                        </p:tav>
                                      </p:tavLst>
                                    </p:anim>
                                    <p:anim calcmode="lin" valueType="num">
                                      <p:cBhvr additive="base">
                                        <p:cTn id="8" dur="500" fill="hold"/>
                                        <p:tgtEl>
                                          <p:spTgt spid="481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8130"/>
                                        </p:tgtEl>
                                        <p:attrNameLst>
                                          <p:attrName>style.visibility</p:attrName>
                                        </p:attrNameLst>
                                      </p:cBhvr>
                                      <p:to>
                                        <p:strVal val="visible"/>
                                      </p:to>
                                    </p:set>
                                    <p:anim calcmode="lin" valueType="num">
                                      <p:cBhvr additive="base">
                                        <p:cTn id="13" dur="500" fill="hold"/>
                                        <p:tgtEl>
                                          <p:spTgt spid="48130"/>
                                        </p:tgtEl>
                                        <p:attrNameLst>
                                          <p:attrName>ppt_x</p:attrName>
                                        </p:attrNameLst>
                                      </p:cBhvr>
                                      <p:tavLst>
                                        <p:tav tm="0">
                                          <p:val>
                                            <p:strVal val="0-#ppt_w/2"/>
                                          </p:val>
                                        </p:tav>
                                        <p:tav tm="100000">
                                          <p:val>
                                            <p:strVal val="#ppt_x"/>
                                          </p:val>
                                        </p:tav>
                                      </p:tavLst>
                                    </p:anim>
                                    <p:anim calcmode="lin" valueType="num">
                                      <p:cBhvr additive="base">
                                        <p:cTn id="14" dur="500" fill="hold"/>
                                        <p:tgtEl>
                                          <p:spTgt spid="4813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131"/>
                                        </p:tgtEl>
                                        <p:attrNameLst>
                                          <p:attrName>style.visibility</p:attrName>
                                        </p:attrNameLst>
                                      </p:cBhvr>
                                      <p:to>
                                        <p:strVal val="visible"/>
                                      </p:to>
                                    </p:set>
                                    <p:anim calcmode="lin" valueType="num">
                                      <p:cBhvr additive="base">
                                        <p:cTn id="19" dur="500" fill="hold"/>
                                        <p:tgtEl>
                                          <p:spTgt spid="48131"/>
                                        </p:tgtEl>
                                        <p:attrNameLst>
                                          <p:attrName>ppt_x</p:attrName>
                                        </p:attrNameLst>
                                      </p:cBhvr>
                                      <p:tavLst>
                                        <p:tav tm="0">
                                          <p:val>
                                            <p:strVal val="0-#ppt_w/2"/>
                                          </p:val>
                                        </p:tav>
                                        <p:tav tm="100000">
                                          <p:val>
                                            <p:strVal val="#ppt_x"/>
                                          </p:val>
                                        </p:tav>
                                      </p:tavLst>
                                    </p:anim>
                                    <p:anim calcmode="lin" valueType="num">
                                      <p:cBhvr additive="base">
                                        <p:cTn id="20" dur="500" fill="hold"/>
                                        <p:tgtEl>
                                          <p:spTgt spid="4813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8132"/>
                                        </p:tgtEl>
                                        <p:attrNameLst>
                                          <p:attrName>style.visibility</p:attrName>
                                        </p:attrNameLst>
                                      </p:cBhvr>
                                      <p:to>
                                        <p:strVal val="visible"/>
                                      </p:to>
                                    </p:set>
                                    <p:anim calcmode="lin" valueType="num">
                                      <p:cBhvr additive="base">
                                        <p:cTn id="25" dur="500" fill="hold"/>
                                        <p:tgtEl>
                                          <p:spTgt spid="48132"/>
                                        </p:tgtEl>
                                        <p:attrNameLst>
                                          <p:attrName>ppt_x</p:attrName>
                                        </p:attrNameLst>
                                      </p:cBhvr>
                                      <p:tavLst>
                                        <p:tav tm="0">
                                          <p:val>
                                            <p:strVal val="0-#ppt_w/2"/>
                                          </p:val>
                                        </p:tav>
                                        <p:tav tm="100000">
                                          <p:val>
                                            <p:strVal val="#ppt_x"/>
                                          </p:val>
                                        </p:tav>
                                      </p:tavLst>
                                    </p:anim>
                                    <p:anim calcmode="lin" valueType="num">
                                      <p:cBhvr additive="base">
                                        <p:cTn id="26" dur="500" fill="hold"/>
                                        <p:tgtEl>
                                          <p:spTgt spid="481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AutoShape 1"/>
          <p:cNvSpPr/>
          <p:nvPr/>
        </p:nvSpPr>
        <p:spPr bwMode="auto">
          <a:xfrm>
            <a:off x="-12700" y="12700"/>
            <a:ext cx="24382413" cy="13716000"/>
          </a:xfrm>
          <a:custGeom>
            <a:avLst/>
            <a:gdLst>
              <a:gd name="T0" fmla="*/ 2147483647 w 21600"/>
              <a:gd name="T1" fmla="*/ 2147483647 h 21600"/>
              <a:gd name="T2" fmla="*/ 0 w 21600"/>
              <a:gd name="T3" fmla="*/ 2147483647 h 21600"/>
              <a:gd name="T4" fmla="*/ 0 w 21600"/>
              <a:gd name="T5" fmla="*/ 0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21600"/>
                </a:moveTo>
                <a:lnTo>
                  <a:pt x="0" y="21600"/>
                </a:lnTo>
                <a:lnTo>
                  <a:pt x="0" y="0"/>
                </a:lnTo>
                <a:lnTo>
                  <a:pt x="21600" y="0"/>
                </a:lnTo>
                <a:cubicBezTo>
                  <a:pt x="21600" y="0"/>
                  <a:pt x="21600" y="21600"/>
                  <a:pt x="21600" y="21600"/>
                </a:cubicBezTo>
                <a:close/>
                <a:moveTo>
                  <a:pt x="21600" y="21600"/>
                </a:moveTo>
              </a:path>
            </a:pathLst>
          </a:custGeom>
          <a:solidFill>
            <a:srgbClr val="18212C"/>
          </a:solidFill>
          <a:ln>
            <a:noFill/>
          </a:ln>
        </p:spPr>
        <p:txBody>
          <a:bodyPr lIns="0" tIns="0" rIns="0" bIns="0"/>
          <a:lstStyle/>
          <a:p>
            <a:endParaRPr lang="en-US"/>
          </a:p>
        </p:txBody>
      </p:sp>
      <p:sp>
        <p:nvSpPr>
          <p:cNvPr id="8194" name="AutoShape 2"/>
          <p:cNvSpPr/>
          <p:nvPr/>
        </p:nvSpPr>
        <p:spPr bwMode="auto">
          <a:xfrm>
            <a:off x="-787400" y="8407400"/>
            <a:ext cx="25755600" cy="5316538"/>
          </a:xfrm>
          <a:custGeom>
            <a:avLst/>
            <a:gdLst>
              <a:gd name="T0" fmla="*/ 2147483647 w 21600"/>
              <a:gd name="T1" fmla="*/ 2147483647 h 21189"/>
              <a:gd name="T2" fmla="*/ 2147483647 w 21600"/>
              <a:gd name="T3" fmla="*/ 2147483647 h 21189"/>
              <a:gd name="T4" fmla="*/ 2147483647 w 21600"/>
              <a:gd name="T5" fmla="*/ 2147483647 h 21189"/>
              <a:gd name="T6" fmla="*/ 2147483647 w 21600"/>
              <a:gd name="T7" fmla="*/ 2147483647 h 21189"/>
              <a:gd name="T8" fmla="*/ 2147483647 w 21600"/>
              <a:gd name="T9" fmla="*/ 2147483647 h 21189"/>
              <a:gd name="T10" fmla="*/ 2147483647 w 21600"/>
              <a:gd name="T11" fmla="*/ 2147483647 h 21189"/>
              <a:gd name="T12" fmla="*/ 2147483647 w 21600"/>
              <a:gd name="T13" fmla="*/ 2147483647 h 21189"/>
              <a:gd name="T14" fmla="*/ 2147483647 w 21600"/>
              <a:gd name="T15" fmla="*/ 2147483647 h 21189"/>
              <a:gd name="T16" fmla="*/ 2147483647 w 21600"/>
              <a:gd name="T17" fmla="*/ 2147483647 h 21189"/>
              <a:gd name="T18" fmla="*/ 2147483647 w 21600"/>
              <a:gd name="T19" fmla="*/ 2147483647 h 21189"/>
              <a:gd name="T20" fmla="*/ 2147483647 w 21600"/>
              <a:gd name="T21" fmla="*/ 2147483647 h 21189"/>
              <a:gd name="T22" fmla="*/ 2147483647 w 21600"/>
              <a:gd name="T23" fmla="*/ 2147483647 h 21189"/>
              <a:gd name="T24" fmla="*/ 2147483647 w 21600"/>
              <a:gd name="T25" fmla="*/ 2147483647 h 21189"/>
              <a:gd name="T26" fmla="*/ 2147483647 w 21600"/>
              <a:gd name="T27" fmla="*/ 2147483647 h 21189"/>
              <a:gd name="T28" fmla="*/ 2147483647 w 21600"/>
              <a:gd name="T29" fmla="*/ 2147483647 h 21189"/>
              <a:gd name="T30" fmla="*/ 2147483647 w 21600"/>
              <a:gd name="T31" fmla="*/ 2147483647 h 21189"/>
              <a:gd name="T32" fmla="*/ 2147483647 w 21600"/>
              <a:gd name="T33" fmla="*/ 2147483647 h 21189"/>
              <a:gd name="T34" fmla="*/ 2147483647 w 21600"/>
              <a:gd name="T35" fmla="*/ 2147483647 h 21189"/>
              <a:gd name="T36" fmla="*/ 2147483647 w 21600"/>
              <a:gd name="T37" fmla="*/ 2147483647 h 21189"/>
              <a:gd name="T38" fmla="*/ 2147483647 w 21600"/>
              <a:gd name="T39" fmla="*/ 2147483647 h 21189"/>
              <a:gd name="T40" fmla="*/ 2147483647 w 21600"/>
              <a:gd name="T41" fmla="*/ 2147483647 h 21189"/>
              <a:gd name="T42" fmla="*/ 2147483647 w 21600"/>
              <a:gd name="T43" fmla="*/ 2147483647 h 21189"/>
              <a:gd name="T44" fmla="*/ 2147483647 w 21600"/>
              <a:gd name="T45" fmla="*/ 2147483647 h 21189"/>
              <a:gd name="T46" fmla="*/ 2147483647 w 21600"/>
              <a:gd name="T47" fmla="*/ 2147483647 h 21189"/>
              <a:gd name="T48" fmla="*/ 2147483647 w 21600"/>
              <a:gd name="T49" fmla="*/ 2147483647 h 21189"/>
              <a:gd name="T50" fmla="*/ 2147483647 w 21600"/>
              <a:gd name="T51" fmla="*/ 2147483647 h 21189"/>
              <a:gd name="T52" fmla="*/ 2147483647 w 21600"/>
              <a:gd name="T53" fmla="*/ 2147483647 h 21189"/>
              <a:gd name="T54" fmla="*/ 2147483647 w 21600"/>
              <a:gd name="T55" fmla="*/ 2147483647 h 21189"/>
              <a:gd name="T56" fmla="*/ 2147483647 w 21600"/>
              <a:gd name="T57" fmla="*/ 2147483647 h 21189"/>
              <a:gd name="T58" fmla="*/ 2147483647 w 21600"/>
              <a:gd name="T59" fmla="*/ 2147483647 h 21189"/>
              <a:gd name="T60" fmla="*/ 2147483647 w 21600"/>
              <a:gd name="T61" fmla="*/ 2147483647 h 21189"/>
              <a:gd name="T62" fmla="*/ 2147483647 w 21600"/>
              <a:gd name="T63" fmla="*/ 2147483647 h 21189"/>
              <a:gd name="T64" fmla="*/ 0 w 21600"/>
              <a:gd name="T65" fmla="*/ 2147483647 h 21189"/>
              <a:gd name="T66" fmla="*/ 0 w 21600"/>
              <a:gd name="T67" fmla="*/ 2147483647 h 21189"/>
              <a:gd name="T68" fmla="*/ 2147483647 w 21600"/>
              <a:gd name="T69" fmla="*/ 2147483647 h 21189"/>
              <a:gd name="T70" fmla="*/ 2147483647 w 21600"/>
              <a:gd name="T71" fmla="*/ 2147483647 h 21189"/>
              <a:gd name="T72" fmla="*/ 2147483647 w 21600"/>
              <a:gd name="T73" fmla="*/ 2147483647 h 21189"/>
              <a:gd name="T74" fmla="*/ 2147483647 w 21600"/>
              <a:gd name="T75" fmla="*/ 2147483647 h 21189"/>
              <a:gd name="T76" fmla="*/ 2147483647 w 21600"/>
              <a:gd name="T77" fmla="*/ 2147483647 h 21189"/>
              <a:gd name="T78" fmla="*/ 2147483647 w 21600"/>
              <a:gd name="T79" fmla="*/ 2147483647 h 21189"/>
              <a:gd name="T80" fmla="*/ 2147483647 w 21600"/>
              <a:gd name="T81" fmla="*/ 2147483647 h 21189"/>
              <a:gd name="T82" fmla="*/ 2147483647 w 21600"/>
              <a:gd name="T83" fmla="*/ 2147483647 h 21189"/>
              <a:gd name="T84" fmla="*/ 2147483647 w 21600"/>
              <a:gd name="T85" fmla="*/ 2147483647 h 21189"/>
              <a:gd name="T86" fmla="*/ 2147483647 w 21600"/>
              <a:gd name="T87" fmla="*/ 2147483647 h 21189"/>
              <a:gd name="T88" fmla="*/ 2147483647 w 21600"/>
              <a:gd name="T89" fmla="*/ 2147483647 h 211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600" h="21189">
                <a:moveTo>
                  <a:pt x="5815" y="9776"/>
                </a:moveTo>
                <a:cubicBezTo>
                  <a:pt x="6029" y="9763"/>
                  <a:pt x="6056" y="9775"/>
                  <a:pt x="5815" y="9776"/>
                </a:cubicBezTo>
                <a:cubicBezTo>
                  <a:pt x="5815" y="9776"/>
                  <a:pt x="5815" y="9776"/>
                  <a:pt x="5815" y="9776"/>
                </a:cubicBezTo>
                <a:close/>
                <a:moveTo>
                  <a:pt x="5673" y="9762"/>
                </a:moveTo>
                <a:cubicBezTo>
                  <a:pt x="5714" y="9755"/>
                  <a:pt x="5754" y="9752"/>
                  <a:pt x="5792" y="9752"/>
                </a:cubicBezTo>
                <a:cubicBezTo>
                  <a:pt x="5800" y="9752"/>
                  <a:pt x="5807" y="9752"/>
                  <a:pt x="5815" y="9752"/>
                </a:cubicBezTo>
                <a:cubicBezTo>
                  <a:pt x="5774" y="9752"/>
                  <a:pt x="5726" y="9757"/>
                  <a:pt x="5673" y="9762"/>
                </a:cubicBezTo>
                <a:close/>
                <a:moveTo>
                  <a:pt x="18267" y="7961"/>
                </a:moveTo>
                <a:cubicBezTo>
                  <a:pt x="18273" y="7969"/>
                  <a:pt x="18279" y="7976"/>
                  <a:pt x="18286" y="7984"/>
                </a:cubicBezTo>
                <a:cubicBezTo>
                  <a:pt x="18320" y="8024"/>
                  <a:pt x="18355" y="8068"/>
                  <a:pt x="18390" y="8116"/>
                </a:cubicBezTo>
                <a:cubicBezTo>
                  <a:pt x="18343" y="8057"/>
                  <a:pt x="18302" y="8005"/>
                  <a:pt x="18267" y="7961"/>
                </a:cubicBezTo>
                <a:cubicBezTo>
                  <a:pt x="18056" y="7714"/>
                  <a:pt x="18081" y="7730"/>
                  <a:pt x="18267" y="7961"/>
                </a:cubicBezTo>
                <a:close/>
                <a:moveTo>
                  <a:pt x="19623" y="12306"/>
                </a:moveTo>
                <a:cubicBezTo>
                  <a:pt x="19014" y="11268"/>
                  <a:pt x="18338" y="10417"/>
                  <a:pt x="17607" y="9954"/>
                </a:cubicBezTo>
                <a:cubicBezTo>
                  <a:pt x="13941" y="7636"/>
                  <a:pt x="13160" y="6834"/>
                  <a:pt x="13160" y="6834"/>
                </a:cubicBezTo>
                <a:cubicBezTo>
                  <a:pt x="13160" y="6834"/>
                  <a:pt x="15518" y="7057"/>
                  <a:pt x="17903" y="8145"/>
                </a:cubicBezTo>
                <a:cubicBezTo>
                  <a:pt x="17896" y="8135"/>
                  <a:pt x="17890" y="8125"/>
                  <a:pt x="17883" y="8116"/>
                </a:cubicBezTo>
                <a:cubicBezTo>
                  <a:pt x="17891" y="8126"/>
                  <a:pt x="17898" y="8136"/>
                  <a:pt x="17906" y="8146"/>
                </a:cubicBezTo>
                <a:cubicBezTo>
                  <a:pt x="18368" y="8357"/>
                  <a:pt x="18830" y="8600"/>
                  <a:pt x="19277" y="8880"/>
                </a:cubicBezTo>
                <a:cubicBezTo>
                  <a:pt x="19010" y="8214"/>
                  <a:pt x="18729" y="7550"/>
                  <a:pt x="18462" y="6939"/>
                </a:cubicBezTo>
                <a:cubicBezTo>
                  <a:pt x="16931" y="5794"/>
                  <a:pt x="15492" y="4810"/>
                  <a:pt x="15070" y="4694"/>
                </a:cubicBezTo>
                <a:cubicBezTo>
                  <a:pt x="14600" y="4565"/>
                  <a:pt x="15868" y="4478"/>
                  <a:pt x="17628" y="5105"/>
                </a:cubicBezTo>
                <a:cubicBezTo>
                  <a:pt x="17350" y="4521"/>
                  <a:pt x="16888" y="4429"/>
                  <a:pt x="16861" y="4387"/>
                </a:cubicBezTo>
                <a:cubicBezTo>
                  <a:pt x="16362" y="3603"/>
                  <a:pt x="15987" y="3643"/>
                  <a:pt x="14894" y="2363"/>
                </a:cubicBezTo>
                <a:cubicBezTo>
                  <a:pt x="12876" y="0"/>
                  <a:pt x="13126" y="481"/>
                  <a:pt x="11368" y="35"/>
                </a:cubicBezTo>
                <a:cubicBezTo>
                  <a:pt x="9611" y="-411"/>
                  <a:pt x="6913" y="3535"/>
                  <a:pt x="5395" y="5140"/>
                </a:cubicBezTo>
                <a:cubicBezTo>
                  <a:pt x="4681" y="5894"/>
                  <a:pt x="4025" y="6844"/>
                  <a:pt x="3431" y="7890"/>
                </a:cubicBezTo>
                <a:cubicBezTo>
                  <a:pt x="6363" y="6387"/>
                  <a:pt x="10536" y="6384"/>
                  <a:pt x="10536" y="6384"/>
                </a:cubicBezTo>
                <a:cubicBezTo>
                  <a:pt x="10536" y="6384"/>
                  <a:pt x="9039" y="6834"/>
                  <a:pt x="5937" y="8439"/>
                </a:cubicBezTo>
                <a:cubicBezTo>
                  <a:pt x="5192" y="8824"/>
                  <a:pt x="4451" y="9462"/>
                  <a:pt x="3757" y="10208"/>
                </a:cubicBezTo>
                <a:cubicBezTo>
                  <a:pt x="4622" y="9922"/>
                  <a:pt x="5381" y="9820"/>
                  <a:pt x="5780" y="9786"/>
                </a:cubicBezTo>
                <a:cubicBezTo>
                  <a:pt x="4609" y="9982"/>
                  <a:pt x="2597" y="13065"/>
                  <a:pt x="1316" y="15451"/>
                </a:cubicBezTo>
                <a:cubicBezTo>
                  <a:pt x="793" y="16426"/>
                  <a:pt x="324" y="18865"/>
                  <a:pt x="0" y="21050"/>
                </a:cubicBezTo>
                <a:lnTo>
                  <a:pt x="0" y="21189"/>
                </a:lnTo>
                <a:lnTo>
                  <a:pt x="56" y="21189"/>
                </a:lnTo>
                <a:cubicBezTo>
                  <a:pt x="1087" y="16044"/>
                  <a:pt x="3470" y="14141"/>
                  <a:pt x="2054" y="16374"/>
                </a:cubicBezTo>
                <a:cubicBezTo>
                  <a:pt x="1443" y="17336"/>
                  <a:pt x="1004" y="19200"/>
                  <a:pt x="685" y="21189"/>
                </a:cubicBezTo>
                <a:lnTo>
                  <a:pt x="21218" y="21189"/>
                </a:lnTo>
                <a:cubicBezTo>
                  <a:pt x="21080" y="20160"/>
                  <a:pt x="20901" y="19213"/>
                  <a:pt x="20671" y="18433"/>
                </a:cubicBezTo>
                <a:cubicBezTo>
                  <a:pt x="19853" y="15658"/>
                  <a:pt x="20771" y="17505"/>
                  <a:pt x="21501" y="21189"/>
                </a:cubicBezTo>
                <a:lnTo>
                  <a:pt x="21600" y="21189"/>
                </a:lnTo>
                <a:lnTo>
                  <a:pt x="21600" y="19421"/>
                </a:lnTo>
                <a:cubicBezTo>
                  <a:pt x="21536" y="19015"/>
                  <a:pt x="21461" y="18650"/>
                  <a:pt x="21381" y="18342"/>
                </a:cubicBezTo>
                <a:cubicBezTo>
                  <a:pt x="20898" y="16482"/>
                  <a:pt x="20263" y="14245"/>
                  <a:pt x="19623" y="12306"/>
                </a:cubicBezTo>
                <a:close/>
                <a:moveTo>
                  <a:pt x="19623" y="12306"/>
                </a:moveTo>
              </a:path>
            </a:pathLst>
          </a:custGeom>
          <a:solidFill>
            <a:schemeClr val="accent1"/>
          </a:solidFill>
          <a:ln>
            <a:noFill/>
          </a:ln>
        </p:spPr>
        <p:txBody>
          <a:bodyPr lIns="0" tIns="0" rIns="0" bIns="0"/>
          <a:lstStyle/>
          <a:p>
            <a:endParaRPr lang="en-US"/>
          </a:p>
        </p:txBody>
      </p:sp>
      <p:sp>
        <p:nvSpPr>
          <p:cNvPr id="8195" name="AutoShape 9"/>
          <p:cNvSpPr/>
          <p:nvPr/>
        </p:nvSpPr>
        <p:spPr bwMode="auto">
          <a:xfrm>
            <a:off x="12700" y="12700"/>
            <a:ext cx="24382413" cy="7707313"/>
          </a:xfrm>
          <a:custGeom>
            <a:avLst/>
            <a:gdLst>
              <a:gd name="T0" fmla="*/ 0 w 21600"/>
              <a:gd name="T1" fmla="*/ 2147483647 h 21600"/>
              <a:gd name="T2" fmla="*/ 2147483647 w 21600"/>
              <a:gd name="T3" fmla="*/ 2147483647 h 21600"/>
              <a:gd name="T4" fmla="*/ 0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0 h 21600"/>
              <a:gd name="T54" fmla="*/ 0 w 21600"/>
              <a:gd name="T55" fmla="*/ 0 h 21600"/>
              <a:gd name="T56" fmla="*/ 0 w 21600"/>
              <a:gd name="T57" fmla="*/ 2147483647 h 21600"/>
              <a:gd name="T58" fmla="*/ 0 w 21600"/>
              <a:gd name="T59" fmla="*/ 2147483647 h 216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1600" h="21600">
                <a:moveTo>
                  <a:pt x="0" y="12713"/>
                </a:moveTo>
                <a:cubicBezTo>
                  <a:pt x="22" y="13340"/>
                  <a:pt x="44" y="13943"/>
                  <a:pt x="63" y="14503"/>
                </a:cubicBezTo>
                <a:cubicBezTo>
                  <a:pt x="41" y="14567"/>
                  <a:pt x="20" y="14631"/>
                  <a:pt x="0" y="14695"/>
                </a:cubicBezTo>
                <a:lnTo>
                  <a:pt x="0" y="21600"/>
                </a:lnTo>
                <a:cubicBezTo>
                  <a:pt x="327" y="19856"/>
                  <a:pt x="793" y="17909"/>
                  <a:pt x="1316" y="17130"/>
                </a:cubicBezTo>
                <a:cubicBezTo>
                  <a:pt x="2596" y="15225"/>
                  <a:pt x="4608" y="12763"/>
                  <a:pt x="5779" y="12607"/>
                </a:cubicBezTo>
                <a:cubicBezTo>
                  <a:pt x="5380" y="12634"/>
                  <a:pt x="4621" y="12716"/>
                  <a:pt x="3756" y="12945"/>
                </a:cubicBezTo>
                <a:cubicBezTo>
                  <a:pt x="4450" y="12349"/>
                  <a:pt x="5191" y="11839"/>
                  <a:pt x="5936" y="11532"/>
                </a:cubicBezTo>
                <a:cubicBezTo>
                  <a:pt x="9037" y="10250"/>
                  <a:pt x="10534" y="9892"/>
                  <a:pt x="10534" y="9892"/>
                </a:cubicBezTo>
                <a:cubicBezTo>
                  <a:pt x="10534" y="9892"/>
                  <a:pt x="6362" y="9893"/>
                  <a:pt x="3431" y="11094"/>
                </a:cubicBezTo>
                <a:cubicBezTo>
                  <a:pt x="4025" y="10259"/>
                  <a:pt x="4680" y="9500"/>
                  <a:pt x="5393" y="8898"/>
                </a:cubicBezTo>
                <a:cubicBezTo>
                  <a:pt x="6912" y="7616"/>
                  <a:pt x="9384" y="6478"/>
                  <a:pt x="11141" y="6833"/>
                </a:cubicBezTo>
                <a:cubicBezTo>
                  <a:pt x="12898" y="7189"/>
                  <a:pt x="12790" y="6683"/>
                  <a:pt x="14959" y="7403"/>
                </a:cubicBezTo>
                <a:cubicBezTo>
                  <a:pt x="16092" y="7779"/>
                  <a:pt x="17019" y="8115"/>
                  <a:pt x="17127" y="8115"/>
                </a:cubicBezTo>
                <a:cubicBezTo>
                  <a:pt x="17156" y="8115"/>
                  <a:pt x="17347" y="8404"/>
                  <a:pt x="17625" y="8870"/>
                </a:cubicBezTo>
                <a:cubicBezTo>
                  <a:pt x="15865" y="8369"/>
                  <a:pt x="14598" y="8439"/>
                  <a:pt x="15067" y="8542"/>
                </a:cubicBezTo>
                <a:cubicBezTo>
                  <a:pt x="15489" y="8634"/>
                  <a:pt x="16928" y="9420"/>
                  <a:pt x="18459" y="10334"/>
                </a:cubicBezTo>
                <a:cubicBezTo>
                  <a:pt x="18726" y="10822"/>
                  <a:pt x="19007" y="11352"/>
                  <a:pt x="19274" y="11884"/>
                </a:cubicBezTo>
                <a:cubicBezTo>
                  <a:pt x="18827" y="11661"/>
                  <a:pt x="18365" y="11466"/>
                  <a:pt x="17903" y="11298"/>
                </a:cubicBezTo>
                <a:cubicBezTo>
                  <a:pt x="17895" y="11290"/>
                  <a:pt x="17888" y="11282"/>
                  <a:pt x="17880" y="11274"/>
                </a:cubicBezTo>
                <a:cubicBezTo>
                  <a:pt x="17887" y="11281"/>
                  <a:pt x="17893" y="11289"/>
                  <a:pt x="17900" y="11297"/>
                </a:cubicBezTo>
                <a:cubicBezTo>
                  <a:pt x="15516" y="10429"/>
                  <a:pt x="13158" y="10250"/>
                  <a:pt x="13158" y="10250"/>
                </a:cubicBezTo>
                <a:cubicBezTo>
                  <a:pt x="13158" y="10250"/>
                  <a:pt x="13939" y="10891"/>
                  <a:pt x="17605" y="12742"/>
                </a:cubicBezTo>
                <a:cubicBezTo>
                  <a:pt x="18336" y="13111"/>
                  <a:pt x="19012" y="13790"/>
                  <a:pt x="19621" y="14619"/>
                </a:cubicBezTo>
                <a:cubicBezTo>
                  <a:pt x="20261" y="16168"/>
                  <a:pt x="20896" y="17953"/>
                  <a:pt x="21379" y="19439"/>
                </a:cubicBezTo>
                <a:cubicBezTo>
                  <a:pt x="21459" y="19684"/>
                  <a:pt x="21533" y="19975"/>
                  <a:pt x="21600" y="20300"/>
                </a:cubicBezTo>
                <a:lnTo>
                  <a:pt x="21600" y="0"/>
                </a:lnTo>
                <a:lnTo>
                  <a:pt x="0" y="0"/>
                </a:lnTo>
                <a:cubicBezTo>
                  <a:pt x="0" y="0"/>
                  <a:pt x="0" y="12713"/>
                  <a:pt x="0" y="12713"/>
                </a:cubicBezTo>
                <a:close/>
                <a:moveTo>
                  <a:pt x="0" y="12713"/>
                </a:moveTo>
              </a:path>
            </a:pathLst>
          </a:custGeom>
          <a:solidFill>
            <a:srgbClr val="10161D">
              <a:alpha val="50195"/>
            </a:srgbClr>
          </a:solidFill>
          <a:ln>
            <a:noFill/>
          </a:ln>
        </p:spPr>
        <p:txBody>
          <a:bodyPr lIns="0" tIns="0" rIns="0" bIns="0"/>
          <a:lstStyle/>
          <a:p>
            <a:endParaRPr lang="en-US"/>
          </a:p>
        </p:txBody>
      </p:sp>
      <p:grpSp>
        <p:nvGrpSpPr>
          <p:cNvPr id="8308" name="Group 106"/>
          <p:cNvGrpSpPr/>
          <p:nvPr/>
        </p:nvGrpSpPr>
        <p:grpSpPr bwMode="auto">
          <a:xfrm>
            <a:off x="6858000" y="9372600"/>
            <a:ext cx="1752600" cy="1752600"/>
            <a:chOff x="4771655" y="5504679"/>
            <a:chExt cx="3932238" cy="3932238"/>
          </a:xfrm>
        </p:grpSpPr>
        <p:sp>
          <p:nvSpPr>
            <p:cNvPr id="8310" name="AutoShape 23"/>
            <p:cNvSpPr/>
            <p:nvPr/>
          </p:nvSpPr>
          <p:spPr bwMode="auto">
            <a:xfrm>
              <a:off x="4771655" y="5504679"/>
              <a:ext cx="3932238" cy="3932238"/>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4849C4"/>
            </a:solidFill>
            <a:ln>
              <a:noFill/>
            </a:ln>
          </p:spPr>
          <p:txBody>
            <a:bodyPr lIns="0" tIns="0" rIns="0" bIns="0"/>
            <a:lstStyle/>
            <a:p>
              <a:endParaRPr lang="en-US"/>
            </a:p>
          </p:txBody>
        </p:sp>
        <p:sp>
          <p:nvSpPr>
            <p:cNvPr id="8311" name="AutoShape 58"/>
            <p:cNvSpPr/>
            <p:nvPr/>
          </p:nvSpPr>
          <p:spPr bwMode="auto">
            <a:xfrm>
              <a:off x="5571755" y="5542778"/>
              <a:ext cx="3108326" cy="2495549"/>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0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6B6EDB">
                <a:alpha val="70195"/>
              </a:srgbClr>
            </a:solidFill>
            <a:ln>
              <a:noFill/>
            </a:ln>
          </p:spPr>
          <p:txBody>
            <a:bodyPr lIns="0" tIns="0" rIns="0" bIns="0"/>
            <a:lstStyle/>
            <a:p>
              <a:endParaRPr lang="en-US"/>
            </a:p>
          </p:txBody>
        </p:sp>
      </p:grpSp>
      <p:sp>
        <p:nvSpPr>
          <p:cNvPr id="8197" name="Line 3"/>
          <p:cNvSpPr>
            <a:spLocks noChangeShapeType="1"/>
          </p:cNvSpPr>
          <p:nvPr/>
        </p:nvSpPr>
        <p:spPr bwMode="auto">
          <a:xfrm>
            <a:off x="12663488" y="11361738"/>
            <a:ext cx="0" cy="4906962"/>
          </a:xfrm>
          <a:prstGeom prst="line">
            <a:avLst/>
          </a:prstGeom>
          <a:noFill/>
          <a:ln w="76200">
            <a:solidFill>
              <a:srgbClr val="61768D"/>
            </a:solidFill>
            <a:prstDash val="sysDot"/>
            <a:miter lim="800000"/>
          </a:ln>
        </p:spPr>
        <p:txBody>
          <a:bodyPr lIns="0" tIns="0" rIns="0" bIns="0"/>
          <a:lstStyle/>
          <a:p>
            <a:endParaRPr lang="en-US"/>
          </a:p>
        </p:txBody>
      </p:sp>
      <p:grpSp>
        <p:nvGrpSpPr>
          <p:cNvPr id="8198" name="Group 8"/>
          <p:cNvGrpSpPr/>
          <p:nvPr/>
        </p:nvGrpSpPr>
        <p:grpSpPr bwMode="auto">
          <a:xfrm>
            <a:off x="469900" y="190500"/>
            <a:ext cx="6883400" cy="5143500"/>
            <a:chOff x="469900" y="190500"/>
            <a:chExt cx="6883400" cy="5143500"/>
          </a:xfrm>
        </p:grpSpPr>
        <p:sp>
          <p:nvSpPr>
            <p:cNvPr id="8298" name="AutoShape 4"/>
            <p:cNvSpPr/>
            <p:nvPr/>
          </p:nvSpPr>
          <p:spPr bwMode="auto">
            <a:xfrm>
              <a:off x="6388100" y="4508500"/>
              <a:ext cx="158750" cy="1588"/>
            </a:xfrm>
            <a:custGeom>
              <a:avLst/>
              <a:gdLst>
                <a:gd name="T0" fmla="*/ 53157386 w 21600"/>
                <a:gd name="T1" fmla="*/ 0 h 21600"/>
                <a:gd name="T2" fmla="*/ 0 w 21600"/>
                <a:gd name="T3" fmla="*/ 1 h 21600"/>
                <a:gd name="T4" fmla="*/ 63022214 w 21600"/>
                <a:gd name="T5" fmla="*/ 0 h 21600"/>
                <a:gd name="T6" fmla="*/ 53157386 w 21600"/>
                <a:gd name="T7" fmla="*/ 0 h 21600"/>
                <a:gd name="T8" fmla="*/ 53157386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8219" y="0"/>
                  </a:moveTo>
                  <a:cubicBezTo>
                    <a:pt x="12303" y="0"/>
                    <a:pt x="6223" y="7515"/>
                    <a:pt x="0" y="21600"/>
                  </a:cubicBezTo>
                  <a:cubicBezTo>
                    <a:pt x="8167" y="12147"/>
                    <a:pt x="15403" y="0"/>
                    <a:pt x="21600" y="0"/>
                  </a:cubicBezTo>
                  <a:cubicBezTo>
                    <a:pt x="20501" y="0"/>
                    <a:pt x="19391" y="0"/>
                    <a:pt x="18219" y="0"/>
                  </a:cubicBezTo>
                  <a:close/>
                  <a:moveTo>
                    <a:pt x="18219" y="0"/>
                  </a:moveTo>
                </a:path>
              </a:pathLst>
            </a:custGeom>
            <a:solidFill>
              <a:srgbClr val="314456"/>
            </a:solidFill>
            <a:ln>
              <a:noFill/>
            </a:ln>
          </p:spPr>
          <p:txBody>
            <a:bodyPr lIns="0" tIns="0" rIns="0" bIns="0"/>
            <a:lstStyle/>
            <a:p>
              <a:endParaRPr lang="en-US"/>
            </a:p>
          </p:txBody>
        </p:sp>
        <p:sp>
          <p:nvSpPr>
            <p:cNvPr id="8299" name="AutoShape 5"/>
            <p:cNvSpPr/>
            <p:nvPr/>
          </p:nvSpPr>
          <p:spPr bwMode="auto">
            <a:xfrm>
              <a:off x="6553200" y="4508500"/>
              <a:ext cx="192088" cy="1588"/>
            </a:xfrm>
            <a:custGeom>
              <a:avLst/>
              <a:gdLst>
                <a:gd name="T0" fmla="*/ 0 w 15305"/>
                <a:gd name="T1" fmla="*/ 7 h 9875"/>
                <a:gd name="T2" fmla="*/ 0 w 15305"/>
                <a:gd name="T3" fmla="*/ 7 h 9875"/>
                <a:gd name="T4" fmla="*/ 0 w 15305"/>
                <a:gd name="T5" fmla="*/ 7 h 9875"/>
                <a:gd name="T6" fmla="*/ 0 w 15305"/>
                <a:gd name="T7" fmla="*/ 7 h 98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305" h="9875">
                  <a:moveTo>
                    <a:pt x="0" y="9875"/>
                  </a:moveTo>
                  <a:cubicBezTo>
                    <a:pt x="21600" y="8664"/>
                    <a:pt x="19176" y="-11725"/>
                    <a:pt x="0" y="9875"/>
                  </a:cubicBezTo>
                  <a:cubicBezTo>
                    <a:pt x="0" y="9875"/>
                    <a:pt x="0" y="9875"/>
                    <a:pt x="0" y="9875"/>
                  </a:cubicBezTo>
                  <a:close/>
                  <a:moveTo>
                    <a:pt x="0" y="9875"/>
                  </a:moveTo>
                </a:path>
              </a:pathLst>
            </a:custGeom>
            <a:solidFill>
              <a:srgbClr val="314456"/>
            </a:solidFill>
            <a:ln>
              <a:noFill/>
            </a:ln>
          </p:spPr>
          <p:txBody>
            <a:bodyPr lIns="0" tIns="0" rIns="0" bIns="0"/>
            <a:lstStyle/>
            <a:p>
              <a:endParaRPr lang="en-US"/>
            </a:p>
          </p:txBody>
        </p:sp>
        <p:sp>
          <p:nvSpPr>
            <p:cNvPr id="8300" name="AutoShape 26"/>
            <p:cNvSpPr/>
            <p:nvPr/>
          </p:nvSpPr>
          <p:spPr bwMode="auto">
            <a:xfrm>
              <a:off x="2501900" y="1816100"/>
              <a:ext cx="155575" cy="155575"/>
            </a:xfrm>
            <a:custGeom>
              <a:avLst/>
              <a:gdLst>
                <a:gd name="T0" fmla="*/ 58129677 w 21600"/>
                <a:gd name="T1" fmla="*/ 29065047 h 21600"/>
                <a:gd name="T2" fmla="*/ 29065047 w 21600"/>
                <a:gd name="T3" fmla="*/ 58129677 h 21600"/>
                <a:gd name="T4" fmla="*/ 0 w 21600"/>
                <a:gd name="T5" fmla="*/ 29065047 h 21600"/>
                <a:gd name="T6" fmla="*/ 29065047 w 21600"/>
                <a:gd name="T7" fmla="*/ 0 h 21600"/>
                <a:gd name="T8" fmla="*/ 58129677 w 21600"/>
                <a:gd name="T9" fmla="*/ 29065047 h 21600"/>
                <a:gd name="T10" fmla="*/ 58129677 w 21600"/>
                <a:gd name="T11" fmla="*/ 290650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1" name="AutoShape 27"/>
            <p:cNvSpPr/>
            <p:nvPr/>
          </p:nvSpPr>
          <p:spPr bwMode="auto">
            <a:xfrm>
              <a:off x="1524000" y="2705100"/>
              <a:ext cx="266700" cy="266700"/>
            </a:xfrm>
            <a:custGeom>
              <a:avLst/>
              <a:gdLst>
                <a:gd name="T0" fmla="*/ 502031289 w 21600"/>
                <a:gd name="T1" fmla="*/ 251015645 h 21600"/>
                <a:gd name="T2" fmla="*/ 251015645 w 21600"/>
                <a:gd name="T3" fmla="*/ 502031289 h 21600"/>
                <a:gd name="T4" fmla="*/ 0 w 21600"/>
                <a:gd name="T5" fmla="*/ 251015645 h 21600"/>
                <a:gd name="T6" fmla="*/ 251015645 w 21600"/>
                <a:gd name="T7" fmla="*/ 0 h 21600"/>
                <a:gd name="T8" fmla="*/ 502031289 w 21600"/>
                <a:gd name="T9" fmla="*/ 251015645 h 21600"/>
                <a:gd name="T10" fmla="*/ 502031289 w 21600"/>
                <a:gd name="T11" fmla="*/ 25101564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2" name="AutoShape 28"/>
            <p:cNvSpPr/>
            <p:nvPr/>
          </p:nvSpPr>
          <p:spPr bwMode="auto">
            <a:xfrm>
              <a:off x="3822700" y="2705100"/>
              <a:ext cx="266700" cy="266700"/>
            </a:xfrm>
            <a:custGeom>
              <a:avLst/>
              <a:gdLst>
                <a:gd name="T0" fmla="*/ 502031289 w 21600"/>
                <a:gd name="T1" fmla="*/ 251015645 h 21600"/>
                <a:gd name="T2" fmla="*/ 251015645 w 21600"/>
                <a:gd name="T3" fmla="*/ 502031289 h 21600"/>
                <a:gd name="T4" fmla="*/ 0 w 21600"/>
                <a:gd name="T5" fmla="*/ 251015645 h 21600"/>
                <a:gd name="T6" fmla="*/ 251015645 w 21600"/>
                <a:gd name="T7" fmla="*/ 0 h 21600"/>
                <a:gd name="T8" fmla="*/ 502031289 w 21600"/>
                <a:gd name="T9" fmla="*/ 251015645 h 21600"/>
                <a:gd name="T10" fmla="*/ 502031289 w 21600"/>
                <a:gd name="T11" fmla="*/ 25101564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3" name="AutoShape 29"/>
            <p:cNvSpPr/>
            <p:nvPr/>
          </p:nvSpPr>
          <p:spPr bwMode="auto">
            <a:xfrm>
              <a:off x="2654300" y="3187700"/>
              <a:ext cx="117475" cy="117475"/>
            </a:xfrm>
            <a:custGeom>
              <a:avLst/>
              <a:gdLst>
                <a:gd name="T0" fmla="*/ 18898198 w 21600"/>
                <a:gd name="T1" fmla="*/ 9449189 h 21600"/>
                <a:gd name="T2" fmla="*/ 9449189 w 21600"/>
                <a:gd name="T3" fmla="*/ 18898198 h 21600"/>
                <a:gd name="T4" fmla="*/ 0 w 21600"/>
                <a:gd name="T5" fmla="*/ 9449189 h 21600"/>
                <a:gd name="T6" fmla="*/ 9449189 w 21600"/>
                <a:gd name="T7" fmla="*/ 0 h 21600"/>
                <a:gd name="T8" fmla="*/ 18898198 w 21600"/>
                <a:gd name="T9" fmla="*/ 9449189 h 21600"/>
                <a:gd name="T10" fmla="*/ 18898198 w 21600"/>
                <a:gd name="T11" fmla="*/ 944918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4" name="AutoShape 43"/>
            <p:cNvSpPr/>
            <p:nvPr/>
          </p:nvSpPr>
          <p:spPr bwMode="auto">
            <a:xfrm>
              <a:off x="800100" y="5105400"/>
              <a:ext cx="228600" cy="228600"/>
            </a:xfrm>
            <a:custGeom>
              <a:avLst/>
              <a:gdLst>
                <a:gd name="T0" fmla="*/ 270984006 w 21600"/>
                <a:gd name="T1" fmla="*/ 135492003 h 21600"/>
                <a:gd name="T2" fmla="*/ 135492003 w 21600"/>
                <a:gd name="T3" fmla="*/ 270984006 h 21600"/>
                <a:gd name="T4" fmla="*/ 0 w 21600"/>
                <a:gd name="T5" fmla="*/ 135492003 h 21600"/>
                <a:gd name="T6" fmla="*/ 135492003 w 21600"/>
                <a:gd name="T7" fmla="*/ 0 h 21600"/>
                <a:gd name="T8" fmla="*/ 270984006 w 21600"/>
                <a:gd name="T9" fmla="*/ 135492003 h 21600"/>
                <a:gd name="T10" fmla="*/ 270984006 w 21600"/>
                <a:gd name="T11" fmla="*/ 13549200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0" y="21600"/>
                  </a:cubicBezTo>
                  <a:cubicBezTo>
                    <a:pt x="4835" y="21600"/>
                    <a:pt x="0" y="16764"/>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5" name="AutoShape 44"/>
            <p:cNvSpPr/>
            <p:nvPr/>
          </p:nvSpPr>
          <p:spPr bwMode="auto">
            <a:xfrm>
              <a:off x="469900" y="444500"/>
              <a:ext cx="241300" cy="241300"/>
            </a:xfrm>
            <a:custGeom>
              <a:avLst/>
              <a:gdLst>
                <a:gd name="T0" fmla="*/ 336409356 w 21600"/>
                <a:gd name="T1" fmla="*/ 168204678 h 21600"/>
                <a:gd name="T2" fmla="*/ 168204678 w 21600"/>
                <a:gd name="T3" fmla="*/ 336409356 h 21600"/>
                <a:gd name="T4" fmla="*/ 0 w 21600"/>
                <a:gd name="T5" fmla="*/ 168204678 h 21600"/>
                <a:gd name="T6" fmla="*/ 168204678 w 21600"/>
                <a:gd name="T7" fmla="*/ 0 h 21600"/>
                <a:gd name="T8" fmla="*/ 336409356 w 21600"/>
                <a:gd name="T9" fmla="*/ 168204678 h 21600"/>
                <a:gd name="T10" fmla="*/ 336409356 w 21600"/>
                <a:gd name="T11" fmla="*/ 16820467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6" name="AutoShape 48"/>
            <p:cNvSpPr/>
            <p:nvPr/>
          </p:nvSpPr>
          <p:spPr bwMode="auto">
            <a:xfrm>
              <a:off x="6388100" y="3251200"/>
              <a:ext cx="79375" cy="79375"/>
            </a:xfrm>
            <a:custGeom>
              <a:avLst/>
              <a:gdLst>
                <a:gd name="T0" fmla="*/ 3938893 w 21600"/>
                <a:gd name="T1" fmla="*/ 1969466 h 21600"/>
                <a:gd name="T2" fmla="*/ 1969613 w 21600"/>
                <a:gd name="T3" fmla="*/ 3938893 h 21600"/>
                <a:gd name="T4" fmla="*/ 0 w 21600"/>
                <a:gd name="T5" fmla="*/ 1969466 h 21600"/>
                <a:gd name="T6" fmla="*/ 1969613 w 21600"/>
                <a:gd name="T7" fmla="*/ 0 h 21600"/>
                <a:gd name="T8" fmla="*/ 3938893 w 21600"/>
                <a:gd name="T9" fmla="*/ 1969466 h 21600"/>
                <a:gd name="T10" fmla="*/ 3938893 w 21600"/>
                <a:gd name="T11" fmla="*/ 196946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1" y="21600"/>
                  </a:cubicBezTo>
                  <a:cubicBezTo>
                    <a:pt x="4835" y="21600"/>
                    <a:pt x="0" y="16764"/>
                    <a:pt x="0" y="10800"/>
                  </a:cubicBezTo>
                  <a:cubicBezTo>
                    <a:pt x="0" y="4835"/>
                    <a:pt x="4835" y="0"/>
                    <a:pt x="10801"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307" name="AutoShape 49"/>
            <p:cNvSpPr/>
            <p:nvPr/>
          </p:nvSpPr>
          <p:spPr bwMode="auto">
            <a:xfrm>
              <a:off x="7099300" y="190500"/>
              <a:ext cx="254000" cy="254000"/>
            </a:xfrm>
            <a:custGeom>
              <a:avLst/>
              <a:gdLst>
                <a:gd name="T0" fmla="*/ 413022427 w 21600"/>
                <a:gd name="T1" fmla="*/ 206511219 h 21600"/>
                <a:gd name="T2" fmla="*/ 206511219 w 21600"/>
                <a:gd name="T3" fmla="*/ 413022427 h 21600"/>
                <a:gd name="T4" fmla="*/ 0 w 21600"/>
                <a:gd name="T5" fmla="*/ 206511219 h 21600"/>
                <a:gd name="T6" fmla="*/ 206511219 w 21600"/>
                <a:gd name="T7" fmla="*/ 0 h 21600"/>
                <a:gd name="T8" fmla="*/ 413022427 w 21600"/>
                <a:gd name="T9" fmla="*/ 206511219 h 21600"/>
                <a:gd name="T10" fmla="*/ 413022427 w 21600"/>
                <a:gd name="T11" fmla="*/ 20651121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grpSp>
      <p:grpSp>
        <p:nvGrpSpPr>
          <p:cNvPr id="8199" name="Group 3"/>
          <p:cNvGrpSpPr/>
          <p:nvPr/>
        </p:nvGrpSpPr>
        <p:grpSpPr bwMode="auto">
          <a:xfrm>
            <a:off x="16002000" y="7162800"/>
            <a:ext cx="831850" cy="498475"/>
            <a:chOff x="9093200" y="3505200"/>
            <a:chExt cx="831850" cy="498475"/>
          </a:xfrm>
        </p:grpSpPr>
        <p:sp>
          <p:nvSpPr>
            <p:cNvPr id="8296" name="AutoShape 55"/>
            <p:cNvSpPr/>
            <p:nvPr/>
          </p:nvSpPr>
          <p:spPr bwMode="auto">
            <a:xfrm>
              <a:off x="9207500" y="3505200"/>
              <a:ext cx="536575" cy="482600"/>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16765"/>
                    <a:pt x="4835" y="21600"/>
                    <a:pt x="10800" y="21600"/>
                  </a:cubicBezTo>
                  <a:cubicBezTo>
                    <a:pt x="16764" y="21600"/>
                    <a:pt x="21600" y="16765"/>
                    <a:pt x="21600" y="10800"/>
                  </a:cubicBezTo>
                  <a:cubicBezTo>
                    <a:pt x="21600" y="4835"/>
                    <a:pt x="16764" y="0"/>
                    <a:pt x="10800" y="0"/>
                  </a:cubicBezTo>
                  <a:cubicBezTo>
                    <a:pt x="4835" y="0"/>
                    <a:pt x="0" y="4835"/>
                    <a:pt x="0" y="10800"/>
                  </a:cubicBezTo>
                  <a:close/>
                  <a:moveTo>
                    <a:pt x="0" y="10800"/>
                  </a:moveTo>
                </a:path>
              </a:pathLst>
            </a:custGeom>
            <a:solidFill>
              <a:srgbClr val="2F87CD"/>
            </a:solidFill>
            <a:ln>
              <a:noFill/>
            </a:ln>
          </p:spPr>
          <p:txBody>
            <a:bodyPr lIns="0" tIns="0" rIns="0" bIns="0"/>
            <a:lstStyle/>
            <a:p>
              <a:endParaRPr lang="en-US"/>
            </a:p>
          </p:txBody>
        </p:sp>
        <p:sp>
          <p:nvSpPr>
            <p:cNvPr id="8297" name="AutoShape 56"/>
            <p:cNvSpPr/>
            <p:nvPr/>
          </p:nvSpPr>
          <p:spPr bwMode="auto">
            <a:xfrm>
              <a:off x="9093200" y="3556000"/>
              <a:ext cx="831850" cy="447675"/>
            </a:xfrm>
            <a:custGeom>
              <a:avLst/>
              <a:gdLst>
                <a:gd name="T0" fmla="*/ 2147483647 w 17107"/>
                <a:gd name="T1" fmla="*/ 2147483647 h 17923"/>
                <a:gd name="T2" fmla="*/ 2147483647 w 17107"/>
                <a:gd name="T3" fmla="*/ 2147483647 h 17923"/>
                <a:gd name="T4" fmla="*/ 2147483647 w 17107"/>
                <a:gd name="T5" fmla="*/ 669095659 h 17923"/>
                <a:gd name="T6" fmla="*/ 2147483647 w 17107"/>
                <a:gd name="T7" fmla="*/ 497431317 h 17923"/>
                <a:gd name="T8" fmla="*/ 2147483647 w 17107"/>
                <a:gd name="T9" fmla="*/ 1089467855 h 17923"/>
                <a:gd name="T10" fmla="*/ 2147483647 w 17107"/>
                <a:gd name="T11" fmla="*/ 2147483647 h 17923"/>
                <a:gd name="T12" fmla="*/ 2147483647 w 17107"/>
                <a:gd name="T13" fmla="*/ 2147483647 h 17923"/>
                <a:gd name="T14" fmla="*/ 2147483647 w 17107"/>
                <a:gd name="T15" fmla="*/ 2147483647 h 179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107" h="17923">
                  <a:moveTo>
                    <a:pt x="13435" y="9639"/>
                  </a:moveTo>
                  <a:cubicBezTo>
                    <a:pt x="13435" y="9639"/>
                    <a:pt x="17257" y="15537"/>
                    <a:pt x="13435" y="13665"/>
                  </a:cubicBezTo>
                  <a:cubicBezTo>
                    <a:pt x="9614" y="11794"/>
                    <a:pt x="689" y="2160"/>
                    <a:pt x="2384" y="1719"/>
                  </a:cubicBezTo>
                  <a:cubicBezTo>
                    <a:pt x="4079" y="1278"/>
                    <a:pt x="4079" y="1278"/>
                    <a:pt x="4079" y="1278"/>
                  </a:cubicBezTo>
                  <a:cubicBezTo>
                    <a:pt x="4079" y="1278"/>
                    <a:pt x="-2052" y="-2437"/>
                    <a:pt x="720" y="2799"/>
                  </a:cubicBezTo>
                  <a:cubicBezTo>
                    <a:pt x="3492" y="8035"/>
                    <a:pt x="11721" y="19163"/>
                    <a:pt x="15634" y="17809"/>
                  </a:cubicBezTo>
                  <a:cubicBezTo>
                    <a:pt x="19548" y="16456"/>
                    <a:pt x="14548" y="9438"/>
                    <a:pt x="13435" y="9639"/>
                  </a:cubicBezTo>
                  <a:close/>
                  <a:moveTo>
                    <a:pt x="13435" y="9639"/>
                  </a:moveTo>
                </a:path>
              </a:pathLst>
            </a:custGeom>
            <a:solidFill>
              <a:srgbClr val="F6F6F6">
                <a:alpha val="79999"/>
              </a:srgbClr>
            </a:solidFill>
            <a:ln>
              <a:noFill/>
            </a:ln>
          </p:spPr>
          <p:txBody>
            <a:bodyPr lIns="0" tIns="0" rIns="0" bIns="0"/>
            <a:lstStyle/>
            <a:p>
              <a:endParaRPr lang="en-US"/>
            </a:p>
          </p:txBody>
        </p:sp>
      </p:grpSp>
      <p:grpSp>
        <p:nvGrpSpPr>
          <p:cNvPr id="8200" name="Group 10"/>
          <p:cNvGrpSpPr/>
          <p:nvPr/>
        </p:nvGrpSpPr>
        <p:grpSpPr bwMode="auto">
          <a:xfrm>
            <a:off x="11468100" y="317500"/>
            <a:ext cx="12700000" cy="5856288"/>
            <a:chOff x="11468100" y="317500"/>
            <a:chExt cx="12700000" cy="5856288"/>
          </a:xfrm>
        </p:grpSpPr>
        <p:sp>
          <p:nvSpPr>
            <p:cNvPr id="8280" name="AutoShape 6"/>
            <p:cNvSpPr/>
            <p:nvPr/>
          </p:nvSpPr>
          <p:spPr bwMode="auto">
            <a:xfrm>
              <a:off x="20434300" y="3937000"/>
              <a:ext cx="166688" cy="50800"/>
            </a:xfrm>
            <a:custGeom>
              <a:avLst/>
              <a:gdLst>
                <a:gd name="T0" fmla="*/ 216735232 w 15272"/>
                <a:gd name="T1" fmla="*/ 1731798 h 15667"/>
                <a:gd name="T2" fmla="*/ 216735232 w 15272"/>
                <a:gd name="T3" fmla="*/ 1731798 h 15667"/>
                <a:gd name="T4" fmla="*/ 216735232 w 15272"/>
                <a:gd name="T5" fmla="*/ 1731798 h 15667"/>
                <a:gd name="T6" fmla="*/ 216735232 w 15272"/>
                <a:gd name="T7" fmla="*/ 1731798 h 156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272" h="15667">
                  <a:moveTo>
                    <a:pt x="15272" y="15667"/>
                  </a:moveTo>
                  <a:cubicBezTo>
                    <a:pt x="-3814" y="-4498"/>
                    <a:pt x="-6328" y="-5933"/>
                    <a:pt x="15272" y="15667"/>
                  </a:cubicBezTo>
                  <a:cubicBezTo>
                    <a:pt x="15272" y="15667"/>
                    <a:pt x="15272" y="15667"/>
                    <a:pt x="15272" y="15667"/>
                  </a:cubicBezTo>
                  <a:close/>
                  <a:moveTo>
                    <a:pt x="15272" y="15667"/>
                  </a:moveTo>
                </a:path>
              </a:pathLst>
            </a:custGeom>
            <a:solidFill>
              <a:srgbClr val="314456"/>
            </a:solidFill>
            <a:ln>
              <a:noFill/>
            </a:ln>
          </p:spPr>
          <p:txBody>
            <a:bodyPr lIns="0" tIns="0" rIns="0" bIns="0"/>
            <a:lstStyle/>
            <a:p>
              <a:endParaRPr lang="en-US"/>
            </a:p>
          </p:txBody>
        </p:sp>
        <p:sp>
          <p:nvSpPr>
            <p:cNvPr id="8281" name="AutoShape 7"/>
            <p:cNvSpPr/>
            <p:nvPr/>
          </p:nvSpPr>
          <p:spPr bwMode="auto">
            <a:xfrm>
              <a:off x="20599400" y="3987800"/>
              <a:ext cx="138113" cy="42863"/>
            </a:xfrm>
            <a:custGeom>
              <a:avLst/>
              <a:gdLst>
                <a:gd name="T0" fmla="*/ 0 w 21600"/>
                <a:gd name="T1" fmla="*/ 0 h 21600"/>
                <a:gd name="T2" fmla="*/ 36105795 w 21600"/>
                <a:gd name="T3" fmla="*/ 334941 h 21600"/>
                <a:gd name="T4" fmla="*/ 5681758 w 21600"/>
                <a:gd name="T5" fmla="*/ 49279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6204" y="6131"/>
                    <a:pt x="13441" y="13356"/>
                    <a:pt x="21600" y="21600"/>
                  </a:cubicBezTo>
                  <a:cubicBezTo>
                    <a:pt x="15423" y="14892"/>
                    <a:pt x="9350" y="8728"/>
                    <a:pt x="3399" y="3178"/>
                  </a:cubicBezTo>
                  <a:cubicBezTo>
                    <a:pt x="2220" y="2080"/>
                    <a:pt x="1104" y="1034"/>
                    <a:pt x="0" y="0"/>
                  </a:cubicBezTo>
                  <a:close/>
                  <a:moveTo>
                    <a:pt x="0" y="0"/>
                  </a:moveTo>
                </a:path>
              </a:pathLst>
            </a:custGeom>
            <a:solidFill>
              <a:srgbClr val="314456"/>
            </a:solidFill>
            <a:ln>
              <a:noFill/>
            </a:ln>
          </p:spPr>
          <p:txBody>
            <a:bodyPr lIns="0" tIns="0" rIns="0" bIns="0"/>
            <a:lstStyle/>
            <a:p>
              <a:endParaRPr lang="en-US"/>
            </a:p>
          </p:txBody>
        </p:sp>
        <p:sp>
          <p:nvSpPr>
            <p:cNvPr id="8282" name="AutoShape 35"/>
            <p:cNvSpPr/>
            <p:nvPr/>
          </p:nvSpPr>
          <p:spPr bwMode="auto">
            <a:xfrm>
              <a:off x="22987000" y="4356100"/>
              <a:ext cx="149225" cy="149225"/>
            </a:xfrm>
            <a:custGeom>
              <a:avLst/>
              <a:gdLst>
                <a:gd name="T0" fmla="*/ 49204553 w 21600"/>
                <a:gd name="T1" fmla="*/ 24602442 h 21600"/>
                <a:gd name="T2" fmla="*/ 24602442 w 21600"/>
                <a:gd name="T3" fmla="*/ 49204553 h 21600"/>
                <a:gd name="T4" fmla="*/ 0 w 21600"/>
                <a:gd name="T5" fmla="*/ 24602442 h 21600"/>
                <a:gd name="T6" fmla="*/ 24602442 w 21600"/>
                <a:gd name="T7" fmla="*/ 0 h 21600"/>
                <a:gd name="T8" fmla="*/ 49204553 w 21600"/>
                <a:gd name="T9" fmla="*/ 24602442 h 21600"/>
                <a:gd name="T10" fmla="*/ 49204553 w 21600"/>
                <a:gd name="T11" fmla="*/ 24602442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0" y="21600"/>
                  </a:cubicBezTo>
                  <a:cubicBezTo>
                    <a:pt x="4835" y="21600"/>
                    <a:pt x="0" y="16764"/>
                    <a:pt x="0" y="10800"/>
                  </a:cubicBezTo>
                  <a:cubicBezTo>
                    <a:pt x="0" y="4836"/>
                    <a:pt x="4835" y="0"/>
                    <a:pt x="10800" y="0"/>
                  </a:cubicBezTo>
                  <a:cubicBezTo>
                    <a:pt x="16765"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83" name="AutoShape 38"/>
            <p:cNvSpPr/>
            <p:nvPr/>
          </p:nvSpPr>
          <p:spPr bwMode="auto">
            <a:xfrm>
              <a:off x="20256500" y="5994400"/>
              <a:ext cx="179388" cy="179388"/>
            </a:xfrm>
            <a:custGeom>
              <a:avLst/>
              <a:gdLst>
                <a:gd name="T0" fmla="*/ 102757184 w 21600"/>
                <a:gd name="T1" fmla="*/ 51378625 h 21600"/>
                <a:gd name="T2" fmla="*/ 51374007 w 21600"/>
                <a:gd name="T3" fmla="*/ 102757184 h 21600"/>
                <a:gd name="T4" fmla="*/ 0 w 21600"/>
                <a:gd name="T5" fmla="*/ 51378625 h 21600"/>
                <a:gd name="T6" fmla="*/ 51374007 w 21600"/>
                <a:gd name="T7" fmla="*/ 0 h 21600"/>
                <a:gd name="T8" fmla="*/ 102757184 w 21600"/>
                <a:gd name="T9" fmla="*/ 51378625 h 21600"/>
                <a:gd name="T10" fmla="*/ 102757184 w 21600"/>
                <a:gd name="T11" fmla="*/ 5137862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799" y="21600"/>
                  </a:cubicBezTo>
                  <a:cubicBezTo>
                    <a:pt x="4835" y="21600"/>
                    <a:pt x="0" y="16764"/>
                    <a:pt x="0" y="10800"/>
                  </a:cubicBezTo>
                  <a:cubicBezTo>
                    <a:pt x="0" y="4835"/>
                    <a:pt x="4835" y="0"/>
                    <a:pt x="10799"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grpSp>
          <p:nvGrpSpPr>
            <p:cNvPr id="8284" name="Group 9"/>
            <p:cNvGrpSpPr/>
            <p:nvPr/>
          </p:nvGrpSpPr>
          <p:grpSpPr bwMode="auto">
            <a:xfrm>
              <a:off x="11468100" y="317500"/>
              <a:ext cx="12700000" cy="3136900"/>
              <a:chOff x="11468100" y="317500"/>
              <a:chExt cx="12700000" cy="3136900"/>
            </a:xfrm>
          </p:grpSpPr>
          <p:sp>
            <p:nvSpPr>
              <p:cNvPr id="8286" name="AutoShape 30"/>
              <p:cNvSpPr/>
              <p:nvPr/>
            </p:nvSpPr>
            <p:spPr bwMode="auto">
              <a:xfrm>
                <a:off x="24066500" y="1587500"/>
                <a:ext cx="101600" cy="101600"/>
              </a:xfrm>
              <a:custGeom>
                <a:avLst/>
                <a:gdLst>
                  <a:gd name="T0" fmla="*/ 10573366 w 21600"/>
                  <a:gd name="T1" fmla="*/ 5286685 h 21600"/>
                  <a:gd name="T2" fmla="*/ 5286685 w 21600"/>
                  <a:gd name="T3" fmla="*/ 10573366 h 21600"/>
                  <a:gd name="T4" fmla="*/ 0 w 21600"/>
                  <a:gd name="T5" fmla="*/ 5286685 h 21600"/>
                  <a:gd name="T6" fmla="*/ 5286685 w 21600"/>
                  <a:gd name="T7" fmla="*/ 0 h 21600"/>
                  <a:gd name="T8" fmla="*/ 10573366 w 21600"/>
                  <a:gd name="T9" fmla="*/ 5286685 h 21600"/>
                  <a:gd name="T10" fmla="*/ 10573366 w 21600"/>
                  <a:gd name="T11" fmla="*/ 528668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4" y="21600"/>
                      <a:pt x="10800" y="21600"/>
                    </a:cubicBezTo>
                    <a:cubicBezTo>
                      <a:pt x="4836" y="21600"/>
                      <a:pt x="0" y="16764"/>
                      <a:pt x="0" y="10800"/>
                    </a:cubicBezTo>
                    <a:cubicBezTo>
                      <a:pt x="0" y="4836"/>
                      <a:pt x="4836" y="0"/>
                      <a:pt x="10800" y="0"/>
                    </a:cubicBezTo>
                    <a:cubicBezTo>
                      <a:pt x="16764"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87" name="AutoShape 31"/>
              <p:cNvSpPr/>
              <p:nvPr/>
            </p:nvSpPr>
            <p:spPr bwMode="auto">
              <a:xfrm>
                <a:off x="23304500" y="2247900"/>
                <a:ext cx="50800" cy="50800"/>
              </a:xfrm>
              <a:custGeom>
                <a:avLst/>
                <a:gdLst>
                  <a:gd name="T0" fmla="*/ 660835 w 21600"/>
                  <a:gd name="T1" fmla="*/ 330419 h 21600"/>
                  <a:gd name="T2" fmla="*/ 330419 w 21600"/>
                  <a:gd name="T3" fmla="*/ 660835 h 21600"/>
                  <a:gd name="T4" fmla="*/ 0 w 21600"/>
                  <a:gd name="T5" fmla="*/ 330419 h 21600"/>
                  <a:gd name="T6" fmla="*/ 330419 w 21600"/>
                  <a:gd name="T7" fmla="*/ 0 h 21600"/>
                  <a:gd name="T8" fmla="*/ 660835 w 21600"/>
                  <a:gd name="T9" fmla="*/ 330419 h 21600"/>
                  <a:gd name="T10" fmla="*/ 660835 w 21600"/>
                  <a:gd name="T11" fmla="*/ 33041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4" y="21600"/>
                      <a:pt x="10800" y="21600"/>
                    </a:cubicBezTo>
                    <a:cubicBezTo>
                      <a:pt x="4836" y="21600"/>
                      <a:pt x="0" y="16764"/>
                      <a:pt x="0" y="10800"/>
                    </a:cubicBezTo>
                    <a:cubicBezTo>
                      <a:pt x="0" y="4836"/>
                      <a:pt x="4836" y="0"/>
                      <a:pt x="10800" y="0"/>
                    </a:cubicBezTo>
                    <a:cubicBezTo>
                      <a:pt x="16764" y="0"/>
                      <a:pt x="21600" y="4836"/>
                      <a:pt x="21600" y="10800"/>
                    </a:cubicBezTo>
                    <a:close/>
                    <a:moveTo>
                      <a:pt x="21600" y="10800"/>
                    </a:moveTo>
                  </a:path>
                </a:pathLst>
              </a:custGeom>
              <a:solidFill>
                <a:srgbClr val="31AACC"/>
              </a:solidFill>
              <a:ln>
                <a:noFill/>
              </a:ln>
            </p:spPr>
            <p:txBody>
              <a:bodyPr lIns="0" tIns="0" rIns="0" bIns="0"/>
              <a:lstStyle/>
              <a:p>
                <a:endParaRPr lang="en-US"/>
              </a:p>
            </p:txBody>
          </p:sp>
          <p:sp>
            <p:nvSpPr>
              <p:cNvPr id="8288" name="AutoShape 32"/>
              <p:cNvSpPr/>
              <p:nvPr/>
            </p:nvSpPr>
            <p:spPr bwMode="auto">
              <a:xfrm>
                <a:off x="21780500" y="444500"/>
                <a:ext cx="228600" cy="228600"/>
              </a:xfrm>
              <a:custGeom>
                <a:avLst/>
                <a:gdLst>
                  <a:gd name="T0" fmla="*/ 270984006 w 21600"/>
                  <a:gd name="T1" fmla="*/ 135492003 h 21600"/>
                  <a:gd name="T2" fmla="*/ 135492003 w 21600"/>
                  <a:gd name="T3" fmla="*/ 270984006 h 21600"/>
                  <a:gd name="T4" fmla="*/ 0 w 21600"/>
                  <a:gd name="T5" fmla="*/ 135492003 h 21600"/>
                  <a:gd name="T6" fmla="*/ 135492003 w 21600"/>
                  <a:gd name="T7" fmla="*/ 0 h 21600"/>
                  <a:gd name="T8" fmla="*/ 270984006 w 21600"/>
                  <a:gd name="T9" fmla="*/ 135492003 h 21600"/>
                  <a:gd name="T10" fmla="*/ 270984006 w 21600"/>
                  <a:gd name="T11" fmla="*/ 135492003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89" name="AutoShape 33"/>
              <p:cNvSpPr/>
              <p:nvPr/>
            </p:nvSpPr>
            <p:spPr bwMode="auto">
              <a:xfrm>
                <a:off x="21704300" y="2298700"/>
                <a:ext cx="195263" cy="195263"/>
              </a:xfrm>
              <a:custGeom>
                <a:avLst/>
                <a:gdLst>
                  <a:gd name="T0" fmla="*/ 144250876 w 21600"/>
                  <a:gd name="T1" fmla="*/ 72125849 h 21600"/>
                  <a:gd name="T2" fmla="*/ 72125849 w 21600"/>
                  <a:gd name="T3" fmla="*/ 144250876 h 21600"/>
                  <a:gd name="T4" fmla="*/ 0 w 21600"/>
                  <a:gd name="T5" fmla="*/ 72125849 h 21600"/>
                  <a:gd name="T6" fmla="*/ 72125849 w 21600"/>
                  <a:gd name="T7" fmla="*/ 0 h 21600"/>
                  <a:gd name="T8" fmla="*/ 144250876 w 21600"/>
                  <a:gd name="T9" fmla="*/ 72125849 h 21600"/>
                  <a:gd name="T10" fmla="*/ 144250876 w 21600"/>
                  <a:gd name="T11" fmla="*/ 72125849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0" name="AutoShape 37"/>
              <p:cNvSpPr/>
              <p:nvPr/>
            </p:nvSpPr>
            <p:spPr bwMode="auto">
              <a:xfrm>
                <a:off x="22593300" y="1409700"/>
                <a:ext cx="177800" cy="177800"/>
              </a:xfrm>
              <a:custGeom>
                <a:avLst/>
                <a:gdLst>
                  <a:gd name="T0" fmla="*/ 99166649 w 21600"/>
                  <a:gd name="T1" fmla="*/ 49583358 h 21600"/>
                  <a:gd name="T2" fmla="*/ 49583358 w 21600"/>
                  <a:gd name="T3" fmla="*/ 99166649 h 21600"/>
                  <a:gd name="T4" fmla="*/ 0 w 21600"/>
                  <a:gd name="T5" fmla="*/ 49583358 h 21600"/>
                  <a:gd name="T6" fmla="*/ 49583358 w 21600"/>
                  <a:gd name="T7" fmla="*/ 0 h 21600"/>
                  <a:gd name="T8" fmla="*/ 99166649 w 21600"/>
                  <a:gd name="T9" fmla="*/ 49583358 h 21600"/>
                  <a:gd name="T10" fmla="*/ 99166649 w 21600"/>
                  <a:gd name="T11" fmla="*/ 4958335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1" name="AutoShape 39"/>
              <p:cNvSpPr/>
              <p:nvPr/>
            </p:nvSpPr>
            <p:spPr bwMode="auto">
              <a:xfrm>
                <a:off x="12090400" y="3187700"/>
                <a:ext cx="266700" cy="266700"/>
              </a:xfrm>
              <a:custGeom>
                <a:avLst/>
                <a:gdLst>
                  <a:gd name="T0" fmla="*/ 502031289 w 21600"/>
                  <a:gd name="T1" fmla="*/ 251015645 h 21600"/>
                  <a:gd name="T2" fmla="*/ 251015645 w 21600"/>
                  <a:gd name="T3" fmla="*/ 502031289 h 21600"/>
                  <a:gd name="T4" fmla="*/ 0 w 21600"/>
                  <a:gd name="T5" fmla="*/ 251015645 h 21600"/>
                  <a:gd name="T6" fmla="*/ 251015645 w 21600"/>
                  <a:gd name="T7" fmla="*/ 0 h 21600"/>
                  <a:gd name="T8" fmla="*/ 502031289 w 21600"/>
                  <a:gd name="T9" fmla="*/ 251015645 h 21600"/>
                  <a:gd name="T10" fmla="*/ 502031289 w 21600"/>
                  <a:gd name="T11" fmla="*/ 251015645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2" name="AutoShape 40"/>
              <p:cNvSpPr/>
              <p:nvPr/>
            </p:nvSpPr>
            <p:spPr bwMode="auto">
              <a:xfrm>
                <a:off x="13398500" y="2705100"/>
                <a:ext cx="133350" cy="133350"/>
              </a:xfrm>
              <a:custGeom>
                <a:avLst/>
                <a:gdLst>
                  <a:gd name="T0" fmla="*/ 31376959 w 21600"/>
                  <a:gd name="T1" fmla="*/ 15688498 h 21600"/>
                  <a:gd name="T2" fmla="*/ 15688498 w 21600"/>
                  <a:gd name="T3" fmla="*/ 31376959 h 21600"/>
                  <a:gd name="T4" fmla="*/ 0 w 21600"/>
                  <a:gd name="T5" fmla="*/ 15688498 h 21600"/>
                  <a:gd name="T6" fmla="*/ 15688498 w 21600"/>
                  <a:gd name="T7" fmla="*/ 0 h 21600"/>
                  <a:gd name="T8" fmla="*/ 31376959 w 21600"/>
                  <a:gd name="T9" fmla="*/ 15688498 h 21600"/>
                  <a:gd name="T10" fmla="*/ 31376959 w 21600"/>
                  <a:gd name="T11" fmla="*/ 1568849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6" y="21600"/>
                      <a:pt x="10800" y="21600"/>
                    </a:cubicBezTo>
                    <a:cubicBezTo>
                      <a:pt x="4834" y="21600"/>
                      <a:pt x="0" y="16765"/>
                      <a:pt x="0" y="10800"/>
                    </a:cubicBezTo>
                    <a:cubicBezTo>
                      <a:pt x="0" y="4835"/>
                      <a:pt x="4834" y="0"/>
                      <a:pt x="10800" y="0"/>
                    </a:cubicBezTo>
                    <a:cubicBezTo>
                      <a:pt x="16766" y="0"/>
                      <a:pt x="21600" y="4835"/>
                      <a:pt x="21600" y="10800"/>
                    </a:cubicBezTo>
                    <a:close/>
                    <a:moveTo>
                      <a:pt x="21600" y="10800"/>
                    </a:moveTo>
                  </a:path>
                </a:pathLst>
              </a:custGeom>
              <a:solidFill>
                <a:srgbClr val="97A8B1"/>
              </a:solidFill>
              <a:ln>
                <a:noFill/>
              </a:ln>
            </p:spPr>
            <p:txBody>
              <a:bodyPr lIns="0" tIns="0" rIns="0" bIns="0"/>
              <a:lstStyle/>
              <a:p>
                <a:endParaRPr lang="en-US"/>
              </a:p>
            </p:txBody>
          </p:sp>
          <p:sp>
            <p:nvSpPr>
              <p:cNvPr id="8293" name="AutoShape 50"/>
              <p:cNvSpPr/>
              <p:nvPr/>
            </p:nvSpPr>
            <p:spPr bwMode="auto">
              <a:xfrm>
                <a:off x="11468100" y="317500"/>
                <a:ext cx="174625" cy="174625"/>
              </a:xfrm>
              <a:custGeom>
                <a:avLst/>
                <a:gdLst>
                  <a:gd name="T0" fmla="*/ 92270815 w 21600"/>
                  <a:gd name="T1" fmla="*/ 46135666 h 21600"/>
                  <a:gd name="T2" fmla="*/ 46135666 w 21600"/>
                  <a:gd name="T3" fmla="*/ 92270815 h 21600"/>
                  <a:gd name="T4" fmla="*/ 0 w 21600"/>
                  <a:gd name="T5" fmla="*/ 46135666 h 21600"/>
                  <a:gd name="T6" fmla="*/ 46135666 w 21600"/>
                  <a:gd name="T7" fmla="*/ 0 h 21600"/>
                  <a:gd name="T8" fmla="*/ 92270815 w 21600"/>
                  <a:gd name="T9" fmla="*/ 46135666 h 21600"/>
                  <a:gd name="T10" fmla="*/ 92270815 w 21600"/>
                  <a:gd name="T11" fmla="*/ 4613566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4" y="21600"/>
                      <a:pt x="10800" y="21600"/>
                    </a:cubicBezTo>
                    <a:cubicBezTo>
                      <a:pt x="4836" y="21600"/>
                      <a:pt x="0" y="16764"/>
                      <a:pt x="0" y="10800"/>
                    </a:cubicBezTo>
                    <a:cubicBezTo>
                      <a:pt x="0" y="4836"/>
                      <a:pt x="4836" y="0"/>
                      <a:pt x="10800" y="0"/>
                    </a:cubicBezTo>
                    <a:cubicBezTo>
                      <a:pt x="16764"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94" name="AutoShape 51"/>
              <p:cNvSpPr/>
              <p:nvPr/>
            </p:nvSpPr>
            <p:spPr bwMode="auto">
              <a:xfrm>
                <a:off x="14160500" y="558800"/>
                <a:ext cx="157163" cy="157163"/>
              </a:xfrm>
              <a:custGeom>
                <a:avLst/>
                <a:gdLst>
                  <a:gd name="T0" fmla="*/ 60539653 w 21600"/>
                  <a:gd name="T1" fmla="*/ 30270038 h 21600"/>
                  <a:gd name="T2" fmla="*/ 30270038 w 21600"/>
                  <a:gd name="T3" fmla="*/ 60539653 h 21600"/>
                  <a:gd name="T4" fmla="*/ 0 w 21600"/>
                  <a:gd name="T5" fmla="*/ 30270038 h 21600"/>
                  <a:gd name="T6" fmla="*/ 30270038 w 21600"/>
                  <a:gd name="T7" fmla="*/ 0 h 21600"/>
                  <a:gd name="T8" fmla="*/ 60539653 w 21600"/>
                  <a:gd name="T9" fmla="*/ 30270038 h 21600"/>
                  <a:gd name="T10" fmla="*/ 60539653 w 21600"/>
                  <a:gd name="T11" fmla="*/ 3027003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5" y="21600"/>
                      <a:pt x="10800" y="21600"/>
                    </a:cubicBezTo>
                    <a:cubicBezTo>
                      <a:pt x="4835" y="21600"/>
                      <a:pt x="0" y="16764"/>
                      <a:pt x="0" y="10800"/>
                    </a:cubicBezTo>
                    <a:cubicBezTo>
                      <a:pt x="0" y="4836"/>
                      <a:pt x="4835" y="0"/>
                      <a:pt x="10800" y="0"/>
                    </a:cubicBezTo>
                    <a:cubicBezTo>
                      <a:pt x="16765" y="0"/>
                      <a:pt x="21600" y="4836"/>
                      <a:pt x="21600" y="10800"/>
                    </a:cubicBezTo>
                    <a:close/>
                    <a:moveTo>
                      <a:pt x="21600" y="10800"/>
                    </a:moveTo>
                  </a:path>
                </a:pathLst>
              </a:custGeom>
              <a:solidFill>
                <a:srgbClr val="97A8B1"/>
              </a:solidFill>
              <a:ln>
                <a:noFill/>
              </a:ln>
            </p:spPr>
            <p:txBody>
              <a:bodyPr lIns="0" tIns="0" rIns="0" bIns="0"/>
              <a:lstStyle/>
              <a:p>
                <a:endParaRPr lang="en-US"/>
              </a:p>
            </p:txBody>
          </p:sp>
          <p:sp>
            <p:nvSpPr>
              <p:cNvPr id="8295" name="AutoShape 52"/>
              <p:cNvSpPr/>
              <p:nvPr/>
            </p:nvSpPr>
            <p:spPr bwMode="auto">
              <a:xfrm>
                <a:off x="17183100" y="3251200"/>
                <a:ext cx="76200" cy="76200"/>
              </a:xfrm>
              <a:custGeom>
                <a:avLst/>
                <a:gdLst>
                  <a:gd name="T0" fmla="*/ 3345487 w 21600"/>
                  <a:gd name="T1" fmla="*/ 1672738 h 21600"/>
                  <a:gd name="T2" fmla="*/ 1672738 w 21600"/>
                  <a:gd name="T3" fmla="*/ 3345487 h 21600"/>
                  <a:gd name="T4" fmla="*/ 0 w 21600"/>
                  <a:gd name="T5" fmla="*/ 1672738 h 21600"/>
                  <a:gd name="T6" fmla="*/ 1672738 w 21600"/>
                  <a:gd name="T7" fmla="*/ 0 h 21600"/>
                  <a:gd name="T8" fmla="*/ 3345487 w 21600"/>
                  <a:gd name="T9" fmla="*/ 1672738 h 21600"/>
                  <a:gd name="T10" fmla="*/ 3345487 w 21600"/>
                  <a:gd name="T11" fmla="*/ 1672738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4"/>
                      <a:pt x="16766" y="21600"/>
                      <a:pt x="10800" y="21600"/>
                    </a:cubicBezTo>
                    <a:cubicBezTo>
                      <a:pt x="4834" y="21600"/>
                      <a:pt x="0" y="16764"/>
                      <a:pt x="0" y="10800"/>
                    </a:cubicBezTo>
                    <a:cubicBezTo>
                      <a:pt x="0" y="4836"/>
                      <a:pt x="4834" y="0"/>
                      <a:pt x="10800" y="0"/>
                    </a:cubicBezTo>
                    <a:cubicBezTo>
                      <a:pt x="16766" y="0"/>
                      <a:pt x="21600" y="4836"/>
                      <a:pt x="21600" y="10800"/>
                    </a:cubicBezTo>
                    <a:close/>
                    <a:moveTo>
                      <a:pt x="21600" y="10800"/>
                    </a:moveTo>
                  </a:path>
                </a:pathLst>
              </a:custGeom>
              <a:solidFill>
                <a:srgbClr val="97A8B1"/>
              </a:solidFill>
              <a:ln>
                <a:noFill/>
              </a:ln>
            </p:spPr>
            <p:txBody>
              <a:bodyPr lIns="0" tIns="0" rIns="0" bIns="0"/>
              <a:lstStyle/>
              <a:p>
                <a:endParaRPr lang="en-US"/>
              </a:p>
            </p:txBody>
          </p:sp>
        </p:grpSp>
        <p:sp>
          <p:nvSpPr>
            <p:cNvPr id="8285" name="AutoShape 102"/>
            <p:cNvSpPr/>
            <p:nvPr/>
          </p:nvSpPr>
          <p:spPr bwMode="auto">
            <a:xfrm>
              <a:off x="18770600" y="5410200"/>
              <a:ext cx="63500" cy="19050"/>
            </a:xfrm>
            <a:custGeom>
              <a:avLst/>
              <a:gdLst>
                <a:gd name="T0" fmla="*/ 1358579 w 9804"/>
                <a:gd name="T1" fmla="*/ 4536 h 14765"/>
                <a:gd name="T2" fmla="*/ 0 w 9804"/>
                <a:gd name="T3" fmla="*/ 40915 h 14765"/>
                <a:gd name="T4" fmla="*/ 1358579 w 9804"/>
                <a:gd name="T5" fmla="*/ 4536 h 14765"/>
                <a:gd name="T6" fmla="*/ 1358579 w 9804"/>
                <a:gd name="T7" fmla="*/ 4536 h 147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04" h="14765">
                  <a:moveTo>
                    <a:pt x="772" y="1637"/>
                  </a:moveTo>
                  <a:cubicBezTo>
                    <a:pt x="772" y="1637"/>
                    <a:pt x="529" y="6302"/>
                    <a:pt x="0" y="14765"/>
                  </a:cubicBezTo>
                  <a:cubicBezTo>
                    <a:pt x="21600" y="-6835"/>
                    <a:pt x="772" y="1637"/>
                    <a:pt x="772" y="1637"/>
                  </a:cubicBezTo>
                  <a:close/>
                  <a:moveTo>
                    <a:pt x="772" y="1637"/>
                  </a:moveTo>
                </a:path>
              </a:pathLst>
            </a:custGeom>
            <a:solidFill>
              <a:srgbClr val="E43F13"/>
            </a:solidFill>
            <a:ln>
              <a:noFill/>
            </a:ln>
          </p:spPr>
          <p:txBody>
            <a:bodyPr lIns="0" tIns="0" rIns="0" bIns="0"/>
            <a:lstStyle/>
            <a:p>
              <a:endParaRPr lang="en-US"/>
            </a:p>
          </p:txBody>
        </p:sp>
      </p:grpSp>
      <p:sp>
        <p:nvSpPr>
          <p:cNvPr id="7262" name="Rectangle 104"/>
          <p:cNvSpPr/>
          <p:nvPr/>
        </p:nvSpPr>
        <p:spPr bwMode="auto">
          <a:xfrm>
            <a:off x="5766494" y="950317"/>
            <a:ext cx="12824024" cy="1538883"/>
          </a:xfrm>
          <a:prstGeom prst="rect">
            <a:avLst/>
          </a:prstGeom>
          <a:noFill/>
          <a:ln>
            <a:noFill/>
          </a:ln>
        </p:spPr>
        <p:txBody>
          <a:bodyPr wrap="none" lIns="0" tIns="0" rIns="0" bIns="0" anchor="ctr">
            <a:spAutoFit/>
          </a:bodyPr>
          <a:lstStyle/>
          <a:p>
            <a:r>
              <a:rPr lang="zh-CN" altLang="en-US" sz="10000" b="1" dirty="0">
                <a:solidFill>
                  <a:srgbClr val="FFFFFF"/>
                </a:solidFill>
                <a:latin typeface="+mn-ea"/>
                <a:ea typeface="+mn-ea"/>
                <a:cs typeface="MS PGothic" panose="020B0600070205080204" charset="-128"/>
                <a:sym typeface="Diavlo Black Regular" charset="0"/>
              </a:rPr>
              <a:t>感谢观看，欢迎指导！</a:t>
            </a:r>
            <a:endParaRPr lang="en-US" sz="10000" b="1" dirty="0">
              <a:solidFill>
                <a:srgbClr val="FFFFFF"/>
              </a:solidFill>
              <a:latin typeface="+mn-ea"/>
              <a:ea typeface="+mn-ea"/>
              <a:cs typeface="MS PGothic" panose="020B0600070205080204" charset="-128"/>
              <a:sym typeface="Diavlo Black Regular" charset="0"/>
            </a:endParaRPr>
          </a:p>
        </p:txBody>
      </p:sp>
      <p:grpSp>
        <p:nvGrpSpPr>
          <p:cNvPr id="6" name="Group 5"/>
          <p:cNvGrpSpPr/>
          <p:nvPr/>
        </p:nvGrpSpPr>
        <p:grpSpPr bwMode="auto">
          <a:xfrm>
            <a:off x="2451100" y="5321300"/>
            <a:ext cx="3932238" cy="3932238"/>
            <a:chOff x="2451100" y="5321300"/>
            <a:chExt cx="3932238" cy="3932238"/>
          </a:xfrm>
        </p:grpSpPr>
        <p:sp>
          <p:nvSpPr>
            <p:cNvPr id="8277" name="AutoShape 23"/>
            <p:cNvSpPr/>
            <p:nvPr/>
          </p:nvSpPr>
          <p:spPr bwMode="auto">
            <a:xfrm>
              <a:off x="2451100" y="5321300"/>
              <a:ext cx="3932238" cy="3932238"/>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2D68BE"/>
            </a:solidFill>
            <a:ln>
              <a:noFill/>
            </a:ln>
          </p:spPr>
          <p:txBody>
            <a:bodyPr lIns="0" tIns="0" rIns="0" bIns="0"/>
            <a:lstStyle/>
            <a:p>
              <a:endParaRPr lang="en-US"/>
            </a:p>
          </p:txBody>
        </p:sp>
        <p:sp>
          <p:nvSpPr>
            <p:cNvPr id="8278" name="AutoShape 58"/>
            <p:cNvSpPr/>
            <p:nvPr/>
          </p:nvSpPr>
          <p:spPr bwMode="auto">
            <a:xfrm>
              <a:off x="3251200" y="5359400"/>
              <a:ext cx="3108325" cy="249555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0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338BDB">
                <a:alpha val="70195"/>
              </a:srgbClr>
            </a:solidFill>
            <a:ln>
              <a:noFill/>
            </a:ln>
          </p:spPr>
          <p:txBody>
            <a:bodyPr lIns="0" tIns="0" rIns="0" bIns="0"/>
            <a:lstStyle/>
            <a:p>
              <a:endParaRPr lang="en-US"/>
            </a:p>
          </p:txBody>
        </p:sp>
      </p:grpSp>
      <p:grpSp>
        <p:nvGrpSpPr>
          <p:cNvPr id="3" name="Group 2"/>
          <p:cNvGrpSpPr/>
          <p:nvPr/>
        </p:nvGrpSpPr>
        <p:grpSpPr bwMode="auto">
          <a:xfrm>
            <a:off x="17907000" y="4343400"/>
            <a:ext cx="1863725" cy="1873250"/>
            <a:chOff x="19659600" y="3937000"/>
            <a:chExt cx="1863725" cy="1873250"/>
          </a:xfrm>
        </p:grpSpPr>
        <p:sp>
          <p:nvSpPr>
            <p:cNvPr id="8274" name="AutoShape 25"/>
            <p:cNvSpPr/>
            <p:nvPr/>
          </p:nvSpPr>
          <p:spPr bwMode="auto">
            <a:xfrm>
              <a:off x="19659600" y="3937000"/>
              <a:ext cx="1863725" cy="1873250"/>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16765"/>
                    <a:pt x="4835" y="21600"/>
                    <a:pt x="10800" y="21600"/>
                  </a:cubicBezTo>
                  <a:cubicBezTo>
                    <a:pt x="16765" y="21600"/>
                    <a:pt x="21600" y="16765"/>
                    <a:pt x="21600" y="10800"/>
                  </a:cubicBezTo>
                  <a:cubicBezTo>
                    <a:pt x="21600" y="4835"/>
                    <a:pt x="16765" y="0"/>
                    <a:pt x="10800" y="0"/>
                  </a:cubicBezTo>
                  <a:cubicBezTo>
                    <a:pt x="4835" y="0"/>
                    <a:pt x="0" y="4835"/>
                    <a:pt x="0" y="10800"/>
                  </a:cubicBezTo>
                  <a:close/>
                  <a:moveTo>
                    <a:pt x="0" y="10800"/>
                  </a:moveTo>
                </a:path>
              </a:pathLst>
            </a:custGeom>
            <a:solidFill>
              <a:srgbClr val="A8BCC8"/>
            </a:solidFill>
            <a:ln>
              <a:noFill/>
            </a:ln>
          </p:spPr>
          <p:txBody>
            <a:bodyPr lIns="0" tIns="0" rIns="0" bIns="0"/>
            <a:lstStyle/>
            <a:p>
              <a:endParaRPr lang="en-US"/>
            </a:p>
          </p:txBody>
        </p:sp>
        <p:sp>
          <p:nvSpPr>
            <p:cNvPr id="8275" name="AutoShape 59"/>
            <p:cNvSpPr/>
            <p:nvPr/>
          </p:nvSpPr>
          <p:spPr bwMode="auto">
            <a:xfrm>
              <a:off x="19672300" y="4114800"/>
              <a:ext cx="1374775" cy="1692275"/>
            </a:xfrm>
            <a:custGeom>
              <a:avLst/>
              <a:gdLst>
                <a:gd name="T0" fmla="*/ 2147483647 w 21600"/>
                <a:gd name="T1" fmla="*/ 0 h 21600"/>
                <a:gd name="T2" fmla="*/ 2147483647 w 21600"/>
                <a:gd name="T3" fmla="*/ 1205609929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0 h 21600"/>
                <a:gd name="T14" fmla="*/ 2147483647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6965" y="0"/>
                  </a:moveTo>
                  <a:cubicBezTo>
                    <a:pt x="6620" y="0"/>
                    <a:pt x="6278" y="13"/>
                    <a:pt x="5938" y="32"/>
                  </a:cubicBezTo>
                  <a:cubicBezTo>
                    <a:pt x="2336" y="2210"/>
                    <a:pt x="0" y="5705"/>
                    <a:pt x="0" y="9646"/>
                  </a:cubicBezTo>
                  <a:cubicBezTo>
                    <a:pt x="0" y="16248"/>
                    <a:pt x="6552" y="21600"/>
                    <a:pt x="14635" y="21600"/>
                  </a:cubicBezTo>
                  <a:cubicBezTo>
                    <a:pt x="14980" y="21600"/>
                    <a:pt x="15322" y="21587"/>
                    <a:pt x="15662" y="21568"/>
                  </a:cubicBezTo>
                  <a:cubicBezTo>
                    <a:pt x="19264" y="19390"/>
                    <a:pt x="21600" y="15895"/>
                    <a:pt x="21600" y="11954"/>
                  </a:cubicBezTo>
                  <a:cubicBezTo>
                    <a:pt x="21600" y="5352"/>
                    <a:pt x="15048" y="0"/>
                    <a:pt x="6965" y="0"/>
                  </a:cubicBezTo>
                  <a:close/>
                  <a:moveTo>
                    <a:pt x="6965" y="0"/>
                  </a:moveTo>
                </a:path>
              </a:pathLst>
            </a:custGeom>
            <a:solidFill>
              <a:srgbClr val="BFD3DD"/>
            </a:solidFill>
            <a:ln>
              <a:noFill/>
            </a:ln>
          </p:spPr>
          <p:txBody>
            <a:bodyPr lIns="0" tIns="0" rIns="0" bIns="0"/>
            <a:lstStyle/>
            <a:p>
              <a:endParaRPr lang="en-US"/>
            </a:p>
          </p:txBody>
        </p:sp>
      </p:grpSp>
      <p:grpSp>
        <p:nvGrpSpPr>
          <p:cNvPr id="8270" name="Group 1"/>
          <p:cNvGrpSpPr/>
          <p:nvPr/>
        </p:nvGrpSpPr>
        <p:grpSpPr bwMode="auto">
          <a:xfrm>
            <a:off x="7162800" y="4343400"/>
            <a:ext cx="2057400" cy="2057400"/>
            <a:chOff x="4771655" y="5504679"/>
            <a:chExt cx="3932238" cy="3932238"/>
          </a:xfrm>
        </p:grpSpPr>
        <p:sp>
          <p:nvSpPr>
            <p:cNvPr id="8272" name="AutoShape 23"/>
            <p:cNvSpPr/>
            <p:nvPr/>
          </p:nvSpPr>
          <p:spPr bwMode="auto">
            <a:xfrm>
              <a:off x="4771655" y="5504679"/>
              <a:ext cx="3932238" cy="3932238"/>
            </a:xfrm>
            <a:custGeom>
              <a:avLst/>
              <a:gdLst>
                <a:gd name="T0" fmla="*/ 2147483647 w 21600"/>
                <a:gd name="T1" fmla="*/ 2147483647 h 21600"/>
                <a:gd name="T2" fmla="*/ 2147483647 w 21600"/>
                <a:gd name="T3" fmla="*/ 2147483647 h 21600"/>
                <a:gd name="T4" fmla="*/ 0 w 21600"/>
                <a:gd name="T5" fmla="*/ 2147483647 h 21600"/>
                <a:gd name="T6" fmla="*/ 2147483647 w 21600"/>
                <a:gd name="T7" fmla="*/ 0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1600" y="10800"/>
                  </a:moveTo>
                </a:path>
              </a:pathLst>
            </a:custGeom>
            <a:solidFill>
              <a:srgbClr val="76AC42"/>
            </a:solidFill>
            <a:ln>
              <a:noFill/>
            </a:ln>
          </p:spPr>
          <p:txBody>
            <a:bodyPr lIns="0" tIns="0" rIns="0" bIns="0"/>
            <a:lstStyle/>
            <a:p>
              <a:endParaRPr lang="en-US"/>
            </a:p>
          </p:txBody>
        </p:sp>
        <p:sp>
          <p:nvSpPr>
            <p:cNvPr id="8273" name="AutoShape 58"/>
            <p:cNvSpPr/>
            <p:nvPr/>
          </p:nvSpPr>
          <p:spPr bwMode="auto">
            <a:xfrm>
              <a:off x="5571755" y="5542778"/>
              <a:ext cx="3108326" cy="2495549"/>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0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4968"/>
                  </a:moveTo>
                  <a:cubicBezTo>
                    <a:pt x="21600" y="16428"/>
                    <a:pt x="21406" y="17837"/>
                    <a:pt x="21052" y="19171"/>
                  </a:cubicBezTo>
                  <a:cubicBezTo>
                    <a:pt x="18914" y="20705"/>
                    <a:pt x="16362" y="21600"/>
                    <a:pt x="13618" y="21600"/>
                  </a:cubicBezTo>
                  <a:cubicBezTo>
                    <a:pt x="6097" y="21600"/>
                    <a:pt x="0" y="14899"/>
                    <a:pt x="0" y="6632"/>
                  </a:cubicBezTo>
                  <a:cubicBezTo>
                    <a:pt x="0" y="5172"/>
                    <a:pt x="194" y="3763"/>
                    <a:pt x="548" y="2429"/>
                  </a:cubicBezTo>
                  <a:cubicBezTo>
                    <a:pt x="2686" y="895"/>
                    <a:pt x="5238" y="0"/>
                    <a:pt x="7982" y="0"/>
                  </a:cubicBezTo>
                  <a:cubicBezTo>
                    <a:pt x="15503" y="0"/>
                    <a:pt x="21600" y="6701"/>
                    <a:pt x="21600" y="14968"/>
                  </a:cubicBezTo>
                  <a:close/>
                  <a:moveTo>
                    <a:pt x="21600" y="14968"/>
                  </a:moveTo>
                </a:path>
              </a:pathLst>
            </a:custGeom>
            <a:solidFill>
              <a:srgbClr val="8DCB52">
                <a:alpha val="70195"/>
              </a:srgbClr>
            </a:solidFill>
            <a:ln>
              <a:noFill/>
            </a:ln>
          </p:spPr>
          <p:txBody>
            <a:bodyPr lIns="0" tIns="0" rIns="0" bIns="0"/>
            <a:lstStyle/>
            <a:p>
              <a:endParaRPr lang="en-US"/>
            </a:p>
          </p:txBody>
        </p:sp>
      </p:grpSp>
      <p:grpSp>
        <p:nvGrpSpPr>
          <p:cNvPr id="16" name="Group 15"/>
          <p:cNvGrpSpPr/>
          <p:nvPr/>
        </p:nvGrpSpPr>
        <p:grpSpPr bwMode="auto">
          <a:xfrm>
            <a:off x="8813800" y="3619500"/>
            <a:ext cx="9952038" cy="9729788"/>
            <a:chOff x="8813800" y="3619500"/>
            <a:chExt cx="9952038" cy="9729788"/>
          </a:xfrm>
        </p:grpSpPr>
        <p:grpSp>
          <p:nvGrpSpPr>
            <p:cNvPr id="8210" name="Group 14"/>
            <p:cNvGrpSpPr/>
            <p:nvPr/>
          </p:nvGrpSpPr>
          <p:grpSpPr bwMode="auto">
            <a:xfrm>
              <a:off x="10883900" y="3619500"/>
              <a:ext cx="7881938" cy="4933950"/>
              <a:chOff x="10883900" y="3619500"/>
              <a:chExt cx="7881938" cy="4933950"/>
            </a:xfrm>
          </p:grpSpPr>
          <p:grpSp>
            <p:nvGrpSpPr>
              <p:cNvPr id="8226" name="Group 13"/>
              <p:cNvGrpSpPr/>
              <p:nvPr/>
            </p:nvGrpSpPr>
            <p:grpSpPr bwMode="auto">
              <a:xfrm>
                <a:off x="10883900" y="3619500"/>
                <a:ext cx="7881938" cy="4933950"/>
                <a:chOff x="10883900" y="3619500"/>
                <a:chExt cx="7881938" cy="4933950"/>
              </a:xfrm>
            </p:grpSpPr>
            <p:sp>
              <p:nvSpPr>
                <p:cNvPr id="8228" name="AutoShape 60"/>
                <p:cNvSpPr/>
                <p:nvPr/>
              </p:nvSpPr>
              <p:spPr bwMode="auto">
                <a:xfrm>
                  <a:off x="11493500" y="4775200"/>
                  <a:ext cx="2235200" cy="27686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7075"/>
                      </a:moveTo>
                      <a:cubicBezTo>
                        <a:pt x="21600" y="19576"/>
                        <a:pt x="19028" y="21600"/>
                        <a:pt x="15931" y="21600"/>
                      </a:cubicBezTo>
                      <a:lnTo>
                        <a:pt x="5649" y="21600"/>
                      </a:lnTo>
                      <a:cubicBezTo>
                        <a:pt x="2552" y="21600"/>
                        <a:pt x="0" y="19576"/>
                        <a:pt x="0" y="17075"/>
                      </a:cubicBezTo>
                      <a:lnTo>
                        <a:pt x="0" y="4623"/>
                      </a:lnTo>
                      <a:cubicBezTo>
                        <a:pt x="0" y="2123"/>
                        <a:pt x="2552" y="0"/>
                        <a:pt x="5649" y="0"/>
                      </a:cubicBezTo>
                      <a:lnTo>
                        <a:pt x="15931" y="0"/>
                      </a:lnTo>
                      <a:cubicBezTo>
                        <a:pt x="19028" y="0"/>
                        <a:pt x="21600" y="2123"/>
                        <a:pt x="21600" y="4623"/>
                      </a:cubicBezTo>
                      <a:cubicBezTo>
                        <a:pt x="21600" y="4623"/>
                        <a:pt x="21600" y="17075"/>
                        <a:pt x="21600" y="17075"/>
                      </a:cubicBezTo>
                      <a:close/>
                      <a:moveTo>
                        <a:pt x="21600" y="17075"/>
                      </a:moveTo>
                    </a:path>
                  </a:pathLst>
                </a:custGeom>
                <a:solidFill>
                  <a:srgbClr val="BCC6CD"/>
                </a:solidFill>
                <a:ln>
                  <a:noFill/>
                </a:ln>
              </p:spPr>
              <p:txBody>
                <a:bodyPr lIns="0" tIns="0" rIns="0" bIns="0"/>
                <a:lstStyle/>
                <a:p>
                  <a:endParaRPr lang="en-US"/>
                </a:p>
              </p:txBody>
            </p:sp>
            <p:sp>
              <p:nvSpPr>
                <p:cNvPr id="8229" name="AutoShape 61"/>
                <p:cNvSpPr/>
                <p:nvPr/>
              </p:nvSpPr>
              <p:spPr bwMode="auto">
                <a:xfrm>
                  <a:off x="11747500" y="4902200"/>
                  <a:ext cx="1739900" cy="3651250"/>
                </a:xfrm>
                <a:custGeom>
                  <a:avLst/>
                  <a:gdLst>
                    <a:gd name="T0" fmla="*/ 2147483647 w 21600"/>
                    <a:gd name="T1" fmla="*/ 0 h 21600"/>
                    <a:gd name="T2" fmla="*/ 0 w 21600"/>
                    <a:gd name="T3" fmla="*/ 2147483647 h 21600"/>
                    <a:gd name="T4" fmla="*/ 0 w 21600"/>
                    <a:gd name="T5" fmla="*/ 2147483647 h 21600"/>
                    <a:gd name="T6" fmla="*/ 0 w 21600"/>
                    <a:gd name="T7" fmla="*/ 2147483647 h 21600"/>
                    <a:gd name="T8" fmla="*/ 0 w 21600"/>
                    <a:gd name="T9" fmla="*/ 2147483647 h 21600"/>
                    <a:gd name="T10" fmla="*/ 2147483647 w 21600"/>
                    <a:gd name="T11" fmla="*/ 2147483647 h 21600"/>
                    <a:gd name="T12" fmla="*/ 0 w 21600"/>
                    <a:gd name="T13" fmla="*/ 2147483647 h 21600"/>
                    <a:gd name="T14" fmla="*/ 0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0 h 21600"/>
                    <a:gd name="T44" fmla="*/ 2147483647 w 21600"/>
                    <a:gd name="T45" fmla="*/ 0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0800" y="0"/>
                      </a:moveTo>
                      <a:cubicBezTo>
                        <a:pt x="4749" y="0"/>
                        <a:pt x="0" y="2526"/>
                        <a:pt x="0" y="5642"/>
                      </a:cubicBezTo>
                      <a:lnTo>
                        <a:pt x="0" y="6723"/>
                      </a:lnTo>
                      <a:lnTo>
                        <a:pt x="0" y="7089"/>
                      </a:lnTo>
                      <a:lnTo>
                        <a:pt x="0" y="10729"/>
                      </a:lnTo>
                      <a:cubicBezTo>
                        <a:pt x="0" y="10999"/>
                        <a:pt x="72" y="11261"/>
                        <a:pt x="197" y="11514"/>
                      </a:cubicBezTo>
                      <a:cubicBezTo>
                        <a:pt x="71" y="11719"/>
                        <a:pt x="0" y="11935"/>
                        <a:pt x="0" y="12159"/>
                      </a:cubicBezTo>
                      <a:lnTo>
                        <a:pt x="0" y="19311"/>
                      </a:lnTo>
                      <a:cubicBezTo>
                        <a:pt x="0" y="20575"/>
                        <a:pt x="2077" y="21600"/>
                        <a:pt x="4730" y="21600"/>
                      </a:cubicBezTo>
                      <a:cubicBezTo>
                        <a:pt x="7383" y="21600"/>
                        <a:pt x="9460" y="20575"/>
                        <a:pt x="9460" y="19311"/>
                      </a:cubicBezTo>
                      <a:lnTo>
                        <a:pt x="9460" y="14238"/>
                      </a:lnTo>
                      <a:lnTo>
                        <a:pt x="11982" y="14238"/>
                      </a:lnTo>
                      <a:lnTo>
                        <a:pt x="11982" y="19311"/>
                      </a:lnTo>
                      <a:cubicBezTo>
                        <a:pt x="11982" y="20575"/>
                        <a:pt x="14139" y="21600"/>
                        <a:pt x="16791" y="21600"/>
                      </a:cubicBezTo>
                      <a:cubicBezTo>
                        <a:pt x="19444" y="21600"/>
                        <a:pt x="21600" y="20575"/>
                        <a:pt x="21600" y="19311"/>
                      </a:cubicBezTo>
                      <a:lnTo>
                        <a:pt x="21600" y="12159"/>
                      </a:lnTo>
                      <a:cubicBezTo>
                        <a:pt x="21600" y="11935"/>
                        <a:pt x="21530" y="11719"/>
                        <a:pt x="21403" y="11514"/>
                      </a:cubicBezTo>
                      <a:cubicBezTo>
                        <a:pt x="21527" y="11261"/>
                        <a:pt x="21600" y="10999"/>
                        <a:pt x="21600" y="10729"/>
                      </a:cubicBezTo>
                      <a:lnTo>
                        <a:pt x="21600" y="7089"/>
                      </a:lnTo>
                      <a:lnTo>
                        <a:pt x="21600" y="6723"/>
                      </a:lnTo>
                      <a:lnTo>
                        <a:pt x="21600" y="5642"/>
                      </a:lnTo>
                      <a:cubicBezTo>
                        <a:pt x="21600" y="2526"/>
                        <a:pt x="16852" y="0"/>
                        <a:pt x="10800" y="0"/>
                      </a:cubicBezTo>
                      <a:close/>
                      <a:moveTo>
                        <a:pt x="10800" y="0"/>
                      </a:moveTo>
                    </a:path>
                  </a:pathLst>
                </a:custGeom>
                <a:solidFill>
                  <a:srgbClr val="FFFFFF"/>
                </a:solidFill>
                <a:ln>
                  <a:noFill/>
                </a:ln>
              </p:spPr>
              <p:txBody>
                <a:bodyPr lIns="0" tIns="0" rIns="0" bIns="0"/>
                <a:lstStyle/>
                <a:p>
                  <a:endParaRPr lang="en-US"/>
                </a:p>
              </p:txBody>
            </p:sp>
            <p:sp>
              <p:nvSpPr>
                <p:cNvPr id="8230" name="AutoShape 62"/>
                <p:cNvSpPr/>
                <p:nvPr/>
              </p:nvSpPr>
              <p:spPr bwMode="auto">
                <a:xfrm>
                  <a:off x="12992100" y="4025900"/>
                  <a:ext cx="1220788" cy="1690688"/>
                </a:xfrm>
                <a:custGeom>
                  <a:avLst/>
                  <a:gdLst>
                    <a:gd name="T0" fmla="*/ 2147483647 w 19437"/>
                    <a:gd name="T1" fmla="*/ 2147483647 h 21352"/>
                    <a:gd name="T2" fmla="*/ 2147483647 w 19437"/>
                    <a:gd name="T3" fmla="*/ 2147483647 h 21352"/>
                    <a:gd name="T4" fmla="*/ 2147483647 w 19437"/>
                    <a:gd name="T5" fmla="*/ 2147483647 h 21352"/>
                    <a:gd name="T6" fmla="*/ 2147483647 w 19437"/>
                    <a:gd name="T7" fmla="*/ 2147483647 h 21352"/>
                    <a:gd name="T8" fmla="*/ 2147483647 w 19437"/>
                    <a:gd name="T9" fmla="*/ 2147483647 h 21352"/>
                    <a:gd name="T10" fmla="*/ 2147483647 w 19437"/>
                    <a:gd name="T11" fmla="*/ 2147483647 h 21352"/>
                    <a:gd name="T12" fmla="*/ 2147483647 w 19437"/>
                    <a:gd name="T13" fmla="*/ 2147483647 h 21352"/>
                    <a:gd name="T14" fmla="*/ 2147483647 w 19437"/>
                    <a:gd name="T15" fmla="*/ 2147483647 h 21352"/>
                    <a:gd name="T16" fmla="*/ 2147483647 w 19437"/>
                    <a:gd name="T17" fmla="*/ 2147483647 h 21352"/>
                    <a:gd name="T18" fmla="*/ 2147483647 w 19437"/>
                    <a:gd name="T19" fmla="*/ 2147483647 h 21352"/>
                    <a:gd name="T20" fmla="*/ 2147483647 w 19437"/>
                    <a:gd name="T21" fmla="*/ 2147483647 h 21352"/>
                    <a:gd name="T22" fmla="*/ 2147483647 w 19437"/>
                    <a:gd name="T23" fmla="*/ 2147483647 h 21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437" h="21352">
                      <a:moveTo>
                        <a:pt x="3078" y="2576"/>
                      </a:moveTo>
                      <a:cubicBezTo>
                        <a:pt x="3078" y="2576"/>
                        <a:pt x="5292" y="1660"/>
                        <a:pt x="9430" y="1813"/>
                      </a:cubicBezTo>
                      <a:cubicBezTo>
                        <a:pt x="13568" y="1965"/>
                        <a:pt x="15974" y="4942"/>
                        <a:pt x="16263" y="6469"/>
                      </a:cubicBezTo>
                      <a:cubicBezTo>
                        <a:pt x="16552" y="7995"/>
                        <a:pt x="16455" y="14330"/>
                        <a:pt x="8564" y="16696"/>
                      </a:cubicBezTo>
                      <a:cubicBezTo>
                        <a:pt x="672" y="19062"/>
                        <a:pt x="2308" y="20512"/>
                        <a:pt x="2308" y="20512"/>
                      </a:cubicBezTo>
                      <a:lnTo>
                        <a:pt x="3848" y="21352"/>
                      </a:lnTo>
                      <a:cubicBezTo>
                        <a:pt x="3848" y="21352"/>
                        <a:pt x="12379" y="18528"/>
                        <a:pt x="16342" y="14712"/>
                      </a:cubicBezTo>
                      <a:cubicBezTo>
                        <a:pt x="20305" y="10895"/>
                        <a:pt x="19920" y="6011"/>
                        <a:pt x="18188" y="3645"/>
                      </a:cubicBezTo>
                      <a:cubicBezTo>
                        <a:pt x="16455" y="1279"/>
                        <a:pt x="14242" y="363"/>
                        <a:pt x="10777" y="57"/>
                      </a:cubicBezTo>
                      <a:cubicBezTo>
                        <a:pt x="7313" y="-248"/>
                        <a:pt x="2062" y="702"/>
                        <a:pt x="384" y="2194"/>
                      </a:cubicBezTo>
                      <a:cubicBezTo>
                        <a:pt x="-1295" y="3687"/>
                        <a:pt x="3078" y="2576"/>
                        <a:pt x="3078" y="2576"/>
                      </a:cubicBezTo>
                      <a:close/>
                      <a:moveTo>
                        <a:pt x="3078" y="2576"/>
                      </a:moveTo>
                    </a:path>
                  </a:pathLst>
                </a:custGeom>
                <a:solidFill>
                  <a:srgbClr val="859AA3"/>
                </a:solidFill>
                <a:ln>
                  <a:noFill/>
                </a:ln>
              </p:spPr>
              <p:txBody>
                <a:bodyPr lIns="0" tIns="0" rIns="0" bIns="0"/>
                <a:lstStyle/>
                <a:p>
                  <a:endParaRPr lang="en-US"/>
                </a:p>
              </p:txBody>
            </p:sp>
            <p:sp>
              <p:nvSpPr>
                <p:cNvPr id="8231" name="AutoShape 63"/>
                <p:cNvSpPr/>
                <p:nvPr/>
              </p:nvSpPr>
              <p:spPr bwMode="auto">
                <a:xfrm>
                  <a:off x="10883900" y="4965700"/>
                  <a:ext cx="1320800" cy="1906588"/>
                </a:xfrm>
                <a:custGeom>
                  <a:avLst/>
                  <a:gdLst>
                    <a:gd name="T0" fmla="*/ 2147483647 w 19330"/>
                    <a:gd name="T1" fmla="*/ 0 h 20287"/>
                    <a:gd name="T2" fmla="*/ 2147483647 w 19330"/>
                    <a:gd name="T3" fmla="*/ 2147483647 h 20287"/>
                    <a:gd name="T4" fmla="*/ 893572242 w 19330"/>
                    <a:gd name="T5" fmla="*/ 2147483647 h 20287"/>
                    <a:gd name="T6" fmla="*/ 2147483647 w 19330"/>
                    <a:gd name="T7" fmla="*/ 2147483647 h 20287"/>
                    <a:gd name="T8" fmla="*/ 2147483647 w 19330"/>
                    <a:gd name="T9" fmla="*/ 2147483647 h 20287"/>
                    <a:gd name="T10" fmla="*/ 2147483647 w 19330"/>
                    <a:gd name="T11" fmla="*/ 2147483647 h 20287"/>
                    <a:gd name="T12" fmla="*/ 2147483647 w 19330"/>
                    <a:gd name="T13" fmla="*/ 2147483647 h 20287"/>
                    <a:gd name="T14" fmla="*/ 2147483647 w 19330"/>
                    <a:gd name="T15" fmla="*/ 2147483647 h 20287"/>
                    <a:gd name="T16" fmla="*/ 2147483647 w 19330"/>
                    <a:gd name="T17" fmla="*/ 0 h 20287"/>
                    <a:gd name="T18" fmla="*/ 2147483647 w 19330"/>
                    <a:gd name="T19" fmla="*/ 0 h 202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30" h="20287">
                      <a:moveTo>
                        <a:pt x="18752" y="0"/>
                      </a:moveTo>
                      <a:cubicBezTo>
                        <a:pt x="18752" y="0"/>
                        <a:pt x="11312" y="0"/>
                        <a:pt x="5962" y="5157"/>
                      </a:cubicBezTo>
                      <a:cubicBezTo>
                        <a:pt x="2635" y="8365"/>
                        <a:pt x="504" y="11502"/>
                        <a:pt x="41" y="16551"/>
                      </a:cubicBezTo>
                      <a:cubicBezTo>
                        <a:pt x="-422" y="21600"/>
                        <a:pt x="3127" y="20366"/>
                        <a:pt x="4670" y="19468"/>
                      </a:cubicBezTo>
                      <a:cubicBezTo>
                        <a:pt x="6212" y="18570"/>
                        <a:pt x="6212" y="15990"/>
                        <a:pt x="6212" y="15990"/>
                      </a:cubicBezTo>
                      <a:cubicBezTo>
                        <a:pt x="6212" y="15990"/>
                        <a:pt x="6212" y="18122"/>
                        <a:pt x="7138" y="17897"/>
                      </a:cubicBezTo>
                      <a:cubicBezTo>
                        <a:pt x="8064" y="17673"/>
                        <a:pt x="7601" y="15204"/>
                        <a:pt x="8681" y="13297"/>
                      </a:cubicBezTo>
                      <a:cubicBezTo>
                        <a:pt x="9761" y="11390"/>
                        <a:pt x="10995" y="8024"/>
                        <a:pt x="16087" y="7462"/>
                      </a:cubicBezTo>
                      <a:cubicBezTo>
                        <a:pt x="21178" y="6902"/>
                        <a:pt x="18752" y="0"/>
                        <a:pt x="18752" y="0"/>
                      </a:cubicBezTo>
                      <a:close/>
                      <a:moveTo>
                        <a:pt x="18752" y="0"/>
                      </a:moveTo>
                    </a:path>
                  </a:pathLst>
                </a:custGeom>
                <a:solidFill>
                  <a:srgbClr val="FFFFFF"/>
                </a:solidFill>
                <a:ln>
                  <a:noFill/>
                </a:ln>
              </p:spPr>
              <p:txBody>
                <a:bodyPr lIns="0" tIns="0" rIns="0" bIns="0"/>
                <a:lstStyle/>
                <a:p>
                  <a:endParaRPr lang="en-US"/>
                </a:p>
              </p:txBody>
            </p:sp>
            <p:sp>
              <p:nvSpPr>
                <p:cNvPr id="8232" name="AutoShape 64"/>
                <p:cNvSpPr/>
                <p:nvPr/>
              </p:nvSpPr>
              <p:spPr bwMode="auto">
                <a:xfrm>
                  <a:off x="13144500" y="5118100"/>
                  <a:ext cx="1801813" cy="750888"/>
                </a:xfrm>
                <a:custGeom>
                  <a:avLst/>
                  <a:gdLst>
                    <a:gd name="T0" fmla="*/ 2147483647 w 21114"/>
                    <a:gd name="T1" fmla="*/ 2147483647 h 20825"/>
                    <a:gd name="T2" fmla="*/ 2147483647 w 21114"/>
                    <a:gd name="T3" fmla="*/ 2147483647 h 20825"/>
                    <a:gd name="T4" fmla="*/ 2147483647 w 21114"/>
                    <a:gd name="T5" fmla="*/ 2147483647 h 20825"/>
                    <a:gd name="T6" fmla="*/ 2147483647 w 21114"/>
                    <a:gd name="T7" fmla="*/ 2147483647 h 20825"/>
                    <a:gd name="T8" fmla="*/ 2147483647 w 21114"/>
                    <a:gd name="T9" fmla="*/ 2147483647 h 20825"/>
                    <a:gd name="T10" fmla="*/ 2147483647 w 21114"/>
                    <a:gd name="T11" fmla="*/ 2147483647 h 20825"/>
                    <a:gd name="T12" fmla="*/ 2147483647 w 21114"/>
                    <a:gd name="T13" fmla="*/ 0 h 20825"/>
                    <a:gd name="T14" fmla="*/ 0 w 21114"/>
                    <a:gd name="T15" fmla="*/ 2147483647 h 20825"/>
                    <a:gd name="T16" fmla="*/ 2147483647 w 21114"/>
                    <a:gd name="T17" fmla="*/ 2147483647 h 20825"/>
                    <a:gd name="T18" fmla="*/ 2147483647 w 21114"/>
                    <a:gd name="T19" fmla="*/ 2147483647 h 20825"/>
                    <a:gd name="T20" fmla="*/ 2147483647 w 21114"/>
                    <a:gd name="T21" fmla="*/ 2147483647 h 20825"/>
                    <a:gd name="T22" fmla="*/ 2147483647 w 21114"/>
                    <a:gd name="T23" fmla="*/ 2147483647 h 208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14" h="20825">
                      <a:moveTo>
                        <a:pt x="19962" y="4621"/>
                      </a:moveTo>
                      <a:cubicBezTo>
                        <a:pt x="19146" y="4867"/>
                        <a:pt x="17966" y="5605"/>
                        <a:pt x="15940" y="5916"/>
                      </a:cubicBezTo>
                      <a:cubicBezTo>
                        <a:pt x="16194" y="5502"/>
                        <a:pt x="16453" y="4963"/>
                        <a:pt x="16635" y="4286"/>
                      </a:cubicBezTo>
                      <a:cubicBezTo>
                        <a:pt x="17130" y="2444"/>
                        <a:pt x="16422" y="1606"/>
                        <a:pt x="15856" y="2109"/>
                      </a:cubicBezTo>
                      <a:cubicBezTo>
                        <a:pt x="15461" y="2460"/>
                        <a:pt x="13757" y="4684"/>
                        <a:pt x="12763" y="5998"/>
                      </a:cubicBezTo>
                      <a:cubicBezTo>
                        <a:pt x="12065" y="5938"/>
                        <a:pt x="11309" y="5836"/>
                        <a:pt x="10476" y="5665"/>
                      </a:cubicBezTo>
                      <a:cubicBezTo>
                        <a:pt x="4740" y="4485"/>
                        <a:pt x="1440" y="0"/>
                        <a:pt x="1440" y="0"/>
                      </a:cubicBezTo>
                      <a:lnTo>
                        <a:pt x="0" y="16878"/>
                      </a:lnTo>
                      <a:cubicBezTo>
                        <a:pt x="0" y="16878"/>
                        <a:pt x="10850" y="21600"/>
                        <a:pt x="14467" y="20715"/>
                      </a:cubicBezTo>
                      <a:cubicBezTo>
                        <a:pt x="18084" y="19830"/>
                        <a:pt x="18607" y="18713"/>
                        <a:pt x="20104" y="15173"/>
                      </a:cubicBezTo>
                      <a:cubicBezTo>
                        <a:pt x="21600" y="11631"/>
                        <a:pt x="21334" y="4207"/>
                        <a:pt x="19962" y="4621"/>
                      </a:cubicBezTo>
                      <a:close/>
                      <a:moveTo>
                        <a:pt x="19962" y="4621"/>
                      </a:moveTo>
                    </a:path>
                  </a:pathLst>
                </a:custGeom>
                <a:solidFill>
                  <a:srgbClr val="FFFFFF"/>
                </a:solidFill>
                <a:ln>
                  <a:noFill/>
                </a:ln>
              </p:spPr>
              <p:txBody>
                <a:bodyPr lIns="0" tIns="0" rIns="0" bIns="0"/>
                <a:lstStyle/>
                <a:p>
                  <a:endParaRPr lang="en-US"/>
                </a:p>
              </p:txBody>
            </p:sp>
            <p:sp>
              <p:nvSpPr>
                <p:cNvPr id="8233" name="AutoShape 65"/>
                <p:cNvSpPr/>
                <p:nvPr/>
              </p:nvSpPr>
              <p:spPr bwMode="auto">
                <a:xfrm>
                  <a:off x="11836400" y="3619500"/>
                  <a:ext cx="1536700" cy="22606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5551"/>
                      </a:moveTo>
                      <a:cubicBezTo>
                        <a:pt x="21600" y="18898"/>
                        <a:pt x="17536" y="21600"/>
                        <a:pt x="12612" y="21600"/>
                      </a:cubicBezTo>
                      <a:lnTo>
                        <a:pt x="8902" y="21600"/>
                      </a:lnTo>
                      <a:cubicBezTo>
                        <a:pt x="3977" y="21600"/>
                        <a:pt x="0" y="18898"/>
                        <a:pt x="0" y="15551"/>
                      </a:cubicBezTo>
                      <a:lnTo>
                        <a:pt x="0" y="6061"/>
                      </a:lnTo>
                      <a:cubicBezTo>
                        <a:pt x="0" y="2714"/>
                        <a:pt x="3977" y="0"/>
                        <a:pt x="8902" y="0"/>
                      </a:cubicBezTo>
                      <a:lnTo>
                        <a:pt x="12612" y="0"/>
                      </a:lnTo>
                      <a:cubicBezTo>
                        <a:pt x="17536" y="0"/>
                        <a:pt x="21600" y="2714"/>
                        <a:pt x="21600" y="6061"/>
                      </a:cubicBezTo>
                      <a:cubicBezTo>
                        <a:pt x="21600" y="6061"/>
                        <a:pt x="21600" y="15551"/>
                        <a:pt x="21600" y="15551"/>
                      </a:cubicBezTo>
                      <a:close/>
                      <a:moveTo>
                        <a:pt x="21600" y="15551"/>
                      </a:moveTo>
                    </a:path>
                  </a:pathLst>
                </a:custGeom>
                <a:solidFill>
                  <a:srgbClr val="E4E9EF"/>
                </a:solidFill>
                <a:ln>
                  <a:noFill/>
                </a:ln>
              </p:spPr>
              <p:txBody>
                <a:bodyPr lIns="0" tIns="0" rIns="0" bIns="0"/>
                <a:lstStyle/>
                <a:p>
                  <a:endParaRPr lang="en-US"/>
                </a:p>
              </p:txBody>
            </p:sp>
            <p:sp>
              <p:nvSpPr>
                <p:cNvPr id="8234" name="AutoShape 66"/>
                <p:cNvSpPr/>
                <p:nvPr/>
              </p:nvSpPr>
              <p:spPr bwMode="auto">
                <a:xfrm>
                  <a:off x="11988800" y="4114800"/>
                  <a:ext cx="1244600" cy="10668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0951"/>
                      </a:moveTo>
                      <a:cubicBezTo>
                        <a:pt x="21600" y="16832"/>
                        <a:pt x="17513" y="21600"/>
                        <a:pt x="12472" y="21600"/>
                      </a:cubicBezTo>
                      <a:lnTo>
                        <a:pt x="9128" y="21600"/>
                      </a:lnTo>
                      <a:cubicBezTo>
                        <a:pt x="4087" y="21600"/>
                        <a:pt x="0" y="16832"/>
                        <a:pt x="0" y="10951"/>
                      </a:cubicBezTo>
                      <a:lnTo>
                        <a:pt x="0" y="10649"/>
                      </a:lnTo>
                      <a:cubicBezTo>
                        <a:pt x="0" y="4768"/>
                        <a:pt x="4087" y="0"/>
                        <a:pt x="9128" y="0"/>
                      </a:cubicBezTo>
                      <a:lnTo>
                        <a:pt x="12472" y="0"/>
                      </a:lnTo>
                      <a:cubicBezTo>
                        <a:pt x="17513" y="0"/>
                        <a:pt x="21600" y="4768"/>
                        <a:pt x="21600" y="10649"/>
                      </a:cubicBezTo>
                      <a:cubicBezTo>
                        <a:pt x="21600" y="10649"/>
                        <a:pt x="21600" y="10951"/>
                        <a:pt x="21600" y="10951"/>
                      </a:cubicBezTo>
                      <a:close/>
                      <a:moveTo>
                        <a:pt x="21600" y="10951"/>
                      </a:moveTo>
                    </a:path>
                  </a:pathLst>
                </a:custGeom>
                <a:solidFill>
                  <a:srgbClr val="44576B"/>
                </a:solidFill>
                <a:ln>
                  <a:noFill/>
                </a:ln>
              </p:spPr>
              <p:txBody>
                <a:bodyPr lIns="0" tIns="0" rIns="0" bIns="0"/>
                <a:lstStyle/>
                <a:p>
                  <a:endParaRPr lang="en-US"/>
                </a:p>
              </p:txBody>
            </p:sp>
            <p:sp>
              <p:nvSpPr>
                <p:cNvPr id="8235" name="AutoShape 67"/>
                <p:cNvSpPr/>
                <p:nvPr/>
              </p:nvSpPr>
              <p:spPr bwMode="auto">
                <a:xfrm>
                  <a:off x="13385800" y="4076700"/>
                  <a:ext cx="65088" cy="104775"/>
                </a:xfrm>
                <a:custGeom>
                  <a:avLst/>
                  <a:gdLst>
                    <a:gd name="T0" fmla="*/ 0 w 21600"/>
                    <a:gd name="T1" fmla="*/ 11958310 h 21600"/>
                    <a:gd name="T2" fmla="*/ 1780913 w 21600"/>
                    <a:gd name="T3" fmla="*/ 11212550 h 21600"/>
                    <a:gd name="T4" fmla="*/ 1659458 w 21600"/>
                    <a:gd name="T5" fmla="*/ 0 h 21600"/>
                    <a:gd name="T6" fmla="*/ 0 w 21600"/>
                    <a:gd name="T7" fmla="*/ 11958310 h 21600"/>
                    <a:gd name="T8" fmla="*/ 0 w 21600"/>
                    <a:gd name="T9" fmla="*/ 1195831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6702" y="21045"/>
                        <a:pt x="13892" y="20581"/>
                        <a:pt x="21600" y="20253"/>
                      </a:cubicBezTo>
                      <a:cubicBezTo>
                        <a:pt x="21128" y="11699"/>
                        <a:pt x="20127" y="0"/>
                        <a:pt x="20127" y="0"/>
                      </a:cubicBezTo>
                      <a:cubicBezTo>
                        <a:pt x="20127" y="0"/>
                        <a:pt x="0" y="21600"/>
                        <a:pt x="0" y="21600"/>
                      </a:cubicBezTo>
                      <a:close/>
                      <a:moveTo>
                        <a:pt x="0" y="21600"/>
                      </a:moveTo>
                    </a:path>
                  </a:pathLst>
                </a:custGeom>
                <a:solidFill>
                  <a:srgbClr val="466670"/>
                </a:solidFill>
                <a:ln>
                  <a:noFill/>
                </a:ln>
              </p:spPr>
              <p:txBody>
                <a:bodyPr lIns="0" tIns="0" rIns="0" bIns="0"/>
                <a:lstStyle/>
                <a:p>
                  <a:endParaRPr lang="en-US"/>
                </a:p>
              </p:txBody>
            </p:sp>
            <p:sp>
              <p:nvSpPr>
                <p:cNvPr id="8236" name="AutoShape 68"/>
                <p:cNvSpPr/>
                <p:nvPr/>
              </p:nvSpPr>
              <p:spPr bwMode="auto">
                <a:xfrm>
                  <a:off x="14020800" y="4597400"/>
                  <a:ext cx="61913" cy="30163"/>
                </a:xfrm>
                <a:custGeom>
                  <a:avLst/>
                  <a:gdLst>
                    <a:gd name="T0" fmla="*/ 1458031 w 21600"/>
                    <a:gd name="T1" fmla="*/ 56976 h 21600"/>
                    <a:gd name="T2" fmla="*/ 0 w 21600"/>
                    <a:gd name="T3" fmla="*/ 0 h 21600"/>
                    <a:gd name="T4" fmla="*/ 10459 w 21600"/>
                    <a:gd name="T5" fmla="*/ 82137 h 21600"/>
                    <a:gd name="T6" fmla="*/ 1458031 w 21600"/>
                    <a:gd name="T7" fmla="*/ 56976 h 21600"/>
                    <a:gd name="T8" fmla="*/ 1458031 w 21600"/>
                    <a:gd name="T9" fmla="*/ 56976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14983"/>
                      </a:moveTo>
                      <a:cubicBezTo>
                        <a:pt x="21600" y="14983"/>
                        <a:pt x="11700" y="8286"/>
                        <a:pt x="0" y="0"/>
                      </a:cubicBezTo>
                      <a:cubicBezTo>
                        <a:pt x="108" y="6728"/>
                        <a:pt x="190" y="13882"/>
                        <a:pt x="155" y="21600"/>
                      </a:cubicBezTo>
                      <a:cubicBezTo>
                        <a:pt x="155" y="21600"/>
                        <a:pt x="21600" y="14983"/>
                        <a:pt x="21600" y="14983"/>
                      </a:cubicBezTo>
                      <a:close/>
                      <a:moveTo>
                        <a:pt x="21600" y="14983"/>
                      </a:moveTo>
                    </a:path>
                  </a:pathLst>
                </a:custGeom>
                <a:solidFill>
                  <a:srgbClr val="466670"/>
                </a:solidFill>
                <a:ln>
                  <a:noFill/>
                </a:ln>
              </p:spPr>
              <p:txBody>
                <a:bodyPr lIns="0" tIns="0" rIns="0" bIns="0"/>
                <a:lstStyle/>
                <a:p>
                  <a:endParaRPr lang="en-US"/>
                </a:p>
              </p:txBody>
            </p:sp>
            <p:sp>
              <p:nvSpPr>
                <p:cNvPr id="8237" name="AutoShape 69"/>
                <p:cNvSpPr/>
                <p:nvPr/>
              </p:nvSpPr>
              <p:spPr bwMode="auto">
                <a:xfrm>
                  <a:off x="13817600" y="4229100"/>
                  <a:ext cx="95250" cy="44450"/>
                </a:xfrm>
                <a:custGeom>
                  <a:avLst/>
                  <a:gdLst>
                    <a:gd name="T0" fmla="*/ 0 w 21600"/>
                    <a:gd name="T1" fmla="*/ 209501 h 21600"/>
                    <a:gd name="T2" fmla="*/ 2409490 w 21600"/>
                    <a:gd name="T3" fmla="*/ 387369 h 21600"/>
                    <a:gd name="T4" fmla="*/ 8167679 w 21600"/>
                    <a:gd name="T5" fmla="*/ 0 h 21600"/>
                    <a:gd name="T6" fmla="*/ 0 w 21600"/>
                    <a:gd name="T7" fmla="*/ 209501 h 21600"/>
                    <a:gd name="T8" fmla="*/ 0 w 21600"/>
                    <a:gd name="T9" fmla="*/ 209501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11682"/>
                      </a:moveTo>
                      <a:cubicBezTo>
                        <a:pt x="2192" y="14861"/>
                        <a:pt x="4328" y="18149"/>
                        <a:pt x="6372" y="21600"/>
                      </a:cubicBezTo>
                      <a:cubicBezTo>
                        <a:pt x="13785" y="10729"/>
                        <a:pt x="21600" y="0"/>
                        <a:pt x="21600" y="0"/>
                      </a:cubicBezTo>
                      <a:cubicBezTo>
                        <a:pt x="21600" y="0"/>
                        <a:pt x="0" y="11682"/>
                        <a:pt x="0" y="11682"/>
                      </a:cubicBezTo>
                      <a:close/>
                      <a:moveTo>
                        <a:pt x="0" y="11682"/>
                      </a:moveTo>
                    </a:path>
                  </a:pathLst>
                </a:custGeom>
                <a:solidFill>
                  <a:srgbClr val="466670"/>
                </a:solidFill>
                <a:ln>
                  <a:noFill/>
                </a:ln>
              </p:spPr>
              <p:txBody>
                <a:bodyPr lIns="0" tIns="0" rIns="0" bIns="0"/>
                <a:lstStyle/>
                <a:p>
                  <a:endParaRPr lang="en-US"/>
                </a:p>
              </p:txBody>
            </p:sp>
            <p:sp>
              <p:nvSpPr>
                <p:cNvPr id="8238" name="AutoShape 70"/>
                <p:cNvSpPr/>
                <p:nvPr/>
              </p:nvSpPr>
              <p:spPr bwMode="auto">
                <a:xfrm>
                  <a:off x="13754100" y="4165600"/>
                  <a:ext cx="112713" cy="63500"/>
                </a:xfrm>
                <a:custGeom>
                  <a:avLst/>
                  <a:gdLst>
                    <a:gd name="T0" fmla="*/ 3897803 w 21600"/>
                    <a:gd name="T1" fmla="*/ 1613367 h 21600"/>
                    <a:gd name="T2" fmla="*/ 16015281 w 21600"/>
                    <a:gd name="T3" fmla="*/ 0 h 21600"/>
                    <a:gd name="T4" fmla="*/ 0 w 21600"/>
                    <a:gd name="T5" fmla="*/ 1250503 h 21600"/>
                    <a:gd name="T6" fmla="*/ 3897803 w 21600"/>
                    <a:gd name="T7" fmla="*/ 1613367 h 21600"/>
                    <a:gd name="T8" fmla="*/ 3897803 w 21600"/>
                    <a:gd name="T9" fmla="*/ 1613367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5257" y="21600"/>
                      </a:moveTo>
                      <a:lnTo>
                        <a:pt x="21600" y="0"/>
                      </a:lnTo>
                      <a:lnTo>
                        <a:pt x="0" y="16742"/>
                      </a:lnTo>
                      <a:cubicBezTo>
                        <a:pt x="1801" y="18252"/>
                        <a:pt x="3544" y="19901"/>
                        <a:pt x="5257" y="21600"/>
                      </a:cubicBezTo>
                      <a:close/>
                      <a:moveTo>
                        <a:pt x="5257" y="21600"/>
                      </a:moveTo>
                    </a:path>
                  </a:pathLst>
                </a:custGeom>
                <a:solidFill>
                  <a:srgbClr val="466670"/>
                </a:solidFill>
                <a:ln>
                  <a:noFill/>
                </a:ln>
              </p:spPr>
              <p:txBody>
                <a:bodyPr lIns="0" tIns="0" rIns="0" bIns="0"/>
                <a:lstStyle/>
                <a:p>
                  <a:endParaRPr lang="en-US"/>
                </a:p>
              </p:txBody>
            </p:sp>
            <p:sp>
              <p:nvSpPr>
                <p:cNvPr id="8239" name="AutoShape 71"/>
                <p:cNvSpPr/>
                <p:nvPr/>
              </p:nvSpPr>
              <p:spPr bwMode="auto">
                <a:xfrm>
                  <a:off x="13982700" y="4457700"/>
                  <a:ext cx="120650" cy="17463"/>
                </a:xfrm>
                <a:custGeom>
                  <a:avLst/>
                  <a:gdLst>
                    <a:gd name="T0" fmla="*/ 0 w 21600"/>
                    <a:gd name="T1" fmla="*/ 0 h 21600"/>
                    <a:gd name="T2" fmla="*/ 1437735 w 21600"/>
                    <a:gd name="T3" fmla="*/ 9228 h 21600"/>
                    <a:gd name="T4" fmla="*/ 21025569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514" y="0"/>
                        <a:pt x="1030" y="14502"/>
                        <a:pt x="1477" y="21600"/>
                      </a:cubicBezTo>
                      <a:lnTo>
                        <a:pt x="21600" y="0"/>
                      </a:lnTo>
                      <a:cubicBezTo>
                        <a:pt x="21600" y="0"/>
                        <a:pt x="0" y="0"/>
                        <a:pt x="0" y="0"/>
                      </a:cubicBezTo>
                      <a:close/>
                      <a:moveTo>
                        <a:pt x="0" y="0"/>
                      </a:moveTo>
                    </a:path>
                  </a:pathLst>
                </a:custGeom>
                <a:solidFill>
                  <a:srgbClr val="466670"/>
                </a:solidFill>
                <a:ln>
                  <a:noFill/>
                </a:ln>
              </p:spPr>
              <p:txBody>
                <a:bodyPr lIns="0" tIns="0" rIns="0" bIns="0"/>
                <a:lstStyle/>
                <a:p>
                  <a:endParaRPr lang="en-US"/>
                </a:p>
              </p:txBody>
            </p:sp>
            <p:sp>
              <p:nvSpPr>
                <p:cNvPr id="8240" name="AutoShape 72"/>
                <p:cNvSpPr/>
                <p:nvPr/>
              </p:nvSpPr>
              <p:spPr bwMode="auto">
                <a:xfrm>
                  <a:off x="13728700" y="5219700"/>
                  <a:ext cx="57150" cy="66675"/>
                </a:xfrm>
                <a:custGeom>
                  <a:avLst/>
                  <a:gdLst>
                    <a:gd name="T0" fmla="*/ 1058529 w 21600"/>
                    <a:gd name="T1" fmla="*/ 1961063 h 21600"/>
                    <a:gd name="T2" fmla="*/ 525396 w 21600"/>
                    <a:gd name="T3" fmla="*/ 0 h 21600"/>
                    <a:gd name="T4" fmla="*/ 0 w 21600"/>
                    <a:gd name="T5" fmla="*/ 660126 h 21600"/>
                    <a:gd name="T6" fmla="*/ 1058529 w 21600"/>
                    <a:gd name="T7" fmla="*/ 1961063 h 21600"/>
                    <a:gd name="T8" fmla="*/ 1058529 w 21600"/>
                    <a:gd name="T9" fmla="*/ 1961063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10721" y="0"/>
                      </a:lnTo>
                      <a:cubicBezTo>
                        <a:pt x="7245" y="2463"/>
                        <a:pt x="3704" y="4896"/>
                        <a:pt x="0" y="7271"/>
                      </a:cubicBezTo>
                      <a:cubicBezTo>
                        <a:pt x="0" y="7271"/>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8241" name="AutoShape 73"/>
                <p:cNvSpPr/>
                <p:nvPr/>
              </p:nvSpPr>
              <p:spPr bwMode="auto">
                <a:xfrm>
                  <a:off x="13474700" y="4076700"/>
                  <a:ext cx="52388" cy="96838"/>
                </a:xfrm>
                <a:custGeom>
                  <a:avLst/>
                  <a:gdLst>
                    <a:gd name="T0" fmla="*/ 604065 w 21600"/>
                    <a:gd name="T1" fmla="*/ 8595650 h 21600"/>
                    <a:gd name="T2" fmla="*/ 747422 w 21600"/>
                    <a:gd name="T3" fmla="*/ 0 h 21600"/>
                    <a:gd name="T4" fmla="*/ 0 w 21600"/>
                    <a:gd name="T5" fmla="*/ 8726135 h 21600"/>
                    <a:gd name="T6" fmla="*/ 604065 w 21600"/>
                    <a:gd name="T7" fmla="*/ 8595650 h 21600"/>
                    <a:gd name="T8" fmla="*/ 604065 w 21600"/>
                    <a:gd name="T9" fmla="*/ 859565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7457" y="21277"/>
                      </a:moveTo>
                      <a:lnTo>
                        <a:pt x="21600" y="0"/>
                      </a:lnTo>
                      <a:cubicBezTo>
                        <a:pt x="21600" y="0"/>
                        <a:pt x="8492" y="12379"/>
                        <a:pt x="0" y="21600"/>
                      </a:cubicBezTo>
                      <a:cubicBezTo>
                        <a:pt x="5613" y="21435"/>
                        <a:pt x="11442" y="21328"/>
                        <a:pt x="17457" y="21277"/>
                      </a:cubicBezTo>
                      <a:close/>
                      <a:moveTo>
                        <a:pt x="17457" y="21277"/>
                      </a:moveTo>
                    </a:path>
                  </a:pathLst>
                </a:custGeom>
                <a:solidFill>
                  <a:srgbClr val="466670"/>
                </a:solidFill>
                <a:ln>
                  <a:noFill/>
                </a:ln>
              </p:spPr>
              <p:txBody>
                <a:bodyPr lIns="0" tIns="0" rIns="0" bIns="0"/>
                <a:lstStyle/>
                <a:p>
                  <a:endParaRPr lang="en-US"/>
                </a:p>
              </p:txBody>
            </p:sp>
            <p:sp>
              <p:nvSpPr>
                <p:cNvPr id="8242" name="AutoShape 74"/>
                <p:cNvSpPr/>
                <p:nvPr/>
              </p:nvSpPr>
              <p:spPr bwMode="auto">
                <a:xfrm>
                  <a:off x="13868400" y="5080000"/>
                  <a:ext cx="39688" cy="55563"/>
                </a:xfrm>
                <a:custGeom>
                  <a:avLst/>
                  <a:gdLst>
                    <a:gd name="T0" fmla="*/ 246192 w 21600"/>
                    <a:gd name="T1" fmla="*/ 945759 h 21600"/>
                    <a:gd name="T2" fmla="*/ 89982 w 21600"/>
                    <a:gd name="T3" fmla="*/ 0 h 21600"/>
                    <a:gd name="T4" fmla="*/ 0 w 21600"/>
                    <a:gd name="T5" fmla="*/ 355711 h 21600"/>
                    <a:gd name="T6" fmla="*/ 246192 w 21600"/>
                    <a:gd name="T7" fmla="*/ 945759 h 21600"/>
                    <a:gd name="T8" fmla="*/ 246192 w 21600"/>
                    <a:gd name="T9" fmla="*/ 945759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1600" y="21600"/>
                      </a:moveTo>
                      <a:lnTo>
                        <a:pt x="7895" y="0"/>
                      </a:lnTo>
                      <a:cubicBezTo>
                        <a:pt x="5314" y="2719"/>
                        <a:pt x="2758" y="5440"/>
                        <a:pt x="0" y="8124"/>
                      </a:cubicBezTo>
                      <a:cubicBezTo>
                        <a:pt x="0" y="8124"/>
                        <a:pt x="21600" y="21600"/>
                        <a:pt x="21600" y="21600"/>
                      </a:cubicBezTo>
                      <a:close/>
                      <a:moveTo>
                        <a:pt x="21600" y="21600"/>
                      </a:moveTo>
                    </a:path>
                  </a:pathLst>
                </a:custGeom>
                <a:solidFill>
                  <a:srgbClr val="466670"/>
                </a:solidFill>
                <a:ln>
                  <a:noFill/>
                </a:ln>
              </p:spPr>
              <p:txBody>
                <a:bodyPr lIns="0" tIns="0" rIns="0" bIns="0"/>
                <a:lstStyle/>
                <a:p>
                  <a:endParaRPr lang="en-US"/>
                </a:p>
              </p:txBody>
            </p:sp>
            <p:sp>
              <p:nvSpPr>
                <p:cNvPr id="8243" name="AutoShape 75"/>
                <p:cNvSpPr/>
                <p:nvPr/>
              </p:nvSpPr>
              <p:spPr bwMode="auto">
                <a:xfrm>
                  <a:off x="13563600" y="4114800"/>
                  <a:ext cx="68263" cy="61913"/>
                </a:xfrm>
                <a:custGeom>
                  <a:avLst/>
                  <a:gdLst>
                    <a:gd name="T0" fmla="*/ 907158 w 21600"/>
                    <a:gd name="T1" fmla="*/ 1424756 h 21600"/>
                    <a:gd name="T2" fmla="*/ 1343969 w 21600"/>
                    <a:gd name="T3" fmla="*/ 1458031 h 21600"/>
                    <a:gd name="T4" fmla="*/ 2154665 w 21600"/>
                    <a:gd name="T5" fmla="*/ 0 h 21600"/>
                    <a:gd name="T6" fmla="*/ 0 w 21600"/>
                    <a:gd name="T7" fmla="*/ 1405915 h 21600"/>
                    <a:gd name="T8" fmla="*/ 907158 w 21600"/>
                    <a:gd name="T9" fmla="*/ 1424756 h 21600"/>
                    <a:gd name="T10" fmla="*/ 907158 w 21600"/>
                    <a:gd name="T11" fmla="*/ 1424756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9094" y="21107"/>
                      </a:moveTo>
                      <a:cubicBezTo>
                        <a:pt x="10590" y="21180"/>
                        <a:pt x="12000" y="21466"/>
                        <a:pt x="13473" y="21600"/>
                      </a:cubicBezTo>
                      <a:lnTo>
                        <a:pt x="21600" y="0"/>
                      </a:lnTo>
                      <a:lnTo>
                        <a:pt x="0" y="20828"/>
                      </a:lnTo>
                      <a:cubicBezTo>
                        <a:pt x="3012" y="20908"/>
                        <a:pt x="5981" y="20942"/>
                        <a:pt x="9094" y="21107"/>
                      </a:cubicBezTo>
                      <a:close/>
                      <a:moveTo>
                        <a:pt x="9094" y="21107"/>
                      </a:moveTo>
                    </a:path>
                  </a:pathLst>
                </a:custGeom>
                <a:solidFill>
                  <a:srgbClr val="466670"/>
                </a:solidFill>
                <a:ln>
                  <a:noFill/>
                </a:ln>
              </p:spPr>
              <p:txBody>
                <a:bodyPr lIns="0" tIns="0" rIns="0" bIns="0"/>
                <a:lstStyle/>
                <a:p>
                  <a:endParaRPr lang="en-US"/>
                </a:p>
              </p:txBody>
            </p:sp>
            <p:sp>
              <p:nvSpPr>
                <p:cNvPr id="8244" name="AutoShape 76"/>
                <p:cNvSpPr/>
                <p:nvPr/>
              </p:nvSpPr>
              <p:spPr bwMode="auto">
                <a:xfrm>
                  <a:off x="13919200" y="4991100"/>
                  <a:ext cx="42863" cy="50800"/>
                </a:xfrm>
                <a:custGeom>
                  <a:avLst/>
                  <a:gdLst>
                    <a:gd name="T0" fmla="*/ 110394 w 21600"/>
                    <a:gd name="T1" fmla="*/ 0 h 21600"/>
                    <a:gd name="T2" fmla="*/ 0 w 21600"/>
                    <a:gd name="T3" fmla="*/ 348991 h 21600"/>
                    <a:gd name="T4" fmla="*/ 334941 w 21600"/>
                    <a:gd name="T5" fmla="*/ 660835 h 21600"/>
                    <a:gd name="T6" fmla="*/ 110394 w 21600"/>
                    <a:gd name="T7" fmla="*/ 0 h 21600"/>
                    <a:gd name="T8" fmla="*/ 110394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119" y="0"/>
                      </a:moveTo>
                      <a:cubicBezTo>
                        <a:pt x="4858" y="3814"/>
                        <a:pt x="2504" y="7616"/>
                        <a:pt x="0" y="11407"/>
                      </a:cubicBezTo>
                      <a:lnTo>
                        <a:pt x="21600" y="21600"/>
                      </a:lnTo>
                      <a:cubicBezTo>
                        <a:pt x="21600" y="21600"/>
                        <a:pt x="15355" y="12198"/>
                        <a:pt x="7119" y="0"/>
                      </a:cubicBezTo>
                      <a:close/>
                      <a:moveTo>
                        <a:pt x="7119" y="0"/>
                      </a:moveTo>
                    </a:path>
                  </a:pathLst>
                </a:custGeom>
                <a:solidFill>
                  <a:srgbClr val="466670"/>
                </a:solidFill>
                <a:ln>
                  <a:noFill/>
                </a:ln>
              </p:spPr>
              <p:txBody>
                <a:bodyPr lIns="0" tIns="0" rIns="0" bIns="0"/>
                <a:lstStyle/>
                <a:p>
                  <a:endParaRPr lang="en-US"/>
                </a:p>
              </p:txBody>
            </p:sp>
            <p:sp>
              <p:nvSpPr>
                <p:cNvPr id="8245" name="AutoShape 77"/>
                <p:cNvSpPr/>
                <p:nvPr/>
              </p:nvSpPr>
              <p:spPr bwMode="auto">
                <a:xfrm>
                  <a:off x="13804900" y="5143500"/>
                  <a:ext cx="73025" cy="90488"/>
                </a:xfrm>
                <a:custGeom>
                  <a:avLst/>
                  <a:gdLst>
                    <a:gd name="T0" fmla="*/ 926505 w 21600"/>
                    <a:gd name="T1" fmla="*/ 0 h 21600"/>
                    <a:gd name="T2" fmla="*/ 0 w 21600"/>
                    <a:gd name="T3" fmla="*/ 1922204 h 21600"/>
                    <a:gd name="T4" fmla="*/ 2821791 w 21600"/>
                    <a:gd name="T5" fmla="*/ 6652778 h 21600"/>
                    <a:gd name="T6" fmla="*/ 926505 w 21600"/>
                    <a:gd name="T7" fmla="*/ 0 h 21600"/>
                    <a:gd name="T8" fmla="*/ 926505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7092" y="0"/>
                      </a:moveTo>
                      <a:cubicBezTo>
                        <a:pt x="4823" y="2107"/>
                        <a:pt x="2467" y="4188"/>
                        <a:pt x="0" y="6241"/>
                      </a:cubicBezTo>
                      <a:lnTo>
                        <a:pt x="21600" y="21600"/>
                      </a:lnTo>
                      <a:cubicBezTo>
                        <a:pt x="21600" y="21600"/>
                        <a:pt x="7092" y="0"/>
                        <a:pt x="7092" y="0"/>
                      </a:cubicBezTo>
                      <a:close/>
                      <a:moveTo>
                        <a:pt x="7092" y="0"/>
                      </a:moveTo>
                    </a:path>
                  </a:pathLst>
                </a:custGeom>
                <a:solidFill>
                  <a:srgbClr val="466670"/>
                </a:solidFill>
                <a:ln>
                  <a:noFill/>
                </a:ln>
              </p:spPr>
              <p:txBody>
                <a:bodyPr lIns="0" tIns="0" rIns="0" bIns="0"/>
                <a:lstStyle/>
                <a:p>
                  <a:endParaRPr lang="en-US"/>
                </a:p>
              </p:txBody>
            </p:sp>
            <p:sp>
              <p:nvSpPr>
                <p:cNvPr id="8246" name="AutoShape 78"/>
                <p:cNvSpPr/>
                <p:nvPr/>
              </p:nvSpPr>
              <p:spPr bwMode="auto">
                <a:xfrm>
                  <a:off x="14008100" y="4787900"/>
                  <a:ext cx="77788" cy="33338"/>
                </a:xfrm>
                <a:custGeom>
                  <a:avLst/>
                  <a:gdLst>
                    <a:gd name="T0" fmla="*/ 224238 w 21600"/>
                    <a:gd name="T1" fmla="*/ 0 h 21600"/>
                    <a:gd name="T2" fmla="*/ 0 w 21600"/>
                    <a:gd name="T3" fmla="*/ 85370 h 21600"/>
                    <a:gd name="T4" fmla="*/ 3633204 w 21600"/>
                    <a:gd name="T5" fmla="*/ 122574 h 21600"/>
                    <a:gd name="T6" fmla="*/ 224238 w 21600"/>
                    <a:gd name="T7" fmla="*/ 0 h 21600"/>
                    <a:gd name="T8" fmla="*/ 224238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333" y="0"/>
                      </a:moveTo>
                      <a:cubicBezTo>
                        <a:pt x="922" y="4963"/>
                        <a:pt x="483" y="9966"/>
                        <a:pt x="0" y="15044"/>
                      </a:cubicBezTo>
                      <a:lnTo>
                        <a:pt x="21600" y="21600"/>
                      </a:lnTo>
                      <a:cubicBezTo>
                        <a:pt x="21600" y="21600"/>
                        <a:pt x="1333" y="0"/>
                        <a:pt x="1333" y="0"/>
                      </a:cubicBezTo>
                      <a:close/>
                      <a:moveTo>
                        <a:pt x="1333" y="0"/>
                      </a:moveTo>
                    </a:path>
                  </a:pathLst>
                </a:custGeom>
                <a:solidFill>
                  <a:srgbClr val="466670"/>
                </a:solidFill>
                <a:ln>
                  <a:noFill/>
                </a:ln>
              </p:spPr>
              <p:txBody>
                <a:bodyPr lIns="0" tIns="0" rIns="0" bIns="0"/>
                <a:lstStyle/>
                <a:p>
                  <a:endParaRPr lang="en-US"/>
                </a:p>
              </p:txBody>
            </p:sp>
            <p:sp>
              <p:nvSpPr>
                <p:cNvPr id="8247" name="AutoShape 79"/>
                <p:cNvSpPr/>
                <p:nvPr/>
              </p:nvSpPr>
              <p:spPr bwMode="auto">
                <a:xfrm>
                  <a:off x="13652500" y="4114800"/>
                  <a:ext cx="138113" cy="85725"/>
                </a:xfrm>
                <a:custGeom>
                  <a:avLst/>
                  <a:gdLst>
                    <a:gd name="T0" fmla="*/ 15550686 w 21600"/>
                    <a:gd name="T1" fmla="*/ 5358813 h 21600"/>
                    <a:gd name="T2" fmla="*/ 36105795 w 21600"/>
                    <a:gd name="T3" fmla="*/ 0 h 21600"/>
                    <a:gd name="T4" fmla="*/ 0 w 21600"/>
                    <a:gd name="T5" fmla="*/ 4326493 h 21600"/>
                    <a:gd name="T6" fmla="*/ 15550686 w 21600"/>
                    <a:gd name="T7" fmla="*/ 5358813 h 21600"/>
                    <a:gd name="T8" fmla="*/ 15550686 w 21600"/>
                    <a:gd name="T9" fmla="*/ 5358813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9303" y="21600"/>
                      </a:moveTo>
                      <a:lnTo>
                        <a:pt x="21600" y="0"/>
                      </a:lnTo>
                      <a:lnTo>
                        <a:pt x="0" y="17439"/>
                      </a:lnTo>
                      <a:cubicBezTo>
                        <a:pt x="3223" y="18507"/>
                        <a:pt x="6334" y="19871"/>
                        <a:pt x="9303" y="21600"/>
                      </a:cubicBezTo>
                      <a:close/>
                      <a:moveTo>
                        <a:pt x="9303" y="21600"/>
                      </a:moveTo>
                    </a:path>
                  </a:pathLst>
                </a:custGeom>
                <a:solidFill>
                  <a:srgbClr val="466670"/>
                </a:solidFill>
                <a:ln>
                  <a:noFill/>
                </a:ln>
              </p:spPr>
              <p:txBody>
                <a:bodyPr lIns="0" tIns="0" rIns="0" bIns="0"/>
                <a:lstStyle/>
                <a:p>
                  <a:endParaRPr lang="en-US"/>
                </a:p>
              </p:txBody>
            </p:sp>
            <p:sp>
              <p:nvSpPr>
                <p:cNvPr id="8248" name="AutoShape 80"/>
                <p:cNvSpPr/>
                <p:nvPr/>
              </p:nvSpPr>
              <p:spPr bwMode="auto">
                <a:xfrm>
                  <a:off x="13970000" y="4902200"/>
                  <a:ext cx="44450" cy="42863"/>
                </a:xfrm>
                <a:custGeom>
                  <a:avLst/>
                  <a:gdLst>
                    <a:gd name="T0" fmla="*/ 0 w 21600"/>
                    <a:gd name="T1" fmla="*/ 111634 h 21600"/>
                    <a:gd name="T2" fmla="*/ 387369 w 21600"/>
                    <a:gd name="T3" fmla="*/ 334941 h 21600"/>
                    <a:gd name="T4" fmla="*/ 42162 w 21600"/>
                    <a:gd name="T5" fmla="*/ 0 h 21600"/>
                    <a:gd name="T6" fmla="*/ 0 w 21600"/>
                    <a:gd name="T7" fmla="*/ 111634 h 21600"/>
                    <a:gd name="T8" fmla="*/ 0 w 21600"/>
                    <a:gd name="T9" fmla="*/ 111634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7199"/>
                      </a:moveTo>
                      <a:cubicBezTo>
                        <a:pt x="12072" y="15167"/>
                        <a:pt x="21600" y="21600"/>
                        <a:pt x="21600" y="21600"/>
                      </a:cubicBezTo>
                      <a:lnTo>
                        <a:pt x="2351" y="0"/>
                      </a:lnTo>
                      <a:cubicBezTo>
                        <a:pt x="1579" y="2392"/>
                        <a:pt x="813" y="4791"/>
                        <a:pt x="0" y="7199"/>
                      </a:cubicBezTo>
                      <a:close/>
                      <a:moveTo>
                        <a:pt x="0" y="7199"/>
                      </a:moveTo>
                    </a:path>
                  </a:pathLst>
                </a:custGeom>
                <a:solidFill>
                  <a:srgbClr val="466670"/>
                </a:solidFill>
                <a:ln>
                  <a:noFill/>
                </a:ln>
              </p:spPr>
              <p:txBody>
                <a:bodyPr lIns="0" tIns="0" rIns="0" bIns="0"/>
                <a:lstStyle/>
                <a:p>
                  <a:endParaRPr lang="en-US"/>
                </a:p>
              </p:txBody>
            </p:sp>
            <p:sp>
              <p:nvSpPr>
                <p:cNvPr id="8249" name="AutoShape 81"/>
                <p:cNvSpPr/>
                <p:nvPr/>
              </p:nvSpPr>
              <p:spPr bwMode="auto">
                <a:xfrm>
                  <a:off x="14020800" y="4699000"/>
                  <a:ext cx="88900" cy="36513"/>
                </a:xfrm>
                <a:custGeom>
                  <a:avLst/>
                  <a:gdLst>
                    <a:gd name="T0" fmla="*/ 307042 w 21600"/>
                    <a:gd name="T1" fmla="*/ 0 h 21600"/>
                    <a:gd name="T2" fmla="*/ 0 w 21600"/>
                    <a:gd name="T3" fmla="*/ 176371 h 21600"/>
                    <a:gd name="T4" fmla="*/ 6197910 w 21600"/>
                    <a:gd name="T5" fmla="*/ 176371 h 21600"/>
                    <a:gd name="T6" fmla="*/ 307042 w 21600"/>
                    <a:gd name="T7" fmla="*/ 0 h 21600"/>
                    <a:gd name="T8" fmla="*/ 307042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1070" y="0"/>
                      </a:moveTo>
                      <a:cubicBezTo>
                        <a:pt x="788" y="7008"/>
                        <a:pt x="439" y="14399"/>
                        <a:pt x="0" y="21600"/>
                      </a:cubicBezTo>
                      <a:lnTo>
                        <a:pt x="21600" y="21600"/>
                      </a:lnTo>
                      <a:cubicBezTo>
                        <a:pt x="21600" y="21600"/>
                        <a:pt x="1070" y="0"/>
                        <a:pt x="1070" y="0"/>
                      </a:cubicBezTo>
                      <a:close/>
                      <a:moveTo>
                        <a:pt x="1070" y="0"/>
                      </a:moveTo>
                    </a:path>
                  </a:pathLst>
                </a:custGeom>
                <a:solidFill>
                  <a:srgbClr val="466670"/>
                </a:solidFill>
                <a:ln>
                  <a:noFill/>
                </a:ln>
              </p:spPr>
              <p:txBody>
                <a:bodyPr lIns="0" tIns="0" rIns="0" bIns="0"/>
                <a:lstStyle/>
                <a:p>
                  <a:endParaRPr lang="en-US"/>
                </a:p>
              </p:txBody>
            </p:sp>
            <p:sp>
              <p:nvSpPr>
                <p:cNvPr id="8250" name="AutoShape 82"/>
                <p:cNvSpPr/>
                <p:nvPr/>
              </p:nvSpPr>
              <p:spPr bwMode="auto">
                <a:xfrm>
                  <a:off x="14008100" y="4495800"/>
                  <a:ext cx="130175" cy="36513"/>
                </a:xfrm>
                <a:custGeom>
                  <a:avLst/>
                  <a:gdLst>
                    <a:gd name="T0" fmla="*/ 0 w 21600"/>
                    <a:gd name="T1" fmla="*/ 0 h 21600"/>
                    <a:gd name="T2" fmla="*/ 2237250 w 21600"/>
                    <a:gd name="T3" fmla="*/ 176371 h 21600"/>
                    <a:gd name="T4" fmla="*/ 28493704 w 21600"/>
                    <a:gd name="T5" fmla="*/ 109417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767" y="7653"/>
                        <a:pt x="1295" y="14805"/>
                        <a:pt x="1696" y="21600"/>
                      </a:cubicBezTo>
                      <a:cubicBezTo>
                        <a:pt x="11340" y="17080"/>
                        <a:pt x="21600" y="13400"/>
                        <a:pt x="21600" y="13400"/>
                      </a:cubicBezTo>
                      <a:cubicBezTo>
                        <a:pt x="21600" y="13400"/>
                        <a:pt x="0" y="0"/>
                        <a:pt x="0" y="0"/>
                      </a:cubicBezTo>
                      <a:close/>
                      <a:moveTo>
                        <a:pt x="0" y="0"/>
                      </a:moveTo>
                    </a:path>
                  </a:pathLst>
                </a:custGeom>
                <a:solidFill>
                  <a:srgbClr val="466670"/>
                </a:solidFill>
                <a:ln>
                  <a:noFill/>
                </a:ln>
              </p:spPr>
              <p:txBody>
                <a:bodyPr lIns="0" tIns="0" rIns="0" bIns="0"/>
                <a:lstStyle/>
                <a:p>
                  <a:endParaRPr lang="en-US"/>
                </a:p>
              </p:txBody>
            </p:sp>
            <p:sp>
              <p:nvSpPr>
                <p:cNvPr id="8251" name="AutoShape 83"/>
                <p:cNvSpPr/>
                <p:nvPr/>
              </p:nvSpPr>
              <p:spPr bwMode="auto">
                <a:xfrm>
                  <a:off x="13881100" y="4267200"/>
                  <a:ext cx="161925" cy="53975"/>
                </a:xfrm>
                <a:custGeom>
                  <a:avLst/>
                  <a:gdLst>
                    <a:gd name="T0" fmla="*/ 9253609 w 21600"/>
                    <a:gd name="T1" fmla="*/ 842187 h 21600"/>
                    <a:gd name="T2" fmla="*/ 68217263 w 21600"/>
                    <a:gd name="T3" fmla="*/ 0 h 21600"/>
                    <a:gd name="T4" fmla="*/ 0 w 21600"/>
                    <a:gd name="T5" fmla="*/ 493499 h 21600"/>
                    <a:gd name="T6" fmla="*/ 9253609 w 21600"/>
                    <a:gd name="T7" fmla="*/ 842187 h 21600"/>
                    <a:gd name="T8" fmla="*/ 9253609 w 21600"/>
                    <a:gd name="T9" fmla="*/ 842187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2930" y="21600"/>
                      </a:moveTo>
                      <a:lnTo>
                        <a:pt x="21600" y="0"/>
                      </a:lnTo>
                      <a:cubicBezTo>
                        <a:pt x="21600" y="0"/>
                        <a:pt x="9754" y="7254"/>
                        <a:pt x="0" y="12657"/>
                      </a:cubicBezTo>
                      <a:cubicBezTo>
                        <a:pt x="1010" y="15591"/>
                        <a:pt x="1991" y="18554"/>
                        <a:pt x="2930" y="21600"/>
                      </a:cubicBezTo>
                      <a:close/>
                      <a:moveTo>
                        <a:pt x="2930" y="21600"/>
                      </a:moveTo>
                    </a:path>
                  </a:pathLst>
                </a:custGeom>
                <a:solidFill>
                  <a:srgbClr val="466670"/>
                </a:solidFill>
                <a:ln>
                  <a:noFill/>
                </a:ln>
              </p:spPr>
              <p:txBody>
                <a:bodyPr lIns="0" tIns="0" rIns="0" bIns="0"/>
                <a:lstStyle/>
                <a:p>
                  <a:endParaRPr lang="en-US"/>
                </a:p>
              </p:txBody>
            </p:sp>
            <p:sp>
              <p:nvSpPr>
                <p:cNvPr id="8252" name="AutoShape 84"/>
                <p:cNvSpPr/>
                <p:nvPr/>
              </p:nvSpPr>
              <p:spPr bwMode="auto">
                <a:xfrm>
                  <a:off x="13931900" y="4343400"/>
                  <a:ext cx="133350" cy="52388"/>
                </a:xfrm>
                <a:custGeom>
                  <a:avLst/>
                  <a:gdLst>
                    <a:gd name="T0" fmla="*/ 8850977 w 21600"/>
                    <a:gd name="T1" fmla="*/ 747422 h 21600"/>
                    <a:gd name="T2" fmla="*/ 31376959 w 21600"/>
                    <a:gd name="T3" fmla="*/ 0 h 21600"/>
                    <a:gd name="T4" fmla="*/ 0 w 21600"/>
                    <a:gd name="T5" fmla="*/ 0 h 21600"/>
                    <a:gd name="T6" fmla="*/ 8850977 w 21600"/>
                    <a:gd name="T7" fmla="*/ 747422 h 21600"/>
                    <a:gd name="T8" fmla="*/ 8850977 w 21600"/>
                    <a:gd name="T9" fmla="*/ 747422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6093" y="21600"/>
                      </a:moveTo>
                      <a:lnTo>
                        <a:pt x="21600" y="0"/>
                      </a:lnTo>
                      <a:lnTo>
                        <a:pt x="0" y="0"/>
                      </a:lnTo>
                      <a:cubicBezTo>
                        <a:pt x="2274" y="10244"/>
                        <a:pt x="4321" y="14380"/>
                        <a:pt x="6093" y="21600"/>
                      </a:cubicBezTo>
                      <a:close/>
                      <a:moveTo>
                        <a:pt x="6093" y="21600"/>
                      </a:moveTo>
                    </a:path>
                  </a:pathLst>
                </a:custGeom>
                <a:solidFill>
                  <a:srgbClr val="466670"/>
                </a:solidFill>
                <a:ln>
                  <a:noFill/>
                </a:ln>
              </p:spPr>
              <p:txBody>
                <a:bodyPr lIns="0" tIns="0" rIns="0" bIns="0"/>
                <a:lstStyle/>
                <a:p>
                  <a:endParaRPr lang="en-US"/>
                </a:p>
              </p:txBody>
            </p:sp>
            <p:sp>
              <p:nvSpPr>
                <p:cNvPr id="8253" name="AutoShape 85"/>
                <p:cNvSpPr/>
                <p:nvPr/>
              </p:nvSpPr>
              <p:spPr bwMode="auto">
                <a:xfrm>
                  <a:off x="12446000" y="4191000"/>
                  <a:ext cx="731838" cy="844550"/>
                </a:xfrm>
                <a:custGeom>
                  <a:avLst/>
                  <a:gdLst>
                    <a:gd name="T0" fmla="*/ 2147483647 w 18678"/>
                    <a:gd name="T1" fmla="*/ 388183038 h 20585"/>
                    <a:gd name="T2" fmla="*/ 2147483647 w 18678"/>
                    <a:gd name="T3" fmla="*/ 2147483647 h 20585"/>
                    <a:gd name="T4" fmla="*/ 2147483647 w 18678"/>
                    <a:gd name="T5" fmla="*/ 2147483647 h 20585"/>
                    <a:gd name="T6" fmla="*/ 2147483647 w 18678"/>
                    <a:gd name="T7" fmla="*/ 2147483647 h 20585"/>
                    <a:gd name="T8" fmla="*/ 2147483647 w 18678"/>
                    <a:gd name="T9" fmla="*/ 2147483647 h 20585"/>
                    <a:gd name="T10" fmla="*/ 1237337134 w 18678"/>
                    <a:gd name="T11" fmla="*/ 2147483647 h 20585"/>
                    <a:gd name="T12" fmla="*/ 2147483647 w 18678"/>
                    <a:gd name="T13" fmla="*/ 388183038 h 20585"/>
                    <a:gd name="T14" fmla="*/ 2147483647 w 18678"/>
                    <a:gd name="T15" fmla="*/ 388183038 h 205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678" h="20585">
                      <a:moveTo>
                        <a:pt x="6696" y="137"/>
                      </a:moveTo>
                      <a:cubicBezTo>
                        <a:pt x="6696" y="137"/>
                        <a:pt x="15952" y="-173"/>
                        <a:pt x="18010" y="6087"/>
                      </a:cubicBezTo>
                      <a:cubicBezTo>
                        <a:pt x="20067" y="12348"/>
                        <a:pt x="16980" y="19796"/>
                        <a:pt x="14101" y="20490"/>
                      </a:cubicBezTo>
                      <a:cubicBezTo>
                        <a:pt x="11222" y="21184"/>
                        <a:pt x="10192" y="18001"/>
                        <a:pt x="11632" y="13603"/>
                      </a:cubicBezTo>
                      <a:cubicBezTo>
                        <a:pt x="13073" y="9206"/>
                        <a:pt x="12662" y="3961"/>
                        <a:pt x="7725" y="4030"/>
                      </a:cubicBezTo>
                      <a:cubicBezTo>
                        <a:pt x="2788" y="4100"/>
                        <a:pt x="-1533" y="3170"/>
                        <a:pt x="525" y="1377"/>
                      </a:cubicBezTo>
                      <a:cubicBezTo>
                        <a:pt x="2582" y="-416"/>
                        <a:pt x="4417" y="9"/>
                        <a:pt x="6696" y="137"/>
                      </a:cubicBezTo>
                      <a:close/>
                      <a:moveTo>
                        <a:pt x="6696" y="137"/>
                      </a:moveTo>
                    </a:path>
                  </a:pathLst>
                </a:custGeom>
                <a:solidFill>
                  <a:srgbClr val="7BA8B1"/>
                </a:solidFill>
                <a:ln>
                  <a:noFill/>
                </a:ln>
              </p:spPr>
              <p:txBody>
                <a:bodyPr lIns="0" tIns="0" rIns="0" bIns="0"/>
                <a:lstStyle/>
                <a:p>
                  <a:endParaRPr lang="en-US"/>
                </a:p>
              </p:txBody>
            </p:sp>
            <p:sp>
              <p:nvSpPr>
                <p:cNvPr id="8254" name="AutoShape 86"/>
                <p:cNvSpPr/>
                <p:nvPr/>
              </p:nvSpPr>
              <p:spPr bwMode="auto">
                <a:xfrm>
                  <a:off x="11887200" y="7696200"/>
                  <a:ext cx="515938" cy="212725"/>
                </a:xfrm>
                <a:custGeom>
                  <a:avLst/>
                  <a:gdLst>
                    <a:gd name="T0" fmla="*/ 1259321310 w 18193"/>
                    <a:gd name="T1" fmla="*/ 0 h 20862"/>
                    <a:gd name="T2" fmla="*/ 2147483647 w 18193"/>
                    <a:gd name="T3" fmla="*/ 50939409 h 20862"/>
                    <a:gd name="T4" fmla="*/ 2147483647 w 18193"/>
                    <a:gd name="T5" fmla="*/ 63566435 h 20862"/>
                    <a:gd name="T6" fmla="*/ 2147483647 w 18193"/>
                    <a:gd name="T7" fmla="*/ 101890564 h 20862"/>
                    <a:gd name="T8" fmla="*/ 2147483647 w 18193"/>
                    <a:gd name="T9" fmla="*/ 174083741 h 20862"/>
                    <a:gd name="T10" fmla="*/ 2147483647 w 18193"/>
                    <a:gd name="T11" fmla="*/ 148592297 h 20862"/>
                    <a:gd name="T12" fmla="*/ 2147483647 w 18193"/>
                    <a:gd name="T13" fmla="*/ 225000890 h 20862"/>
                    <a:gd name="T14" fmla="*/ 616397904 w 18193"/>
                    <a:gd name="T15" fmla="*/ 112766051 h 20862"/>
                    <a:gd name="T16" fmla="*/ 1259321310 w 18193"/>
                    <a:gd name="T17" fmla="*/ 0 h 20862"/>
                    <a:gd name="T18" fmla="*/ 1259321310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7" y="0"/>
                      </a:moveTo>
                      <a:cubicBezTo>
                        <a:pt x="1947" y="0"/>
                        <a:pt x="5927" y="9030"/>
                        <a:pt x="11895" y="4712"/>
                      </a:cubicBezTo>
                      <a:cubicBezTo>
                        <a:pt x="17864" y="394"/>
                        <a:pt x="19852" y="1550"/>
                        <a:pt x="16727" y="5880"/>
                      </a:cubicBezTo>
                      <a:cubicBezTo>
                        <a:pt x="13600" y="10212"/>
                        <a:pt x="4933" y="11388"/>
                        <a:pt x="3937" y="9425"/>
                      </a:cubicBezTo>
                      <a:cubicBezTo>
                        <a:pt x="2942" y="7462"/>
                        <a:pt x="4505" y="14532"/>
                        <a:pt x="8911" y="16103"/>
                      </a:cubicBezTo>
                      <a:cubicBezTo>
                        <a:pt x="13316" y="17670"/>
                        <a:pt x="16443" y="14924"/>
                        <a:pt x="17295" y="13745"/>
                      </a:cubicBezTo>
                      <a:cubicBezTo>
                        <a:pt x="18148" y="12567"/>
                        <a:pt x="16727" y="21600"/>
                        <a:pt x="11895" y="20813"/>
                      </a:cubicBezTo>
                      <a:cubicBezTo>
                        <a:pt x="7063" y="20027"/>
                        <a:pt x="953" y="14976"/>
                        <a:pt x="953" y="10431"/>
                      </a:cubicBezTo>
                      <a:cubicBezTo>
                        <a:pt x="953" y="5890"/>
                        <a:pt x="-1748" y="1568"/>
                        <a:pt x="1947" y="0"/>
                      </a:cubicBezTo>
                      <a:close/>
                      <a:moveTo>
                        <a:pt x="1947" y="0"/>
                      </a:moveTo>
                    </a:path>
                  </a:pathLst>
                </a:custGeom>
                <a:solidFill>
                  <a:srgbClr val="E4E9EF"/>
                </a:solidFill>
                <a:ln>
                  <a:noFill/>
                </a:ln>
              </p:spPr>
              <p:txBody>
                <a:bodyPr lIns="0" tIns="0" rIns="0" bIns="0"/>
                <a:lstStyle/>
                <a:p>
                  <a:endParaRPr lang="en-US"/>
                </a:p>
              </p:txBody>
            </p:sp>
            <p:sp>
              <p:nvSpPr>
                <p:cNvPr id="8255" name="AutoShape 87"/>
                <p:cNvSpPr/>
                <p:nvPr/>
              </p:nvSpPr>
              <p:spPr bwMode="auto">
                <a:xfrm>
                  <a:off x="12850813" y="7696200"/>
                  <a:ext cx="517525" cy="212725"/>
                </a:xfrm>
                <a:custGeom>
                  <a:avLst/>
                  <a:gdLst>
                    <a:gd name="T0" fmla="*/ 1274246681 w 18193"/>
                    <a:gd name="T1" fmla="*/ 0 h 20862"/>
                    <a:gd name="T2" fmla="*/ 2147483647 w 18193"/>
                    <a:gd name="T3" fmla="*/ 50939409 h 20862"/>
                    <a:gd name="T4" fmla="*/ 2147483647 w 18193"/>
                    <a:gd name="T5" fmla="*/ 63566435 h 20862"/>
                    <a:gd name="T6" fmla="*/ 2147483647 w 18193"/>
                    <a:gd name="T7" fmla="*/ 101890564 h 20862"/>
                    <a:gd name="T8" fmla="*/ 2147483647 w 18193"/>
                    <a:gd name="T9" fmla="*/ 174083741 h 20862"/>
                    <a:gd name="T10" fmla="*/ 2147483647 w 18193"/>
                    <a:gd name="T11" fmla="*/ 148592297 h 20862"/>
                    <a:gd name="T12" fmla="*/ 2147483647 w 18193"/>
                    <a:gd name="T13" fmla="*/ 225000890 h 20862"/>
                    <a:gd name="T14" fmla="*/ 624014367 w 18193"/>
                    <a:gd name="T15" fmla="*/ 112766051 h 20862"/>
                    <a:gd name="T16" fmla="*/ 1274246681 w 18193"/>
                    <a:gd name="T17" fmla="*/ 0 h 20862"/>
                    <a:gd name="T18" fmla="*/ 1274246681 w 18193"/>
                    <a:gd name="T19" fmla="*/ 0 h 208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93" h="20862">
                      <a:moveTo>
                        <a:pt x="1946" y="0"/>
                      </a:moveTo>
                      <a:cubicBezTo>
                        <a:pt x="1946" y="0"/>
                        <a:pt x="5926" y="9030"/>
                        <a:pt x="11895" y="4712"/>
                      </a:cubicBezTo>
                      <a:cubicBezTo>
                        <a:pt x="17864" y="394"/>
                        <a:pt x="19852" y="1550"/>
                        <a:pt x="16726" y="5880"/>
                      </a:cubicBezTo>
                      <a:cubicBezTo>
                        <a:pt x="13601" y="10212"/>
                        <a:pt x="4932" y="11388"/>
                        <a:pt x="3938" y="9425"/>
                      </a:cubicBezTo>
                      <a:cubicBezTo>
                        <a:pt x="2941" y="7462"/>
                        <a:pt x="4504" y="14532"/>
                        <a:pt x="8910" y="16103"/>
                      </a:cubicBezTo>
                      <a:cubicBezTo>
                        <a:pt x="13317" y="17670"/>
                        <a:pt x="16443" y="14924"/>
                        <a:pt x="17296" y="13745"/>
                      </a:cubicBezTo>
                      <a:cubicBezTo>
                        <a:pt x="18148" y="12567"/>
                        <a:pt x="16728" y="21600"/>
                        <a:pt x="11895" y="20813"/>
                      </a:cubicBezTo>
                      <a:cubicBezTo>
                        <a:pt x="7062" y="20027"/>
                        <a:pt x="953" y="14976"/>
                        <a:pt x="953" y="10431"/>
                      </a:cubicBezTo>
                      <a:cubicBezTo>
                        <a:pt x="953" y="5890"/>
                        <a:pt x="-1748" y="1568"/>
                        <a:pt x="1946" y="0"/>
                      </a:cubicBezTo>
                      <a:close/>
                      <a:moveTo>
                        <a:pt x="1946" y="0"/>
                      </a:moveTo>
                    </a:path>
                  </a:pathLst>
                </a:custGeom>
                <a:solidFill>
                  <a:srgbClr val="E4E9EF"/>
                </a:solidFill>
                <a:ln>
                  <a:noFill/>
                </a:ln>
              </p:spPr>
              <p:txBody>
                <a:bodyPr lIns="0" tIns="0" rIns="0" bIns="0"/>
                <a:lstStyle/>
                <a:p>
                  <a:endParaRPr lang="en-US"/>
                </a:p>
              </p:txBody>
            </p:sp>
            <p:sp>
              <p:nvSpPr>
                <p:cNvPr id="8256" name="AutoShape 88"/>
                <p:cNvSpPr/>
                <p:nvPr/>
              </p:nvSpPr>
              <p:spPr bwMode="auto">
                <a:xfrm>
                  <a:off x="11925300" y="6997700"/>
                  <a:ext cx="547688" cy="188913"/>
                </a:xfrm>
                <a:custGeom>
                  <a:avLst/>
                  <a:gdLst>
                    <a:gd name="T0" fmla="*/ 2147483647 w 18187"/>
                    <a:gd name="T1" fmla="*/ 56010998 h 19211"/>
                    <a:gd name="T2" fmla="*/ 2147483647 w 18187"/>
                    <a:gd name="T3" fmla="*/ 47361525 h 19211"/>
                    <a:gd name="T4" fmla="*/ 1098750092 w 18187"/>
                    <a:gd name="T5" fmla="*/ 34438807 h 19211"/>
                    <a:gd name="T6" fmla="*/ 2147483647 w 18187"/>
                    <a:gd name="T7" fmla="*/ 120278570 h 19211"/>
                    <a:gd name="T8" fmla="*/ 2147483647 w 18187"/>
                    <a:gd name="T9" fmla="*/ 149574914 h 19211"/>
                    <a:gd name="T10" fmla="*/ 348690036 w 18187"/>
                    <a:gd name="T11" fmla="*/ 93040002 h 19211"/>
                    <a:gd name="T12" fmla="*/ 2147483647 w 18187"/>
                    <a:gd name="T13" fmla="*/ 172642842 h 19211"/>
                    <a:gd name="T14" fmla="*/ 2147483647 w 18187"/>
                    <a:gd name="T15" fmla="*/ 141710927 h 19211"/>
                    <a:gd name="T16" fmla="*/ 2147483647 w 18187"/>
                    <a:gd name="T17" fmla="*/ 56010998 h 19211"/>
                    <a:gd name="T18" fmla="*/ 2147483647 w 18187"/>
                    <a:gd name="T19" fmla="*/ 56010998 h 19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11">
                      <a:moveTo>
                        <a:pt x="16371" y="5990"/>
                      </a:moveTo>
                      <a:cubicBezTo>
                        <a:pt x="16371" y="5990"/>
                        <a:pt x="11998" y="11565"/>
                        <a:pt x="6216" y="5065"/>
                      </a:cubicBezTo>
                      <a:cubicBezTo>
                        <a:pt x="435" y="-1435"/>
                        <a:pt x="-1604" y="-1440"/>
                        <a:pt x="1336" y="3683"/>
                      </a:cubicBezTo>
                      <a:cubicBezTo>
                        <a:pt x="4271" y="8809"/>
                        <a:pt x="12891" y="14010"/>
                        <a:pt x="13970" y="12863"/>
                      </a:cubicBezTo>
                      <a:cubicBezTo>
                        <a:pt x="15052" y="11716"/>
                        <a:pt x="13182" y="16833"/>
                        <a:pt x="8707" y="15996"/>
                      </a:cubicBezTo>
                      <a:cubicBezTo>
                        <a:pt x="4232" y="15155"/>
                        <a:pt x="1227" y="11344"/>
                        <a:pt x="424" y="9950"/>
                      </a:cubicBezTo>
                      <a:cubicBezTo>
                        <a:pt x="-377" y="8555"/>
                        <a:pt x="650" y="16759"/>
                        <a:pt x="5517" y="18463"/>
                      </a:cubicBezTo>
                      <a:cubicBezTo>
                        <a:pt x="10384" y="20160"/>
                        <a:pt x="16714" y="18931"/>
                        <a:pt x="16910" y="15155"/>
                      </a:cubicBezTo>
                      <a:cubicBezTo>
                        <a:pt x="17108" y="11374"/>
                        <a:pt x="19996" y="9093"/>
                        <a:pt x="16371" y="5990"/>
                      </a:cubicBezTo>
                      <a:close/>
                      <a:moveTo>
                        <a:pt x="16371" y="5990"/>
                      </a:moveTo>
                    </a:path>
                  </a:pathLst>
                </a:custGeom>
                <a:solidFill>
                  <a:srgbClr val="E4E9EF"/>
                </a:solidFill>
                <a:ln>
                  <a:noFill/>
                </a:ln>
              </p:spPr>
              <p:txBody>
                <a:bodyPr lIns="0" tIns="0" rIns="0" bIns="0"/>
                <a:lstStyle/>
                <a:p>
                  <a:endParaRPr lang="en-US"/>
                </a:p>
              </p:txBody>
            </p:sp>
            <p:sp>
              <p:nvSpPr>
                <p:cNvPr id="8257" name="AutoShape 89"/>
                <p:cNvSpPr/>
                <p:nvPr/>
              </p:nvSpPr>
              <p:spPr bwMode="auto">
                <a:xfrm>
                  <a:off x="12750800" y="6997700"/>
                  <a:ext cx="533400" cy="174625"/>
                </a:xfrm>
                <a:custGeom>
                  <a:avLst/>
                  <a:gdLst>
                    <a:gd name="T0" fmla="*/ 1369530441 w 18187"/>
                    <a:gd name="T1" fmla="*/ 24992928 h 19275"/>
                    <a:gd name="T2" fmla="*/ 2147483647 w 18187"/>
                    <a:gd name="T3" fmla="*/ 30085835 h 19275"/>
                    <a:gd name="T4" fmla="*/ 2147483647 w 18187"/>
                    <a:gd name="T5" fmla="*/ 25720953 h 19275"/>
                    <a:gd name="T6" fmla="*/ 2147483647 w 18187"/>
                    <a:gd name="T7" fmla="*/ 77788856 h 19275"/>
                    <a:gd name="T8" fmla="*/ 2147483647 w 18187"/>
                    <a:gd name="T9" fmla="*/ 106702788 h 19275"/>
                    <a:gd name="T10" fmla="*/ 2147483647 w 18187"/>
                    <a:gd name="T11" fmla="*/ 72365832 h 19275"/>
                    <a:gd name="T12" fmla="*/ 2147483647 w 18187"/>
                    <a:gd name="T13" fmla="*/ 128348098 h 19275"/>
                    <a:gd name="T14" fmla="*/ 875296994 w 18187"/>
                    <a:gd name="T15" fmla="*/ 91039781 h 19275"/>
                    <a:gd name="T16" fmla="*/ 1369530441 w 18187"/>
                    <a:gd name="T17" fmla="*/ 24992928 h 19275"/>
                    <a:gd name="T18" fmla="*/ 1369530441 w 18187"/>
                    <a:gd name="T19" fmla="*/ 24992928 h 19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87" h="19275">
                      <a:moveTo>
                        <a:pt x="1851" y="3710"/>
                      </a:moveTo>
                      <a:cubicBezTo>
                        <a:pt x="1851" y="3710"/>
                        <a:pt x="6112" y="10484"/>
                        <a:pt x="11947" y="4466"/>
                      </a:cubicBezTo>
                      <a:cubicBezTo>
                        <a:pt x="17783" y="-1554"/>
                        <a:pt x="19807" y="-1206"/>
                        <a:pt x="16814" y="3818"/>
                      </a:cubicBezTo>
                      <a:cubicBezTo>
                        <a:pt x="13826" y="8844"/>
                        <a:pt x="5190" y="12971"/>
                        <a:pt x="4137" y="11547"/>
                      </a:cubicBezTo>
                      <a:cubicBezTo>
                        <a:pt x="3078" y="10118"/>
                        <a:pt x="4860" y="15969"/>
                        <a:pt x="9316" y="15839"/>
                      </a:cubicBezTo>
                      <a:cubicBezTo>
                        <a:pt x="13771" y="15703"/>
                        <a:pt x="16811" y="12111"/>
                        <a:pt x="17629" y="10742"/>
                      </a:cubicBezTo>
                      <a:cubicBezTo>
                        <a:pt x="18444" y="9375"/>
                        <a:pt x="17303" y="18057"/>
                        <a:pt x="12448" y="19052"/>
                      </a:cubicBezTo>
                      <a:cubicBezTo>
                        <a:pt x="7590" y="20046"/>
                        <a:pt x="1325" y="17625"/>
                        <a:pt x="1183" y="13514"/>
                      </a:cubicBezTo>
                      <a:cubicBezTo>
                        <a:pt x="1043" y="9398"/>
                        <a:pt x="-1793" y="6436"/>
                        <a:pt x="1851" y="3710"/>
                      </a:cubicBezTo>
                      <a:close/>
                      <a:moveTo>
                        <a:pt x="1851" y="3710"/>
                      </a:moveTo>
                    </a:path>
                  </a:pathLst>
                </a:custGeom>
                <a:solidFill>
                  <a:srgbClr val="E4E9EF"/>
                </a:solidFill>
                <a:ln>
                  <a:noFill/>
                </a:ln>
              </p:spPr>
              <p:txBody>
                <a:bodyPr lIns="0" tIns="0" rIns="0" bIns="0"/>
                <a:lstStyle/>
                <a:p>
                  <a:endParaRPr lang="en-US"/>
                </a:p>
              </p:txBody>
            </p:sp>
            <p:sp>
              <p:nvSpPr>
                <p:cNvPr id="8258" name="AutoShape 90"/>
                <p:cNvSpPr/>
                <p:nvPr/>
              </p:nvSpPr>
              <p:spPr bwMode="auto">
                <a:xfrm>
                  <a:off x="11988800" y="6235700"/>
                  <a:ext cx="1206500" cy="8382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364B5B"/>
                </a:solidFill>
                <a:ln>
                  <a:noFill/>
                </a:ln>
              </p:spPr>
              <p:txBody>
                <a:bodyPr lIns="0" tIns="0" rIns="0" bIns="0"/>
                <a:lstStyle/>
                <a:p>
                  <a:endParaRPr lang="en-US"/>
                </a:p>
              </p:txBody>
            </p:sp>
            <p:sp>
              <p:nvSpPr>
                <p:cNvPr id="8259" name="AutoShape 91"/>
                <p:cNvSpPr/>
                <p:nvPr/>
              </p:nvSpPr>
              <p:spPr bwMode="auto">
                <a:xfrm>
                  <a:off x="11988800" y="6337300"/>
                  <a:ext cx="1206500" cy="838200"/>
                </a:xfrm>
                <a:custGeom>
                  <a:avLst/>
                  <a:gdLst>
                    <a:gd name="T0" fmla="*/ 2147483647 w 21600"/>
                    <a:gd name="T1" fmla="*/ 2147483647 h 21600"/>
                    <a:gd name="T2" fmla="*/ 2147483647 w 21600"/>
                    <a:gd name="T3" fmla="*/ 2147483647 h 21600"/>
                    <a:gd name="T4" fmla="*/ 2147483647 w 21600"/>
                    <a:gd name="T5" fmla="*/ 2147483647 h 21600"/>
                    <a:gd name="T6" fmla="*/ 0 w 21600"/>
                    <a:gd name="T7" fmla="*/ 2147483647 h 21600"/>
                    <a:gd name="T8" fmla="*/ 0 w 21600"/>
                    <a:gd name="T9" fmla="*/ 2147483647 h 21600"/>
                    <a:gd name="T10" fmla="*/ 2147483647 w 21600"/>
                    <a:gd name="T11" fmla="*/ 0 h 21600"/>
                    <a:gd name="T12" fmla="*/ 2147483647 w 21600"/>
                    <a:gd name="T13" fmla="*/ 0 h 21600"/>
                    <a:gd name="T14" fmla="*/ 2147483647 w 21600"/>
                    <a:gd name="T15" fmla="*/ 2147483647 h 21600"/>
                    <a:gd name="T16" fmla="*/ 2147483647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006"/>
                      </a:moveTo>
                      <a:cubicBezTo>
                        <a:pt x="21600" y="16857"/>
                        <a:pt x="18305" y="21600"/>
                        <a:pt x="14240" y="21600"/>
                      </a:cubicBezTo>
                      <a:lnTo>
                        <a:pt x="7360" y="21600"/>
                      </a:lnTo>
                      <a:cubicBezTo>
                        <a:pt x="3295" y="21600"/>
                        <a:pt x="0" y="16857"/>
                        <a:pt x="0" y="11006"/>
                      </a:cubicBezTo>
                      <a:lnTo>
                        <a:pt x="0" y="10594"/>
                      </a:lnTo>
                      <a:cubicBezTo>
                        <a:pt x="0" y="4743"/>
                        <a:pt x="3295" y="0"/>
                        <a:pt x="7360" y="0"/>
                      </a:cubicBezTo>
                      <a:lnTo>
                        <a:pt x="14240" y="0"/>
                      </a:lnTo>
                      <a:cubicBezTo>
                        <a:pt x="18305" y="0"/>
                        <a:pt x="21600" y="4743"/>
                        <a:pt x="21600" y="10594"/>
                      </a:cubicBezTo>
                      <a:cubicBezTo>
                        <a:pt x="21600" y="10594"/>
                        <a:pt x="21600" y="11006"/>
                        <a:pt x="21600" y="11006"/>
                      </a:cubicBezTo>
                      <a:close/>
                      <a:moveTo>
                        <a:pt x="21600" y="11006"/>
                      </a:moveTo>
                    </a:path>
                  </a:pathLst>
                </a:custGeom>
                <a:solidFill>
                  <a:srgbClr val="44576B"/>
                </a:solidFill>
                <a:ln>
                  <a:noFill/>
                </a:ln>
              </p:spPr>
              <p:txBody>
                <a:bodyPr lIns="0" tIns="0" rIns="0" bIns="0"/>
                <a:lstStyle/>
                <a:p>
                  <a:endParaRPr lang="en-US"/>
                </a:p>
              </p:txBody>
            </p:sp>
            <p:sp>
              <p:nvSpPr>
                <p:cNvPr id="8260" name="AutoShape 92"/>
                <p:cNvSpPr/>
                <p:nvPr/>
              </p:nvSpPr>
              <p:spPr bwMode="auto">
                <a:xfrm>
                  <a:off x="12217400" y="6629400"/>
                  <a:ext cx="152400" cy="139700"/>
                </a:xfrm>
                <a:custGeom>
                  <a:avLst/>
                  <a:gdLst>
                    <a:gd name="T0" fmla="*/ 53527720 w 21600"/>
                    <a:gd name="T1" fmla="*/ 19537420 h 21600"/>
                    <a:gd name="T2" fmla="*/ 28471170 w 21600"/>
                    <a:gd name="T3" fmla="*/ 37794147 h 21600"/>
                    <a:gd name="T4" fmla="*/ 27177612 w 21600"/>
                    <a:gd name="T5" fmla="*/ 37794147 h 21600"/>
                    <a:gd name="T6" fmla="*/ 0 w 21600"/>
                    <a:gd name="T7" fmla="*/ 19537420 h 21600"/>
                    <a:gd name="T8" fmla="*/ 0 w 21600"/>
                    <a:gd name="T9" fmla="*/ 18531289 h 21600"/>
                    <a:gd name="T10" fmla="*/ 27177612 w 21600"/>
                    <a:gd name="T11" fmla="*/ 0 h 21600"/>
                    <a:gd name="T12" fmla="*/ 28471170 w 21600"/>
                    <a:gd name="T13" fmla="*/ 0 h 21600"/>
                    <a:gd name="T14" fmla="*/ 53527720 w 21600"/>
                    <a:gd name="T15" fmla="*/ 18531289 h 21600"/>
                    <a:gd name="T16" fmla="*/ 53527720 w 21600"/>
                    <a:gd name="T17" fmla="*/ 19537420 h 21600"/>
                    <a:gd name="T18" fmla="*/ 53527720 w 21600"/>
                    <a:gd name="T19" fmla="*/ 1953742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166"/>
                      </a:moveTo>
                      <a:cubicBezTo>
                        <a:pt x="21600" y="17361"/>
                        <a:pt x="17170" y="21600"/>
                        <a:pt x="11489" y="21600"/>
                      </a:cubicBezTo>
                      <a:lnTo>
                        <a:pt x="10967" y="21600"/>
                      </a:lnTo>
                      <a:cubicBezTo>
                        <a:pt x="5286" y="21600"/>
                        <a:pt x="0" y="17361"/>
                        <a:pt x="0" y="11166"/>
                      </a:cubicBezTo>
                      <a:lnTo>
                        <a:pt x="0" y="10591"/>
                      </a:lnTo>
                      <a:cubicBezTo>
                        <a:pt x="0" y="4397"/>
                        <a:pt x="5286" y="0"/>
                        <a:pt x="10967" y="0"/>
                      </a:cubicBezTo>
                      <a:lnTo>
                        <a:pt x="11489" y="0"/>
                      </a:lnTo>
                      <a:cubicBezTo>
                        <a:pt x="17170" y="0"/>
                        <a:pt x="21600" y="4397"/>
                        <a:pt x="21600" y="10591"/>
                      </a:cubicBezTo>
                      <a:cubicBezTo>
                        <a:pt x="21600" y="10591"/>
                        <a:pt x="21600" y="11166"/>
                        <a:pt x="21600" y="11166"/>
                      </a:cubicBezTo>
                      <a:close/>
                      <a:moveTo>
                        <a:pt x="21600" y="11166"/>
                      </a:moveTo>
                    </a:path>
                  </a:pathLst>
                </a:custGeom>
                <a:solidFill>
                  <a:srgbClr val="FF8500"/>
                </a:solidFill>
                <a:ln>
                  <a:noFill/>
                </a:ln>
              </p:spPr>
              <p:txBody>
                <a:bodyPr lIns="0" tIns="0" rIns="0" bIns="0"/>
                <a:lstStyle/>
                <a:p>
                  <a:endParaRPr lang="en-US"/>
                </a:p>
              </p:txBody>
            </p:sp>
            <p:sp>
              <p:nvSpPr>
                <p:cNvPr id="8261" name="AutoShape 93"/>
                <p:cNvSpPr/>
                <p:nvPr/>
              </p:nvSpPr>
              <p:spPr bwMode="auto">
                <a:xfrm>
                  <a:off x="12420600" y="6629400"/>
                  <a:ext cx="144463" cy="144463"/>
                </a:xfrm>
                <a:custGeom>
                  <a:avLst/>
                  <a:gdLst>
                    <a:gd name="T0" fmla="*/ 43218046 w 21600"/>
                    <a:gd name="T1" fmla="*/ 21609184 h 21600"/>
                    <a:gd name="T2" fmla="*/ 21613069 w 21600"/>
                    <a:gd name="T3" fmla="*/ 43218046 h 21600"/>
                    <a:gd name="T4" fmla="*/ 0 w 21600"/>
                    <a:gd name="T5" fmla="*/ 21609184 h 21600"/>
                    <a:gd name="T6" fmla="*/ 21613069 w 21600"/>
                    <a:gd name="T7" fmla="*/ 0 h 21600"/>
                    <a:gd name="T8" fmla="*/ 43218046 w 21600"/>
                    <a:gd name="T9" fmla="*/ 21609184 h 21600"/>
                    <a:gd name="T10" fmla="*/ 43218046 w 21600"/>
                    <a:gd name="T11" fmla="*/ 21609184 h 21600"/>
                    <a:gd name="T12" fmla="*/ 43218046 w 21600"/>
                    <a:gd name="T13" fmla="*/ 21609184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2" y="21600"/>
                      </a:cubicBezTo>
                      <a:cubicBezTo>
                        <a:pt x="4838" y="21600"/>
                        <a:pt x="0" y="16767"/>
                        <a:pt x="0" y="10800"/>
                      </a:cubicBezTo>
                      <a:cubicBezTo>
                        <a:pt x="0" y="4836"/>
                        <a:pt x="4838" y="0"/>
                        <a:pt x="10802" y="0"/>
                      </a:cubicBezTo>
                      <a:cubicBezTo>
                        <a:pt x="16762" y="0"/>
                        <a:pt x="21600" y="4836"/>
                        <a:pt x="21600" y="10800"/>
                      </a:cubicBezTo>
                      <a:cubicBezTo>
                        <a:pt x="21600" y="10800"/>
                        <a:pt x="21600" y="10800"/>
                        <a:pt x="21600" y="10800"/>
                      </a:cubicBezTo>
                      <a:close/>
                      <a:moveTo>
                        <a:pt x="21600" y="10800"/>
                      </a:moveTo>
                    </a:path>
                  </a:pathLst>
                </a:custGeom>
                <a:solidFill>
                  <a:srgbClr val="D8F915"/>
                </a:solidFill>
                <a:ln>
                  <a:noFill/>
                </a:ln>
              </p:spPr>
              <p:txBody>
                <a:bodyPr lIns="0" tIns="0" rIns="0" bIns="0"/>
                <a:lstStyle/>
                <a:p>
                  <a:endParaRPr lang="en-US"/>
                </a:p>
              </p:txBody>
            </p:sp>
            <p:sp>
              <p:nvSpPr>
                <p:cNvPr id="8262" name="AutoShape 94"/>
                <p:cNvSpPr/>
                <p:nvPr/>
              </p:nvSpPr>
              <p:spPr bwMode="auto">
                <a:xfrm>
                  <a:off x="12611100" y="6629400"/>
                  <a:ext cx="144463" cy="144463"/>
                </a:xfrm>
                <a:custGeom>
                  <a:avLst/>
                  <a:gdLst>
                    <a:gd name="T0" fmla="*/ 43218046 w 21600"/>
                    <a:gd name="T1" fmla="*/ 21609184 h 21600"/>
                    <a:gd name="T2" fmla="*/ 21609184 w 21600"/>
                    <a:gd name="T3" fmla="*/ 43218046 h 21600"/>
                    <a:gd name="T4" fmla="*/ 0 w 21600"/>
                    <a:gd name="T5" fmla="*/ 21609184 h 21600"/>
                    <a:gd name="T6" fmla="*/ 21609184 w 21600"/>
                    <a:gd name="T7" fmla="*/ 0 h 21600"/>
                    <a:gd name="T8" fmla="*/ 43218046 w 21600"/>
                    <a:gd name="T9" fmla="*/ 21609184 h 21600"/>
                    <a:gd name="T10" fmla="*/ 43218046 w 21600"/>
                    <a:gd name="T11" fmla="*/ 21609184 h 21600"/>
                    <a:gd name="T12" fmla="*/ 43218046 w 21600"/>
                    <a:gd name="T13" fmla="*/ 21609184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21600" y="10800"/>
                      </a:moveTo>
                      <a:cubicBezTo>
                        <a:pt x="21600" y="16767"/>
                        <a:pt x="16762" y="21600"/>
                        <a:pt x="10800" y="21600"/>
                      </a:cubicBezTo>
                      <a:cubicBezTo>
                        <a:pt x="4836" y="21600"/>
                        <a:pt x="0" y="16767"/>
                        <a:pt x="0" y="10800"/>
                      </a:cubicBezTo>
                      <a:cubicBezTo>
                        <a:pt x="0" y="4836"/>
                        <a:pt x="4836" y="0"/>
                        <a:pt x="10800" y="0"/>
                      </a:cubicBezTo>
                      <a:cubicBezTo>
                        <a:pt x="16762" y="0"/>
                        <a:pt x="21600" y="4836"/>
                        <a:pt x="21600" y="10800"/>
                      </a:cubicBezTo>
                      <a:cubicBezTo>
                        <a:pt x="21600" y="10800"/>
                        <a:pt x="21600" y="10800"/>
                        <a:pt x="21600" y="10800"/>
                      </a:cubicBezTo>
                      <a:close/>
                      <a:moveTo>
                        <a:pt x="21600" y="10800"/>
                      </a:moveTo>
                    </a:path>
                  </a:pathLst>
                </a:custGeom>
                <a:solidFill>
                  <a:srgbClr val="00FB83"/>
                </a:solidFill>
                <a:ln>
                  <a:noFill/>
                </a:ln>
              </p:spPr>
              <p:txBody>
                <a:bodyPr lIns="0" tIns="0" rIns="0" bIns="0"/>
                <a:lstStyle/>
                <a:p>
                  <a:endParaRPr lang="en-US"/>
                </a:p>
              </p:txBody>
            </p:sp>
            <p:sp>
              <p:nvSpPr>
                <p:cNvPr id="8263" name="AutoShape 95"/>
                <p:cNvSpPr/>
                <p:nvPr/>
              </p:nvSpPr>
              <p:spPr bwMode="auto">
                <a:xfrm>
                  <a:off x="12814300" y="6629400"/>
                  <a:ext cx="152400" cy="152400"/>
                </a:xfrm>
                <a:custGeom>
                  <a:avLst/>
                  <a:gdLst>
                    <a:gd name="T0" fmla="*/ 53527720 w 21600"/>
                    <a:gd name="T1" fmla="*/ 28050074 h 21600"/>
                    <a:gd name="T2" fmla="*/ 28050074 w 21600"/>
                    <a:gd name="T3" fmla="*/ 53527720 h 21600"/>
                    <a:gd name="T4" fmla="*/ 25477646 w 21600"/>
                    <a:gd name="T5" fmla="*/ 53527720 h 21600"/>
                    <a:gd name="T6" fmla="*/ 0 w 21600"/>
                    <a:gd name="T7" fmla="*/ 28050074 h 21600"/>
                    <a:gd name="T8" fmla="*/ 0 w 21600"/>
                    <a:gd name="T9" fmla="*/ 25477646 h 21600"/>
                    <a:gd name="T10" fmla="*/ 25477646 w 21600"/>
                    <a:gd name="T11" fmla="*/ 0 h 21600"/>
                    <a:gd name="T12" fmla="*/ 28050074 w 21600"/>
                    <a:gd name="T13" fmla="*/ 0 h 21600"/>
                    <a:gd name="T14" fmla="*/ 53527720 w 21600"/>
                    <a:gd name="T15" fmla="*/ 25477646 h 21600"/>
                    <a:gd name="T16" fmla="*/ 53527720 w 21600"/>
                    <a:gd name="T17" fmla="*/ 28050074 h 21600"/>
                    <a:gd name="T18" fmla="*/ 53527720 w 21600"/>
                    <a:gd name="T19" fmla="*/ 28050074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1319"/>
                      </a:moveTo>
                      <a:cubicBezTo>
                        <a:pt x="21600" y="16997"/>
                        <a:pt x="16996" y="21600"/>
                        <a:pt x="11319" y="21600"/>
                      </a:cubicBezTo>
                      <a:lnTo>
                        <a:pt x="10281" y="21600"/>
                      </a:lnTo>
                      <a:cubicBezTo>
                        <a:pt x="4604" y="21600"/>
                        <a:pt x="0" y="16997"/>
                        <a:pt x="0" y="11319"/>
                      </a:cubicBezTo>
                      <a:lnTo>
                        <a:pt x="0" y="10281"/>
                      </a:lnTo>
                      <a:cubicBezTo>
                        <a:pt x="0" y="4603"/>
                        <a:pt x="4604" y="0"/>
                        <a:pt x="10281" y="0"/>
                      </a:cubicBezTo>
                      <a:lnTo>
                        <a:pt x="11319" y="0"/>
                      </a:lnTo>
                      <a:cubicBezTo>
                        <a:pt x="16996" y="0"/>
                        <a:pt x="21600" y="4603"/>
                        <a:pt x="21600" y="10281"/>
                      </a:cubicBezTo>
                      <a:cubicBezTo>
                        <a:pt x="21600" y="10281"/>
                        <a:pt x="21600" y="11319"/>
                        <a:pt x="21600" y="11319"/>
                      </a:cubicBezTo>
                      <a:close/>
                      <a:moveTo>
                        <a:pt x="21600" y="11319"/>
                      </a:moveTo>
                    </a:path>
                  </a:pathLst>
                </a:custGeom>
                <a:solidFill>
                  <a:srgbClr val="18D8C1"/>
                </a:solidFill>
                <a:ln>
                  <a:noFill/>
                </a:ln>
              </p:spPr>
              <p:txBody>
                <a:bodyPr lIns="0" tIns="0" rIns="0" bIns="0"/>
                <a:lstStyle/>
                <a:p>
                  <a:endParaRPr lang="en-US"/>
                </a:p>
              </p:txBody>
            </p:sp>
            <p:sp>
              <p:nvSpPr>
                <p:cNvPr id="8264" name="AutoShape 96"/>
                <p:cNvSpPr/>
                <p:nvPr/>
              </p:nvSpPr>
              <p:spPr bwMode="auto">
                <a:xfrm>
                  <a:off x="12217400" y="6858000"/>
                  <a:ext cx="723900" cy="50800"/>
                </a:xfrm>
                <a:custGeom>
                  <a:avLst/>
                  <a:gdLst>
                    <a:gd name="T0" fmla="*/ 2147483647 w 21600"/>
                    <a:gd name="T1" fmla="*/ 424951 h 21600"/>
                    <a:gd name="T2" fmla="*/ 2147483647 w 21600"/>
                    <a:gd name="T3" fmla="*/ 660835 h 21600"/>
                    <a:gd name="T4" fmla="*/ 682489535 w 21600"/>
                    <a:gd name="T5" fmla="*/ 660835 h 21600"/>
                    <a:gd name="T6" fmla="*/ 0 w 21600"/>
                    <a:gd name="T7" fmla="*/ 424951 h 21600"/>
                    <a:gd name="T8" fmla="*/ 0 w 21600"/>
                    <a:gd name="T9" fmla="*/ 235884 h 21600"/>
                    <a:gd name="T10" fmla="*/ 682489535 w 21600"/>
                    <a:gd name="T11" fmla="*/ 0 h 21600"/>
                    <a:gd name="T12" fmla="*/ 2147483647 w 21600"/>
                    <a:gd name="T13" fmla="*/ 0 h 21600"/>
                    <a:gd name="T14" fmla="*/ 2147483647 w 21600"/>
                    <a:gd name="T15" fmla="*/ 235884 h 21600"/>
                    <a:gd name="T16" fmla="*/ 2147483647 w 21600"/>
                    <a:gd name="T17" fmla="*/ 424951 h 21600"/>
                    <a:gd name="T18" fmla="*/ 2147483647 w 21600"/>
                    <a:gd name="T19" fmla="*/ 42495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3890"/>
                      </a:moveTo>
                      <a:cubicBezTo>
                        <a:pt x="21600" y="18151"/>
                        <a:pt x="21358" y="21600"/>
                        <a:pt x="21059" y="21600"/>
                      </a:cubicBezTo>
                      <a:lnTo>
                        <a:pt x="541" y="21600"/>
                      </a:lnTo>
                      <a:cubicBezTo>
                        <a:pt x="242" y="21600"/>
                        <a:pt x="0" y="18151"/>
                        <a:pt x="0" y="13890"/>
                      </a:cubicBezTo>
                      <a:lnTo>
                        <a:pt x="0" y="7710"/>
                      </a:lnTo>
                      <a:cubicBezTo>
                        <a:pt x="0" y="3451"/>
                        <a:pt x="242" y="0"/>
                        <a:pt x="541" y="0"/>
                      </a:cubicBezTo>
                      <a:lnTo>
                        <a:pt x="21059" y="0"/>
                      </a:lnTo>
                      <a:cubicBezTo>
                        <a:pt x="21358" y="0"/>
                        <a:pt x="21600" y="3451"/>
                        <a:pt x="21600" y="7710"/>
                      </a:cubicBezTo>
                      <a:cubicBezTo>
                        <a:pt x="21600" y="7710"/>
                        <a:pt x="21600" y="13890"/>
                        <a:pt x="21600" y="13890"/>
                      </a:cubicBezTo>
                      <a:close/>
                      <a:moveTo>
                        <a:pt x="21600" y="13890"/>
                      </a:moveTo>
                    </a:path>
                  </a:pathLst>
                </a:custGeom>
                <a:solidFill>
                  <a:srgbClr val="90A8BA"/>
                </a:solidFill>
                <a:ln>
                  <a:noFill/>
                </a:ln>
              </p:spPr>
              <p:txBody>
                <a:bodyPr lIns="0" tIns="0" rIns="0" bIns="0"/>
                <a:lstStyle/>
                <a:p>
                  <a:endParaRPr lang="en-US"/>
                </a:p>
              </p:txBody>
            </p:sp>
            <p:sp>
              <p:nvSpPr>
                <p:cNvPr id="8265" name="AutoShape 97"/>
                <p:cNvSpPr/>
                <p:nvPr/>
              </p:nvSpPr>
              <p:spPr bwMode="auto">
                <a:xfrm>
                  <a:off x="12268200" y="6972300"/>
                  <a:ext cx="622300" cy="50800"/>
                </a:xfrm>
                <a:custGeom>
                  <a:avLst/>
                  <a:gdLst>
                    <a:gd name="T0" fmla="*/ 2147483647 w 21600"/>
                    <a:gd name="T1" fmla="*/ 385614 h 21600"/>
                    <a:gd name="T2" fmla="*/ 2147483647 w 21600"/>
                    <a:gd name="T3" fmla="*/ 660835 h 21600"/>
                    <a:gd name="T4" fmla="*/ 505692994 w 21600"/>
                    <a:gd name="T5" fmla="*/ 660835 h 21600"/>
                    <a:gd name="T6" fmla="*/ 0 w 21600"/>
                    <a:gd name="T7" fmla="*/ 385614 h 21600"/>
                    <a:gd name="T8" fmla="*/ 0 w 21600"/>
                    <a:gd name="T9" fmla="*/ 275221 h 21600"/>
                    <a:gd name="T10" fmla="*/ 505692994 w 21600"/>
                    <a:gd name="T11" fmla="*/ 0 h 21600"/>
                    <a:gd name="T12" fmla="*/ 2147483647 w 21600"/>
                    <a:gd name="T13" fmla="*/ 0 h 21600"/>
                    <a:gd name="T14" fmla="*/ 2147483647 w 21600"/>
                    <a:gd name="T15" fmla="*/ 275221 h 21600"/>
                    <a:gd name="T16" fmla="*/ 2147483647 w 21600"/>
                    <a:gd name="T17" fmla="*/ 385614 h 21600"/>
                    <a:gd name="T18" fmla="*/ 2147483647 w 21600"/>
                    <a:gd name="T19" fmla="*/ 385614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21600" y="12604"/>
                      </a:moveTo>
                      <a:cubicBezTo>
                        <a:pt x="21600" y="17571"/>
                        <a:pt x="21271" y="21600"/>
                        <a:pt x="20866" y="21600"/>
                      </a:cubicBezTo>
                      <a:lnTo>
                        <a:pt x="734" y="21600"/>
                      </a:lnTo>
                      <a:cubicBezTo>
                        <a:pt x="329" y="21600"/>
                        <a:pt x="0" y="17571"/>
                        <a:pt x="0" y="12604"/>
                      </a:cubicBezTo>
                      <a:lnTo>
                        <a:pt x="0" y="8996"/>
                      </a:lnTo>
                      <a:cubicBezTo>
                        <a:pt x="0" y="4029"/>
                        <a:pt x="329" y="0"/>
                        <a:pt x="734" y="0"/>
                      </a:cubicBezTo>
                      <a:lnTo>
                        <a:pt x="20866" y="0"/>
                      </a:lnTo>
                      <a:cubicBezTo>
                        <a:pt x="21271" y="0"/>
                        <a:pt x="21600" y="4029"/>
                        <a:pt x="21600" y="8996"/>
                      </a:cubicBezTo>
                      <a:cubicBezTo>
                        <a:pt x="21600" y="8996"/>
                        <a:pt x="21600" y="12604"/>
                        <a:pt x="21600" y="12604"/>
                      </a:cubicBezTo>
                      <a:close/>
                      <a:moveTo>
                        <a:pt x="21600" y="12604"/>
                      </a:moveTo>
                    </a:path>
                  </a:pathLst>
                </a:custGeom>
                <a:solidFill>
                  <a:srgbClr val="F41100"/>
                </a:solidFill>
                <a:ln>
                  <a:noFill/>
                </a:ln>
              </p:spPr>
              <p:txBody>
                <a:bodyPr lIns="0" tIns="0" rIns="0" bIns="0"/>
                <a:lstStyle/>
                <a:p>
                  <a:endParaRPr lang="en-US"/>
                </a:p>
              </p:txBody>
            </p:sp>
            <p:sp>
              <p:nvSpPr>
                <p:cNvPr id="8266" name="AutoShape 98"/>
                <p:cNvSpPr/>
                <p:nvPr/>
              </p:nvSpPr>
              <p:spPr bwMode="auto">
                <a:xfrm>
                  <a:off x="11176000" y="5549900"/>
                  <a:ext cx="173038" cy="176213"/>
                </a:xfrm>
                <a:custGeom>
                  <a:avLst/>
                  <a:gdLst>
                    <a:gd name="T0" fmla="*/ 72904781 w 18401"/>
                    <a:gd name="T1" fmla="*/ 0 h 18929"/>
                    <a:gd name="T2" fmla="*/ 143659117 w 18401"/>
                    <a:gd name="T3" fmla="*/ 60635825 h 18929"/>
                    <a:gd name="T4" fmla="*/ 64850215 w 18401"/>
                    <a:gd name="T5" fmla="*/ 63061623 h 18929"/>
                    <a:gd name="T6" fmla="*/ 64850215 w 18401"/>
                    <a:gd name="T7" fmla="*/ 126107998 h 18929"/>
                    <a:gd name="T8" fmla="*/ 11549678 w 18401"/>
                    <a:gd name="T9" fmla="*/ 126107998 h 18929"/>
                    <a:gd name="T10" fmla="*/ 72904781 w 18401"/>
                    <a:gd name="T11" fmla="*/ 0 h 18929"/>
                    <a:gd name="T12" fmla="*/ 72904781 w 18401"/>
                    <a:gd name="T13" fmla="*/ 0 h 189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01" h="18929">
                      <a:moveTo>
                        <a:pt x="9323" y="0"/>
                      </a:moveTo>
                      <a:cubicBezTo>
                        <a:pt x="9323" y="0"/>
                        <a:pt x="19009" y="2906"/>
                        <a:pt x="18371" y="8074"/>
                      </a:cubicBezTo>
                      <a:cubicBezTo>
                        <a:pt x="17732" y="13240"/>
                        <a:pt x="8293" y="8397"/>
                        <a:pt x="8293" y="8397"/>
                      </a:cubicBezTo>
                      <a:lnTo>
                        <a:pt x="8293" y="16792"/>
                      </a:lnTo>
                      <a:cubicBezTo>
                        <a:pt x="8293" y="16792"/>
                        <a:pt x="5542" y="21600"/>
                        <a:pt x="1477" y="16792"/>
                      </a:cubicBezTo>
                      <a:cubicBezTo>
                        <a:pt x="-2591" y="11984"/>
                        <a:pt x="2309" y="2584"/>
                        <a:pt x="9323" y="0"/>
                      </a:cubicBezTo>
                      <a:close/>
                      <a:moveTo>
                        <a:pt x="9323" y="0"/>
                      </a:moveTo>
                    </a:path>
                  </a:pathLst>
                </a:custGeom>
                <a:solidFill>
                  <a:srgbClr val="E4E9EF"/>
                </a:solidFill>
                <a:ln>
                  <a:noFill/>
                </a:ln>
              </p:spPr>
              <p:txBody>
                <a:bodyPr lIns="0" tIns="0" rIns="0" bIns="0"/>
                <a:lstStyle/>
                <a:p>
                  <a:endParaRPr lang="en-US"/>
                </a:p>
              </p:txBody>
            </p:sp>
            <p:sp>
              <p:nvSpPr>
                <p:cNvPr id="8267" name="AutoShape 99"/>
                <p:cNvSpPr/>
                <p:nvPr/>
              </p:nvSpPr>
              <p:spPr bwMode="auto">
                <a:xfrm>
                  <a:off x="13449300" y="5600700"/>
                  <a:ext cx="180975" cy="158750"/>
                </a:xfrm>
                <a:custGeom>
                  <a:avLst/>
                  <a:gdLst>
                    <a:gd name="T0" fmla="*/ 0 w 19296"/>
                    <a:gd name="T1" fmla="*/ 67431036 h 18382"/>
                    <a:gd name="T2" fmla="*/ 39446538 w 19296"/>
                    <a:gd name="T3" fmla="*/ 278275 h 18382"/>
                    <a:gd name="T4" fmla="*/ 63285708 w 19296"/>
                    <a:gd name="T5" fmla="*/ 57145172 h 18382"/>
                    <a:gd name="T6" fmla="*/ 125209386 w 19296"/>
                    <a:gd name="T7" fmla="*/ 43160793 h 18382"/>
                    <a:gd name="T8" fmla="*/ 140429003 w 19296"/>
                    <a:gd name="T9" fmla="*/ 83890765 h 18382"/>
                    <a:gd name="T10" fmla="*/ 0 w 19296"/>
                    <a:gd name="T11" fmla="*/ 67431036 h 18382"/>
                    <a:gd name="T12" fmla="*/ 0 w 19296"/>
                    <a:gd name="T13" fmla="*/ 67431036 h 183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296" h="18382">
                      <a:moveTo>
                        <a:pt x="0" y="12122"/>
                      </a:moveTo>
                      <a:cubicBezTo>
                        <a:pt x="0" y="12122"/>
                        <a:pt x="-5" y="930"/>
                        <a:pt x="5098" y="50"/>
                      </a:cubicBezTo>
                      <a:cubicBezTo>
                        <a:pt x="10207" y="-833"/>
                        <a:pt x="8179" y="10273"/>
                        <a:pt x="8179" y="10273"/>
                      </a:cubicBezTo>
                      <a:lnTo>
                        <a:pt x="16182" y="7759"/>
                      </a:lnTo>
                      <a:cubicBezTo>
                        <a:pt x="16182" y="7759"/>
                        <a:pt x="21595" y="9399"/>
                        <a:pt x="18149" y="15081"/>
                      </a:cubicBezTo>
                      <a:cubicBezTo>
                        <a:pt x="14705" y="20767"/>
                        <a:pt x="4428" y="18673"/>
                        <a:pt x="0" y="12122"/>
                      </a:cubicBezTo>
                      <a:close/>
                      <a:moveTo>
                        <a:pt x="0" y="12122"/>
                      </a:moveTo>
                    </a:path>
                  </a:pathLst>
                </a:custGeom>
                <a:solidFill>
                  <a:srgbClr val="E4E9EF"/>
                </a:solidFill>
                <a:ln>
                  <a:noFill/>
                </a:ln>
              </p:spPr>
              <p:txBody>
                <a:bodyPr lIns="0" tIns="0" rIns="0" bIns="0"/>
                <a:lstStyle/>
                <a:p>
                  <a:endParaRPr lang="en-US"/>
                </a:p>
              </p:txBody>
            </p:sp>
            <p:sp>
              <p:nvSpPr>
                <p:cNvPr id="8268" name="AutoShape 100"/>
                <p:cNvSpPr/>
                <p:nvPr/>
              </p:nvSpPr>
              <p:spPr bwMode="auto">
                <a:xfrm>
                  <a:off x="13919200" y="3733800"/>
                  <a:ext cx="1157288" cy="4679950"/>
                </a:xfrm>
                <a:custGeom>
                  <a:avLst/>
                  <a:gdLst>
                    <a:gd name="T0" fmla="*/ 2147483647 w 21415"/>
                    <a:gd name="T1" fmla="*/ 2147483647 h 21554"/>
                    <a:gd name="T2" fmla="*/ 2147483647 w 21415"/>
                    <a:gd name="T3" fmla="*/ 2147483647 h 21554"/>
                    <a:gd name="T4" fmla="*/ 213217628 w 21415"/>
                    <a:gd name="T5" fmla="*/ 2147483647 h 21554"/>
                    <a:gd name="T6" fmla="*/ 2147483647 w 21415"/>
                    <a:gd name="T7" fmla="*/ 2147483647 h 21554"/>
                    <a:gd name="T8" fmla="*/ 2147483647 w 21415"/>
                    <a:gd name="T9" fmla="*/ 2147483647 h 21554"/>
                    <a:gd name="T10" fmla="*/ 2147483647 w 21415"/>
                    <a:gd name="T11" fmla="*/ 2147483647 h 21554"/>
                    <a:gd name="T12" fmla="*/ 2147483647 w 21415"/>
                    <a:gd name="T13" fmla="*/ 2147483647 h 21554"/>
                    <a:gd name="T14" fmla="*/ 2147483647 w 21415"/>
                    <a:gd name="T15" fmla="*/ 2147483647 h 21554"/>
                    <a:gd name="T16" fmla="*/ 2147483647 w 21415"/>
                    <a:gd name="T17" fmla="*/ 2147483647 h 215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15" h="21554">
                      <a:moveTo>
                        <a:pt x="1854" y="21373"/>
                      </a:moveTo>
                      <a:cubicBezTo>
                        <a:pt x="1738" y="21498"/>
                        <a:pt x="1233" y="21577"/>
                        <a:pt x="728" y="21548"/>
                      </a:cubicBezTo>
                      <a:cubicBezTo>
                        <a:pt x="223" y="21519"/>
                        <a:pt x="-92" y="21393"/>
                        <a:pt x="25" y="21267"/>
                      </a:cubicBezTo>
                      <a:lnTo>
                        <a:pt x="19139" y="637"/>
                      </a:lnTo>
                      <a:lnTo>
                        <a:pt x="19562" y="181"/>
                      </a:lnTo>
                      <a:cubicBezTo>
                        <a:pt x="19678" y="56"/>
                        <a:pt x="20182" y="-23"/>
                        <a:pt x="20688" y="6"/>
                      </a:cubicBezTo>
                      <a:cubicBezTo>
                        <a:pt x="21193" y="35"/>
                        <a:pt x="21508" y="161"/>
                        <a:pt x="21391" y="287"/>
                      </a:cubicBezTo>
                      <a:cubicBezTo>
                        <a:pt x="21391" y="287"/>
                        <a:pt x="1854" y="21373"/>
                        <a:pt x="1854" y="21373"/>
                      </a:cubicBezTo>
                      <a:close/>
                      <a:moveTo>
                        <a:pt x="1854" y="21373"/>
                      </a:moveTo>
                    </a:path>
                  </a:pathLst>
                </a:custGeom>
                <a:solidFill>
                  <a:srgbClr val="9A9A9A"/>
                </a:solidFill>
                <a:ln>
                  <a:noFill/>
                </a:ln>
              </p:spPr>
              <p:txBody>
                <a:bodyPr lIns="0" tIns="0" rIns="0" bIns="0"/>
                <a:lstStyle/>
                <a:p>
                  <a:endParaRPr lang="en-US"/>
                </a:p>
              </p:txBody>
            </p:sp>
            <p:sp>
              <p:nvSpPr>
                <p:cNvPr id="8269" name="AutoShape 101"/>
                <p:cNvSpPr/>
                <p:nvPr/>
              </p:nvSpPr>
              <p:spPr bwMode="auto">
                <a:xfrm>
                  <a:off x="14490700" y="4216400"/>
                  <a:ext cx="4275138" cy="2203450"/>
                </a:xfrm>
                <a:custGeom>
                  <a:avLst/>
                  <a:gdLst>
                    <a:gd name="T0" fmla="*/ 2147483647 w 21600"/>
                    <a:gd name="T1" fmla="*/ 2147483647 h 20347"/>
                    <a:gd name="T2" fmla="*/ 2147483647 w 21600"/>
                    <a:gd name="T3" fmla="*/ 2147483647 h 20347"/>
                    <a:gd name="T4" fmla="*/ 2147483647 w 21600"/>
                    <a:gd name="T5" fmla="*/ 2147483647 h 20347"/>
                    <a:gd name="T6" fmla="*/ 2147483647 w 21600"/>
                    <a:gd name="T7" fmla="*/ 2147483647 h 20347"/>
                    <a:gd name="T8" fmla="*/ 2147483647 w 21600"/>
                    <a:gd name="T9" fmla="*/ 2147483647 h 20347"/>
                    <a:gd name="T10" fmla="*/ 2147483647 w 21600"/>
                    <a:gd name="T11" fmla="*/ 2147483647 h 20347"/>
                    <a:gd name="T12" fmla="*/ 2147483647 w 21600"/>
                    <a:gd name="T13" fmla="*/ 2147483647 h 20347"/>
                    <a:gd name="T14" fmla="*/ 0 w 21600"/>
                    <a:gd name="T15" fmla="*/ 2147483647 h 20347"/>
                    <a:gd name="T16" fmla="*/ 2147483647 w 21600"/>
                    <a:gd name="T17" fmla="*/ 2147483647 h 20347"/>
                    <a:gd name="T18" fmla="*/ 2147483647 w 21600"/>
                    <a:gd name="T19" fmla="*/ 2147483647 h 20347"/>
                    <a:gd name="T20" fmla="*/ 2147483647 w 21600"/>
                    <a:gd name="T21" fmla="*/ 2147483647 h 20347"/>
                    <a:gd name="T22" fmla="*/ 2147483647 w 21600"/>
                    <a:gd name="T23" fmla="*/ 2147483647 h 20347"/>
                    <a:gd name="T24" fmla="*/ 2147483647 w 21600"/>
                    <a:gd name="T25" fmla="*/ 2147483647 h 203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0347">
                      <a:moveTo>
                        <a:pt x="21053" y="11356"/>
                      </a:moveTo>
                      <a:cubicBezTo>
                        <a:pt x="19522" y="11867"/>
                        <a:pt x="16965" y="10353"/>
                        <a:pt x="14989" y="8797"/>
                      </a:cubicBezTo>
                      <a:cubicBezTo>
                        <a:pt x="13012" y="7241"/>
                        <a:pt x="11430" y="3085"/>
                        <a:pt x="8655" y="1072"/>
                      </a:cubicBezTo>
                      <a:cubicBezTo>
                        <a:pt x="5881" y="-941"/>
                        <a:pt x="1879" y="499"/>
                        <a:pt x="1879" y="499"/>
                      </a:cubicBezTo>
                      <a:lnTo>
                        <a:pt x="1878" y="508"/>
                      </a:lnTo>
                      <a:cubicBezTo>
                        <a:pt x="2113" y="1602"/>
                        <a:pt x="2264" y="3291"/>
                        <a:pt x="2015" y="5799"/>
                      </a:cubicBezTo>
                      <a:cubicBezTo>
                        <a:pt x="1522" y="10768"/>
                        <a:pt x="2077" y="15085"/>
                        <a:pt x="48" y="19014"/>
                      </a:cubicBezTo>
                      <a:lnTo>
                        <a:pt x="0" y="19500"/>
                      </a:lnTo>
                      <a:cubicBezTo>
                        <a:pt x="0" y="19500"/>
                        <a:pt x="613" y="17292"/>
                        <a:pt x="4393" y="17082"/>
                      </a:cubicBezTo>
                      <a:cubicBezTo>
                        <a:pt x="8173" y="16872"/>
                        <a:pt x="8880" y="20659"/>
                        <a:pt x="14651" y="20326"/>
                      </a:cubicBezTo>
                      <a:cubicBezTo>
                        <a:pt x="19958" y="20020"/>
                        <a:pt x="21402" y="12389"/>
                        <a:pt x="21600" y="11162"/>
                      </a:cubicBezTo>
                      <a:cubicBezTo>
                        <a:pt x="21469" y="11213"/>
                        <a:pt x="21291" y="11276"/>
                        <a:pt x="21053" y="11356"/>
                      </a:cubicBezTo>
                      <a:close/>
                      <a:moveTo>
                        <a:pt x="21053" y="11356"/>
                      </a:moveTo>
                    </a:path>
                  </a:pathLst>
                </a:custGeom>
                <a:solidFill>
                  <a:srgbClr val="DB125A"/>
                </a:solidFill>
                <a:ln>
                  <a:noFill/>
                </a:ln>
              </p:spPr>
              <p:txBody>
                <a:bodyPr lIns="0" tIns="0" rIns="0" bIns="0"/>
                <a:lstStyle/>
                <a:p>
                  <a:endParaRPr lang="en-US"/>
                </a:p>
              </p:txBody>
            </p:sp>
          </p:grpSp>
          <p:sp>
            <p:nvSpPr>
              <p:cNvPr id="8227" name="AutoShape 103"/>
              <p:cNvSpPr/>
              <p:nvPr/>
            </p:nvSpPr>
            <p:spPr bwMode="auto">
              <a:xfrm>
                <a:off x="15633700" y="4813300"/>
                <a:ext cx="3116263" cy="1604963"/>
              </a:xfrm>
              <a:custGeom>
                <a:avLst/>
                <a:gdLst>
                  <a:gd name="T0" fmla="*/ 2147483647 w 21600"/>
                  <a:gd name="T1" fmla="*/ 2147483647 h 21222"/>
                  <a:gd name="T2" fmla="*/ 2147483647 w 21600"/>
                  <a:gd name="T3" fmla="*/ 0 h 21222"/>
                  <a:gd name="T4" fmla="*/ 2147483647 w 21600"/>
                  <a:gd name="T5" fmla="*/ 2147483647 h 21222"/>
                  <a:gd name="T6" fmla="*/ 0 w 21600"/>
                  <a:gd name="T7" fmla="*/ 2147483647 h 21222"/>
                  <a:gd name="T8" fmla="*/ 2147483647 w 21600"/>
                  <a:gd name="T9" fmla="*/ 2147483647 h 21222"/>
                  <a:gd name="T10" fmla="*/ 2147483647 w 21600"/>
                  <a:gd name="T11" fmla="*/ 2147483647 h 21222"/>
                  <a:gd name="T12" fmla="*/ 2147483647 w 21600"/>
                  <a:gd name="T13" fmla="*/ 2147483647 h 21222"/>
                  <a:gd name="T14" fmla="*/ 2147483647 w 21600"/>
                  <a:gd name="T15" fmla="*/ 2147483647 h 21222"/>
                  <a:gd name="T16" fmla="*/ 2147483647 w 21600"/>
                  <a:gd name="T17" fmla="*/ 2147483647 h 212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222">
                    <a:moveTo>
                      <a:pt x="12531" y="4694"/>
                    </a:moveTo>
                    <a:cubicBezTo>
                      <a:pt x="11301" y="3685"/>
                      <a:pt x="10182" y="1908"/>
                      <a:pt x="8972" y="0"/>
                    </a:cubicBezTo>
                    <a:cubicBezTo>
                      <a:pt x="9275" y="3050"/>
                      <a:pt x="8948" y="6597"/>
                      <a:pt x="7200" y="10125"/>
                    </a:cubicBezTo>
                    <a:cubicBezTo>
                      <a:pt x="5268" y="14026"/>
                      <a:pt x="2416" y="15871"/>
                      <a:pt x="0" y="16739"/>
                    </a:cubicBezTo>
                    <a:cubicBezTo>
                      <a:pt x="3603" y="17681"/>
                      <a:pt x="5287" y="21600"/>
                      <a:pt x="12069" y="21192"/>
                    </a:cubicBezTo>
                    <a:cubicBezTo>
                      <a:pt x="19347" y="20754"/>
                      <a:pt x="21328" y="9834"/>
                      <a:pt x="21600" y="8078"/>
                    </a:cubicBezTo>
                    <a:cubicBezTo>
                      <a:pt x="21421" y="8151"/>
                      <a:pt x="21177" y="8241"/>
                      <a:pt x="20850" y="8355"/>
                    </a:cubicBezTo>
                    <a:cubicBezTo>
                      <a:pt x="18750" y="9087"/>
                      <a:pt x="15242" y="6921"/>
                      <a:pt x="12531" y="4694"/>
                    </a:cubicBezTo>
                    <a:close/>
                    <a:moveTo>
                      <a:pt x="12531" y="4694"/>
                    </a:moveTo>
                  </a:path>
                </a:pathLst>
              </a:custGeom>
              <a:solidFill>
                <a:srgbClr val="BC0F4D"/>
              </a:solidFill>
              <a:ln>
                <a:noFill/>
              </a:ln>
            </p:spPr>
            <p:txBody>
              <a:bodyPr lIns="0" tIns="0" rIns="0" bIns="0"/>
              <a:lstStyle/>
              <a:p>
                <a:endParaRPr lang="en-US"/>
              </a:p>
            </p:txBody>
          </p:sp>
        </p:grpSp>
        <p:grpSp>
          <p:nvGrpSpPr>
            <p:cNvPr id="8211" name="Group 122"/>
            <p:cNvGrpSpPr/>
            <p:nvPr/>
          </p:nvGrpSpPr>
          <p:grpSpPr bwMode="auto">
            <a:xfrm>
              <a:off x="8813800" y="8089900"/>
              <a:ext cx="7232650" cy="5259388"/>
              <a:chOff x="8813800" y="8089900"/>
              <a:chExt cx="7232650" cy="5259388"/>
            </a:xfrm>
          </p:grpSpPr>
          <p:sp>
            <p:nvSpPr>
              <p:cNvPr id="8212" name="AutoShape 10"/>
              <p:cNvSpPr/>
              <p:nvPr/>
            </p:nvSpPr>
            <p:spPr bwMode="auto">
              <a:xfrm>
                <a:off x="8813800" y="8318500"/>
                <a:ext cx="7232650" cy="4268788"/>
              </a:xfrm>
              <a:custGeom>
                <a:avLst/>
                <a:gdLst>
                  <a:gd name="T0" fmla="*/ 2147483647 w 21431"/>
                  <a:gd name="T1" fmla="*/ 2147483647 h 21304"/>
                  <a:gd name="T2" fmla="*/ 2147483647 w 21431"/>
                  <a:gd name="T3" fmla="*/ 2147483647 h 21304"/>
                  <a:gd name="T4" fmla="*/ 2147483647 w 21431"/>
                  <a:gd name="T5" fmla="*/ 2147483647 h 21304"/>
                  <a:gd name="T6" fmla="*/ 2147483647 w 21431"/>
                  <a:gd name="T7" fmla="*/ 2147483647 h 21304"/>
                  <a:gd name="T8" fmla="*/ 2147483647 w 21431"/>
                  <a:gd name="T9" fmla="*/ 2147483647 h 21304"/>
                  <a:gd name="T10" fmla="*/ 2147483647 w 21431"/>
                  <a:gd name="T11" fmla="*/ 2147483647 h 21304"/>
                  <a:gd name="T12" fmla="*/ 2147483647 w 21431"/>
                  <a:gd name="T13" fmla="*/ 2147483647 h 21304"/>
                  <a:gd name="T14" fmla="*/ 2147483647 w 21431"/>
                  <a:gd name="T15" fmla="*/ 2147483647 h 21304"/>
                  <a:gd name="T16" fmla="*/ 2147483647 w 21431"/>
                  <a:gd name="T17" fmla="*/ 2147483647 h 21304"/>
                  <a:gd name="T18" fmla="*/ 2147483647 w 21431"/>
                  <a:gd name="T19" fmla="*/ 2147483647 h 21304"/>
                  <a:gd name="T20" fmla="*/ 2147483647 w 21431"/>
                  <a:gd name="T21" fmla="*/ 2147483647 h 21304"/>
                  <a:gd name="T22" fmla="*/ 2147483647 w 21431"/>
                  <a:gd name="T23" fmla="*/ 2147483647 h 21304"/>
                  <a:gd name="T24" fmla="*/ 2147483647 w 21431"/>
                  <a:gd name="T25" fmla="*/ 2147483647 h 21304"/>
                  <a:gd name="T26" fmla="*/ 2147483647 w 21431"/>
                  <a:gd name="T27" fmla="*/ 2147483647 h 21304"/>
                  <a:gd name="T28" fmla="*/ 2147483647 w 21431"/>
                  <a:gd name="T29" fmla="*/ 2147483647 h 21304"/>
                  <a:gd name="T30" fmla="*/ 2147483647 w 21431"/>
                  <a:gd name="T31" fmla="*/ 2147483647 h 21304"/>
                  <a:gd name="T32" fmla="*/ 2147483647 w 21431"/>
                  <a:gd name="T33" fmla="*/ 2147483647 h 21304"/>
                  <a:gd name="T34" fmla="*/ 2147483647 w 21431"/>
                  <a:gd name="T35" fmla="*/ 0 h 21304"/>
                  <a:gd name="T36" fmla="*/ 2147483647 w 21431"/>
                  <a:gd name="T37" fmla="*/ 0 h 21304"/>
                  <a:gd name="T38" fmla="*/ 0 w 21431"/>
                  <a:gd name="T39" fmla="*/ 2147483647 h 21304"/>
                  <a:gd name="T40" fmla="*/ 2147483647 w 21431"/>
                  <a:gd name="T41" fmla="*/ 2147483647 h 21304"/>
                  <a:gd name="T42" fmla="*/ 2147483647 w 21431"/>
                  <a:gd name="T43" fmla="*/ 2147483647 h 213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1431" h="21304">
                    <a:moveTo>
                      <a:pt x="507" y="3041"/>
                    </a:moveTo>
                    <a:cubicBezTo>
                      <a:pt x="507" y="3041"/>
                      <a:pt x="1014" y="7265"/>
                      <a:pt x="1825" y="8963"/>
                    </a:cubicBezTo>
                    <a:cubicBezTo>
                      <a:pt x="2637" y="10661"/>
                      <a:pt x="3346" y="11282"/>
                      <a:pt x="3346" y="11282"/>
                    </a:cubicBezTo>
                    <a:lnTo>
                      <a:pt x="4056" y="11282"/>
                    </a:lnTo>
                    <a:cubicBezTo>
                      <a:pt x="4056" y="11282"/>
                      <a:pt x="4462" y="13130"/>
                      <a:pt x="5273" y="14211"/>
                    </a:cubicBezTo>
                    <a:cubicBezTo>
                      <a:pt x="6085" y="15291"/>
                      <a:pt x="7099" y="16061"/>
                      <a:pt x="7099" y="16061"/>
                    </a:cubicBezTo>
                    <a:lnTo>
                      <a:pt x="7855" y="18035"/>
                    </a:lnTo>
                    <a:cubicBezTo>
                      <a:pt x="7855" y="18035"/>
                      <a:pt x="8518" y="19609"/>
                      <a:pt x="9228" y="19918"/>
                    </a:cubicBezTo>
                    <a:cubicBezTo>
                      <a:pt x="9938" y="20227"/>
                      <a:pt x="10851" y="21068"/>
                      <a:pt x="10851" y="21068"/>
                    </a:cubicBezTo>
                    <a:cubicBezTo>
                      <a:pt x="10851" y="21068"/>
                      <a:pt x="12169" y="21600"/>
                      <a:pt x="12879" y="21068"/>
                    </a:cubicBezTo>
                    <a:cubicBezTo>
                      <a:pt x="13589" y="20535"/>
                      <a:pt x="15413" y="16932"/>
                      <a:pt x="15413" y="16932"/>
                    </a:cubicBezTo>
                    <a:cubicBezTo>
                      <a:pt x="15413" y="16932"/>
                      <a:pt x="15921" y="15596"/>
                      <a:pt x="16530" y="14824"/>
                    </a:cubicBezTo>
                    <a:cubicBezTo>
                      <a:pt x="17138" y="14052"/>
                      <a:pt x="17949" y="12173"/>
                      <a:pt x="17949" y="12173"/>
                    </a:cubicBezTo>
                    <a:cubicBezTo>
                      <a:pt x="17949" y="12173"/>
                      <a:pt x="18355" y="9885"/>
                      <a:pt x="18761" y="9577"/>
                    </a:cubicBezTo>
                    <a:cubicBezTo>
                      <a:pt x="19166" y="9268"/>
                      <a:pt x="19977" y="8496"/>
                      <a:pt x="20383" y="7493"/>
                    </a:cubicBezTo>
                    <a:cubicBezTo>
                      <a:pt x="20789" y="6490"/>
                      <a:pt x="20992" y="4946"/>
                      <a:pt x="21296" y="4637"/>
                    </a:cubicBezTo>
                    <a:cubicBezTo>
                      <a:pt x="21600" y="4329"/>
                      <a:pt x="21296" y="1238"/>
                      <a:pt x="21296" y="1238"/>
                    </a:cubicBezTo>
                    <a:lnTo>
                      <a:pt x="8315" y="0"/>
                    </a:lnTo>
                    <a:lnTo>
                      <a:pt x="4056" y="0"/>
                    </a:lnTo>
                    <a:lnTo>
                      <a:pt x="0" y="1701"/>
                    </a:lnTo>
                    <a:cubicBezTo>
                      <a:pt x="0" y="1701"/>
                      <a:pt x="507" y="3041"/>
                      <a:pt x="507" y="3041"/>
                    </a:cubicBezTo>
                    <a:close/>
                    <a:moveTo>
                      <a:pt x="507" y="3041"/>
                    </a:moveTo>
                  </a:path>
                </a:pathLst>
              </a:custGeom>
              <a:solidFill>
                <a:srgbClr val="D8C19A"/>
              </a:solidFill>
              <a:ln>
                <a:noFill/>
              </a:ln>
            </p:spPr>
            <p:txBody>
              <a:bodyPr lIns="0" tIns="0" rIns="0" bIns="0"/>
              <a:lstStyle/>
              <a:p>
                <a:endParaRPr lang="en-US"/>
              </a:p>
            </p:txBody>
          </p:sp>
          <p:sp>
            <p:nvSpPr>
              <p:cNvPr id="8213" name="AutoShape 11"/>
              <p:cNvSpPr/>
              <p:nvPr/>
            </p:nvSpPr>
            <p:spPr bwMode="auto">
              <a:xfrm>
                <a:off x="8813800" y="8458200"/>
                <a:ext cx="7232650" cy="717550"/>
              </a:xfrm>
              <a:custGeom>
                <a:avLst/>
                <a:gdLst>
                  <a:gd name="T0" fmla="*/ 0 w 21600"/>
                  <a:gd name="T1" fmla="*/ 2147483647 h 20735"/>
                  <a:gd name="T2" fmla="*/ 0 w 21600"/>
                  <a:gd name="T3" fmla="*/ 2147483647 h 20735"/>
                  <a:gd name="T4" fmla="*/ 2147483647 w 21600"/>
                  <a:gd name="T5" fmla="*/ 2147483647 h 20735"/>
                  <a:gd name="T6" fmla="*/ 2147483647 w 21600"/>
                  <a:gd name="T7" fmla="*/ 2147483647 h 20735"/>
                  <a:gd name="T8" fmla="*/ 2147483647 w 21600"/>
                  <a:gd name="T9" fmla="*/ 2147483647 h 20735"/>
                  <a:gd name="T10" fmla="*/ 2147483647 w 21600"/>
                  <a:gd name="T11" fmla="*/ 2147483647 h 20735"/>
                  <a:gd name="T12" fmla="*/ 2147483647 w 21600"/>
                  <a:gd name="T13" fmla="*/ 2147483647 h 20735"/>
                  <a:gd name="T14" fmla="*/ 2147483647 w 21600"/>
                  <a:gd name="T15" fmla="*/ 2147483647 h 20735"/>
                  <a:gd name="T16" fmla="*/ 2147483647 w 21600"/>
                  <a:gd name="T17" fmla="*/ 2147483647 h 20735"/>
                  <a:gd name="T18" fmla="*/ 2147483647 w 21600"/>
                  <a:gd name="T19" fmla="*/ 2147483647 h 20735"/>
                  <a:gd name="T20" fmla="*/ 2147483647 w 21600"/>
                  <a:gd name="T21" fmla="*/ 2147483647 h 20735"/>
                  <a:gd name="T22" fmla="*/ 2147483647 w 21600"/>
                  <a:gd name="T23" fmla="*/ 2147483647 h 20735"/>
                  <a:gd name="T24" fmla="*/ 2147483647 w 21600"/>
                  <a:gd name="T25" fmla="*/ 2147483647 h 20735"/>
                  <a:gd name="T26" fmla="*/ 2147483647 w 21600"/>
                  <a:gd name="T27" fmla="*/ 2147483647 h 20735"/>
                  <a:gd name="T28" fmla="*/ 2147483647 w 21600"/>
                  <a:gd name="T29" fmla="*/ 2147483647 h 20735"/>
                  <a:gd name="T30" fmla="*/ 2147483647 w 21600"/>
                  <a:gd name="T31" fmla="*/ 2147483647 h 20735"/>
                  <a:gd name="T32" fmla="*/ 2147483647 w 21600"/>
                  <a:gd name="T33" fmla="*/ 2147483647 h 20735"/>
                  <a:gd name="T34" fmla="*/ 2147483647 w 21600"/>
                  <a:gd name="T35" fmla="*/ 0 h 20735"/>
                  <a:gd name="T36" fmla="*/ 2147483647 w 21600"/>
                  <a:gd name="T37" fmla="*/ 0 h 20735"/>
                  <a:gd name="T38" fmla="*/ 2147483647 w 21600"/>
                  <a:gd name="T39" fmla="*/ 2147483647 h 20735"/>
                  <a:gd name="T40" fmla="*/ 2147483647 w 21600"/>
                  <a:gd name="T41" fmla="*/ 2147483647 h 20735"/>
                  <a:gd name="T42" fmla="*/ 0 w 21600"/>
                  <a:gd name="T43" fmla="*/ 2147483647 h 20735"/>
                  <a:gd name="T44" fmla="*/ 0 w 21600"/>
                  <a:gd name="T45" fmla="*/ 2147483647 h 207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0735">
                    <a:moveTo>
                      <a:pt x="0" y="6882"/>
                    </a:moveTo>
                    <a:lnTo>
                      <a:pt x="0" y="13306"/>
                    </a:lnTo>
                    <a:cubicBezTo>
                      <a:pt x="0" y="13306"/>
                      <a:pt x="3833" y="14294"/>
                      <a:pt x="4702" y="17258"/>
                    </a:cubicBezTo>
                    <a:cubicBezTo>
                      <a:pt x="5570" y="20223"/>
                      <a:pt x="6286" y="17258"/>
                      <a:pt x="6286" y="17258"/>
                    </a:cubicBezTo>
                    <a:cubicBezTo>
                      <a:pt x="6286" y="17258"/>
                      <a:pt x="7615" y="18411"/>
                      <a:pt x="7870" y="18576"/>
                    </a:cubicBezTo>
                    <a:cubicBezTo>
                      <a:pt x="8126" y="18741"/>
                      <a:pt x="9250" y="17917"/>
                      <a:pt x="9352" y="18576"/>
                    </a:cubicBezTo>
                    <a:cubicBezTo>
                      <a:pt x="9454" y="19234"/>
                      <a:pt x="10715" y="20612"/>
                      <a:pt x="10800" y="20170"/>
                    </a:cubicBezTo>
                    <a:cubicBezTo>
                      <a:pt x="10885" y="19729"/>
                      <a:pt x="11754" y="21600"/>
                      <a:pt x="11958" y="20170"/>
                    </a:cubicBezTo>
                    <a:cubicBezTo>
                      <a:pt x="12163" y="18741"/>
                      <a:pt x="13236" y="19624"/>
                      <a:pt x="13491" y="20170"/>
                    </a:cubicBezTo>
                    <a:cubicBezTo>
                      <a:pt x="13747" y="20717"/>
                      <a:pt x="14871" y="21106"/>
                      <a:pt x="15178" y="20170"/>
                    </a:cubicBezTo>
                    <a:cubicBezTo>
                      <a:pt x="15485" y="19234"/>
                      <a:pt x="16864" y="17753"/>
                      <a:pt x="17018" y="17753"/>
                    </a:cubicBezTo>
                    <a:cubicBezTo>
                      <a:pt x="17171" y="17753"/>
                      <a:pt x="18193" y="17258"/>
                      <a:pt x="18346" y="17258"/>
                    </a:cubicBezTo>
                    <a:cubicBezTo>
                      <a:pt x="18500" y="17258"/>
                      <a:pt x="20135" y="16764"/>
                      <a:pt x="20135" y="16764"/>
                    </a:cubicBezTo>
                    <a:lnTo>
                      <a:pt x="21106" y="13809"/>
                    </a:lnTo>
                    <a:lnTo>
                      <a:pt x="21600" y="13550"/>
                    </a:lnTo>
                    <a:lnTo>
                      <a:pt x="21464" y="3918"/>
                    </a:lnTo>
                    <a:cubicBezTo>
                      <a:pt x="21464" y="3918"/>
                      <a:pt x="14616" y="1066"/>
                      <a:pt x="14309" y="1513"/>
                    </a:cubicBezTo>
                    <a:cubicBezTo>
                      <a:pt x="14003" y="1959"/>
                      <a:pt x="10527" y="0"/>
                      <a:pt x="9352" y="0"/>
                    </a:cubicBezTo>
                    <a:cubicBezTo>
                      <a:pt x="8177" y="0"/>
                      <a:pt x="5366" y="0"/>
                      <a:pt x="5366" y="0"/>
                    </a:cubicBezTo>
                    <a:cubicBezTo>
                      <a:pt x="5366" y="0"/>
                      <a:pt x="4139" y="78"/>
                      <a:pt x="3475" y="1513"/>
                    </a:cubicBezTo>
                    <a:cubicBezTo>
                      <a:pt x="2811" y="2947"/>
                      <a:pt x="1226" y="1504"/>
                      <a:pt x="1226" y="1504"/>
                    </a:cubicBezTo>
                    <a:cubicBezTo>
                      <a:pt x="1226" y="1504"/>
                      <a:pt x="0" y="6882"/>
                      <a:pt x="0" y="6882"/>
                    </a:cubicBezTo>
                    <a:close/>
                    <a:moveTo>
                      <a:pt x="0" y="6882"/>
                    </a:moveTo>
                  </a:path>
                </a:pathLst>
              </a:custGeom>
              <a:solidFill>
                <a:srgbClr val="77673D"/>
              </a:solidFill>
              <a:ln>
                <a:noFill/>
              </a:ln>
            </p:spPr>
            <p:txBody>
              <a:bodyPr lIns="0" tIns="0" rIns="0" bIns="0"/>
              <a:lstStyle/>
              <a:p>
                <a:endParaRPr lang="en-US"/>
              </a:p>
            </p:txBody>
          </p:sp>
          <p:sp>
            <p:nvSpPr>
              <p:cNvPr id="8214" name="AutoShape 12"/>
              <p:cNvSpPr/>
              <p:nvPr/>
            </p:nvSpPr>
            <p:spPr bwMode="auto">
              <a:xfrm>
                <a:off x="8877300" y="8585200"/>
                <a:ext cx="7167563" cy="3770313"/>
              </a:xfrm>
              <a:custGeom>
                <a:avLst/>
                <a:gdLst>
                  <a:gd name="T0" fmla="*/ 2147483647 w 21294"/>
                  <a:gd name="T1" fmla="*/ 2147483647 h 21347"/>
                  <a:gd name="T2" fmla="*/ 2147483647 w 21294"/>
                  <a:gd name="T3" fmla="*/ 2147483647 h 21347"/>
                  <a:gd name="T4" fmla="*/ 2147483647 w 21294"/>
                  <a:gd name="T5" fmla="*/ 2147483647 h 21347"/>
                  <a:gd name="T6" fmla="*/ 2147483647 w 21294"/>
                  <a:gd name="T7" fmla="*/ 2147483647 h 21347"/>
                  <a:gd name="T8" fmla="*/ 2147483647 w 21294"/>
                  <a:gd name="T9" fmla="*/ 2147483647 h 21347"/>
                  <a:gd name="T10" fmla="*/ 2147483647 w 21294"/>
                  <a:gd name="T11" fmla="*/ 2147483647 h 21347"/>
                  <a:gd name="T12" fmla="*/ 2147483647 w 21294"/>
                  <a:gd name="T13" fmla="*/ 2147483647 h 21347"/>
                  <a:gd name="T14" fmla="*/ 2147483647 w 21294"/>
                  <a:gd name="T15" fmla="*/ 2147483647 h 21347"/>
                  <a:gd name="T16" fmla="*/ 2147483647 w 21294"/>
                  <a:gd name="T17" fmla="*/ 2147483647 h 21347"/>
                  <a:gd name="T18" fmla="*/ 2147483647 w 21294"/>
                  <a:gd name="T19" fmla="*/ 2147483647 h 21347"/>
                  <a:gd name="T20" fmla="*/ 2147483647 w 21294"/>
                  <a:gd name="T21" fmla="*/ 2147483647 h 21347"/>
                  <a:gd name="T22" fmla="*/ 2147483647 w 21294"/>
                  <a:gd name="T23" fmla="*/ 2147483647 h 21347"/>
                  <a:gd name="T24" fmla="*/ 2147483647 w 21294"/>
                  <a:gd name="T25" fmla="*/ 2147483647 h 21347"/>
                  <a:gd name="T26" fmla="*/ 2147483647 w 21294"/>
                  <a:gd name="T27" fmla="*/ 2147483647 h 21347"/>
                  <a:gd name="T28" fmla="*/ 2147483647 w 21294"/>
                  <a:gd name="T29" fmla="*/ 2147483647 h 21347"/>
                  <a:gd name="T30" fmla="*/ 2147483647 w 21294"/>
                  <a:gd name="T31" fmla="*/ 2147483647 h 21347"/>
                  <a:gd name="T32" fmla="*/ 2147483647 w 21294"/>
                  <a:gd name="T33" fmla="*/ 2147483647 h 21347"/>
                  <a:gd name="T34" fmla="*/ 2147483647 w 21294"/>
                  <a:gd name="T35" fmla="*/ 2147483647 h 21347"/>
                  <a:gd name="T36" fmla="*/ 2147483647 w 21294"/>
                  <a:gd name="T37" fmla="*/ 2147483647 h 21347"/>
                  <a:gd name="T38" fmla="*/ 2147483647 w 21294"/>
                  <a:gd name="T39" fmla="*/ 2147483647 h 21347"/>
                  <a:gd name="T40" fmla="*/ 2147483647 w 21294"/>
                  <a:gd name="T41" fmla="*/ 2147483647 h 21347"/>
                  <a:gd name="T42" fmla="*/ 2147483647 w 21294"/>
                  <a:gd name="T43" fmla="*/ 2147483647 h 21347"/>
                  <a:gd name="T44" fmla="*/ 2147483647 w 21294"/>
                  <a:gd name="T45" fmla="*/ 2147483647 h 21347"/>
                  <a:gd name="T46" fmla="*/ 2147483647 w 21294"/>
                  <a:gd name="T47" fmla="*/ 2147483647 h 21347"/>
                  <a:gd name="T48" fmla="*/ 2147483647 w 21294"/>
                  <a:gd name="T49" fmla="*/ 2147483647 h 21347"/>
                  <a:gd name="T50" fmla="*/ 2147483647 w 21294"/>
                  <a:gd name="T51" fmla="*/ 2147483647 h 21347"/>
                  <a:gd name="T52" fmla="*/ 2147483647 w 21294"/>
                  <a:gd name="T53" fmla="*/ 2147483647 h 21347"/>
                  <a:gd name="T54" fmla="*/ 2147483647 w 21294"/>
                  <a:gd name="T55" fmla="*/ 2147483647 h 21347"/>
                  <a:gd name="T56" fmla="*/ 2147483647 w 21294"/>
                  <a:gd name="T57" fmla="*/ 2147483647 h 21347"/>
                  <a:gd name="T58" fmla="*/ 2147483647 w 21294"/>
                  <a:gd name="T59" fmla="*/ 2147483647 h 21347"/>
                  <a:gd name="T60" fmla="*/ 2147483647 w 21294"/>
                  <a:gd name="T61" fmla="*/ 2147483647 h 21347"/>
                  <a:gd name="T62" fmla="*/ 2147483647 w 21294"/>
                  <a:gd name="T63" fmla="*/ 2147483647 h 21347"/>
                  <a:gd name="T64" fmla="*/ 2147483647 w 21294"/>
                  <a:gd name="T65" fmla="*/ 2147483647 h 21347"/>
                  <a:gd name="T66" fmla="*/ 2147483647 w 21294"/>
                  <a:gd name="T67" fmla="*/ 2147483647 h 21347"/>
                  <a:gd name="T68" fmla="*/ 2147483647 w 21294"/>
                  <a:gd name="T69" fmla="*/ 2147483647 h 21347"/>
                  <a:gd name="T70" fmla="*/ 2147483647 w 21294"/>
                  <a:gd name="T71" fmla="*/ 2147483647 h 21347"/>
                  <a:gd name="T72" fmla="*/ 2147483647 w 21294"/>
                  <a:gd name="T73" fmla="*/ 2147483647 h 21347"/>
                  <a:gd name="T74" fmla="*/ 2147483647 w 21294"/>
                  <a:gd name="T75" fmla="*/ 2147483647 h 21347"/>
                  <a:gd name="T76" fmla="*/ 2147483647 w 21294"/>
                  <a:gd name="T77" fmla="*/ 2147483647 h 21347"/>
                  <a:gd name="T78" fmla="*/ 2147483647 w 21294"/>
                  <a:gd name="T79" fmla="*/ 2147483647 h 21347"/>
                  <a:gd name="T80" fmla="*/ 2147483647 w 21294"/>
                  <a:gd name="T81" fmla="*/ 2147483647 h 21347"/>
                  <a:gd name="T82" fmla="*/ 2147483647 w 21294"/>
                  <a:gd name="T83" fmla="*/ 2147483647 h 21347"/>
                  <a:gd name="T84" fmla="*/ 2147483647 w 21294"/>
                  <a:gd name="T85" fmla="*/ 2147483647 h 21347"/>
                  <a:gd name="T86" fmla="*/ 2147483647 w 21294"/>
                  <a:gd name="T87" fmla="*/ 2147483647 h 21347"/>
                  <a:gd name="T88" fmla="*/ 2147483647 w 21294"/>
                  <a:gd name="T89" fmla="*/ 2147483647 h 21347"/>
                  <a:gd name="T90" fmla="*/ 2147483647 w 21294"/>
                  <a:gd name="T91" fmla="*/ 2147483647 h 21347"/>
                  <a:gd name="T92" fmla="*/ 2147483647 w 21294"/>
                  <a:gd name="T93" fmla="*/ 2147483647 h 21347"/>
                  <a:gd name="T94" fmla="*/ 2147483647 w 21294"/>
                  <a:gd name="T95" fmla="*/ 2147483647 h 21347"/>
                  <a:gd name="T96" fmla="*/ 2147483647 w 21294"/>
                  <a:gd name="T97" fmla="*/ 2147483647 h 21347"/>
                  <a:gd name="T98" fmla="*/ 2147483647 w 21294"/>
                  <a:gd name="T99" fmla="*/ 2147483647 h 21347"/>
                  <a:gd name="T100" fmla="*/ 2147483647 w 21294"/>
                  <a:gd name="T101" fmla="*/ 2147483647 h 21347"/>
                  <a:gd name="T102" fmla="*/ 2147483647 w 21294"/>
                  <a:gd name="T103" fmla="*/ 0 h 21347"/>
                  <a:gd name="T104" fmla="*/ 0 w 21294"/>
                  <a:gd name="T105" fmla="*/ 2147483647 h 2134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1294" h="21347">
                    <a:moveTo>
                      <a:pt x="0" y="1913"/>
                    </a:moveTo>
                    <a:cubicBezTo>
                      <a:pt x="0" y="1913"/>
                      <a:pt x="729" y="6533"/>
                      <a:pt x="1543" y="8083"/>
                    </a:cubicBezTo>
                    <a:cubicBezTo>
                      <a:pt x="2356" y="9632"/>
                      <a:pt x="2254" y="8497"/>
                      <a:pt x="2254" y="8497"/>
                    </a:cubicBezTo>
                    <a:lnTo>
                      <a:pt x="1901" y="3889"/>
                    </a:lnTo>
                    <a:lnTo>
                      <a:pt x="2818" y="7205"/>
                    </a:lnTo>
                    <a:lnTo>
                      <a:pt x="2818" y="3912"/>
                    </a:lnTo>
                    <a:cubicBezTo>
                      <a:pt x="2818" y="3912"/>
                      <a:pt x="3375" y="6878"/>
                      <a:pt x="3730" y="8495"/>
                    </a:cubicBezTo>
                    <a:cubicBezTo>
                      <a:pt x="4086" y="10111"/>
                      <a:pt x="3882" y="11758"/>
                      <a:pt x="4593" y="12533"/>
                    </a:cubicBezTo>
                    <a:cubicBezTo>
                      <a:pt x="5305" y="13308"/>
                      <a:pt x="6372" y="15051"/>
                      <a:pt x="6372" y="15051"/>
                    </a:cubicBezTo>
                    <a:lnTo>
                      <a:pt x="6829" y="16715"/>
                    </a:lnTo>
                    <a:lnTo>
                      <a:pt x="6270" y="12726"/>
                    </a:lnTo>
                    <a:cubicBezTo>
                      <a:pt x="6270" y="12726"/>
                      <a:pt x="5406" y="9627"/>
                      <a:pt x="5456" y="9143"/>
                    </a:cubicBezTo>
                    <a:cubicBezTo>
                      <a:pt x="5507" y="8658"/>
                      <a:pt x="5304" y="5365"/>
                      <a:pt x="5304" y="5365"/>
                    </a:cubicBezTo>
                    <a:cubicBezTo>
                      <a:pt x="5304" y="5365"/>
                      <a:pt x="5711" y="7108"/>
                      <a:pt x="5761" y="7496"/>
                    </a:cubicBezTo>
                    <a:cubicBezTo>
                      <a:pt x="5812" y="7883"/>
                      <a:pt x="6117" y="9315"/>
                      <a:pt x="6117" y="9315"/>
                    </a:cubicBezTo>
                    <a:cubicBezTo>
                      <a:pt x="6117" y="9315"/>
                      <a:pt x="6270" y="7496"/>
                      <a:pt x="6270" y="6721"/>
                    </a:cubicBezTo>
                    <a:cubicBezTo>
                      <a:pt x="6270" y="5946"/>
                      <a:pt x="6219" y="4308"/>
                      <a:pt x="6219" y="4159"/>
                    </a:cubicBezTo>
                    <a:cubicBezTo>
                      <a:pt x="6219" y="4009"/>
                      <a:pt x="6111" y="2695"/>
                      <a:pt x="6111" y="2695"/>
                    </a:cubicBezTo>
                    <a:lnTo>
                      <a:pt x="7439" y="2911"/>
                    </a:lnTo>
                    <a:lnTo>
                      <a:pt x="7896" y="5462"/>
                    </a:lnTo>
                    <a:cubicBezTo>
                      <a:pt x="7896" y="5462"/>
                      <a:pt x="7845" y="7108"/>
                      <a:pt x="7896" y="7496"/>
                    </a:cubicBezTo>
                    <a:cubicBezTo>
                      <a:pt x="7947" y="7883"/>
                      <a:pt x="7693" y="9336"/>
                      <a:pt x="7896" y="10014"/>
                    </a:cubicBezTo>
                    <a:cubicBezTo>
                      <a:pt x="8099" y="10692"/>
                      <a:pt x="8150" y="11564"/>
                      <a:pt x="8354" y="12629"/>
                    </a:cubicBezTo>
                    <a:cubicBezTo>
                      <a:pt x="8557" y="13695"/>
                      <a:pt x="8964" y="15342"/>
                      <a:pt x="8913" y="16020"/>
                    </a:cubicBezTo>
                    <a:cubicBezTo>
                      <a:pt x="8862" y="16698"/>
                      <a:pt x="8811" y="17569"/>
                      <a:pt x="8913" y="17860"/>
                    </a:cubicBezTo>
                    <a:cubicBezTo>
                      <a:pt x="9014" y="18151"/>
                      <a:pt x="9362" y="19603"/>
                      <a:pt x="9362" y="19603"/>
                    </a:cubicBezTo>
                    <a:lnTo>
                      <a:pt x="9608" y="15729"/>
                    </a:lnTo>
                    <a:lnTo>
                      <a:pt x="9608" y="10789"/>
                    </a:lnTo>
                    <a:cubicBezTo>
                      <a:pt x="9608" y="10789"/>
                      <a:pt x="9260" y="8174"/>
                      <a:pt x="9362" y="7690"/>
                    </a:cubicBezTo>
                    <a:cubicBezTo>
                      <a:pt x="9464" y="7205"/>
                      <a:pt x="9163" y="4211"/>
                      <a:pt x="9315" y="4159"/>
                    </a:cubicBezTo>
                    <a:cubicBezTo>
                      <a:pt x="9468" y="4106"/>
                      <a:pt x="9927" y="1929"/>
                      <a:pt x="9927" y="1929"/>
                    </a:cubicBezTo>
                    <a:lnTo>
                      <a:pt x="10352" y="3224"/>
                    </a:lnTo>
                    <a:lnTo>
                      <a:pt x="10691" y="6140"/>
                    </a:lnTo>
                    <a:cubicBezTo>
                      <a:pt x="10691" y="6140"/>
                      <a:pt x="10268" y="7302"/>
                      <a:pt x="10353" y="7883"/>
                    </a:cubicBezTo>
                    <a:cubicBezTo>
                      <a:pt x="10437" y="8465"/>
                      <a:pt x="10217" y="8949"/>
                      <a:pt x="10353" y="9433"/>
                    </a:cubicBezTo>
                    <a:cubicBezTo>
                      <a:pt x="10488" y="9917"/>
                      <a:pt x="10217" y="10356"/>
                      <a:pt x="10353" y="10766"/>
                    </a:cubicBezTo>
                    <a:cubicBezTo>
                      <a:pt x="10488" y="11177"/>
                      <a:pt x="10353" y="12726"/>
                      <a:pt x="10353" y="12726"/>
                    </a:cubicBezTo>
                    <a:lnTo>
                      <a:pt x="10946" y="8755"/>
                    </a:lnTo>
                    <a:cubicBezTo>
                      <a:pt x="10946" y="8755"/>
                      <a:pt x="10692" y="7012"/>
                      <a:pt x="10946" y="6721"/>
                    </a:cubicBezTo>
                    <a:cubicBezTo>
                      <a:pt x="11200" y="6430"/>
                      <a:pt x="11302" y="4211"/>
                      <a:pt x="11454" y="4159"/>
                    </a:cubicBezTo>
                    <a:cubicBezTo>
                      <a:pt x="11607" y="4106"/>
                      <a:pt x="11708" y="2556"/>
                      <a:pt x="11708" y="2556"/>
                    </a:cubicBezTo>
                    <a:lnTo>
                      <a:pt x="12316" y="1847"/>
                    </a:lnTo>
                    <a:cubicBezTo>
                      <a:pt x="12316" y="1847"/>
                      <a:pt x="13229" y="3378"/>
                      <a:pt x="13229" y="3887"/>
                    </a:cubicBezTo>
                    <a:cubicBezTo>
                      <a:pt x="13229" y="4396"/>
                      <a:pt x="13229" y="5849"/>
                      <a:pt x="13229" y="5849"/>
                    </a:cubicBezTo>
                    <a:lnTo>
                      <a:pt x="12882" y="7205"/>
                    </a:lnTo>
                    <a:cubicBezTo>
                      <a:pt x="12882" y="7205"/>
                      <a:pt x="12739" y="8234"/>
                      <a:pt x="12739" y="8495"/>
                    </a:cubicBezTo>
                    <a:cubicBezTo>
                      <a:pt x="12739" y="8755"/>
                      <a:pt x="12739" y="9239"/>
                      <a:pt x="12739" y="9530"/>
                    </a:cubicBezTo>
                    <a:cubicBezTo>
                      <a:pt x="12739" y="9821"/>
                      <a:pt x="12783" y="10725"/>
                      <a:pt x="12783" y="10725"/>
                    </a:cubicBezTo>
                    <a:cubicBezTo>
                      <a:pt x="12783" y="10725"/>
                      <a:pt x="12779" y="11270"/>
                      <a:pt x="12677" y="11853"/>
                    </a:cubicBezTo>
                    <a:cubicBezTo>
                      <a:pt x="12576" y="12436"/>
                      <a:pt x="12320" y="12823"/>
                      <a:pt x="12320" y="12823"/>
                    </a:cubicBezTo>
                    <a:cubicBezTo>
                      <a:pt x="12320" y="12823"/>
                      <a:pt x="12065" y="13695"/>
                      <a:pt x="12014" y="14179"/>
                    </a:cubicBezTo>
                    <a:cubicBezTo>
                      <a:pt x="11963" y="14664"/>
                      <a:pt x="12929" y="12533"/>
                      <a:pt x="12929" y="12533"/>
                    </a:cubicBezTo>
                    <a:cubicBezTo>
                      <a:pt x="12929" y="12533"/>
                      <a:pt x="13437" y="11146"/>
                      <a:pt x="13538" y="10725"/>
                    </a:cubicBezTo>
                    <a:cubicBezTo>
                      <a:pt x="13640" y="10305"/>
                      <a:pt x="13691" y="8465"/>
                      <a:pt x="13843" y="7786"/>
                    </a:cubicBezTo>
                    <a:cubicBezTo>
                      <a:pt x="13996" y="7108"/>
                      <a:pt x="13538" y="6527"/>
                      <a:pt x="13843" y="6430"/>
                    </a:cubicBezTo>
                    <a:cubicBezTo>
                      <a:pt x="14148" y="6334"/>
                      <a:pt x="14199" y="5656"/>
                      <a:pt x="14351" y="5656"/>
                    </a:cubicBezTo>
                    <a:cubicBezTo>
                      <a:pt x="14504" y="5656"/>
                      <a:pt x="15165" y="5462"/>
                      <a:pt x="15165" y="5462"/>
                    </a:cubicBezTo>
                    <a:cubicBezTo>
                      <a:pt x="15165" y="5462"/>
                      <a:pt x="15419" y="6237"/>
                      <a:pt x="15165" y="7012"/>
                    </a:cubicBezTo>
                    <a:cubicBezTo>
                      <a:pt x="14910" y="7786"/>
                      <a:pt x="14860" y="8271"/>
                      <a:pt x="14605" y="9046"/>
                    </a:cubicBezTo>
                    <a:cubicBezTo>
                      <a:pt x="14351" y="9821"/>
                      <a:pt x="14148" y="10177"/>
                      <a:pt x="14046" y="10725"/>
                    </a:cubicBezTo>
                    <a:cubicBezTo>
                      <a:pt x="13945" y="11273"/>
                      <a:pt x="13792" y="11661"/>
                      <a:pt x="13691" y="12436"/>
                    </a:cubicBezTo>
                    <a:cubicBezTo>
                      <a:pt x="13589" y="13211"/>
                      <a:pt x="13538" y="13501"/>
                      <a:pt x="13030" y="14276"/>
                    </a:cubicBezTo>
                    <a:cubicBezTo>
                      <a:pt x="12522" y="15051"/>
                      <a:pt x="12166" y="15535"/>
                      <a:pt x="12064" y="15923"/>
                    </a:cubicBezTo>
                    <a:cubicBezTo>
                      <a:pt x="11962" y="16310"/>
                      <a:pt x="11861" y="17085"/>
                      <a:pt x="11810" y="17763"/>
                    </a:cubicBezTo>
                    <a:cubicBezTo>
                      <a:pt x="11759" y="18441"/>
                      <a:pt x="11556" y="18829"/>
                      <a:pt x="11505" y="19603"/>
                    </a:cubicBezTo>
                    <a:cubicBezTo>
                      <a:pt x="11454" y="20378"/>
                      <a:pt x="11149" y="21347"/>
                      <a:pt x="11149" y="21347"/>
                    </a:cubicBezTo>
                    <a:lnTo>
                      <a:pt x="12522" y="17666"/>
                    </a:lnTo>
                    <a:cubicBezTo>
                      <a:pt x="12522" y="17666"/>
                      <a:pt x="12674" y="15535"/>
                      <a:pt x="12928" y="15535"/>
                    </a:cubicBezTo>
                    <a:cubicBezTo>
                      <a:pt x="13182" y="15535"/>
                      <a:pt x="13182" y="15148"/>
                      <a:pt x="13436" y="15148"/>
                    </a:cubicBezTo>
                    <a:cubicBezTo>
                      <a:pt x="13691" y="15148"/>
                      <a:pt x="13640" y="15342"/>
                      <a:pt x="14097" y="14567"/>
                    </a:cubicBezTo>
                    <a:cubicBezTo>
                      <a:pt x="14555" y="13792"/>
                      <a:pt x="14860" y="13114"/>
                      <a:pt x="14860" y="13114"/>
                    </a:cubicBezTo>
                    <a:cubicBezTo>
                      <a:pt x="14860" y="13114"/>
                      <a:pt x="14860" y="12726"/>
                      <a:pt x="15063" y="12436"/>
                    </a:cubicBezTo>
                    <a:cubicBezTo>
                      <a:pt x="15197" y="12244"/>
                      <a:pt x="15331" y="11940"/>
                      <a:pt x="15407" y="11756"/>
                    </a:cubicBezTo>
                    <a:cubicBezTo>
                      <a:pt x="15446" y="11661"/>
                      <a:pt x="15470" y="11597"/>
                      <a:pt x="15470" y="11597"/>
                    </a:cubicBezTo>
                    <a:cubicBezTo>
                      <a:pt x="15470" y="11597"/>
                      <a:pt x="15368" y="13191"/>
                      <a:pt x="15470" y="13685"/>
                    </a:cubicBezTo>
                    <a:cubicBezTo>
                      <a:pt x="15571" y="14179"/>
                      <a:pt x="15171" y="15148"/>
                      <a:pt x="15171" y="15148"/>
                    </a:cubicBezTo>
                    <a:lnTo>
                      <a:pt x="16398" y="13685"/>
                    </a:lnTo>
                    <a:lnTo>
                      <a:pt x="16398" y="11564"/>
                    </a:lnTo>
                    <a:cubicBezTo>
                      <a:pt x="16398" y="11564"/>
                      <a:pt x="16442" y="10014"/>
                      <a:pt x="16391" y="9530"/>
                    </a:cubicBezTo>
                    <a:cubicBezTo>
                      <a:pt x="16340" y="9046"/>
                      <a:pt x="16185" y="8077"/>
                      <a:pt x="16185" y="8077"/>
                    </a:cubicBezTo>
                    <a:cubicBezTo>
                      <a:pt x="16185" y="8077"/>
                      <a:pt x="16177" y="7108"/>
                      <a:pt x="16409" y="6818"/>
                    </a:cubicBezTo>
                    <a:cubicBezTo>
                      <a:pt x="16640" y="6527"/>
                      <a:pt x="16690" y="5946"/>
                      <a:pt x="17046" y="5656"/>
                    </a:cubicBezTo>
                    <a:cubicBezTo>
                      <a:pt x="17402" y="5365"/>
                      <a:pt x="17097" y="5656"/>
                      <a:pt x="17402" y="5365"/>
                    </a:cubicBezTo>
                    <a:cubicBezTo>
                      <a:pt x="17706" y="5074"/>
                      <a:pt x="17910" y="4978"/>
                      <a:pt x="17960" y="5462"/>
                    </a:cubicBezTo>
                    <a:cubicBezTo>
                      <a:pt x="18011" y="5946"/>
                      <a:pt x="18113" y="6915"/>
                      <a:pt x="17960" y="7496"/>
                    </a:cubicBezTo>
                    <a:cubicBezTo>
                      <a:pt x="17808" y="8077"/>
                      <a:pt x="17706" y="7750"/>
                      <a:pt x="17554" y="8495"/>
                    </a:cubicBezTo>
                    <a:cubicBezTo>
                      <a:pt x="17401" y="9239"/>
                      <a:pt x="17350" y="9336"/>
                      <a:pt x="17401" y="9724"/>
                    </a:cubicBezTo>
                    <a:cubicBezTo>
                      <a:pt x="17452" y="10111"/>
                      <a:pt x="17452" y="10111"/>
                      <a:pt x="17452" y="10111"/>
                    </a:cubicBezTo>
                    <a:lnTo>
                      <a:pt x="18265" y="8495"/>
                    </a:lnTo>
                    <a:lnTo>
                      <a:pt x="18824" y="7302"/>
                    </a:lnTo>
                    <a:cubicBezTo>
                      <a:pt x="18824" y="7302"/>
                      <a:pt x="18977" y="7399"/>
                      <a:pt x="19129" y="6915"/>
                    </a:cubicBezTo>
                    <a:cubicBezTo>
                      <a:pt x="19282" y="6430"/>
                      <a:pt x="19129" y="5171"/>
                      <a:pt x="19129" y="5171"/>
                    </a:cubicBezTo>
                    <a:lnTo>
                      <a:pt x="19790" y="4590"/>
                    </a:lnTo>
                    <a:cubicBezTo>
                      <a:pt x="19790" y="4590"/>
                      <a:pt x="19841" y="5752"/>
                      <a:pt x="19790" y="6043"/>
                    </a:cubicBezTo>
                    <a:cubicBezTo>
                      <a:pt x="19739" y="6334"/>
                      <a:pt x="19180" y="7883"/>
                      <a:pt x="19180" y="7883"/>
                    </a:cubicBezTo>
                    <a:lnTo>
                      <a:pt x="19813" y="7399"/>
                    </a:lnTo>
                    <a:lnTo>
                      <a:pt x="20044" y="5752"/>
                    </a:lnTo>
                    <a:lnTo>
                      <a:pt x="20959" y="4299"/>
                    </a:lnTo>
                    <a:lnTo>
                      <a:pt x="21095" y="1926"/>
                    </a:lnTo>
                    <a:cubicBezTo>
                      <a:pt x="21095" y="1926"/>
                      <a:pt x="21600" y="-35"/>
                      <a:pt x="21000" y="619"/>
                    </a:cubicBezTo>
                    <a:cubicBezTo>
                      <a:pt x="20400" y="1272"/>
                      <a:pt x="18418" y="-253"/>
                      <a:pt x="17757" y="38"/>
                    </a:cubicBezTo>
                    <a:cubicBezTo>
                      <a:pt x="17096" y="328"/>
                      <a:pt x="13589" y="619"/>
                      <a:pt x="11962" y="716"/>
                    </a:cubicBezTo>
                    <a:cubicBezTo>
                      <a:pt x="10336" y="812"/>
                      <a:pt x="3728" y="328"/>
                      <a:pt x="3322" y="425"/>
                    </a:cubicBezTo>
                    <a:cubicBezTo>
                      <a:pt x="2915" y="522"/>
                      <a:pt x="791" y="0"/>
                      <a:pt x="791" y="0"/>
                    </a:cubicBezTo>
                    <a:cubicBezTo>
                      <a:pt x="791" y="0"/>
                      <a:pt x="0" y="1913"/>
                      <a:pt x="0" y="1913"/>
                    </a:cubicBezTo>
                    <a:close/>
                    <a:moveTo>
                      <a:pt x="0" y="1913"/>
                    </a:moveTo>
                  </a:path>
                </a:pathLst>
              </a:custGeom>
              <a:solidFill>
                <a:srgbClr val="7C5024">
                  <a:alpha val="29803"/>
                </a:srgbClr>
              </a:solidFill>
              <a:ln>
                <a:noFill/>
              </a:ln>
            </p:spPr>
            <p:txBody>
              <a:bodyPr lIns="0" tIns="0" rIns="0" bIns="0"/>
              <a:lstStyle/>
              <a:p>
                <a:endParaRPr lang="en-US"/>
              </a:p>
            </p:txBody>
          </p:sp>
          <p:sp>
            <p:nvSpPr>
              <p:cNvPr id="8215" name="AutoShape 13"/>
              <p:cNvSpPr/>
              <p:nvPr/>
            </p:nvSpPr>
            <p:spPr bwMode="auto">
              <a:xfrm>
                <a:off x="8813800" y="8089900"/>
                <a:ext cx="7232650" cy="833438"/>
              </a:xfrm>
              <a:custGeom>
                <a:avLst/>
                <a:gdLst>
                  <a:gd name="T0" fmla="*/ 2147483647 w 21600"/>
                  <a:gd name="T1" fmla="*/ 2147483647 h 19970"/>
                  <a:gd name="T2" fmla="*/ 2147483647 w 21600"/>
                  <a:gd name="T3" fmla="*/ 2147483647 h 19970"/>
                  <a:gd name="T4" fmla="*/ 2147483647 w 21600"/>
                  <a:gd name="T5" fmla="*/ 2147483647 h 19970"/>
                  <a:gd name="T6" fmla="*/ 2147483647 w 21600"/>
                  <a:gd name="T7" fmla="*/ 2147483647 h 19970"/>
                  <a:gd name="T8" fmla="*/ 2147483647 w 21600"/>
                  <a:gd name="T9" fmla="*/ 2147483647 h 19970"/>
                  <a:gd name="T10" fmla="*/ 2147483647 w 21600"/>
                  <a:gd name="T11" fmla="*/ 2147483647 h 19970"/>
                  <a:gd name="T12" fmla="*/ 2147483647 w 21600"/>
                  <a:gd name="T13" fmla="*/ 2147483647 h 19970"/>
                  <a:gd name="T14" fmla="*/ 2147483647 w 21600"/>
                  <a:gd name="T15" fmla="*/ 2147483647 h 19970"/>
                  <a:gd name="T16" fmla="*/ 2147483647 w 21600"/>
                  <a:gd name="T17" fmla="*/ 2147483647 h 19970"/>
                  <a:gd name="T18" fmla="*/ 2147483647 w 21600"/>
                  <a:gd name="T19" fmla="*/ 2147483647 h 19970"/>
                  <a:gd name="T20" fmla="*/ 2147483647 w 21600"/>
                  <a:gd name="T21" fmla="*/ 2147483647 h 19970"/>
                  <a:gd name="T22" fmla="*/ 2147483647 w 21600"/>
                  <a:gd name="T23" fmla="*/ 2147483647 h 19970"/>
                  <a:gd name="T24" fmla="*/ 2147483647 w 21600"/>
                  <a:gd name="T25" fmla="*/ 2147483647 h 19970"/>
                  <a:gd name="T26" fmla="*/ 2147483647 w 21600"/>
                  <a:gd name="T27" fmla="*/ 2147483647 h 19970"/>
                  <a:gd name="T28" fmla="*/ 2147483647 w 21600"/>
                  <a:gd name="T29" fmla="*/ 2147483647 h 19970"/>
                  <a:gd name="T30" fmla="*/ 2147483647 w 21600"/>
                  <a:gd name="T31" fmla="*/ 2147483647 h 19970"/>
                  <a:gd name="T32" fmla="*/ 2147483647 w 21600"/>
                  <a:gd name="T33" fmla="*/ 2147483647 h 19970"/>
                  <a:gd name="T34" fmla="*/ 2147483647 w 21600"/>
                  <a:gd name="T35" fmla="*/ 2147483647 h 19970"/>
                  <a:gd name="T36" fmla="*/ 2147483647 w 21600"/>
                  <a:gd name="T37" fmla="*/ 2147483647 h 19970"/>
                  <a:gd name="T38" fmla="*/ 2147483647 w 21600"/>
                  <a:gd name="T39" fmla="*/ 2147483647 h 19970"/>
                  <a:gd name="T40" fmla="*/ 2147483647 w 21600"/>
                  <a:gd name="T41" fmla="*/ 2147483647 h 19970"/>
                  <a:gd name="T42" fmla="*/ 2147483647 w 21600"/>
                  <a:gd name="T43" fmla="*/ 2147483647 h 19970"/>
                  <a:gd name="T44" fmla="*/ 2147483647 w 21600"/>
                  <a:gd name="T45" fmla="*/ 0 h 19970"/>
                  <a:gd name="T46" fmla="*/ 2147483647 w 21600"/>
                  <a:gd name="T47" fmla="*/ 2147483647 h 19970"/>
                  <a:gd name="T48" fmla="*/ 2147483647 w 21600"/>
                  <a:gd name="T49" fmla="*/ 2147483647 h 19970"/>
                  <a:gd name="T50" fmla="*/ 2147483647 w 21600"/>
                  <a:gd name="T51" fmla="*/ 2147483647 h 19970"/>
                  <a:gd name="T52" fmla="*/ 2147483647 w 21600"/>
                  <a:gd name="T53" fmla="*/ 2147483647 h 19970"/>
                  <a:gd name="T54" fmla="*/ 2147483647 w 21600"/>
                  <a:gd name="T55" fmla="*/ 2147483647 h 19970"/>
                  <a:gd name="T56" fmla="*/ 2147483647 w 21600"/>
                  <a:gd name="T57" fmla="*/ 2147483647 h 19970"/>
                  <a:gd name="T58" fmla="*/ 2147483647 w 21600"/>
                  <a:gd name="T59" fmla="*/ 2147483647 h 19970"/>
                  <a:gd name="T60" fmla="*/ 2147483647 w 21600"/>
                  <a:gd name="T61" fmla="*/ 2147483647 h 19970"/>
                  <a:gd name="T62" fmla="*/ 2147483647 w 21600"/>
                  <a:gd name="T63" fmla="*/ 2147483647 h 19970"/>
                  <a:gd name="T64" fmla="*/ 2147483647 w 21600"/>
                  <a:gd name="T65" fmla="*/ 2147483647 h 19970"/>
                  <a:gd name="T66" fmla="*/ 2147483647 w 21600"/>
                  <a:gd name="T67" fmla="*/ 2147483647 h 19970"/>
                  <a:gd name="T68" fmla="*/ 2147483647 w 21600"/>
                  <a:gd name="T69" fmla="*/ 0 h 19970"/>
                  <a:gd name="T70" fmla="*/ 2147483647 w 21600"/>
                  <a:gd name="T71" fmla="*/ 2147483647 h 19970"/>
                  <a:gd name="T72" fmla="*/ 2147483647 w 21600"/>
                  <a:gd name="T73" fmla="*/ 2147483647 h 19970"/>
                  <a:gd name="T74" fmla="*/ 2147483647 w 21600"/>
                  <a:gd name="T75" fmla="*/ 2147483647 h 19970"/>
                  <a:gd name="T76" fmla="*/ 2147483647 w 21600"/>
                  <a:gd name="T77" fmla="*/ 2147483647 h 19970"/>
                  <a:gd name="T78" fmla="*/ 2147483647 w 21600"/>
                  <a:gd name="T79" fmla="*/ 2147483647 h 19970"/>
                  <a:gd name="T80" fmla="*/ 2147483647 w 21600"/>
                  <a:gd name="T81" fmla="*/ 2147483647 h 19970"/>
                  <a:gd name="T82" fmla="*/ 2147483647 w 21600"/>
                  <a:gd name="T83" fmla="*/ 2147483647 h 19970"/>
                  <a:gd name="T84" fmla="*/ 2147483647 w 21600"/>
                  <a:gd name="T85" fmla="*/ 2147483647 h 19970"/>
                  <a:gd name="T86" fmla="*/ 2147483647 w 21600"/>
                  <a:gd name="T87" fmla="*/ 2147483647 h 19970"/>
                  <a:gd name="T88" fmla="*/ 2147483647 w 21600"/>
                  <a:gd name="T89" fmla="*/ 2147483647 h 19970"/>
                  <a:gd name="T90" fmla="*/ 2147483647 w 21600"/>
                  <a:gd name="T91" fmla="*/ 2147483647 h 19970"/>
                  <a:gd name="T92" fmla="*/ 2147483647 w 21600"/>
                  <a:gd name="T93" fmla="*/ 2147483647 h 19970"/>
                  <a:gd name="T94" fmla="*/ 0 w 21600"/>
                  <a:gd name="T95" fmla="*/ 2147483647 h 19970"/>
                  <a:gd name="T96" fmla="*/ 2147483647 w 21600"/>
                  <a:gd name="T97" fmla="*/ 2147483647 h 19970"/>
                  <a:gd name="T98" fmla="*/ 2147483647 w 21600"/>
                  <a:gd name="T99" fmla="*/ 2147483647 h 19970"/>
                  <a:gd name="T100" fmla="*/ 2147483647 w 21600"/>
                  <a:gd name="T101" fmla="*/ 2147483647 h 19970"/>
                  <a:gd name="T102" fmla="*/ 2147483647 w 21600"/>
                  <a:gd name="T103" fmla="*/ 2147483647 h 19970"/>
                  <a:gd name="T104" fmla="*/ 2147483647 w 21600"/>
                  <a:gd name="T105" fmla="*/ 2147483647 h 19970"/>
                  <a:gd name="T106" fmla="*/ 2147483647 w 21600"/>
                  <a:gd name="T107" fmla="*/ 2147483647 h 19970"/>
                  <a:gd name="T108" fmla="*/ 2147483647 w 21600"/>
                  <a:gd name="T109" fmla="*/ 2147483647 h 19970"/>
                  <a:gd name="T110" fmla="*/ 2147483647 w 21600"/>
                  <a:gd name="T111" fmla="*/ 2147483647 h 1997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600" h="19970">
                    <a:moveTo>
                      <a:pt x="21445" y="10367"/>
                    </a:moveTo>
                    <a:lnTo>
                      <a:pt x="21476" y="10351"/>
                    </a:lnTo>
                    <a:lnTo>
                      <a:pt x="21285" y="6608"/>
                    </a:lnTo>
                    <a:lnTo>
                      <a:pt x="21012" y="7572"/>
                    </a:lnTo>
                    <a:lnTo>
                      <a:pt x="21012" y="5106"/>
                    </a:lnTo>
                    <a:lnTo>
                      <a:pt x="20793" y="8694"/>
                    </a:lnTo>
                    <a:cubicBezTo>
                      <a:pt x="20754" y="8592"/>
                      <a:pt x="20711" y="8489"/>
                      <a:pt x="20671" y="8385"/>
                    </a:cubicBezTo>
                    <a:lnTo>
                      <a:pt x="20524" y="6608"/>
                    </a:lnTo>
                    <a:lnTo>
                      <a:pt x="20388" y="7678"/>
                    </a:lnTo>
                    <a:cubicBezTo>
                      <a:pt x="20318" y="7499"/>
                      <a:pt x="20253" y="7322"/>
                      <a:pt x="20177" y="7151"/>
                    </a:cubicBezTo>
                    <a:lnTo>
                      <a:pt x="20177" y="5330"/>
                    </a:lnTo>
                    <a:lnTo>
                      <a:pt x="20073" y="6897"/>
                    </a:lnTo>
                    <a:cubicBezTo>
                      <a:pt x="20019" y="6758"/>
                      <a:pt x="19988" y="6624"/>
                      <a:pt x="19912" y="6497"/>
                    </a:cubicBezTo>
                    <a:lnTo>
                      <a:pt x="19912" y="5330"/>
                    </a:lnTo>
                    <a:lnTo>
                      <a:pt x="19856" y="6330"/>
                    </a:lnTo>
                    <a:cubicBezTo>
                      <a:pt x="19693" y="5911"/>
                      <a:pt x="19576" y="5597"/>
                      <a:pt x="19529" y="5475"/>
                    </a:cubicBezTo>
                    <a:lnTo>
                      <a:pt x="19516" y="5106"/>
                    </a:lnTo>
                    <a:lnTo>
                      <a:pt x="19506" y="5417"/>
                    </a:lnTo>
                    <a:cubicBezTo>
                      <a:pt x="19464" y="5357"/>
                      <a:pt x="19370" y="5368"/>
                      <a:pt x="19250" y="5417"/>
                    </a:cubicBezTo>
                    <a:lnTo>
                      <a:pt x="19153" y="2865"/>
                    </a:lnTo>
                    <a:lnTo>
                      <a:pt x="19153" y="5460"/>
                    </a:lnTo>
                    <a:cubicBezTo>
                      <a:pt x="18964" y="5554"/>
                      <a:pt x="18720" y="5708"/>
                      <a:pt x="18480" y="5808"/>
                    </a:cubicBezTo>
                    <a:cubicBezTo>
                      <a:pt x="18480" y="5647"/>
                      <a:pt x="18481" y="5487"/>
                      <a:pt x="18478" y="5330"/>
                    </a:cubicBezTo>
                    <a:cubicBezTo>
                      <a:pt x="18469" y="4872"/>
                      <a:pt x="18456" y="5198"/>
                      <a:pt x="18441" y="5826"/>
                    </a:cubicBezTo>
                    <a:cubicBezTo>
                      <a:pt x="18079" y="5969"/>
                      <a:pt x="17741" y="5973"/>
                      <a:pt x="17630" y="5443"/>
                    </a:cubicBezTo>
                    <a:cubicBezTo>
                      <a:pt x="17375" y="4215"/>
                      <a:pt x="15331" y="6536"/>
                      <a:pt x="15024" y="5375"/>
                    </a:cubicBezTo>
                    <a:cubicBezTo>
                      <a:pt x="14850" y="4717"/>
                      <a:pt x="14445" y="4985"/>
                      <a:pt x="13997" y="5183"/>
                    </a:cubicBezTo>
                    <a:lnTo>
                      <a:pt x="13927" y="3743"/>
                    </a:lnTo>
                    <a:lnTo>
                      <a:pt x="13654" y="4706"/>
                    </a:lnTo>
                    <a:lnTo>
                      <a:pt x="13654" y="2241"/>
                    </a:lnTo>
                    <a:lnTo>
                      <a:pt x="13465" y="5323"/>
                    </a:lnTo>
                    <a:cubicBezTo>
                      <a:pt x="13408" y="5321"/>
                      <a:pt x="13349" y="5312"/>
                      <a:pt x="13293" y="5294"/>
                    </a:cubicBezTo>
                    <a:lnTo>
                      <a:pt x="13165" y="3743"/>
                    </a:lnTo>
                    <a:lnTo>
                      <a:pt x="12999" y="5093"/>
                    </a:lnTo>
                    <a:cubicBezTo>
                      <a:pt x="12993" y="5086"/>
                      <a:pt x="12983" y="5080"/>
                      <a:pt x="12977" y="5073"/>
                    </a:cubicBezTo>
                    <a:cubicBezTo>
                      <a:pt x="12932" y="5019"/>
                      <a:pt x="12895" y="4962"/>
                      <a:pt x="12820" y="4901"/>
                    </a:cubicBezTo>
                    <a:lnTo>
                      <a:pt x="12820" y="2465"/>
                    </a:lnTo>
                    <a:lnTo>
                      <a:pt x="12670" y="4754"/>
                    </a:lnTo>
                    <a:cubicBezTo>
                      <a:pt x="12634" y="4719"/>
                      <a:pt x="12592" y="4683"/>
                      <a:pt x="12554" y="4647"/>
                    </a:cubicBezTo>
                    <a:lnTo>
                      <a:pt x="12554" y="2465"/>
                    </a:lnTo>
                    <a:lnTo>
                      <a:pt x="12429" y="4522"/>
                    </a:lnTo>
                    <a:cubicBezTo>
                      <a:pt x="12367" y="4466"/>
                      <a:pt x="12307" y="4408"/>
                      <a:pt x="12241" y="4350"/>
                    </a:cubicBezTo>
                    <a:lnTo>
                      <a:pt x="12158" y="2241"/>
                    </a:lnTo>
                    <a:lnTo>
                      <a:pt x="12088" y="4215"/>
                    </a:lnTo>
                    <a:cubicBezTo>
                      <a:pt x="12043" y="4177"/>
                      <a:pt x="11993" y="4138"/>
                      <a:pt x="11947" y="4100"/>
                    </a:cubicBezTo>
                    <a:lnTo>
                      <a:pt x="11795" y="0"/>
                    </a:lnTo>
                    <a:lnTo>
                      <a:pt x="11795" y="3978"/>
                    </a:lnTo>
                    <a:cubicBezTo>
                      <a:pt x="11568" y="3794"/>
                      <a:pt x="11342" y="3611"/>
                      <a:pt x="11119" y="3442"/>
                    </a:cubicBezTo>
                    <a:cubicBezTo>
                      <a:pt x="11123" y="3110"/>
                      <a:pt x="11126" y="2782"/>
                      <a:pt x="11119" y="2465"/>
                    </a:cubicBezTo>
                    <a:cubicBezTo>
                      <a:pt x="11108" y="1909"/>
                      <a:pt x="11091" y="2510"/>
                      <a:pt x="11073" y="3405"/>
                    </a:cubicBezTo>
                    <a:cubicBezTo>
                      <a:pt x="10449" y="2936"/>
                      <a:pt x="9907" y="2578"/>
                      <a:pt x="9811" y="2578"/>
                    </a:cubicBezTo>
                    <a:cubicBezTo>
                      <a:pt x="9607" y="2578"/>
                      <a:pt x="8279" y="1759"/>
                      <a:pt x="7563" y="2578"/>
                    </a:cubicBezTo>
                    <a:cubicBezTo>
                      <a:pt x="6848" y="3397"/>
                      <a:pt x="5467" y="-1014"/>
                      <a:pt x="5160" y="2214"/>
                    </a:cubicBezTo>
                    <a:cubicBezTo>
                      <a:pt x="5123" y="2606"/>
                      <a:pt x="5082" y="2962"/>
                      <a:pt x="5006" y="3284"/>
                    </a:cubicBezTo>
                    <a:lnTo>
                      <a:pt x="5006" y="2241"/>
                    </a:lnTo>
                    <a:lnTo>
                      <a:pt x="4922" y="3668"/>
                    </a:lnTo>
                    <a:cubicBezTo>
                      <a:pt x="4828" y="4049"/>
                      <a:pt x="4719" y="4374"/>
                      <a:pt x="4601" y="4645"/>
                    </a:cubicBezTo>
                    <a:lnTo>
                      <a:pt x="4527" y="3743"/>
                    </a:lnTo>
                    <a:lnTo>
                      <a:pt x="4351" y="5112"/>
                    </a:lnTo>
                    <a:cubicBezTo>
                      <a:pt x="4294" y="5203"/>
                      <a:pt x="4248" y="5284"/>
                      <a:pt x="4172" y="5354"/>
                    </a:cubicBezTo>
                    <a:lnTo>
                      <a:pt x="4172" y="2465"/>
                    </a:lnTo>
                    <a:lnTo>
                      <a:pt x="3990" y="5559"/>
                    </a:lnTo>
                    <a:cubicBezTo>
                      <a:pt x="3970" y="5576"/>
                      <a:pt x="3944" y="5592"/>
                      <a:pt x="3944" y="5607"/>
                    </a:cubicBezTo>
                    <a:lnTo>
                      <a:pt x="3944" y="2465"/>
                    </a:lnTo>
                    <a:lnTo>
                      <a:pt x="3728" y="5719"/>
                    </a:lnTo>
                    <a:cubicBezTo>
                      <a:pt x="3708" y="5725"/>
                      <a:pt x="3686" y="5729"/>
                      <a:pt x="3667" y="5732"/>
                    </a:cubicBezTo>
                    <a:lnTo>
                      <a:pt x="3524" y="2241"/>
                    </a:lnTo>
                    <a:lnTo>
                      <a:pt x="3401" y="5659"/>
                    </a:lnTo>
                    <a:cubicBezTo>
                      <a:pt x="3391" y="5651"/>
                      <a:pt x="3389" y="5642"/>
                      <a:pt x="3380" y="5632"/>
                    </a:cubicBezTo>
                    <a:lnTo>
                      <a:pt x="3186" y="0"/>
                    </a:lnTo>
                    <a:lnTo>
                      <a:pt x="3186" y="5242"/>
                    </a:lnTo>
                    <a:cubicBezTo>
                      <a:pt x="2996" y="5024"/>
                      <a:pt x="2720" y="5058"/>
                      <a:pt x="2468" y="5155"/>
                    </a:cubicBezTo>
                    <a:cubicBezTo>
                      <a:pt x="2475" y="4284"/>
                      <a:pt x="2508" y="3329"/>
                      <a:pt x="2490" y="2465"/>
                    </a:cubicBezTo>
                    <a:cubicBezTo>
                      <a:pt x="2471" y="1568"/>
                      <a:pt x="2432" y="3673"/>
                      <a:pt x="2410" y="5175"/>
                    </a:cubicBezTo>
                    <a:cubicBezTo>
                      <a:pt x="2351" y="5200"/>
                      <a:pt x="2293" y="5228"/>
                      <a:pt x="2241" y="5255"/>
                    </a:cubicBezTo>
                    <a:lnTo>
                      <a:pt x="2208" y="4975"/>
                    </a:lnTo>
                    <a:lnTo>
                      <a:pt x="2176" y="5291"/>
                    </a:lnTo>
                    <a:cubicBezTo>
                      <a:pt x="2084" y="5344"/>
                      <a:pt x="2012" y="5393"/>
                      <a:pt x="1974" y="5420"/>
                    </a:cubicBezTo>
                    <a:cubicBezTo>
                      <a:pt x="1974" y="4952"/>
                      <a:pt x="1971" y="4476"/>
                      <a:pt x="1962" y="4076"/>
                    </a:cubicBezTo>
                    <a:cubicBezTo>
                      <a:pt x="1945" y="3294"/>
                      <a:pt x="1829" y="4560"/>
                      <a:pt x="1741" y="5700"/>
                    </a:cubicBezTo>
                    <a:lnTo>
                      <a:pt x="1631" y="5839"/>
                    </a:lnTo>
                    <a:lnTo>
                      <a:pt x="1631" y="4076"/>
                    </a:lnTo>
                    <a:lnTo>
                      <a:pt x="1432" y="6098"/>
                    </a:lnTo>
                    <a:lnTo>
                      <a:pt x="1327" y="6235"/>
                    </a:lnTo>
                    <a:lnTo>
                      <a:pt x="1327" y="4076"/>
                    </a:lnTo>
                    <a:lnTo>
                      <a:pt x="1124" y="6498"/>
                    </a:lnTo>
                    <a:lnTo>
                      <a:pt x="1036" y="6606"/>
                    </a:lnTo>
                    <a:lnTo>
                      <a:pt x="910" y="4034"/>
                    </a:lnTo>
                    <a:lnTo>
                      <a:pt x="910" y="6763"/>
                    </a:lnTo>
                    <a:lnTo>
                      <a:pt x="898" y="6780"/>
                    </a:lnTo>
                    <a:lnTo>
                      <a:pt x="759" y="2465"/>
                    </a:lnTo>
                    <a:lnTo>
                      <a:pt x="759" y="6961"/>
                    </a:lnTo>
                    <a:lnTo>
                      <a:pt x="726" y="6998"/>
                    </a:lnTo>
                    <a:lnTo>
                      <a:pt x="341" y="4706"/>
                    </a:lnTo>
                    <a:lnTo>
                      <a:pt x="341" y="7489"/>
                    </a:lnTo>
                    <a:lnTo>
                      <a:pt x="0" y="10493"/>
                    </a:lnTo>
                    <a:lnTo>
                      <a:pt x="0" y="14447"/>
                    </a:lnTo>
                    <a:cubicBezTo>
                      <a:pt x="0" y="14447"/>
                      <a:pt x="4293" y="16493"/>
                      <a:pt x="4906" y="18130"/>
                    </a:cubicBezTo>
                    <a:cubicBezTo>
                      <a:pt x="5519" y="19768"/>
                      <a:pt x="6490" y="16493"/>
                      <a:pt x="7257" y="18130"/>
                    </a:cubicBezTo>
                    <a:cubicBezTo>
                      <a:pt x="8023" y="19768"/>
                      <a:pt x="8994" y="17029"/>
                      <a:pt x="9352" y="18603"/>
                    </a:cubicBezTo>
                    <a:cubicBezTo>
                      <a:pt x="9710" y="20177"/>
                      <a:pt x="10561" y="17170"/>
                      <a:pt x="10800" y="18674"/>
                    </a:cubicBezTo>
                    <a:cubicBezTo>
                      <a:pt x="11038" y="20177"/>
                      <a:pt x="11090" y="19607"/>
                      <a:pt x="11601" y="19073"/>
                    </a:cubicBezTo>
                    <a:cubicBezTo>
                      <a:pt x="12112" y="18540"/>
                      <a:pt x="11856" y="18691"/>
                      <a:pt x="12776" y="19638"/>
                    </a:cubicBezTo>
                    <a:cubicBezTo>
                      <a:pt x="13696" y="20586"/>
                      <a:pt x="14054" y="19100"/>
                      <a:pt x="14820" y="19638"/>
                    </a:cubicBezTo>
                    <a:cubicBezTo>
                      <a:pt x="15587" y="20177"/>
                      <a:pt x="15740" y="19748"/>
                      <a:pt x="16302" y="19962"/>
                    </a:cubicBezTo>
                    <a:cubicBezTo>
                      <a:pt x="16864" y="20177"/>
                      <a:pt x="17171" y="15461"/>
                      <a:pt x="17529" y="17205"/>
                    </a:cubicBezTo>
                    <a:cubicBezTo>
                      <a:pt x="17886" y="18949"/>
                      <a:pt x="18449" y="17105"/>
                      <a:pt x="18653" y="17208"/>
                    </a:cubicBezTo>
                    <a:cubicBezTo>
                      <a:pt x="18857" y="17312"/>
                      <a:pt x="18960" y="17105"/>
                      <a:pt x="19522" y="17208"/>
                    </a:cubicBezTo>
                    <a:cubicBezTo>
                      <a:pt x="20084" y="17312"/>
                      <a:pt x="20902" y="17208"/>
                      <a:pt x="20902" y="17208"/>
                    </a:cubicBezTo>
                    <a:lnTo>
                      <a:pt x="21505" y="14447"/>
                    </a:lnTo>
                    <a:lnTo>
                      <a:pt x="21600" y="10764"/>
                    </a:lnTo>
                    <a:cubicBezTo>
                      <a:pt x="21600" y="10764"/>
                      <a:pt x="21541" y="10613"/>
                      <a:pt x="21445" y="10367"/>
                    </a:cubicBezTo>
                    <a:close/>
                    <a:moveTo>
                      <a:pt x="21445" y="10367"/>
                    </a:moveTo>
                  </a:path>
                </a:pathLst>
              </a:custGeom>
              <a:solidFill>
                <a:srgbClr val="72B10C"/>
              </a:solidFill>
              <a:ln>
                <a:noFill/>
              </a:ln>
            </p:spPr>
            <p:txBody>
              <a:bodyPr lIns="0" tIns="0" rIns="0" bIns="0"/>
              <a:lstStyle/>
              <a:p>
                <a:endParaRPr lang="en-US"/>
              </a:p>
            </p:txBody>
          </p:sp>
          <p:sp>
            <p:nvSpPr>
              <p:cNvPr id="8216" name="AutoShape 14"/>
              <p:cNvSpPr/>
              <p:nvPr/>
            </p:nvSpPr>
            <p:spPr bwMode="auto">
              <a:xfrm>
                <a:off x="8813800" y="8089900"/>
                <a:ext cx="7189788" cy="663575"/>
              </a:xfrm>
              <a:custGeom>
                <a:avLst/>
                <a:gdLst>
                  <a:gd name="T0" fmla="*/ 2147483647 w 21600"/>
                  <a:gd name="T1" fmla="*/ 2147483647 h 19589"/>
                  <a:gd name="T2" fmla="*/ 0 w 21600"/>
                  <a:gd name="T3" fmla="*/ 2147483647 h 19589"/>
                  <a:gd name="T4" fmla="*/ 2147483647 w 21600"/>
                  <a:gd name="T5" fmla="*/ 2147483647 h 19589"/>
                  <a:gd name="T6" fmla="*/ 2147483647 w 21600"/>
                  <a:gd name="T7" fmla="*/ 2147483647 h 19589"/>
                  <a:gd name="T8" fmla="*/ 2147483647 w 21600"/>
                  <a:gd name="T9" fmla="*/ 2147483647 h 19589"/>
                  <a:gd name="T10" fmla="*/ 2147483647 w 21600"/>
                  <a:gd name="T11" fmla="*/ 2147483647 h 19589"/>
                  <a:gd name="T12" fmla="*/ 2147483647 w 21600"/>
                  <a:gd name="T13" fmla="*/ 2147483647 h 19589"/>
                  <a:gd name="T14" fmla="*/ 2147483647 w 21600"/>
                  <a:gd name="T15" fmla="*/ 2147483647 h 19589"/>
                  <a:gd name="T16" fmla="*/ 2147483647 w 21600"/>
                  <a:gd name="T17" fmla="*/ 2147483647 h 19589"/>
                  <a:gd name="T18" fmla="*/ 2147483647 w 21600"/>
                  <a:gd name="T19" fmla="*/ 2147483647 h 19589"/>
                  <a:gd name="T20" fmla="*/ 2147483647 w 21600"/>
                  <a:gd name="T21" fmla="*/ 2147483647 h 19589"/>
                  <a:gd name="T22" fmla="*/ 2147483647 w 21600"/>
                  <a:gd name="T23" fmla="*/ 2147483647 h 19589"/>
                  <a:gd name="T24" fmla="*/ 2147483647 w 21600"/>
                  <a:gd name="T25" fmla="*/ 2147483647 h 19589"/>
                  <a:gd name="T26" fmla="*/ 2147483647 w 21600"/>
                  <a:gd name="T27" fmla="*/ 2147483647 h 19589"/>
                  <a:gd name="T28" fmla="*/ 2147483647 w 21600"/>
                  <a:gd name="T29" fmla="*/ 2147483647 h 19589"/>
                  <a:gd name="T30" fmla="*/ 2147483647 w 21600"/>
                  <a:gd name="T31" fmla="*/ 2147483647 h 19589"/>
                  <a:gd name="T32" fmla="*/ 2147483647 w 21600"/>
                  <a:gd name="T33" fmla="*/ 2147483647 h 19589"/>
                  <a:gd name="T34" fmla="*/ 2147483647 w 21600"/>
                  <a:gd name="T35" fmla="*/ 2147483647 h 19589"/>
                  <a:gd name="T36" fmla="*/ 2147483647 w 21600"/>
                  <a:gd name="T37" fmla="*/ 2147483647 h 19589"/>
                  <a:gd name="T38" fmla="*/ 2147483647 w 21600"/>
                  <a:gd name="T39" fmla="*/ 2147483647 h 19589"/>
                  <a:gd name="T40" fmla="*/ 2147483647 w 21600"/>
                  <a:gd name="T41" fmla="*/ 2147483647 h 19589"/>
                  <a:gd name="T42" fmla="*/ 2147483647 w 21600"/>
                  <a:gd name="T43" fmla="*/ 2147483647 h 19589"/>
                  <a:gd name="T44" fmla="*/ 2147483647 w 21600"/>
                  <a:gd name="T45" fmla="*/ 2147483647 h 19589"/>
                  <a:gd name="T46" fmla="*/ 2147483647 w 21600"/>
                  <a:gd name="T47" fmla="*/ 2147483647 h 19589"/>
                  <a:gd name="T48" fmla="*/ 2147483647 w 21600"/>
                  <a:gd name="T49" fmla="*/ 2147483647 h 19589"/>
                  <a:gd name="T50" fmla="*/ 2147483647 w 21600"/>
                  <a:gd name="T51" fmla="*/ 2147483647 h 19589"/>
                  <a:gd name="T52" fmla="*/ 2147483647 w 21600"/>
                  <a:gd name="T53" fmla="*/ 2147483647 h 19589"/>
                  <a:gd name="T54" fmla="*/ 2147483647 w 21600"/>
                  <a:gd name="T55" fmla="*/ 2147483647 h 19589"/>
                  <a:gd name="T56" fmla="*/ 2147483647 w 21600"/>
                  <a:gd name="T57" fmla="*/ 2147483647 h 19589"/>
                  <a:gd name="T58" fmla="*/ 2147483647 w 21600"/>
                  <a:gd name="T59" fmla="*/ 2147483647 h 19589"/>
                  <a:gd name="T60" fmla="*/ 2147483647 w 21600"/>
                  <a:gd name="T61" fmla="*/ 2147483647 h 19589"/>
                  <a:gd name="T62" fmla="*/ 2147483647 w 21600"/>
                  <a:gd name="T63" fmla="*/ 2147483647 h 19589"/>
                  <a:gd name="T64" fmla="*/ 2147483647 w 21600"/>
                  <a:gd name="T65" fmla="*/ 2147483647 h 19589"/>
                  <a:gd name="T66" fmla="*/ 2147483647 w 21600"/>
                  <a:gd name="T67" fmla="*/ 2147483647 h 19589"/>
                  <a:gd name="T68" fmla="*/ 2147483647 w 21600"/>
                  <a:gd name="T69" fmla="*/ 2147483647 h 19589"/>
                  <a:gd name="T70" fmla="*/ 2147483647 w 21600"/>
                  <a:gd name="T71" fmla="*/ 2147483647 h 19589"/>
                  <a:gd name="T72" fmla="*/ 2147483647 w 21600"/>
                  <a:gd name="T73" fmla="*/ 2147483647 h 19589"/>
                  <a:gd name="T74" fmla="*/ 2147483647 w 21600"/>
                  <a:gd name="T75" fmla="*/ 2147483647 h 19589"/>
                  <a:gd name="T76" fmla="*/ 2147483647 w 21600"/>
                  <a:gd name="T77" fmla="*/ 2147483647 h 19589"/>
                  <a:gd name="T78" fmla="*/ 2147483647 w 21600"/>
                  <a:gd name="T79" fmla="*/ 2147483647 h 19589"/>
                  <a:gd name="T80" fmla="*/ 2147483647 w 21600"/>
                  <a:gd name="T81" fmla="*/ 2147483647 h 19589"/>
                  <a:gd name="T82" fmla="*/ 2147483647 w 21600"/>
                  <a:gd name="T83" fmla="*/ 2147483647 h 19589"/>
                  <a:gd name="T84" fmla="*/ 2147483647 w 21600"/>
                  <a:gd name="T85" fmla="*/ 2147483647 h 19589"/>
                  <a:gd name="T86" fmla="*/ 2147483647 w 21600"/>
                  <a:gd name="T87" fmla="*/ 1867201101 h 19589"/>
                  <a:gd name="T88" fmla="*/ 2147483647 w 21600"/>
                  <a:gd name="T89" fmla="*/ 2147483647 h 19589"/>
                  <a:gd name="T90" fmla="*/ 2147483647 w 21600"/>
                  <a:gd name="T91" fmla="*/ 2147483647 h 19589"/>
                  <a:gd name="T92" fmla="*/ 2147483647 w 21600"/>
                  <a:gd name="T93" fmla="*/ 2147483647 h 19589"/>
                  <a:gd name="T94" fmla="*/ 2147483647 w 21600"/>
                  <a:gd name="T95" fmla="*/ 2147483647 h 19589"/>
                  <a:gd name="T96" fmla="*/ 2147483647 w 21600"/>
                  <a:gd name="T97" fmla="*/ 2147483647 h 19589"/>
                  <a:gd name="T98" fmla="*/ 2147483647 w 21600"/>
                  <a:gd name="T99" fmla="*/ 2147483647 h 19589"/>
                  <a:gd name="T100" fmla="*/ 2147483647 w 21600"/>
                  <a:gd name="T101" fmla="*/ 2147483647 h 19589"/>
                  <a:gd name="T102" fmla="*/ 2147483647 w 21600"/>
                  <a:gd name="T103" fmla="*/ 2147483647 h 19589"/>
                  <a:gd name="T104" fmla="*/ 2147483647 w 21600"/>
                  <a:gd name="T105" fmla="*/ 2147483647 h 19589"/>
                  <a:gd name="T106" fmla="*/ 2147483647 w 21600"/>
                  <a:gd name="T107" fmla="*/ 2147483647 h 19589"/>
                  <a:gd name="T108" fmla="*/ 2147483647 w 21600"/>
                  <a:gd name="T109" fmla="*/ 2147483647 h 19589"/>
                  <a:gd name="T110" fmla="*/ 2147483647 w 21600"/>
                  <a:gd name="T111" fmla="*/ 2147483647 h 195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600" h="19589">
                    <a:moveTo>
                      <a:pt x="722" y="8634"/>
                    </a:moveTo>
                    <a:lnTo>
                      <a:pt x="336" y="5807"/>
                    </a:lnTo>
                    <a:lnTo>
                      <a:pt x="336" y="9240"/>
                    </a:lnTo>
                    <a:lnTo>
                      <a:pt x="0" y="12784"/>
                    </a:lnTo>
                    <a:cubicBezTo>
                      <a:pt x="280" y="12949"/>
                      <a:pt x="4328" y="15370"/>
                      <a:pt x="4923" y="17319"/>
                    </a:cubicBezTo>
                    <a:cubicBezTo>
                      <a:pt x="5540" y="19339"/>
                      <a:pt x="6519" y="15299"/>
                      <a:pt x="7290" y="17319"/>
                    </a:cubicBezTo>
                    <a:cubicBezTo>
                      <a:pt x="8061" y="19339"/>
                      <a:pt x="9039" y="15960"/>
                      <a:pt x="9398" y="17902"/>
                    </a:cubicBezTo>
                    <a:cubicBezTo>
                      <a:pt x="9758" y="19844"/>
                      <a:pt x="10615" y="16135"/>
                      <a:pt x="10855" y="17989"/>
                    </a:cubicBezTo>
                    <a:cubicBezTo>
                      <a:pt x="11095" y="19844"/>
                      <a:pt x="11147" y="19141"/>
                      <a:pt x="11661" y="18483"/>
                    </a:cubicBezTo>
                    <a:cubicBezTo>
                      <a:pt x="12175" y="17824"/>
                      <a:pt x="11918" y="18010"/>
                      <a:pt x="12843" y="19180"/>
                    </a:cubicBezTo>
                    <a:cubicBezTo>
                      <a:pt x="13769" y="20349"/>
                      <a:pt x="14129" y="18516"/>
                      <a:pt x="14900" y="19180"/>
                    </a:cubicBezTo>
                    <a:cubicBezTo>
                      <a:pt x="15671" y="19844"/>
                      <a:pt x="15825" y="19316"/>
                      <a:pt x="16390" y="19580"/>
                    </a:cubicBezTo>
                    <a:cubicBezTo>
                      <a:pt x="16956" y="19844"/>
                      <a:pt x="17264" y="14025"/>
                      <a:pt x="17624" y="16177"/>
                    </a:cubicBezTo>
                    <a:cubicBezTo>
                      <a:pt x="17984" y="18329"/>
                      <a:pt x="18549" y="16054"/>
                      <a:pt x="18755" y="16181"/>
                    </a:cubicBezTo>
                    <a:cubicBezTo>
                      <a:pt x="18961" y="16309"/>
                      <a:pt x="19063" y="16054"/>
                      <a:pt x="19629" y="16181"/>
                    </a:cubicBezTo>
                    <a:cubicBezTo>
                      <a:pt x="20194" y="16309"/>
                      <a:pt x="21017" y="16181"/>
                      <a:pt x="21017" y="16181"/>
                    </a:cubicBezTo>
                    <a:lnTo>
                      <a:pt x="21600" y="12906"/>
                    </a:lnTo>
                    <a:cubicBezTo>
                      <a:pt x="21588" y="12870"/>
                      <a:pt x="21576" y="12831"/>
                      <a:pt x="21563" y="12790"/>
                    </a:cubicBezTo>
                    <a:lnTo>
                      <a:pt x="21594" y="12771"/>
                    </a:lnTo>
                    <a:lnTo>
                      <a:pt x="21403" y="8152"/>
                    </a:lnTo>
                    <a:lnTo>
                      <a:pt x="21128" y="9341"/>
                    </a:lnTo>
                    <a:lnTo>
                      <a:pt x="21128" y="6300"/>
                    </a:lnTo>
                    <a:lnTo>
                      <a:pt x="20908" y="10726"/>
                    </a:lnTo>
                    <a:cubicBezTo>
                      <a:pt x="20868" y="10600"/>
                      <a:pt x="20825" y="10473"/>
                      <a:pt x="20785" y="10346"/>
                    </a:cubicBezTo>
                    <a:lnTo>
                      <a:pt x="20636" y="8152"/>
                    </a:lnTo>
                    <a:lnTo>
                      <a:pt x="20500" y="9473"/>
                    </a:lnTo>
                    <a:cubicBezTo>
                      <a:pt x="20430" y="9251"/>
                      <a:pt x="20365" y="9034"/>
                      <a:pt x="20288" y="8823"/>
                    </a:cubicBezTo>
                    <a:lnTo>
                      <a:pt x="20288" y="6576"/>
                    </a:lnTo>
                    <a:lnTo>
                      <a:pt x="20183" y="8509"/>
                    </a:lnTo>
                    <a:cubicBezTo>
                      <a:pt x="20129" y="8337"/>
                      <a:pt x="20098" y="8172"/>
                      <a:pt x="20021" y="8016"/>
                    </a:cubicBezTo>
                    <a:lnTo>
                      <a:pt x="20021" y="6576"/>
                    </a:lnTo>
                    <a:lnTo>
                      <a:pt x="19965" y="7810"/>
                    </a:lnTo>
                    <a:cubicBezTo>
                      <a:pt x="19801" y="7292"/>
                      <a:pt x="19683" y="6905"/>
                      <a:pt x="19636" y="6754"/>
                    </a:cubicBezTo>
                    <a:lnTo>
                      <a:pt x="19623" y="6300"/>
                    </a:lnTo>
                    <a:lnTo>
                      <a:pt x="19613" y="6684"/>
                    </a:lnTo>
                    <a:cubicBezTo>
                      <a:pt x="19571" y="6609"/>
                      <a:pt x="19476" y="6623"/>
                      <a:pt x="19355" y="6684"/>
                    </a:cubicBezTo>
                    <a:lnTo>
                      <a:pt x="19258" y="3534"/>
                    </a:lnTo>
                    <a:lnTo>
                      <a:pt x="19258" y="6736"/>
                    </a:lnTo>
                    <a:cubicBezTo>
                      <a:pt x="19068" y="6853"/>
                      <a:pt x="18822" y="7042"/>
                      <a:pt x="18581" y="7166"/>
                    </a:cubicBezTo>
                    <a:cubicBezTo>
                      <a:pt x="18581" y="6967"/>
                      <a:pt x="18582" y="6769"/>
                      <a:pt x="18579" y="6576"/>
                    </a:cubicBezTo>
                    <a:cubicBezTo>
                      <a:pt x="18569" y="6011"/>
                      <a:pt x="18557" y="6413"/>
                      <a:pt x="18542" y="7188"/>
                    </a:cubicBezTo>
                    <a:cubicBezTo>
                      <a:pt x="18178" y="7365"/>
                      <a:pt x="17837" y="7370"/>
                      <a:pt x="17726" y="6715"/>
                    </a:cubicBezTo>
                    <a:cubicBezTo>
                      <a:pt x="17469" y="5201"/>
                      <a:pt x="15413" y="8064"/>
                      <a:pt x="15105" y="6632"/>
                    </a:cubicBezTo>
                    <a:cubicBezTo>
                      <a:pt x="14930" y="5819"/>
                      <a:pt x="14523" y="6150"/>
                      <a:pt x="14072" y="6394"/>
                    </a:cubicBezTo>
                    <a:lnTo>
                      <a:pt x="14001" y="4618"/>
                    </a:lnTo>
                    <a:lnTo>
                      <a:pt x="13727" y="5807"/>
                    </a:lnTo>
                    <a:lnTo>
                      <a:pt x="13727" y="2765"/>
                    </a:lnTo>
                    <a:lnTo>
                      <a:pt x="13537" y="6567"/>
                    </a:lnTo>
                    <a:cubicBezTo>
                      <a:pt x="13479" y="6565"/>
                      <a:pt x="13420" y="6554"/>
                      <a:pt x="13364" y="6532"/>
                    </a:cubicBezTo>
                    <a:lnTo>
                      <a:pt x="13234" y="4618"/>
                    </a:lnTo>
                    <a:lnTo>
                      <a:pt x="13068" y="6283"/>
                    </a:lnTo>
                    <a:cubicBezTo>
                      <a:pt x="13062" y="6275"/>
                      <a:pt x="13052" y="6268"/>
                      <a:pt x="13046" y="6259"/>
                    </a:cubicBezTo>
                    <a:cubicBezTo>
                      <a:pt x="13000" y="6192"/>
                      <a:pt x="12964" y="6121"/>
                      <a:pt x="12887" y="6047"/>
                    </a:cubicBezTo>
                    <a:lnTo>
                      <a:pt x="12887" y="3042"/>
                    </a:lnTo>
                    <a:lnTo>
                      <a:pt x="12736" y="5865"/>
                    </a:lnTo>
                    <a:cubicBezTo>
                      <a:pt x="12701" y="5822"/>
                      <a:pt x="12658" y="5778"/>
                      <a:pt x="12620" y="5733"/>
                    </a:cubicBezTo>
                    <a:lnTo>
                      <a:pt x="12620" y="3042"/>
                    </a:lnTo>
                    <a:lnTo>
                      <a:pt x="12494" y="5579"/>
                    </a:lnTo>
                    <a:cubicBezTo>
                      <a:pt x="12432" y="5510"/>
                      <a:pt x="12372" y="5439"/>
                      <a:pt x="12305" y="5367"/>
                    </a:cubicBezTo>
                    <a:lnTo>
                      <a:pt x="12221" y="2765"/>
                    </a:lnTo>
                    <a:lnTo>
                      <a:pt x="12151" y="5200"/>
                    </a:lnTo>
                    <a:cubicBezTo>
                      <a:pt x="12106" y="5153"/>
                      <a:pt x="12056" y="5106"/>
                      <a:pt x="12010" y="5059"/>
                    </a:cubicBezTo>
                    <a:lnTo>
                      <a:pt x="11857" y="0"/>
                    </a:lnTo>
                    <a:lnTo>
                      <a:pt x="11857" y="4908"/>
                    </a:lnTo>
                    <a:cubicBezTo>
                      <a:pt x="11628" y="4681"/>
                      <a:pt x="11401" y="4455"/>
                      <a:pt x="11176" y="4247"/>
                    </a:cubicBezTo>
                    <a:cubicBezTo>
                      <a:pt x="11180" y="3837"/>
                      <a:pt x="11184" y="3432"/>
                      <a:pt x="11177" y="3042"/>
                    </a:cubicBezTo>
                    <a:cubicBezTo>
                      <a:pt x="11166" y="2355"/>
                      <a:pt x="11148" y="3097"/>
                      <a:pt x="11130" y="4201"/>
                    </a:cubicBezTo>
                    <a:cubicBezTo>
                      <a:pt x="10503" y="3623"/>
                      <a:pt x="9958" y="3181"/>
                      <a:pt x="9861" y="3181"/>
                    </a:cubicBezTo>
                    <a:cubicBezTo>
                      <a:pt x="9656" y="3181"/>
                      <a:pt x="8320" y="2171"/>
                      <a:pt x="7600" y="3181"/>
                    </a:cubicBezTo>
                    <a:cubicBezTo>
                      <a:pt x="6880" y="4191"/>
                      <a:pt x="5492" y="-1251"/>
                      <a:pt x="5183" y="2732"/>
                    </a:cubicBezTo>
                    <a:cubicBezTo>
                      <a:pt x="5146" y="3215"/>
                      <a:pt x="5105" y="3654"/>
                      <a:pt x="5028" y="4052"/>
                    </a:cubicBezTo>
                    <a:lnTo>
                      <a:pt x="5028" y="2765"/>
                    </a:lnTo>
                    <a:lnTo>
                      <a:pt x="4943" y="4525"/>
                    </a:lnTo>
                    <a:cubicBezTo>
                      <a:pt x="4849" y="4995"/>
                      <a:pt x="4739" y="5396"/>
                      <a:pt x="4620" y="5731"/>
                    </a:cubicBezTo>
                    <a:lnTo>
                      <a:pt x="4546" y="4618"/>
                    </a:lnTo>
                    <a:lnTo>
                      <a:pt x="4369" y="6307"/>
                    </a:lnTo>
                    <a:cubicBezTo>
                      <a:pt x="4312" y="6419"/>
                      <a:pt x="4265" y="6519"/>
                      <a:pt x="4189" y="6606"/>
                    </a:cubicBezTo>
                    <a:lnTo>
                      <a:pt x="4189" y="3042"/>
                    </a:lnTo>
                    <a:lnTo>
                      <a:pt x="4006" y="6858"/>
                    </a:lnTo>
                    <a:cubicBezTo>
                      <a:pt x="3986" y="6880"/>
                      <a:pt x="3960" y="6899"/>
                      <a:pt x="3960" y="6917"/>
                    </a:cubicBezTo>
                    <a:lnTo>
                      <a:pt x="3960" y="3042"/>
                    </a:lnTo>
                    <a:lnTo>
                      <a:pt x="3742" y="7056"/>
                    </a:lnTo>
                    <a:cubicBezTo>
                      <a:pt x="3723" y="7063"/>
                      <a:pt x="3701" y="7069"/>
                      <a:pt x="3681" y="7073"/>
                    </a:cubicBezTo>
                    <a:lnTo>
                      <a:pt x="3538" y="2765"/>
                    </a:lnTo>
                    <a:lnTo>
                      <a:pt x="3413" y="6982"/>
                    </a:lnTo>
                    <a:cubicBezTo>
                      <a:pt x="3403" y="6972"/>
                      <a:pt x="3402" y="6961"/>
                      <a:pt x="3393" y="6948"/>
                    </a:cubicBezTo>
                    <a:lnTo>
                      <a:pt x="3197" y="0"/>
                    </a:lnTo>
                    <a:lnTo>
                      <a:pt x="3197" y="1418"/>
                    </a:lnTo>
                    <a:lnTo>
                      <a:pt x="3197" y="6467"/>
                    </a:lnTo>
                    <a:cubicBezTo>
                      <a:pt x="3006" y="6199"/>
                      <a:pt x="2729" y="6241"/>
                      <a:pt x="2475" y="6360"/>
                    </a:cubicBezTo>
                    <a:cubicBezTo>
                      <a:pt x="2482" y="5286"/>
                      <a:pt x="2515" y="4107"/>
                      <a:pt x="2497" y="3042"/>
                    </a:cubicBezTo>
                    <a:cubicBezTo>
                      <a:pt x="2478" y="1935"/>
                      <a:pt x="2439" y="4532"/>
                      <a:pt x="2417" y="6385"/>
                    </a:cubicBezTo>
                    <a:cubicBezTo>
                      <a:pt x="2357" y="6416"/>
                      <a:pt x="2299" y="6450"/>
                      <a:pt x="2247" y="6484"/>
                    </a:cubicBezTo>
                    <a:lnTo>
                      <a:pt x="2213" y="6139"/>
                    </a:lnTo>
                    <a:lnTo>
                      <a:pt x="2181" y="6528"/>
                    </a:lnTo>
                    <a:cubicBezTo>
                      <a:pt x="2089" y="6593"/>
                      <a:pt x="2016" y="6653"/>
                      <a:pt x="1978" y="6688"/>
                    </a:cubicBezTo>
                    <a:cubicBezTo>
                      <a:pt x="1978" y="6110"/>
                      <a:pt x="1975" y="5522"/>
                      <a:pt x="1966" y="5028"/>
                    </a:cubicBezTo>
                    <a:cubicBezTo>
                      <a:pt x="1949" y="4065"/>
                      <a:pt x="1833" y="5625"/>
                      <a:pt x="1743" y="7033"/>
                    </a:cubicBezTo>
                    <a:lnTo>
                      <a:pt x="1633" y="7204"/>
                    </a:lnTo>
                    <a:lnTo>
                      <a:pt x="1633" y="5028"/>
                    </a:lnTo>
                    <a:lnTo>
                      <a:pt x="1433" y="7523"/>
                    </a:lnTo>
                    <a:lnTo>
                      <a:pt x="1328" y="7693"/>
                    </a:lnTo>
                    <a:lnTo>
                      <a:pt x="1328" y="5028"/>
                    </a:lnTo>
                    <a:lnTo>
                      <a:pt x="1123" y="8017"/>
                    </a:lnTo>
                    <a:lnTo>
                      <a:pt x="1035" y="8151"/>
                    </a:lnTo>
                    <a:lnTo>
                      <a:pt x="908" y="4977"/>
                    </a:lnTo>
                    <a:lnTo>
                      <a:pt x="908" y="8344"/>
                    </a:lnTo>
                    <a:lnTo>
                      <a:pt x="896" y="8364"/>
                    </a:lnTo>
                    <a:lnTo>
                      <a:pt x="756" y="3042"/>
                    </a:lnTo>
                    <a:lnTo>
                      <a:pt x="756" y="3539"/>
                    </a:lnTo>
                    <a:lnTo>
                      <a:pt x="756" y="8589"/>
                    </a:lnTo>
                    <a:cubicBezTo>
                      <a:pt x="756" y="8589"/>
                      <a:pt x="722" y="8634"/>
                      <a:pt x="722" y="8634"/>
                    </a:cubicBezTo>
                    <a:close/>
                    <a:moveTo>
                      <a:pt x="722" y="8634"/>
                    </a:moveTo>
                  </a:path>
                </a:pathLst>
              </a:custGeom>
              <a:solidFill>
                <a:srgbClr val="A0C116"/>
              </a:solidFill>
              <a:ln>
                <a:noFill/>
              </a:ln>
            </p:spPr>
            <p:txBody>
              <a:bodyPr lIns="0" tIns="0" rIns="0" bIns="0"/>
              <a:lstStyle/>
              <a:p>
                <a:endParaRPr lang="en-US"/>
              </a:p>
            </p:txBody>
          </p:sp>
          <p:grpSp>
            <p:nvGrpSpPr>
              <p:cNvPr id="8217" name="Group 128"/>
              <p:cNvGrpSpPr/>
              <p:nvPr/>
            </p:nvGrpSpPr>
            <p:grpSpPr bwMode="auto">
              <a:xfrm>
                <a:off x="9652000" y="11137900"/>
                <a:ext cx="5580063" cy="2211388"/>
                <a:chOff x="9652000" y="11137900"/>
                <a:chExt cx="5580063" cy="2211388"/>
              </a:xfrm>
            </p:grpSpPr>
            <p:sp>
              <p:nvSpPr>
                <p:cNvPr id="8218" name="AutoShape 15"/>
                <p:cNvSpPr/>
                <p:nvPr/>
              </p:nvSpPr>
              <p:spPr bwMode="auto">
                <a:xfrm>
                  <a:off x="9652000" y="11137900"/>
                  <a:ext cx="773113" cy="1039813"/>
                </a:xfrm>
                <a:custGeom>
                  <a:avLst/>
                  <a:gdLst>
                    <a:gd name="T0" fmla="*/ 2147483647 w 21408"/>
                    <a:gd name="T1" fmla="*/ 2147483647 h 21424"/>
                    <a:gd name="T2" fmla="*/ 833443332 w 21408"/>
                    <a:gd name="T3" fmla="*/ 2147483647 h 21424"/>
                    <a:gd name="T4" fmla="*/ 0 w 21408"/>
                    <a:gd name="T5" fmla="*/ 2147483647 h 21424"/>
                    <a:gd name="T6" fmla="*/ 1102135996 w 21408"/>
                    <a:gd name="T7" fmla="*/ 2147483647 h 21424"/>
                    <a:gd name="T8" fmla="*/ 2147483647 w 21408"/>
                    <a:gd name="T9" fmla="*/ 2147483647 h 21424"/>
                    <a:gd name="T10" fmla="*/ 2147483647 w 21408"/>
                    <a:gd name="T11" fmla="*/ 2147483647 h 21424"/>
                    <a:gd name="T12" fmla="*/ 2147483647 w 21408"/>
                    <a:gd name="T13" fmla="*/ 2147483647 h 21424"/>
                    <a:gd name="T14" fmla="*/ 2147483647 w 21408"/>
                    <a:gd name="T15" fmla="*/ 2147483647 h 21424"/>
                    <a:gd name="T16" fmla="*/ 2147483647 w 21408"/>
                    <a:gd name="T17" fmla="*/ 2147483647 h 21424"/>
                    <a:gd name="T18" fmla="*/ 2147483647 w 21408"/>
                    <a:gd name="T19" fmla="*/ 2147483647 h 21424"/>
                    <a:gd name="T20" fmla="*/ 2147483647 w 21408"/>
                    <a:gd name="T21" fmla="*/ 2147483647 h 21424"/>
                    <a:gd name="T22" fmla="*/ 2147483647 w 21408"/>
                    <a:gd name="T23" fmla="*/ 2147483647 h 21424"/>
                    <a:gd name="T24" fmla="*/ 2147483647 w 21408"/>
                    <a:gd name="T25" fmla="*/ 2147483647 h 21424"/>
                    <a:gd name="T26" fmla="*/ 2147483647 w 21408"/>
                    <a:gd name="T27" fmla="*/ 2147483647 h 21424"/>
                    <a:gd name="T28" fmla="*/ 2147483647 w 21408"/>
                    <a:gd name="T29" fmla="*/ 2147483647 h 21424"/>
                    <a:gd name="T30" fmla="*/ 2147483647 w 21408"/>
                    <a:gd name="T31" fmla="*/ 2147483647 h 21424"/>
                    <a:gd name="T32" fmla="*/ 2147483647 w 21408"/>
                    <a:gd name="T33" fmla="*/ 2147483647 h 21424"/>
                    <a:gd name="T34" fmla="*/ 2147483647 w 21408"/>
                    <a:gd name="T35" fmla="*/ 2147483647 h 21424"/>
                    <a:gd name="T36" fmla="*/ 2147483647 w 21408"/>
                    <a:gd name="T37" fmla="*/ 2147483647 h 21424"/>
                    <a:gd name="T38" fmla="*/ 2147483647 w 21408"/>
                    <a:gd name="T39" fmla="*/ 2147483647 h 21424"/>
                    <a:gd name="T40" fmla="*/ 2147483647 w 21408"/>
                    <a:gd name="T41" fmla="*/ 2147483647 h 21424"/>
                    <a:gd name="T42" fmla="*/ 2147483647 w 21408"/>
                    <a:gd name="T43" fmla="*/ 2147483647 h 21424"/>
                    <a:gd name="T44" fmla="*/ 2147483647 w 21408"/>
                    <a:gd name="T45" fmla="*/ 2147483647 h 21424"/>
                    <a:gd name="T46" fmla="*/ 2147483647 w 21408"/>
                    <a:gd name="T47" fmla="*/ 2147483647 h 21424"/>
                    <a:gd name="T48" fmla="*/ 2147483647 w 21408"/>
                    <a:gd name="T49" fmla="*/ 2147483647 h 21424"/>
                    <a:gd name="T50" fmla="*/ 2147483647 w 21408"/>
                    <a:gd name="T51" fmla="*/ 2147483647 h 21424"/>
                    <a:gd name="T52" fmla="*/ 2147483647 w 21408"/>
                    <a:gd name="T53" fmla="*/ 0 h 21424"/>
                    <a:gd name="T54" fmla="*/ 2147483647 w 21408"/>
                    <a:gd name="T55" fmla="*/ 2147483647 h 21424"/>
                    <a:gd name="T56" fmla="*/ 2147483647 w 21408"/>
                    <a:gd name="T57" fmla="*/ 2147483647 h 21424"/>
                    <a:gd name="T58" fmla="*/ 2147483647 w 21408"/>
                    <a:gd name="T59" fmla="*/ 2147483647 h 21424"/>
                    <a:gd name="T60" fmla="*/ 2147483647 w 21408"/>
                    <a:gd name="T61" fmla="*/ 2147483647 h 2142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408" h="21424">
                      <a:moveTo>
                        <a:pt x="4179" y="1432"/>
                      </a:moveTo>
                      <a:lnTo>
                        <a:pt x="490" y="3143"/>
                      </a:lnTo>
                      <a:lnTo>
                        <a:pt x="0" y="5618"/>
                      </a:lnTo>
                      <a:lnTo>
                        <a:pt x="648" y="7609"/>
                      </a:lnTo>
                      <a:lnTo>
                        <a:pt x="2710" y="10378"/>
                      </a:lnTo>
                      <a:cubicBezTo>
                        <a:pt x="2710" y="10378"/>
                        <a:pt x="2813" y="11702"/>
                        <a:pt x="2963" y="12163"/>
                      </a:cubicBezTo>
                      <a:cubicBezTo>
                        <a:pt x="3114" y="12625"/>
                        <a:pt x="3669" y="13323"/>
                        <a:pt x="4100" y="13639"/>
                      </a:cubicBezTo>
                      <a:cubicBezTo>
                        <a:pt x="4531" y="13956"/>
                        <a:pt x="5727" y="14106"/>
                        <a:pt x="6492" y="14945"/>
                      </a:cubicBezTo>
                      <a:cubicBezTo>
                        <a:pt x="7257" y="15784"/>
                        <a:pt x="8006" y="18086"/>
                        <a:pt x="8354" y="18147"/>
                      </a:cubicBezTo>
                      <a:cubicBezTo>
                        <a:pt x="8702" y="18208"/>
                        <a:pt x="8208" y="17370"/>
                        <a:pt x="9648" y="18111"/>
                      </a:cubicBezTo>
                      <a:cubicBezTo>
                        <a:pt x="11086" y="18852"/>
                        <a:pt x="10815" y="18387"/>
                        <a:pt x="11086" y="18852"/>
                      </a:cubicBezTo>
                      <a:cubicBezTo>
                        <a:pt x="11358" y="19316"/>
                        <a:pt x="11128" y="19350"/>
                        <a:pt x="11386" y="19774"/>
                      </a:cubicBezTo>
                      <a:cubicBezTo>
                        <a:pt x="11645" y="20198"/>
                        <a:pt x="13001" y="20837"/>
                        <a:pt x="13167" y="21346"/>
                      </a:cubicBezTo>
                      <a:cubicBezTo>
                        <a:pt x="13250" y="21600"/>
                        <a:pt x="14238" y="21153"/>
                        <a:pt x="14238" y="21153"/>
                      </a:cubicBezTo>
                      <a:lnTo>
                        <a:pt x="16002" y="17964"/>
                      </a:lnTo>
                      <a:lnTo>
                        <a:pt x="19209" y="15307"/>
                      </a:lnTo>
                      <a:cubicBezTo>
                        <a:pt x="19209" y="15307"/>
                        <a:pt x="19961" y="11991"/>
                        <a:pt x="20236" y="11830"/>
                      </a:cubicBezTo>
                      <a:cubicBezTo>
                        <a:pt x="20512" y="11669"/>
                        <a:pt x="19708" y="10208"/>
                        <a:pt x="19708" y="10208"/>
                      </a:cubicBezTo>
                      <a:cubicBezTo>
                        <a:pt x="19708" y="10208"/>
                        <a:pt x="20320" y="9147"/>
                        <a:pt x="20960" y="8990"/>
                      </a:cubicBezTo>
                      <a:cubicBezTo>
                        <a:pt x="21600" y="8834"/>
                        <a:pt x="21366" y="7744"/>
                        <a:pt x="21366" y="7744"/>
                      </a:cubicBezTo>
                      <a:cubicBezTo>
                        <a:pt x="21366" y="7744"/>
                        <a:pt x="20691" y="5773"/>
                        <a:pt x="20721" y="5760"/>
                      </a:cubicBezTo>
                      <a:cubicBezTo>
                        <a:pt x="20750" y="5747"/>
                        <a:pt x="19655" y="3889"/>
                        <a:pt x="20216" y="4101"/>
                      </a:cubicBezTo>
                      <a:cubicBezTo>
                        <a:pt x="20777" y="4312"/>
                        <a:pt x="21285" y="3245"/>
                        <a:pt x="21285" y="3245"/>
                      </a:cubicBezTo>
                      <a:lnTo>
                        <a:pt x="20883" y="2007"/>
                      </a:lnTo>
                      <a:lnTo>
                        <a:pt x="17574" y="496"/>
                      </a:lnTo>
                      <a:lnTo>
                        <a:pt x="14976" y="641"/>
                      </a:lnTo>
                      <a:lnTo>
                        <a:pt x="12123" y="0"/>
                      </a:lnTo>
                      <a:lnTo>
                        <a:pt x="9271" y="514"/>
                      </a:lnTo>
                      <a:lnTo>
                        <a:pt x="7786" y="782"/>
                      </a:lnTo>
                      <a:cubicBezTo>
                        <a:pt x="7786" y="782"/>
                        <a:pt x="4179" y="1432"/>
                        <a:pt x="4179" y="1432"/>
                      </a:cubicBezTo>
                      <a:close/>
                      <a:moveTo>
                        <a:pt x="4179" y="1432"/>
                      </a:moveTo>
                    </a:path>
                  </a:pathLst>
                </a:custGeom>
                <a:solidFill>
                  <a:srgbClr val="D8C19A"/>
                </a:solidFill>
                <a:ln>
                  <a:noFill/>
                </a:ln>
              </p:spPr>
              <p:txBody>
                <a:bodyPr lIns="0" tIns="0" rIns="0" bIns="0"/>
                <a:lstStyle/>
                <a:p>
                  <a:endParaRPr lang="en-US"/>
                </a:p>
              </p:txBody>
            </p:sp>
            <p:sp>
              <p:nvSpPr>
                <p:cNvPr id="8219" name="AutoShape 16"/>
                <p:cNvSpPr/>
                <p:nvPr/>
              </p:nvSpPr>
              <p:spPr bwMode="auto">
                <a:xfrm>
                  <a:off x="9677400" y="11163300"/>
                  <a:ext cx="736600" cy="9334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2147483647 h 21600"/>
                    <a:gd name="T54" fmla="*/ 2147483647 w 21600"/>
                    <a:gd name="T55" fmla="*/ 2147483647 h 21600"/>
                    <a:gd name="T56" fmla="*/ 2147483647 w 21600"/>
                    <a:gd name="T57" fmla="*/ 2147483647 h 21600"/>
                    <a:gd name="T58" fmla="*/ 2147483647 w 21600"/>
                    <a:gd name="T59" fmla="*/ 2147483647 h 21600"/>
                    <a:gd name="T60" fmla="*/ 2147483647 w 21600"/>
                    <a:gd name="T61" fmla="*/ 2147483647 h 21600"/>
                    <a:gd name="T62" fmla="*/ 2147483647 w 21600"/>
                    <a:gd name="T63" fmla="*/ 2147483647 h 21600"/>
                    <a:gd name="T64" fmla="*/ 2147483647 w 21600"/>
                    <a:gd name="T65" fmla="*/ 0 h 21600"/>
                    <a:gd name="T66" fmla="*/ 2147483647 w 21600"/>
                    <a:gd name="T67" fmla="*/ 2147483647 h 21600"/>
                    <a:gd name="T68" fmla="*/ 0 w 21600"/>
                    <a:gd name="T69" fmla="*/ 2147483647 h 21600"/>
                    <a:gd name="T70" fmla="*/ 1756782747 w 21600"/>
                    <a:gd name="T71" fmla="*/ 2147483647 h 21600"/>
                    <a:gd name="T72" fmla="*/ 2147483647 w 21600"/>
                    <a:gd name="T73" fmla="*/ 2147483647 h 21600"/>
                    <a:gd name="T74" fmla="*/ 2147483647 w 21600"/>
                    <a:gd name="T75" fmla="*/ 2147483647 h 21600"/>
                    <a:gd name="T76" fmla="*/ 2147483647 w 21600"/>
                    <a:gd name="T77" fmla="*/ 2147483647 h 21600"/>
                    <a:gd name="T78" fmla="*/ 2147483647 w 21600"/>
                    <a:gd name="T79" fmla="*/ 2147483647 h 21600"/>
                    <a:gd name="T80" fmla="*/ 2147483647 w 21600"/>
                    <a:gd name="T81" fmla="*/ 2147483647 h 21600"/>
                    <a:gd name="T82" fmla="*/ 2147483647 w 21600"/>
                    <a:gd name="T83" fmla="*/ 2147483647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1336" y="1543"/>
                      </a:moveTo>
                      <a:cubicBezTo>
                        <a:pt x="11336" y="1543"/>
                        <a:pt x="12401" y="6276"/>
                        <a:pt x="11426" y="7010"/>
                      </a:cubicBezTo>
                      <a:cubicBezTo>
                        <a:pt x="10451" y="7745"/>
                        <a:pt x="9040" y="9387"/>
                        <a:pt x="9040" y="9387"/>
                      </a:cubicBezTo>
                      <a:lnTo>
                        <a:pt x="9001" y="6440"/>
                      </a:lnTo>
                      <a:lnTo>
                        <a:pt x="7488" y="4340"/>
                      </a:lnTo>
                      <a:cubicBezTo>
                        <a:pt x="7488" y="4340"/>
                        <a:pt x="5292" y="6799"/>
                        <a:pt x="5557" y="7099"/>
                      </a:cubicBezTo>
                      <a:cubicBezTo>
                        <a:pt x="5823" y="7400"/>
                        <a:pt x="5878" y="8760"/>
                        <a:pt x="6208" y="9245"/>
                      </a:cubicBezTo>
                      <a:cubicBezTo>
                        <a:pt x="6537" y="9730"/>
                        <a:pt x="6335" y="10591"/>
                        <a:pt x="6833" y="11455"/>
                      </a:cubicBezTo>
                      <a:cubicBezTo>
                        <a:pt x="7331" y="12319"/>
                        <a:pt x="7397" y="13510"/>
                        <a:pt x="7397" y="13510"/>
                      </a:cubicBezTo>
                      <a:cubicBezTo>
                        <a:pt x="7397" y="13510"/>
                        <a:pt x="4417" y="9040"/>
                        <a:pt x="4327" y="9879"/>
                      </a:cubicBezTo>
                      <a:cubicBezTo>
                        <a:pt x="4238" y="10718"/>
                        <a:pt x="6766" y="15568"/>
                        <a:pt x="6766" y="15568"/>
                      </a:cubicBezTo>
                      <a:cubicBezTo>
                        <a:pt x="6766" y="15568"/>
                        <a:pt x="9739" y="17341"/>
                        <a:pt x="9858" y="17730"/>
                      </a:cubicBezTo>
                      <a:cubicBezTo>
                        <a:pt x="9977" y="18118"/>
                        <a:pt x="10741" y="19478"/>
                        <a:pt x="10741" y="19478"/>
                      </a:cubicBezTo>
                      <a:lnTo>
                        <a:pt x="12658" y="21600"/>
                      </a:lnTo>
                      <a:cubicBezTo>
                        <a:pt x="12658" y="21600"/>
                        <a:pt x="12341" y="19037"/>
                        <a:pt x="12430" y="18197"/>
                      </a:cubicBezTo>
                      <a:cubicBezTo>
                        <a:pt x="12520" y="17357"/>
                        <a:pt x="12249" y="13646"/>
                        <a:pt x="12467" y="13224"/>
                      </a:cubicBezTo>
                      <a:cubicBezTo>
                        <a:pt x="12685" y="12803"/>
                        <a:pt x="12909" y="10704"/>
                        <a:pt x="13281" y="10221"/>
                      </a:cubicBezTo>
                      <a:cubicBezTo>
                        <a:pt x="13654" y="9739"/>
                        <a:pt x="12686" y="8279"/>
                        <a:pt x="13182" y="7636"/>
                      </a:cubicBezTo>
                      <a:cubicBezTo>
                        <a:pt x="13679" y="6993"/>
                        <a:pt x="13915" y="5500"/>
                        <a:pt x="13915" y="5500"/>
                      </a:cubicBezTo>
                      <a:cubicBezTo>
                        <a:pt x="13915" y="5500"/>
                        <a:pt x="14201" y="3603"/>
                        <a:pt x="14693" y="3509"/>
                      </a:cubicBezTo>
                      <a:cubicBezTo>
                        <a:pt x="15185" y="3415"/>
                        <a:pt x="17062" y="3878"/>
                        <a:pt x="17062" y="3878"/>
                      </a:cubicBezTo>
                      <a:cubicBezTo>
                        <a:pt x="17062" y="3878"/>
                        <a:pt x="18437" y="5534"/>
                        <a:pt x="17777" y="6209"/>
                      </a:cubicBezTo>
                      <a:cubicBezTo>
                        <a:pt x="17116" y="6883"/>
                        <a:pt x="15715" y="7974"/>
                        <a:pt x="15710" y="8523"/>
                      </a:cubicBezTo>
                      <a:cubicBezTo>
                        <a:pt x="15705" y="9073"/>
                        <a:pt x="15272" y="12187"/>
                        <a:pt x="15272" y="12187"/>
                      </a:cubicBezTo>
                      <a:lnTo>
                        <a:pt x="13958" y="15301"/>
                      </a:lnTo>
                      <a:cubicBezTo>
                        <a:pt x="13958" y="15301"/>
                        <a:pt x="13558" y="16307"/>
                        <a:pt x="14291" y="16387"/>
                      </a:cubicBezTo>
                      <a:cubicBezTo>
                        <a:pt x="15023" y="16467"/>
                        <a:pt x="17196" y="12802"/>
                        <a:pt x="17196" y="12802"/>
                      </a:cubicBezTo>
                      <a:lnTo>
                        <a:pt x="19173" y="9505"/>
                      </a:lnTo>
                      <a:lnTo>
                        <a:pt x="21600" y="6846"/>
                      </a:lnTo>
                      <a:lnTo>
                        <a:pt x="19436" y="3698"/>
                      </a:lnTo>
                      <a:lnTo>
                        <a:pt x="19287" y="2082"/>
                      </a:lnTo>
                      <a:lnTo>
                        <a:pt x="17009" y="1441"/>
                      </a:lnTo>
                      <a:lnTo>
                        <a:pt x="11014" y="0"/>
                      </a:lnTo>
                      <a:lnTo>
                        <a:pt x="5014" y="1935"/>
                      </a:lnTo>
                      <a:lnTo>
                        <a:pt x="0" y="3187"/>
                      </a:lnTo>
                      <a:lnTo>
                        <a:pt x="1299" y="4447"/>
                      </a:lnTo>
                      <a:lnTo>
                        <a:pt x="1608" y="5455"/>
                      </a:lnTo>
                      <a:lnTo>
                        <a:pt x="2577" y="3635"/>
                      </a:lnTo>
                      <a:lnTo>
                        <a:pt x="5491" y="2940"/>
                      </a:lnTo>
                      <a:lnTo>
                        <a:pt x="8692" y="2053"/>
                      </a:lnTo>
                      <a:cubicBezTo>
                        <a:pt x="8692" y="2053"/>
                        <a:pt x="11336" y="1543"/>
                        <a:pt x="11336" y="1543"/>
                      </a:cubicBezTo>
                      <a:close/>
                      <a:moveTo>
                        <a:pt x="11336" y="1543"/>
                      </a:moveTo>
                    </a:path>
                  </a:pathLst>
                </a:custGeom>
                <a:solidFill>
                  <a:srgbClr val="7C5024">
                    <a:alpha val="29803"/>
                  </a:srgbClr>
                </a:solidFill>
                <a:ln>
                  <a:noFill/>
                </a:ln>
              </p:spPr>
              <p:txBody>
                <a:bodyPr lIns="0" tIns="0" rIns="0" bIns="0"/>
                <a:lstStyle/>
                <a:p>
                  <a:endParaRPr lang="en-US"/>
                </a:p>
              </p:txBody>
            </p:sp>
            <p:sp>
              <p:nvSpPr>
                <p:cNvPr id="8220" name="AutoShape 17"/>
                <p:cNvSpPr/>
                <p:nvPr/>
              </p:nvSpPr>
              <p:spPr bwMode="auto">
                <a:xfrm>
                  <a:off x="14681200" y="11366500"/>
                  <a:ext cx="550863" cy="727075"/>
                </a:xfrm>
                <a:custGeom>
                  <a:avLst/>
                  <a:gdLst>
                    <a:gd name="T0" fmla="*/ 2147483647 w 21600"/>
                    <a:gd name="T1" fmla="*/ 139950294 h 21449"/>
                    <a:gd name="T2" fmla="*/ 513121055 w 21600"/>
                    <a:gd name="T3" fmla="*/ 1572522040 h 21449"/>
                    <a:gd name="T4" fmla="*/ 0 w 21600"/>
                    <a:gd name="T5" fmla="*/ 2147483647 h 21449"/>
                    <a:gd name="T6" fmla="*/ 20302846 w 21600"/>
                    <a:gd name="T7" fmla="*/ 2147483647 h 21449"/>
                    <a:gd name="T8" fmla="*/ 530471072 w 21600"/>
                    <a:gd name="T9" fmla="*/ 2147483647 h 21449"/>
                    <a:gd name="T10" fmla="*/ 412437376 w 21600"/>
                    <a:gd name="T11" fmla="*/ 2147483647 h 21449"/>
                    <a:gd name="T12" fmla="*/ 699675579 w 21600"/>
                    <a:gd name="T13" fmla="*/ 2147483647 h 21449"/>
                    <a:gd name="T14" fmla="*/ 1530057228 w 21600"/>
                    <a:gd name="T15" fmla="*/ 2147483647 h 21449"/>
                    <a:gd name="T16" fmla="*/ 1902735710 w 21600"/>
                    <a:gd name="T17" fmla="*/ 2147483647 h 21449"/>
                    <a:gd name="T18" fmla="*/ 2147483647 w 21600"/>
                    <a:gd name="T19" fmla="*/ 2147483647 h 21449"/>
                    <a:gd name="T20" fmla="*/ 2147483647 w 21600"/>
                    <a:gd name="T21" fmla="*/ 2147483647 h 21449"/>
                    <a:gd name="T22" fmla="*/ 2147483647 w 21600"/>
                    <a:gd name="T23" fmla="*/ 2147483647 h 21449"/>
                    <a:gd name="T24" fmla="*/ 2147483647 w 21600"/>
                    <a:gd name="T25" fmla="*/ 2147483647 h 21449"/>
                    <a:gd name="T26" fmla="*/ 2147483647 w 21600"/>
                    <a:gd name="T27" fmla="*/ 2147483647 h 21449"/>
                    <a:gd name="T28" fmla="*/ 2147483647 w 21600"/>
                    <a:gd name="T29" fmla="*/ 2147483647 h 21449"/>
                    <a:gd name="T30" fmla="*/ 2147483647 w 21600"/>
                    <a:gd name="T31" fmla="*/ 2147483647 h 21449"/>
                    <a:gd name="T32" fmla="*/ 2147483647 w 21600"/>
                    <a:gd name="T33" fmla="*/ 2147483647 h 21449"/>
                    <a:gd name="T34" fmla="*/ 2147483647 w 21600"/>
                    <a:gd name="T35" fmla="*/ 2147483647 h 21449"/>
                    <a:gd name="T36" fmla="*/ 2147483647 w 21600"/>
                    <a:gd name="T37" fmla="*/ 2147483647 h 21449"/>
                    <a:gd name="T38" fmla="*/ 2147483647 w 21600"/>
                    <a:gd name="T39" fmla="*/ 2147483647 h 21449"/>
                    <a:gd name="T40" fmla="*/ 2147483647 w 21600"/>
                    <a:gd name="T41" fmla="*/ 2147483647 h 21449"/>
                    <a:gd name="T42" fmla="*/ 2147483647 w 21600"/>
                    <a:gd name="T43" fmla="*/ 2147483647 h 21449"/>
                    <a:gd name="T44" fmla="*/ 2147483647 w 21600"/>
                    <a:gd name="T45" fmla="*/ 2147483647 h 21449"/>
                    <a:gd name="T46" fmla="*/ 2147483647 w 21600"/>
                    <a:gd name="T47" fmla="*/ 2147483647 h 21449"/>
                    <a:gd name="T48" fmla="*/ 2147483647 w 21600"/>
                    <a:gd name="T49" fmla="*/ 1839257787 h 21449"/>
                    <a:gd name="T50" fmla="*/ 2147483647 w 21600"/>
                    <a:gd name="T51" fmla="*/ 1461629290 h 21449"/>
                    <a:gd name="T52" fmla="*/ 2147483647 w 21600"/>
                    <a:gd name="T53" fmla="*/ 0 h 21449"/>
                    <a:gd name="T54" fmla="*/ 2147483647 w 21600"/>
                    <a:gd name="T55" fmla="*/ 50168141 h 21449"/>
                    <a:gd name="T56" fmla="*/ 2147483647 w 21600"/>
                    <a:gd name="T57" fmla="*/ 76577075 h 21449"/>
                    <a:gd name="T58" fmla="*/ 2147483647 w 21600"/>
                    <a:gd name="T59" fmla="*/ 139950294 h 21449"/>
                    <a:gd name="T60" fmla="*/ 2147483647 w 21600"/>
                    <a:gd name="T61" fmla="*/ 139950294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449">
                      <a:moveTo>
                        <a:pt x="5341" y="106"/>
                      </a:moveTo>
                      <a:lnTo>
                        <a:pt x="1213" y="1191"/>
                      </a:lnTo>
                      <a:lnTo>
                        <a:pt x="0" y="3564"/>
                      </a:lnTo>
                      <a:lnTo>
                        <a:pt x="48" y="5645"/>
                      </a:lnTo>
                      <a:lnTo>
                        <a:pt x="1254" y="8731"/>
                      </a:lnTo>
                      <a:cubicBezTo>
                        <a:pt x="1254" y="8731"/>
                        <a:pt x="964" y="10061"/>
                        <a:pt x="975" y="10543"/>
                      </a:cubicBezTo>
                      <a:cubicBezTo>
                        <a:pt x="986" y="11025"/>
                        <a:pt x="1324" y="11810"/>
                        <a:pt x="1654" y="12194"/>
                      </a:cubicBezTo>
                      <a:cubicBezTo>
                        <a:pt x="1984" y="12580"/>
                        <a:pt x="3115" y="12926"/>
                        <a:pt x="3617" y="13885"/>
                      </a:cubicBezTo>
                      <a:cubicBezTo>
                        <a:pt x="4120" y="14842"/>
                        <a:pt x="4175" y="17249"/>
                        <a:pt x="4498" y="17368"/>
                      </a:cubicBezTo>
                      <a:cubicBezTo>
                        <a:pt x="4822" y="17485"/>
                        <a:pt x="4585" y="16573"/>
                        <a:pt x="5779" y="17545"/>
                      </a:cubicBezTo>
                      <a:cubicBezTo>
                        <a:pt x="6973" y="18518"/>
                        <a:pt x="6843" y="18012"/>
                        <a:pt x="6973" y="18518"/>
                      </a:cubicBezTo>
                      <a:cubicBezTo>
                        <a:pt x="7103" y="19023"/>
                        <a:pt x="6866" y="19018"/>
                        <a:pt x="6995" y="19481"/>
                      </a:cubicBezTo>
                      <a:cubicBezTo>
                        <a:pt x="7123" y="19945"/>
                        <a:pt x="8266" y="20803"/>
                        <a:pt x="8278" y="21334"/>
                      </a:cubicBezTo>
                      <a:cubicBezTo>
                        <a:pt x="8284" y="21600"/>
                        <a:pt x="9387" y="21320"/>
                        <a:pt x="9387" y="21320"/>
                      </a:cubicBezTo>
                      <a:lnTo>
                        <a:pt x="12061" y="18450"/>
                      </a:lnTo>
                      <a:lnTo>
                        <a:pt x="15995" y="16348"/>
                      </a:lnTo>
                      <a:cubicBezTo>
                        <a:pt x="15995" y="16348"/>
                        <a:pt x="17715" y="13184"/>
                        <a:pt x="18032" y="13070"/>
                      </a:cubicBezTo>
                      <a:cubicBezTo>
                        <a:pt x="18351" y="12956"/>
                        <a:pt x="17994" y="11374"/>
                        <a:pt x="17994" y="11374"/>
                      </a:cubicBezTo>
                      <a:cubicBezTo>
                        <a:pt x="17994" y="11374"/>
                        <a:pt x="18908" y="10424"/>
                        <a:pt x="19582" y="10375"/>
                      </a:cubicBezTo>
                      <a:cubicBezTo>
                        <a:pt x="20257" y="10325"/>
                        <a:pt x="20349" y="9206"/>
                        <a:pt x="20349" y="9206"/>
                      </a:cubicBezTo>
                      <a:cubicBezTo>
                        <a:pt x="20349" y="9206"/>
                        <a:pt x="20269" y="7140"/>
                        <a:pt x="20302" y="7132"/>
                      </a:cubicBezTo>
                      <a:cubicBezTo>
                        <a:pt x="20335" y="7124"/>
                        <a:pt x="19809" y="5101"/>
                        <a:pt x="20298" y="5404"/>
                      </a:cubicBezTo>
                      <a:cubicBezTo>
                        <a:pt x="20785" y="5706"/>
                        <a:pt x="21600" y="4732"/>
                        <a:pt x="21600" y="4732"/>
                      </a:cubicBezTo>
                      <a:lnTo>
                        <a:pt x="21571" y="3438"/>
                      </a:lnTo>
                      <a:lnTo>
                        <a:pt x="18769" y="1393"/>
                      </a:lnTo>
                      <a:lnTo>
                        <a:pt x="16176" y="1107"/>
                      </a:lnTo>
                      <a:lnTo>
                        <a:pt x="13564" y="0"/>
                      </a:lnTo>
                      <a:lnTo>
                        <a:pt x="10611" y="38"/>
                      </a:lnTo>
                      <a:lnTo>
                        <a:pt x="9075" y="58"/>
                      </a:lnTo>
                      <a:cubicBezTo>
                        <a:pt x="9075" y="58"/>
                        <a:pt x="5341" y="106"/>
                        <a:pt x="5341" y="106"/>
                      </a:cubicBezTo>
                      <a:close/>
                      <a:moveTo>
                        <a:pt x="5341" y="106"/>
                      </a:moveTo>
                    </a:path>
                  </a:pathLst>
                </a:custGeom>
                <a:solidFill>
                  <a:srgbClr val="D8C19A"/>
                </a:solidFill>
                <a:ln>
                  <a:noFill/>
                </a:ln>
              </p:spPr>
              <p:txBody>
                <a:bodyPr lIns="0" tIns="0" rIns="0" bIns="0"/>
                <a:lstStyle/>
                <a:p>
                  <a:endParaRPr lang="en-US"/>
                </a:p>
              </p:txBody>
            </p:sp>
            <p:sp>
              <p:nvSpPr>
                <p:cNvPr id="8221" name="AutoShape 18"/>
                <p:cNvSpPr/>
                <p:nvPr/>
              </p:nvSpPr>
              <p:spPr bwMode="auto">
                <a:xfrm>
                  <a:off x="14706600" y="11379200"/>
                  <a:ext cx="485775" cy="655638"/>
                </a:xfrm>
                <a:custGeom>
                  <a:avLst/>
                  <a:gdLst>
                    <a:gd name="T0" fmla="*/ 2147483647 w 21600"/>
                    <a:gd name="T1" fmla="*/ 1339517516 h 21600"/>
                    <a:gd name="T2" fmla="*/ 2147483647 w 21600"/>
                    <a:gd name="T3" fmla="*/ 2147483647 h 21600"/>
                    <a:gd name="T4" fmla="*/ 1956467493 w 21600"/>
                    <a:gd name="T5" fmla="*/ 2147483647 h 21600"/>
                    <a:gd name="T6" fmla="*/ 2147483647 w 21600"/>
                    <a:gd name="T7" fmla="*/ 2147483647 h 21600"/>
                    <a:gd name="T8" fmla="*/ 1924242642 w 21600"/>
                    <a:gd name="T9" fmla="*/ 2147483647 h 21600"/>
                    <a:gd name="T10" fmla="*/ 1195162870 w 21600"/>
                    <a:gd name="T11" fmla="*/ 2147483647 h 21600"/>
                    <a:gd name="T12" fmla="*/ 1206162098 w 21600"/>
                    <a:gd name="T13" fmla="*/ 2147483647 h 21600"/>
                    <a:gd name="T14" fmla="*/ 1205912239 w 21600"/>
                    <a:gd name="T15" fmla="*/ 2147483647 h 21600"/>
                    <a:gd name="T16" fmla="*/ 1200543368 w 21600"/>
                    <a:gd name="T17" fmla="*/ 2147483647 h 21600"/>
                    <a:gd name="T18" fmla="*/ 652584400 w 21600"/>
                    <a:gd name="T19" fmla="*/ 2147483647 h 21600"/>
                    <a:gd name="T20" fmla="*/ 874120177 w 21600"/>
                    <a:gd name="T21" fmla="*/ 2147483647 h 21600"/>
                    <a:gd name="T22" fmla="*/ 1540263052 w 21600"/>
                    <a:gd name="T23" fmla="*/ 2147483647 h 21600"/>
                    <a:gd name="T24" fmla="*/ 1644377139 w 21600"/>
                    <a:gd name="T25" fmla="*/ 2147483647 h 21600"/>
                    <a:gd name="T26" fmla="*/ 1997405439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2147483647 h 21600"/>
                    <a:gd name="T54" fmla="*/ 2147483647 w 21600"/>
                    <a:gd name="T55" fmla="*/ 2147483647 h 21600"/>
                    <a:gd name="T56" fmla="*/ 2147483647 w 21600"/>
                    <a:gd name="T57" fmla="*/ 2147483647 h 21600"/>
                    <a:gd name="T58" fmla="*/ 2147483647 w 21600"/>
                    <a:gd name="T59" fmla="*/ 2147483647 h 21600"/>
                    <a:gd name="T60" fmla="*/ 2147483647 w 21600"/>
                    <a:gd name="T61" fmla="*/ 2147483647 h 21600"/>
                    <a:gd name="T62" fmla="*/ 2147483647 w 21600"/>
                    <a:gd name="T63" fmla="*/ 2095859813 h 21600"/>
                    <a:gd name="T64" fmla="*/ 2147483647 w 21600"/>
                    <a:gd name="T65" fmla="*/ 0 h 21600"/>
                    <a:gd name="T66" fmla="*/ 1442792411 w 21600"/>
                    <a:gd name="T67" fmla="*/ 730864447 h 21600"/>
                    <a:gd name="T68" fmla="*/ 0 w 21600"/>
                    <a:gd name="T69" fmla="*/ 1035611121 h 21600"/>
                    <a:gd name="T70" fmla="*/ 252998412 w 21600"/>
                    <a:gd name="T71" fmla="*/ 2147483647 h 21600"/>
                    <a:gd name="T72" fmla="*/ 259141127 w 21600"/>
                    <a:gd name="T73" fmla="*/ 2147483647 h 21600"/>
                    <a:gd name="T74" fmla="*/ 658465111 w 21600"/>
                    <a:gd name="T75" fmla="*/ 1792819467 h 21600"/>
                    <a:gd name="T76" fmla="*/ 1494468099 w 21600"/>
                    <a:gd name="T77" fmla="*/ 1643424852 h 21600"/>
                    <a:gd name="T78" fmla="*/ 2147483647 w 21600"/>
                    <a:gd name="T79" fmla="*/ 1375174358 h 21600"/>
                    <a:gd name="T80" fmla="*/ 2147483647 w 21600"/>
                    <a:gd name="T81" fmla="*/ 1339517516 h 21600"/>
                    <a:gd name="T82" fmla="*/ 2147483647 w 21600"/>
                    <a:gd name="T83" fmla="*/ 1339517516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2398" y="1578"/>
                      </a:moveTo>
                      <a:cubicBezTo>
                        <a:pt x="12398" y="1578"/>
                        <a:pt x="12107" y="6435"/>
                        <a:pt x="10863" y="6989"/>
                      </a:cubicBezTo>
                      <a:cubicBezTo>
                        <a:pt x="9619" y="7544"/>
                        <a:pt x="7648" y="8917"/>
                        <a:pt x="7648" y="8917"/>
                      </a:cubicBezTo>
                      <a:lnTo>
                        <a:pt x="8486" y="6002"/>
                      </a:lnTo>
                      <a:lnTo>
                        <a:pt x="7522" y="3666"/>
                      </a:lnTo>
                      <a:cubicBezTo>
                        <a:pt x="7522" y="3666"/>
                        <a:pt x="4483" y="5709"/>
                        <a:pt x="4672" y="6051"/>
                      </a:cubicBezTo>
                      <a:cubicBezTo>
                        <a:pt x="4862" y="6395"/>
                        <a:pt x="4514" y="7746"/>
                        <a:pt x="4715" y="8282"/>
                      </a:cubicBezTo>
                      <a:cubicBezTo>
                        <a:pt x="4917" y="8818"/>
                        <a:pt x="4448" y="9633"/>
                        <a:pt x="4714" y="10572"/>
                      </a:cubicBezTo>
                      <a:cubicBezTo>
                        <a:pt x="4979" y="11512"/>
                        <a:pt x="4693" y="12698"/>
                        <a:pt x="4693" y="12698"/>
                      </a:cubicBezTo>
                      <a:cubicBezTo>
                        <a:pt x="4693" y="12698"/>
                        <a:pt x="2895" y="7767"/>
                        <a:pt x="2551" y="8579"/>
                      </a:cubicBezTo>
                      <a:cubicBezTo>
                        <a:pt x="2207" y="9392"/>
                        <a:pt x="3417" y="14619"/>
                        <a:pt x="3417" y="14619"/>
                      </a:cubicBezTo>
                      <a:cubicBezTo>
                        <a:pt x="3417" y="14619"/>
                        <a:pt x="6011" y="16888"/>
                        <a:pt x="6021" y="17292"/>
                      </a:cubicBezTo>
                      <a:cubicBezTo>
                        <a:pt x="6030" y="17697"/>
                        <a:pt x="6428" y="19172"/>
                        <a:pt x="6428" y="19172"/>
                      </a:cubicBezTo>
                      <a:lnTo>
                        <a:pt x="7808" y="21600"/>
                      </a:lnTo>
                      <a:cubicBezTo>
                        <a:pt x="7808" y="21600"/>
                        <a:pt x="8239" y="19015"/>
                        <a:pt x="8584" y="18202"/>
                      </a:cubicBezTo>
                      <a:cubicBezTo>
                        <a:pt x="8928" y="17390"/>
                        <a:pt x="9750" y="13680"/>
                        <a:pt x="10105" y="13302"/>
                      </a:cubicBezTo>
                      <a:cubicBezTo>
                        <a:pt x="10459" y="12924"/>
                        <a:pt x="11320" y="10892"/>
                        <a:pt x="11855" y="10482"/>
                      </a:cubicBezTo>
                      <a:cubicBezTo>
                        <a:pt x="12390" y="10071"/>
                        <a:pt x="11808" y="8461"/>
                        <a:pt x="12522" y="7913"/>
                      </a:cubicBezTo>
                      <a:cubicBezTo>
                        <a:pt x="13235" y="7366"/>
                        <a:pt x="13929" y="5934"/>
                        <a:pt x="13929" y="5934"/>
                      </a:cubicBezTo>
                      <a:cubicBezTo>
                        <a:pt x="13929" y="5934"/>
                        <a:pt x="14794" y="4112"/>
                        <a:pt x="15338" y="4105"/>
                      </a:cubicBezTo>
                      <a:cubicBezTo>
                        <a:pt x="15883" y="4098"/>
                        <a:pt x="17717" y="4883"/>
                        <a:pt x="17717" y="4883"/>
                      </a:cubicBezTo>
                      <a:cubicBezTo>
                        <a:pt x="17717" y="4883"/>
                        <a:pt x="18668" y="6757"/>
                        <a:pt x="17773" y="7308"/>
                      </a:cubicBezTo>
                      <a:cubicBezTo>
                        <a:pt x="16878" y="7858"/>
                        <a:pt x="15081" y="8689"/>
                        <a:pt x="14913" y="9230"/>
                      </a:cubicBezTo>
                      <a:cubicBezTo>
                        <a:pt x="14743" y="9771"/>
                        <a:pt x="13360" y="12768"/>
                        <a:pt x="13360" y="12768"/>
                      </a:cubicBezTo>
                      <a:lnTo>
                        <a:pt x="11051" y="15612"/>
                      </a:lnTo>
                      <a:cubicBezTo>
                        <a:pt x="11051" y="15612"/>
                        <a:pt x="10332" y="16535"/>
                        <a:pt x="11077" y="16742"/>
                      </a:cubicBezTo>
                      <a:cubicBezTo>
                        <a:pt x="11823" y="16949"/>
                        <a:pt x="15198" y="13712"/>
                        <a:pt x="15198" y="13712"/>
                      </a:cubicBezTo>
                      <a:lnTo>
                        <a:pt x="18257" y="10804"/>
                      </a:lnTo>
                      <a:lnTo>
                        <a:pt x="21600" y="8604"/>
                      </a:lnTo>
                      <a:lnTo>
                        <a:pt x="20264" y="5120"/>
                      </a:lnTo>
                      <a:lnTo>
                        <a:pt x="20590" y="3499"/>
                      </a:lnTo>
                      <a:lnTo>
                        <a:pt x="18387" y="2469"/>
                      </a:lnTo>
                      <a:lnTo>
                        <a:pt x="12520" y="0"/>
                      </a:lnTo>
                      <a:lnTo>
                        <a:pt x="5640" y="861"/>
                      </a:lnTo>
                      <a:lnTo>
                        <a:pt x="0" y="1220"/>
                      </a:lnTo>
                      <a:lnTo>
                        <a:pt x="989" y="2691"/>
                      </a:lnTo>
                      <a:lnTo>
                        <a:pt x="1013" y="3739"/>
                      </a:lnTo>
                      <a:lnTo>
                        <a:pt x="2574" y="2112"/>
                      </a:lnTo>
                      <a:lnTo>
                        <a:pt x="5842" y="1936"/>
                      </a:lnTo>
                      <a:lnTo>
                        <a:pt x="9469" y="1620"/>
                      </a:lnTo>
                      <a:cubicBezTo>
                        <a:pt x="9469" y="1620"/>
                        <a:pt x="12398" y="1578"/>
                        <a:pt x="12398" y="1578"/>
                      </a:cubicBezTo>
                      <a:close/>
                      <a:moveTo>
                        <a:pt x="12398" y="1578"/>
                      </a:moveTo>
                    </a:path>
                  </a:pathLst>
                </a:custGeom>
                <a:solidFill>
                  <a:srgbClr val="7C5024">
                    <a:alpha val="29803"/>
                  </a:srgbClr>
                </a:solidFill>
                <a:ln>
                  <a:noFill/>
                </a:ln>
              </p:spPr>
              <p:txBody>
                <a:bodyPr lIns="0" tIns="0" rIns="0" bIns="0"/>
                <a:lstStyle/>
                <a:p>
                  <a:endParaRPr lang="en-US"/>
                </a:p>
              </p:txBody>
            </p:sp>
            <p:sp>
              <p:nvSpPr>
                <p:cNvPr id="8222" name="AutoShape 19"/>
                <p:cNvSpPr/>
                <p:nvPr/>
              </p:nvSpPr>
              <p:spPr bwMode="auto">
                <a:xfrm>
                  <a:off x="13322300" y="12839700"/>
                  <a:ext cx="385763" cy="509588"/>
                </a:xfrm>
                <a:custGeom>
                  <a:avLst/>
                  <a:gdLst>
                    <a:gd name="T0" fmla="*/ 543362348 w 21600"/>
                    <a:gd name="T1" fmla="*/ 33766994 h 21449"/>
                    <a:gd name="T2" fmla="*/ 123401065 w 21600"/>
                    <a:gd name="T3" fmla="*/ 379456107 h 21449"/>
                    <a:gd name="T4" fmla="*/ 0 w 21600"/>
                    <a:gd name="T5" fmla="*/ 1135498127 h 21449"/>
                    <a:gd name="T6" fmla="*/ 4881974 w 21600"/>
                    <a:gd name="T7" fmla="*/ 1798513953 h 21449"/>
                    <a:gd name="T8" fmla="*/ 127576539 w 21600"/>
                    <a:gd name="T9" fmla="*/ 2147483647 h 21449"/>
                    <a:gd name="T10" fmla="*/ 99088799 w 21600"/>
                    <a:gd name="T11" fmla="*/ 2147483647 h 21449"/>
                    <a:gd name="T12" fmla="*/ 168266034 w 21600"/>
                    <a:gd name="T13" fmla="*/ 2147483647 h 21449"/>
                    <a:gd name="T14" fmla="*/ 367873509 w 21600"/>
                    <a:gd name="T15" fmla="*/ 2147483647 h 21449"/>
                    <a:gd name="T16" fmla="*/ 457700084 w 21600"/>
                    <a:gd name="T17" fmla="*/ 2147483647 h 21449"/>
                    <a:gd name="T18" fmla="*/ 587919832 w 21600"/>
                    <a:gd name="T19" fmla="*/ 2147483647 h 21449"/>
                    <a:gd name="T20" fmla="*/ 709395351 w 21600"/>
                    <a:gd name="T21" fmla="*/ 2147483647 h 21449"/>
                    <a:gd name="T22" fmla="*/ 711628383 w 21600"/>
                    <a:gd name="T23" fmla="*/ 2147483647 h 21449"/>
                    <a:gd name="T24" fmla="*/ 842258307 w 21600"/>
                    <a:gd name="T25" fmla="*/ 2147483647 h 21449"/>
                    <a:gd name="T26" fmla="*/ 954978738 w 21600"/>
                    <a:gd name="T27" fmla="*/ 2147483647 h 21449"/>
                    <a:gd name="T28" fmla="*/ 1227015877 w 21600"/>
                    <a:gd name="T29" fmla="*/ 2147483647 h 21449"/>
                    <a:gd name="T30" fmla="*/ 1627239399 w 21600"/>
                    <a:gd name="T31" fmla="*/ 2147483647 h 21449"/>
                    <a:gd name="T32" fmla="*/ 1834474122 w 21600"/>
                    <a:gd name="T33" fmla="*/ 2147483647 h 21449"/>
                    <a:gd name="T34" fmla="*/ 1830503746 w 21600"/>
                    <a:gd name="T35" fmla="*/ 2147483647 h 21449"/>
                    <a:gd name="T36" fmla="*/ 1992161910 w 21600"/>
                    <a:gd name="T37" fmla="*/ 2147483647 h 21449"/>
                    <a:gd name="T38" fmla="*/ 2070191174 w 21600"/>
                    <a:gd name="T39" fmla="*/ 2147483647 h 21449"/>
                    <a:gd name="T40" fmla="*/ 2065411910 w 21600"/>
                    <a:gd name="T41" fmla="*/ 2147483647 h 21449"/>
                    <a:gd name="T42" fmla="*/ 2065001733 w 21600"/>
                    <a:gd name="T43" fmla="*/ 1721726960 h 21449"/>
                    <a:gd name="T44" fmla="*/ 2147483647 w 21600"/>
                    <a:gd name="T45" fmla="*/ 1507619246 h 21449"/>
                    <a:gd name="T46" fmla="*/ 2147483647 w 21600"/>
                    <a:gd name="T47" fmla="*/ 1095348347 h 21449"/>
                    <a:gd name="T48" fmla="*/ 1909450340 w 21600"/>
                    <a:gd name="T49" fmla="*/ 443811710 h 21449"/>
                    <a:gd name="T50" fmla="*/ 1645553015 w 21600"/>
                    <a:gd name="T51" fmla="*/ 352689397 h 21449"/>
                    <a:gd name="T52" fmla="*/ 1379924382 w 21600"/>
                    <a:gd name="T53" fmla="*/ 0 h 21449"/>
                    <a:gd name="T54" fmla="*/ 1079501891 w 21600"/>
                    <a:gd name="T55" fmla="*/ 11787379 h 21449"/>
                    <a:gd name="T56" fmla="*/ 923135877 w 21600"/>
                    <a:gd name="T57" fmla="*/ 18479473 h 21449"/>
                    <a:gd name="T58" fmla="*/ 543362348 w 21600"/>
                    <a:gd name="T59" fmla="*/ 33766994 h 21449"/>
                    <a:gd name="T60" fmla="*/ 543362348 w 21600"/>
                    <a:gd name="T61" fmla="*/ 33766994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449">
                      <a:moveTo>
                        <a:pt x="5341" y="106"/>
                      </a:moveTo>
                      <a:lnTo>
                        <a:pt x="1213" y="1191"/>
                      </a:lnTo>
                      <a:lnTo>
                        <a:pt x="0" y="3564"/>
                      </a:lnTo>
                      <a:lnTo>
                        <a:pt x="48" y="5645"/>
                      </a:lnTo>
                      <a:lnTo>
                        <a:pt x="1254" y="8731"/>
                      </a:lnTo>
                      <a:cubicBezTo>
                        <a:pt x="1254" y="8731"/>
                        <a:pt x="964" y="10061"/>
                        <a:pt x="974" y="10543"/>
                      </a:cubicBezTo>
                      <a:cubicBezTo>
                        <a:pt x="985" y="11025"/>
                        <a:pt x="1324" y="11810"/>
                        <a:pt x="1654" y="12195"/>
                      </a:cubicBezTo>
                      <a:cubicBezTo>
                        <a:pt x="1983" y="12579"/>
                        <a:pt x="3114" y="12926"/>
                        <a:pt x="3616" y="13884"/>
                      </a:cubicBezTo>
                      <a:cubicBezTo>
                        <a:pt x="4121" y="14842"/>
                        <a:pt x="4175" y="17249"/>
                        <a:pt x="4499" y="17368"/>
                      </a:cubicBezTo>
                      <a:cubicBezTo>
                        <a:pt x="4821" y="17485"/>
                        <a:pt x="4585" y="16573"/>
                        <a:pt x="5779" y="17545"/>
                      </a:cubicBezTo>
                      <a:cubicBezTo>
                        <a:pt x="6973" y="18517"/>
                        <a:pt x="6843" y="18012"/>
                        <a:pt x="6973" y="18517"/>
                      </a:cubicBezTo>
                      <a:cubicBezTo>
                        <a:pt x="7103" y="19022"/>
                        <a:pt x="6866" y="19018"/>
                        <a:pt x="6995" y="19481"/>
                      </a:cubicBezTo>
                      <a:cubicBezTo>
                        <a:pt x="7123" y="19945"/>
                        <a:pt x="8266" y="20803"/>
                        <a:pt x="8279" y="21334"/>
                      </a:cubicBezTo>
                      <a:cubicBezTo>
                        <a:pt x="8284" y="21600"/>
                        <a:pt x="9387" y="21320"/>
                        <a:pt x="9387" y="21320"/>
                      </a:cubicBezTo>
                      <a:lnTo>
                        <a:pt x="12061" y="18450"/>
                      </a:lnTo>
                      <a:lnTo>
                        <a:pt x="15995" y="16347"/>
                      </a:lnTo>
                      <a:cubicBezTo>
                        <a:pt x="15995" y="16347"/>
                        <a:pt x="17714" y="13184"/>
                        <a:pt x="18032" y="13070"/>
                      </a:cubicBezTo>
                      <a:cubicBezTo>
                        <a:pt x="18351" y="12956"/>
                        <a:pt x="17993" y="11374"/>
                        <a:pt x="17993" y="11374"/>
                      </a:cubicBezTo>
                      <a:cubicBezTo>
                        <a:pt x="17993" y="11374"/>
                        <a:pt x="18908" y="10424"/>
                        <a:pt x="19582" y="10375"/>
                      </a:cubicBezTo>
                      <a:cubicBezTo>
                        <a:pt x="20256" y="10325"/>
                        <a:pt x="20349" y="9206"/>
                        <a:pt x="20349" y="9206"/>
                      </a:cubicBezTo>
                      <a:cubicBezTo>
                        <a:pt x="20349" y="9206"/>
                        <a:pt x="20269" y="7140"/>
                        <a:pt x="20302" y="7132"/>
                      </a:cubicBezTo>
                      <a:cubicBezTo>
                        <a:pt x="20335" y="7124"/>
                        <a:pt x="19809" y="5101"/>
                        <a:pt x="20298" y="5404"/>
                      </a:cubicBezTo>
                      <a:cubicBezTo>
                        <a:pt x="20786" y="5706"/>
                        <a:pt x="21600" y="4732"/>
                        <a:pt x="21600" y="4732"/>
                      </a:cubicBezTo>
                      <a:lnTo>
                        <a:pt x="21571" y="3438"/>
                      </a:lnTo>
                      <a:lnTo>
                        <a:pt x="18769" y="1393"/>
                      </a:lnTo>
                      <a:lnTo>
                        <a:pt x="16175" y="1107"/>
                      </a:lnTo>
                      <a:lnTo>
                        <a:pt x="13564" y="0"/>
                      </a:lnTo>
                      <a:lnTo>
                        <a:pt x="10611" y="37"/>
                      </a:lnTo>
                      <a:lnTo>
                        <a:pt x="9074" y="58"/>
                      </a:lnTo>
                      <a:cubicBezTo>
                        <a:pt x="9074" y="58"/>
                        <a:pt x="5341" y="106"/>
                        <a:pt x="5341" y="106"/>
                      </a:cubicBezTo>
                      <a:close/>
                      <a:moveTo>
                        <a:pt x="5341" y="106"/>
                      </a:moveTo>
                    </a:path>
                  </a:pathLst>
                </a:custGeom>
                <a:solidFill>
                  <a:srgbClr val="D8C19A"/>
                </a:solidFill>
                <a:ln>
                  <a:noFill/>
                </a:ln>
              </p:spPr>
              <p:txBody>
                <a:bodyPr lIns="0" tIns="0" rIns="0" bIns="0"/>
                <a:lstStyle/>
                <a:p>
                  <a:endParaRPr lang="en-US"/>
                </a:p>
              </p:txBody>
            </p:sp>
            <p:sp>
              <p:nvSpPr>
                <p:cNvPr id="8223" name="AutoShape 20"/>
                <p:cNvSpPr/>
                <p:nvPr/>
              </p:nvSpPr>
              <p:spPr bwMode="auto">
                <a:xfrm>
                  <a:off x="13347700" y="12839700"/>
                  <a:ext cx="341313" cy="460375"/>
                </a:xfrm>
                <a:custGeom>
                  <a:avLst/>
                  <a:gdLst>
                    <a:gd name="T0" fmla="*/ 772942524 w 21600"/>
                    <a:gd name="T1" fmla="*/ 325641248 h 21600"/>
                    <a:gd name="T2" fmla="*/ 677245501 w 21600"/>
                    <a:gd name="T3" fmla="*/ 1442269961 h 21600"/>
                    <a:gd name="T4" fmla="*/ 476808478 w 21600"/>
                    <a:gd name="T5" fmla="*/ 1840140444 h 21600"/>
                    <a:gd name="T6" fmla="*/ 529054017 w 21600"/>
                    <a:gd name="T7" fmla="*/ 1238595308 h 21600"/>
                    <a:gd name="T8" fmla="*/ 468953048 w 21600"/>
                    <a:gd name="T9" fmla="*/ 756528227 h 21600"/>
                    <a:gd name="T10" fmla="*/ 291210195 w 21600"/>
                    <a:gd name="T11" fmla="*/ 1248703310 h 21600"/>
                    <a:gd name="T12" fmla="*/ 293952266 w 21600"/>
                    <a:gd name="T13" fmla="*/ 1709101606 h 21600"/>
                    <a:gd name="T14" fmla="*/ 293889091 w 21600"/>
                    <a:gd name="T15" fmla="*/ 2147483647 h 21600"/>
                    <a:gd name="T16" fmla="*/ 292583222 w 21600"/>
                    <a:gd name="T17" fmla="*/ 2147483647 h 21600"/>
                    <a:gd name="T18" fmla="*/ 159041445 w 21600"/>
                    <a:gd name="T19" fmla="*/ 1770389710 h 21600"/>
                    <a:gd name="T20" fmla="*/ 212967872 w 21600"/>
                    <a:gd name="T21" fmla="*/ 2147483647 h 21600"/>
                    <a:gd name="T22" fmla="*/ 375374615 w 21600"/>
                    <a:gd name="T23" fmla="*/ 2147483647 h 21600"/>
                    <a:gd name="T24" fmla="*/ 400747934 w 21600"/>
                    <a:gd name="T25" fmla="*/ 2147483647 h 21600"/>
                    <a:gd name="T26" fmla="*/ 486782528 w 21600"/>
                    <a:gd name="T27" fmla="*/ 2147483647 h 21600"/>
                    <a:gd name="T28" fmla="*/ 535161639 w 21600"/>
                    <a:gd name="T29" fmla="*/ 2147483647 h 21600"/>
                    <a:gd name="T30" fmla="*/ 629986750 w 21600"/>
                    <a:gd name="T31" fmla="*/ 2147483647 h 21600"/>
                    <a:gd name="T32" fmla="*/ 739027373 w 21600"/>
                    <a:gd name="T33" fmla="*/ 2147483647 h 21600"/>
                    <a:gd name="T34" fmla="*/ 780612459 w 21600"/>
                    <a:gd name="T35" fmla="*/ 1632951084 h 21600"/>
                    <a:gd name="T36" fmla="*/ 868390862 w 21600"/>
                    <a:gd name="T37" fmla="*/ 1224352521 h 21600"/>
                    <a:gd name="T38" fmla="*/ 956299628 w 21600"/>
                    <a:gd name="T39" fmla="*/ 847124592 h 21600"/>
                    <a:gd name="T40" fmla="*/ 1104554286 w 21600"/>
                    <a:gd name="T41" fmla="*/ 1007674768 h 21600"/>
                    <a:gd name="T42" fmla="*/ 1108105095 w 21600"/>
                    <a:gd name="T43" fmla="*/ 1508098983 h 21600"/>
                    <a:gd name="T44" fmla="*/ 929738777 w 21600"/>
                    <a:gd name="T45" fmla="*/ 1904730204 h 21600"/>
                    <a:gd name="T46" fmla="*/ 832917412 w 21600"/>
                    <a:gd name="T47" fmla="*/ 2147483647 h 21600"/>
                    <a:gd name="T48" fmla="*/ 688967374 w 21600"/>
                    <a:gd name="T49" fmla="*/ 2147483647 h 21600"/>
                    <a:gd name="T50" fmla="*/ 690589101 w 21600"/>
                    <a:gd name="T51" fmla="*/ 2147483647 h 21600"/>
                    <a:gd name="T52" fmla="*/ 947509096 w 21600"/>
                    <a:gd name="T53" fmla="*/ 2147483647 h 21600"/>
                    <a:gd name="T54" fmla="*/ 1138216755 w 21600"/>
                    <a:gd name="T55" fmla="*/ 2147483647 h 21600"/>
                    <a:gd name="T56" fmla="*/ 1346635556 w 21600"/>
                    <a:gd name="T57" fmla="*/ 1775550237 h 21600"/>
                    <a:gd name="T58" fmla="*/ 1263343049 w 21600"/>
                    <a:gd name="T59" fmla="*/ 1056579424 h 21600"/>
                    <a:gd name="T60" fmla="*/ 1283665931 w 21600"/>
                    <a:gd name="T61" fmla="*/ 722059418 h 21600"/>
                    <a:gd name="T62" fmla="*/ 1146383806 w 21600"/>
                    <a:gd name="T63" fmla="*/ 509506476 h 21600"/>
                    <a:gd name="T64" fmla="*/ 780549284 w 21600"/>
                    <a:gd name="T65" fmla="*/ 0 h 21600"/>
                    <a:gd name="T66" fmla="*/ 351682200 w 21600"/>
                    <a:gd name="T67" fmla="*/ 177474520 h 21600"/>
                    <a:gd name="T68" fmla="*/ 0 w 21600"/>
                    <a:gd name="T69" fmla="*/ 251766171 h 21600"/>
                    <a:gd name="T70" fmla="*/ 61659521 w 21600"/>
                    <a:gd name="T71" fmla="*/ 555322527 h 21600"/>
                    <a:gd name="T72" fmla="*/ 63154898 w 21600"/>
                    <a:gd name="T73" fmla="*/ 771593701 h 21600"/>
                    <a:gd name="T74" fmla="*/ 160410489 w 21600"/>
                    <a:gd name="T75" fmla="*/ 435834455 h 21600"/>
                    <a:gd name="T76" fmla="*/ 364216793 w 21600"/>
                    <a:gd name="T77" fmla="*/ 399516324 h 21600"/>
                    <a:gd name="T78" fmla="*/ 590275835 w 21600"/>
                    <a:gd name="T79" fmla="*/ 334306933 h 21600"/>
                    <a:gd name="T80" fmla="*/ 772942524 w 21600"/>
                    <a:gd name="T81" fmla="*/ 325641248 h 21600"/>
                    <a:gd name="T82" fmla="*/ 772942524 w 21600"/>
                    <a:gd name="T83" fmla="*/ 325641248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2398" y="1578"/>
                      </a:moveTo>
                      <a:cubicBezTo>
                        <a:pt x="12398" y="1578"/>
                        <a:pt x="12107" y="6434"/>
                        <a:pt x="10863" y="6989"/>
                      </a:cubicBezTo>
                      <a:cubicBezTo>
                        <a:pt x="9620" y="7544"/>
                        <a:pt x="7648" y="8917"/>
                        <a:pt x="7648" y="8917"/>
                      </a:cubicBezTo>
                      <a:lnTo>
                        <a:pt x="8486" y="6002"/>
                      </a:lnTo>
                      <a:lnTo>
                        <a:pt x="7522" y="3666"/>
                      </a:lnTo>
                      <a:cubicBezTo>
                        <a:pt x="7522" y="3666"/>
                        <a:pt x="4482" y="5708"/>
                        <a:pt x="4671" y="6051"/>
                      </a:cubicBezTo>
                      <a:cubicBezTo>
                        <a:pt x="4862" y="6394"/>
                        <a:pt x="4514" y="7746"/>
                        <a:pt x="4715" y="8282"/>
                      </a:cubicBezTo>
                      <a:cubicBezTo>
                        <a:pt x="4917" y="8818"/>
                        <a:pt x="4448" y="9633"/>
                        <a:pt x="4714" y="10573"/>
                      </a:cubicBezTo>
                      <a:cubicBezTo>
                        <a:pt x="4980" y="11512"/>
                        <a:pt x="4693" y="12698"/>
                        <a:pt x="4693" y="12698"/>
                      </a:cubicBezTo>
                      <a:cubicBezTo>
                        <a:pt x="4693" y="12698"/>
                        <a:pt x="2895" y="7767"/>
                        <a:pt x="2551" y="8579"/>
                      </a:cubicBezTo>
                      <a:cubicBezTo>
                        <a:pt x="2206" y="9392"/>
                        <a:pt x="3416" y="14619"/>
                        <a:pt x="3416" y="14619"/>
                      </a:cubicBezTo>
                      <a:cubicBezTo>
                        <a:pt x="3416" y="14619"/>
                        <a:pt x="6011" y="16888"/>
                        <a:pt x="6021" y="17293"/>
                      </a:cubicBezTo>
                      <a:cubicBezTo>
                        <a:pt x="6030" y="17696"/>
                        <a:pt x="6428" y="19172"/>
                        <a:pt x="6428" y="19172"/>
                      </a:cubicBezTo>
                      <a:lnTo>
                        <a:pt x="7808" y="21600"/>
                      </a:lnTo>
                      <a:cubicBezTo>
                        <a:pt x="7808" y="21600"/>
                        <a:pt x="8239" y="19015"/>
                        <a:pt x="8584" y="18202"/>
                      </a:cubicBezTo>
                      <a:cubicBezTo>
                        <a:pt x="8928" y="17390"/>
                        <a:pt x="9751" y="13680"/>
                        <a:pt x="10105" y="13302"/>
                      </a:cubicBezTo>
                      <a:cubicBezTo>
                        <a:pt x="10459" y="12924"/>
                        <a:pt x="11319" y="10893"/>
                        <a:pt x="11854" y="10482"/>
                      </a:cubicBezTo>
                      <a:cubicBezTo>
                        <a:pt x="12390" y="10071"/>
                        <a:pt x="11809" y="8461"/>
                        <a:pt x="12521" y="7913"/>
                      </a:cubicBezTo>
                      <a:cubicBezTo>
                        <a:pt x="13235" y="7365"/>
                        <a:pt x="13929" y="5933"/>
                        <a:pt x="13929" y="5933"/>
                      </a:cubicBezTo>
                      <a:cubicBezTo>
                        <a:pt x="13929" y="5933"/>
                        <a:pt x="14794" y="4112"/>
                        <a:pt x="15339" y="4105"/>
                      </a:cubicBezTo>
                      <a:cubicBezTo>
                        <a:pt x="15883" y="4098"/>
                        <a:pt x="17717" y="4883"/>
                        <a:pt x="17717" y="4883"/>
                      </a:cubicBezTo>
                      <a:cubicBezTo>
                        <a:pt x="17717" y="4883"/>
                        <a:pt x="18668" y="6757"/>
                        <a:pt x="17774" y="7308"/>
                      </a:cubicBezTo>
                      <a:cubicBezTo>
                        <a:pt x="16878" y="7858"/>
                        <a:pt x="15081" y="8689"/>
                        <a:pt x="14913" y="9230"/>
                      </a:cubicBezTo>
                      <a:cubicBezTo>
                        <a:pt x="14743" y="9771"/>
                        <a:pt x="13360" y="12768"/>
                        <a:pt x="13360" y="12768"/>
                      </a:cubicBezTo>
                      <a:lnTo>
                        <a:pt x="11051" y="15612"/>
                      </a:lnTo>
                      <a:cubicBezTo>
                        <a:pt x="11051" y="15612"/>
                        <a:pt x="10332" y="16535"/>
                        <a:pt x="11077" y="16742"/>
                      </a:cubicBezTo>
                      <a:cubicBezTo>
                        <a:pt x="11823" y="16949"/>
                        <a:pt x="15198" y="13712"/>
                        <a:pt x="15198" y="13712"/>
                      </a:cubicBezTo>
                      <a:lnTo>
                        <a:pt x="18257" y="10804"/>
                      </a:lnTo>
                      <a:lnTo>
                        <a:pt x="21600" y="8604"/>
                      </a:lnTo>
                      <a:lnTo>
                        <a:pt x="20264" y="5120"/>
                      </a:lnTo>
                      <a:lnTo>
                        <a:pt x="20590" y="3499"/>
                      </a:lnTo>
                      <a:lnTo>
                        <a:pt x="18388" y="2469"/>
                      </a:lnTo>
                      <a:lnTo>
                        <a:pt x="12520" y="0"/>
                      </a:lnTo>
                      <a:lnTo>
                        <a:pt x="5641" y="860"/>
                      </a:lnTo>
                      <a:lnTo>
                        <a:pt x="0" y="1220"/>
                      </a:lnTo>
                      <a:lnTo>
                        <a:pt x="989" y="2691"/>
                      </a:lnTo>
                      <a:lnTo>
                        <a:pt x="1013" y="3739"/>
                      </a:lnTo>
                      <a:lnTo>
                        <a:pt x="2573" y="2112"/>
                      </a:lnTo>
                      <a:lnTo>
                        <a:pt x="5842" y="1936"/>
                      </a:lnTo>
                      <a:lnTo>
                        <a:pt x="9468" y="1620"/>
                      </a:lnTo>
                      <a:cubicBezTo>
                        <a:pt x="9468" y="1620"/>
                        <a:pt x="12398" y="1578"/>
                        <a:pt x="12398" y="1578"/>
                      </a:cubicBezTo>
                      <a:close/>
                      <a:moveTo>
                        <a:pt x="12398" y="1578"/>
                      </a:moveTo>
                    </a:path>
                  </a:pathLst>
                </a:custGeom>
                <a:solidFill>
                  <a:srgbClr val="7C5024">
                    <a:alpha val="29803"/>
                  </a:srgbClr>
                </a:solidFill>
                <a:ln>
                  <a:noFill/>
                </a:ln>
              </p:spPr>
              <p:txBody>
                <a:bodyPr lIns="0" tIns="0" rIns="0" bIns="0"/>
                <a:lstStyle/>
                <a:p>
                  <a:endParaRPr lang="en-US"/>
                </a:p>
              </p:txBody>
            </p:sp>
            <p:sp>
              <p:nvSpPr>
                <p:cNvPr id="8224" name="AutoShape 21"/>
                <p:cNvSpPr/>
                <p:nvPr/>
              </p:nvSpPr>
              <p:spPr bwMode="auto">
                <a:xfrm>
                  <a:off x="11214100" y="12865100"/>
                  <a:ext cx="263525" cy="349250"/>
                </a:xfrm>
                <a:custGeom>
                  <a:avLst/>
                  <a:gdLst>
                    <a:gd name="T0" fmla="*/ 118329167 w 21600"/>
                    <a:gd name="T1" fmla="*/ 7451209 h 21449"/>
                    <a:gd name="T2" fmla="*/ 26874231 w 21600"/>
                    <a:gd name="T3" fmla="*/ 83720870 h 21449"/>
                    <a:gd name="T4" fmla="*/ 0 w 21600"/>
                    <a:gd name="T5" fmla="*/ 250527614 h 21449"/>
                    <a:gd name="T6" fmla="*/ 1064092 w 21600"/>
                    <a:gd name="T7" fmla="*/ 396806944 h 21449"/>
                    <a:gd name="T8" fmla="*/ 27782184 w 21600"/>
                    <a:gd name="T9" fmla="*/ 613808365 h 21449"/>
                    <a:gd name="T10" fmla="*/ 21600778 w 21600"/>
                    <a:gd name="T11" fmla="*/ 741109689 h 21449"/>
                    <a:gd name="T12" fmla="*/ 36644017 w 21600"/>
                    <a:gd name="T13" fmla="*/ 857165273 h 21449"/>
                    <a:gd name="T14" fmla="*/ 80112454 w 21600"/>
                    <a:gd name="T15" fmla="*/ 975962036 h 21449"/>
                    <a:gd name="T16" fmla="*/ 99675830 w 21600"/>
                    <a:gd name="T17" fmla="*/ 1220864655 h 21449"/>
                    <a:gd name="T18" fmla="*/ 128033609 w 21600"/>
                    <a:gd name="T19" fmla="*/ 1233306416 h 21449"/>
                    <a:gd name="T20" fmla="*/ 154486602 w 21600"/>
                    <a:gd name="T21" fmla="*/ 1301701449 h 21449"/>
                    <a:gd name="T22" fmla="*/ 154975112 w 21600"/>
                    <a:gd name="T23" fmla="*/ 1369393097 h 21449"/>
                    <a:gd name="T24" fmla="*/ 183422050 w 21600"/>
                    <a:gd name="T25" fmla="*/ 1499647439 h 21449"/>
                    <a:gd name="T26" fmla="*/ 207969965 w 21600"/>
                    <a:gd name="T27" fmla="*/ 1498667523 h 21449"/>
                    <a:gd name="T28" fmla="*/ 267211727 w 21600"/>
                    <a:gd name="T29" fmla="*/ 1296922477 h 21449"/>
                    <a:gd name="T30" fmla="*/ 354370229 w 21600"/>
                    <a:gd name="T31" fmla="*/ 1149162665 h 21449"/>
                    <a:gd name="T32" fmla="*/ 399500228 w 21600"/>
                    <a:gd name="T33" fmla="*/ 918739584 h 21449"/>
                    <a:gd name="T34" fmla="*/ 398635890 w 21600"/>
                    <a:gd name="T35" fmla="*/ 799523913 h 21449"/>
                    <a:gd name="T36" fmla="*/ 433839817 w 21600"/>
                    <a:gd name="T37" fmla="*/ 729298154 h 21449"/>
                    <a:gd name="T38" fmla="*/ 450833519 w 21600"/>
                    <a:gd name="T39" fmla="*/ 647127245 h 21449"/>
                    <a:gd name="T40" fmla="*/ 449791156 w 21600"/>
                    <a:gd name="T41" fmla="*/ 501335748 h 21449"/>
                    <a:gd name="T42" fmla="*/ 449702143 w 21600"/>
                    <a:gd name="T43" fmla="*/ 379866747 h 21449"/>
                    <a:gd name="T44" fmla="*/ 478548578 w 21600"/>
                    <a:gd name="T45" fmla="*/ 332560412 h 21449"/>
                    <a:gd name="T46" fmla="*/ 477905723 w 21600"/>
                    <a:gd name="T47" fmla="*/ 241669097 h 21449"/>
                    <a:gd name="T48" fmla="*/ 415827407 w 21600"/>
                    <a:gd name="T49" fmla="*/ 97919644 h 21449"/>
                    <a:gd name="T50" fmla="*/ 358379836 w 21600"/>
                    <a:gd name="T51" fmla="*/ 77815095 h 21449"/>
                    <a:gd name="T52" fmla="*/ 300510880 w 21600"/>
                    <a:gd name="T53" fmla="*/ 0 h 21449"/>
                    <a:gd name="T54" fmla="*/ 235087566 w 21600"/>
                    <a:gd name="T55" fmla="*/ 2598802 h 21449"/>
                    <a:gd name="T56" fmla="*/ 201034951 w 21600"/>
                    <a:gd name="T57" fmla="*/ 4075311 h 21449"/>
                    <a:gd name="T58" fmla="*/ 118329167 w 21600"/>
                    <a:gd name="T59" fmla="*/ 7451209 h 21449"/>
                    <a:gd name="T60" fmla="*/ 118329167 w 21600"/>
                    <a:gd name="T61" fmla="*/ 7451209 h 21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00" h="21449">
                      <a:moveTo>
                        <a:pt x="5341" y="106"/>
                      </a:moveTo>
                      <a:lnTo>
                        <a:pt x="1213" y="1191"/>
                      </a:lnTo>
                      <a:lnTo>
                        <a:pt x="0" y="3564"/>
                      </a:lnTo>
                      <a:lnTo>
                        <a:pt x="48" y="5645"/>
                      </a:lnTo>
                      <a:lnTo>
                        <a:pt x="1254" y="8732"/>
                      </a:lnTo>
                      <a:cubicBezTo>
                        <a:pt x="1254" y="8732"/>
                        <a:pt x="964" y="10061"/>
                        <a:pt x="975" y="10543"/>
                      </a:cubicBezTo>
                      <a:cubicBezTo>
                        <a:pt x="986" y="11025"/>
                        <a:pt x="1324" y="11810"/>
                        <a:pt x="1654" y="12194"/>
                      </a:cubicBezTo>
                      <a:cubicBezTo>
                        <a:pt x="1984" y="12579"/>
                        <a:pt x="3114" y="12926"/>
                        <a:pt x="3616" y="13884"/>
                      </a:cubicBezTo>
                      <a:cubicBezTo>
                        <a:pt x="4120" y="14842"/>
                        <a:pt x="4175" y="17249"/>
                        <a:pt x="4499" y="17368"/>
                      </a:cubicBezTo>
                      <a:cubicBezTo>
                        <a:pt x="4821" y="17486"/>
                        <a:pt x="4584" y="16573"/>
                        <a:pt x="5779" y="17545"/>
                      </a:cubicBezTo>
                      <a:cubicBezTo>
                        <a:pt x="6973" y="18518"/>
                        <a:pt x="6843" y="18012"/>
                        <a:pt x="6973" y="18518"/>
                      </a:cubicBezTo>
                      <a:cubicBezTo>
                        <a:pt x="7103" y="19022"/>
                        <a:pt x="6867" y="19018"/>
                        <a:pt x="6995" y="19481"/>
                      </a:cubicBezTo>
                      <a:cubicBezTo>
                        <a:pt x="7124" y="19945"/>
                        <a:pt x="8266" y="20803"/>
                        <a:pt x="8279" y="21334"/>
                      </a:cubicBezTo>
                      <a:cubicBezTo>
                        <a:pt x="8284" y="21600"/>
                        <a:pt x="9387" y="21320"/>
                        <a:pt x="9387" y="21320"/>
                      </a:cubicBezTo>
                      <a:lnTo>
                        <a:pt x="12061" y="18450"/>
                      </a:lnTo>
                      <a:lnTo>
                        <a:pt x="15995" y="16348"/>
                      </a:lnTo>
                      <a:cubicBezTo>
                        <a:pt x="15995" y="16348"/>
                        <a:pt x="17714" y="13184"/>
                        <a:pt x="18032" y="13070"/>
                      </a:cubicBezTo>
                      <a:cubicBezTo>
                        <a:pt x="18351" y="12956"/>
                        <a:pt x="17993" y="11374"/>
                        <a:pt x="17993" y="11374"/>
                      </a:cubicBezTo>
                      <a:cubicBezTo>
                        <a:pt x="17993" y="11374"/>
                        <a:pt x="18908" y="10423"/>
                        <a:pt x="19582" y="10375"/>
                      </a:cubicBezTo>
                      <a:cubicBezTo>
                        <a:pt x="20257" y="10325"/>
                        <a:pt x="20349" y="9206"/>
                        <a:pt x="20349" y="9206"/>
                      </a:cubicBezTo>
                      <a:cubicBezTo>
                        <a:pt x="20349" y="9206"/>
                        <a:pt x="20269" y="7140"/>
                        <a:pt x="20302" y="7132"/>
                      </a:cubicBezTo>
                      <a:cubicBezTo>
                        <a:pt x="20335" y="7124"/>
                        <a:pt x="19809" y="5101"/>
                        <a:pt x="20298" y="5404"/>
                      </a:cubicBezTo>
                      <a:cubicBezTo>
                        <a:pt x="20786" y="5706"/>
                        <a:pt x="21600" y="4731"/>
                        <a:pt x="21600" y="4731"/>
                      </a:cubicBezTo>
                      <a:lnTo>
                        <a:pt x="21571" y="3438"/>
                      </a:lnTo>
                      <a:lnTo>
                        <a:pt x="18769" y="1393"/>
                      </a:lnTo>
                      <a:lnTo>
                        <a:pt x="16176" y="1107"/>
                      </a:lnTo>
                      <a:lnTo>
                        <a:pt x="13564" y="0"/>
                      </a:lnTo>
                      <a:lnTo>
                        <a:pt x="10611" y="37"/>
                      </a:lnTo>
                      <a:lnTo>
                        <a:pt x="9074" y="58"/>
                      </a:lnTo>
                      <a:cubicBezTo>
                        <a:pt x="9074" y="58"/>
                        <a:pt x="5341" y="106"/>
                        <a:pt x="5341" y="106"/>
                      </a:cubicBezTo>
                      <a:close/>
                      <a:moveTo>
                        <a:pt x="5341" y="106"/>
                      </a:moveTo>
                    </a:path>
                  </a:pathLst>
                </a:custGeom>
                <a:solidFill>
                  <a:srgbClr val="D8C19A"/>
                </a:solidFill>
                <a:ln>
                  <a:noFill/>
                </a:ln>
              </p:spPr>
              <p:txBody>
                <a:bodyPr lIns="0" tIns="0" rIns="0" bIns="0"/>
                <a:lstStyle/>
                <a:p>
                  <a:endParaRPr lang="en-US"/>
                </a:p>
              </p:txBody>
            </p:sp>
            <p:sp>
              <p:nvSpPr>
                <p:cNvPr id="8225" name="AutoShape 22"/>
                <p:cNvSpPr/>
                <p:nvPr/>
              </p:nvSpPr>
              <p:spPr bwMode="auto">
                <a:xfrm>
                  <a:off x="11226800" y="12877800"/>
                  <a:ext cx="233363" cy="314325"/>
                </a:xfrm>
                <a:custGeom>
                  <a:avLst/>
                  <a:gdLst>
                    <a:gd name="T0" fmla="*/ 168913498 w 21600"/>
                    <a:gd name="T1" fmla="*/ 70808939 h 21600"/>
                    <a:gd name="T2" fmla="*/ 148000230 w 21600"/>
                    <a:gd name="T3" fmla="*/ 313413661 h 21600"/>
                    <a:gd name="T4" fmla="*/ 104212526 w 21600"/>
                    <a:gd name="T5" fmla="*/ 399870833 h 21600"/>
                    <a:gd name="T6" fmla="*/ 115614966 w 21600"/>
                    <a:gd name="T7" fmla="*/ 269152627 h 21600"/>
                    <a:gd name="T8" fmla="*/ 102482345 w 21600"/>
                    <a:gd name="T9" fmla="*/ 164397010 h 21600"/>
                    <a:gd name="T10" fmla="*/ 63639257 w 21600"/>
                    <a:gd name="T11" fmla="*/ 271349889 h 21600"/>
                    <a:gd name="T12" fmla="*/ 64238276 w 21600"/>
                    <a:gd name="T13" fmla="*/ 371393774 h 21600"/>
                    <a:gd name="T14" fmla="*/ 64224393 w 21600"/>
                    <a:gd name="T15" fmla="*/ 474131075 h 21600"/>
                    <a:gd name="T16" fmla="*/ 63938070 w 21600"/>
                    <a:gd name="T17" fmla="*/ 569423225 h 21600"/>
                    <a:gd name="T18" fmla="*/ 34742144 w 21600"/>
                    <a:gd name="T19" fmla="*/ 384758568 h 21600"/>
                    <a:gd name="T20" fmla="*/ 46540620 w 21600"/>
                    <a:gd name="T21" fmla="*/ 655522925 h 21600"/>
                    <a:gd name="T22" fmla="*/ 82017879 w 21600"/>
                    <a:gd name="T23" fmla="*/ 775436981 h 21600"/>
                    <a:gd name="T24" fmla="*/ 87576575 w 21600"/>
                    <a:gd name="T25" fmla="*/ 859743268 h 21600"/>
                    <a:gd name="T26" fmla="*/ 106377735 w 21600"/>
                    <a:gd name="T27" fmla="*/ 968622348 h 21600"/>
                    <a:gd name="T28" fmla="*/ 116950386 w 21600"/>
                    <a:gd name="T29" fmla="*/ 816289685 h 21600"/>
                    <a:gd name="T30" fmla="*/ 137673399 w 21600"/>
                    <a:gd name="T31" fmla="*/ 596510472 h 21600"/>
                    <a:gd name="T32" fmla="*/ 161502278 w 21600"/>
                    <a:gd name="T33" fmla="*/ 470051035 h 21600"/>
                    <a:gd name="T34" fmla="*/ 170603414 w 21600"/>
                    <a:gd name="T35" fmla="*/ 354848725 h 21600"/>
                    <a:gd name="T36" fmla="*/ 189772715 w 21600"/>
                    <a:gd name="T37" fmla="*/ 266058766 h 21600"/>
                    <a:gd name="T38" fmla="*/ 208968518 w 21600"/>
                    <a:gd name="T39" fmla="*/ 184082093 h 21600"/>
                    <a:gd name="T40" fmla="*/ 241394047 w 21600"/>
                    <a:gd name="T41" fmla="*/ 218971965 h 21600"/>
                    <a:gd name="T42" fmla="*/ 242156950 w 21600"/>
                    <a:gd name="T43" fmla="*/ 327718272 h 21600"/>
                    <a:gd name="T44" fmla="*/ 203179052 w 21600"/>
                    <a:gd name="T45" fmla="*/ 413907555 h 21600"/>
                    <a:gd name="T46" fmla="*/ 182019737 w 21600"/>
                    <a:gd name="T47" fmla="*/ 572609621 h 21600"/>
                    <a:gd name="T48" fmla="*/ 150561367 w 21600"/>
                    <a:gd name="T49" fmla="*/ 700098226 h 21600"/>
                    <a:gd name="T50" fmla="*/ 150915733 w 21600"/>
                    <a:gd name="T51" fmla="*/ 750725710 h 21600"/>
                    <a:gd name="T52" fmla="*/ 207061845 w 21600"/>
                    <a:gd name="T53" fmla="*/ 614895327 h 21600"/>
                    <a:gd name="T54" fmla="*/ 248738499 w 21600"/>
                    <a:gd name="T55" fmla="*/ 484491387 h 21600"/>
                    <a:gd name="T56" fmla="*/ 294284053 w 21600"/>
                    <a:gd name="T57" fmla="*/ 385834112 h 21600"/>
                    <a:gd name="T58" fmla="*/ 276081912 w 21600"/>
                    <a:gd name="T59" fmla="*/ 229643560 h 21600"/>
                    <a:gd name="T60" fmla="*/ 280523458 w 21600"/>
                    <a:gd name="T61" fmla="*/ 156908639 h 21600"/>
                    <a:gd name="T62" fmla="*/ 250522840 w 21600"/>
                    <a:gd name="T63" fmla="*/ 110718653 h 21600"/>
                    <a:gd name="T64" fmla="*/ 170575626 w 21600"/>
                    <a:gd name="T65" fmla="*/ 0 h 21600"/>
                    <a:gd name="T66" fmla="*/ 76853815 w 21600"/>
                    <a:gd name="T67" fmla="*/ 38566091 h 21600"/>
                    <a:gd name="T68" fmla="*/ 0 w 21600"/>
                    <a:gd name="T69" fmla="*/ 54710696 h 21600"/>
                    <a:gd name="T70" fmla="*/ 13474390 w 21600"/>
                    <a:gd name="T71" fmla="*/ 120675334 h 21600"/>
                    <a:gd name="T72" fmla="*/ 13800980 w 21600"/>
                    <a:gd name="T73" fmla="*/ 167669599 h 21600"/>
                    <a:gd name="T74" fmla="*/ 35054839 w 21600"/>
                    <a:gd name="T75" fmla="*/ 94755949 h 21600"/>
                    <a:gd name="T76" fmla="*/ 79592838 w 21600"/>
                    <a:gd name="T77" fmla="*/ 86817802 h 21600"/>
                    <a:gd name="T78" fmla="*/ 128994801 w 21600"/>
                    <a:gd name="T79" fmla="*/ 72645557 h 21600"/>
                    <a:gd name="T80" fmla="*/ 168913498 w 21600"/>
                    <a:gd name="T81" fmla="*/ 70808939 h 21600"/>
                    <a:gd name="T82" fmla="*/ 168913498 w 21600"/>
                    <a:gd name="T83" fmla="*/ 70808939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2398" y="1579"/>
                      </a:moveTo>
                      <a:cubicBezTo>
                        <a:pt x="12398" y="1579"/>
                        <a:pt x="12107" y="6435"/>
                        <a:pt x="10863" y="6989"/>
                      </a:cubicBezTo>
                      <a:cubicBezTo>
                        <a:pt x="9619" y="7544"/>
                        <a:pt x="7649" y="8917"/>
                        <a:pt x="7649" y="8917"/>
                      </a:cubicBezTo>
                      <a:lnTo>
                        <a:pt x="8486" y="6002"/>
                      </a:lnTo>
                      <a:lnTo>
                        <a:pt x="7522" y="3666"/>
                      </a:lnTo>
                      <a:cubicBezTo>
                        <a:pt x="7522" y="3666"/>
                        <a:pt x="4482" y="5709"/>
                        <a:pt x="4671" y="6051"/>
                      </a:cubicBezTo>
                      <a:cubicBezTo>
                        <a:pt x="4862" y="6394"/>
                        <a:pt x="4514" y="7747"/>
                        <a:pt x="4715" y="8282"/>
                      </a:cubicBezTo>
                      <a:cubicBezTo>
                        <a:pt x="4917" y="8819"/>
                        <a:pt x="4448" y="9633"/>
                        <a:pt x="4714" y="10573"/>
                      </a:cubicBezTo>
                      <a:cubicBezTo>
                        <a:pt x="4980" y="11512"/>
                        <a:pt x="4693" y="12698"/>
                        <a:pt x="4693" y="12698"/>
                      </a:cubicBezTo>
                      <a:cubicBezTo>
                        <a:pt x="4693" y="12698"/>
                        <a:pt x="2895" y="7767"/>
                        <a:pt x="2550" y="8580"/>
                      </a:cubicBezTo>
                      <a:cubicBezTo>
                        <a:pt x="2206" y="9393"/>
                        <a:pt x="3416" y="14618"/>
                        <a:pt x="3416" y="14618"/>
                      </a:cubicBezTo>
                      <a:cubicBezTo>
                        <a:pt x="3416" y="14618"/>
                        <a:pt x="6011" y="16888"/>
                        <a:pt x="6020" y="17292"/>
                      </a:cubicBezTo>
                      <a:cubicBezTo>
                        <a:pt x="6030" y="17696"/>
                        <a:pt x="6428" y="19172"/>
                        <a:pt x="6428" y="19172"/>
                      </a:cubicBezTo>
                      <a:lnTo>
                        <a:pt x="7808" y="21600"/>
                      </a:lnTo>
                      <a:cubicBezTo>
                        <a:pt x="7808" y="21600"/>
                        <a:pt x="8239" y="19016"/>
                        <a:pt x="8584" y="18203"/>
                      </a:cubicBezTo>
                      <a:cubicBezTo>
                        <a:pt x="8928" y="17390"/>
                        <a:pt x="9750" y="13680"/>
                        <a:pt x="10105" y="13302"/>
                      </a:cubicBezTo>
                      <a:cubicBezTo>
                        <a:pt x="10459" y="12924"/>
                        <a:pt x="11320" y="10892"/>
                        <a:pt x="11854" y="10482"/>
                      </a:cubicBezTo>
                      <a:cubicBezTo>
                        <a:pt x="12390" y="10071"/>
                        <a:pt x="11809" y="8462"/>
                        <a:pt x="12522" y="7913"/>
                      </a:cubicBezTo>
                      <a:cubicBezTo>
                        <a:pt x="13235" y="7366"/>
                        <a:pt x="13929" y="5933"/>
                        <a:pt x="13929" y="5933"/>
                      </a:cubicBezTo>
                      <a:cubicBezTo>
                        <a:pt x="13929" y="5933"/>
                        <a:pt x="14794" y="4112"/>
                        <a:pt x="15338" y="4105"/>
                      </a:cubicBezTo>
                      <a:cubicBezTo>
                        <a:pt x="15883" y="4098"/>
                        <a:pt x="17718" y="4883"/>
                        <a:pt x="17718" y="4883"/>
                      </a:cubicBezTo>
                      <a:cubicBezTo>
                        <a:pt x="17718" y="4883"/>
                        <a:pt x="18669" y="6757"/>
                        <a:pt x="17774" y="7308"/>
                      </a:cubicBezTo>
                      <a:cubicBezTo>
                        <a:pt x="16878" y="7858"/>
                        <a:pt x="15081" y="8689"/>
                        <a:pt x="14913" y="9230"/>
                      </a:cubicBezTo>
                      <a:cubicBezTo>
                        <a:pt x="14743" y="9772"/>
                        <a:pt x="13360" y="12769"/>
                        <a:pt x="13360" y="12769"/>
                      </a:cubicBezTo>
                      <a:lnTo>
                        <a:pt x="11051" y="15612"/>
                      </a:lnTo>
                      <a:cubicBezTo>
                        <a:pt x="11051" y="15612"/>
                        <a:pt x="10331" y="16535"/>
                        <a:pt x="11077" y="16741"/>
                      </a:cubicBezTo>
                      <a:cubicBezTo>
                        <a:pt x="11823" y="16949"/>
                        <a:pt x="15198" y="13712"/>
                        <a:pt x="15198" y="13712"/>
                      </a:cubicBezTo>
                      <a:lnTo>
                        <a:pt x="18257" y="10804"/>
                      </a:lnTo>
                      <a:lnTo>
                        <a:pt x="21600" y="8604"/>
                      </a:lnTo>
                      <a:lnTo>
                        <a:pt x="20264" y="5121"/>
                      </a:lnTo>
                      <a:lnTo>
                        <a:pt x="20590" y="3499"/>
                      </a:lnTo>
                      <a:lnTo>
                        <a:pt x="18388" y="2469"/>
                      </a:lnTo>
                      <a:lnTo>
                        <a:pt x="12520" y="0"/>
                      </a:lnTo>
                      <a:lnTo>
                        <a:pt x="5641" y="860"/>
                      </a:lnTo>
                      <a:lnTo>
                        <a:pt x="0" y="1220"/>
                      </a:lnTo>
                      <a:lnTo>
                        <a:pt x="989" y="2691"/>
                      </a:lnTo>
                      <a:lnTo>
                        <a:pt x="1013" y="3739"/>
                      </a:lnTo>
                      <a:lnTo>
                        <a:pt x="2573" y="2113"/>
                      </a:lnTo>
                      <a:lnTo>
                        <a:pt x="5842" y="1936"/>
                      </a:lnTo>
                      <a:lnTo>
                        <a:pt x="9468" y="1620"/>
                      </a:lnTo>
                      <a:cubicBezTo>
                        <a:pt x="9468" y="1620"/>
                        <a:pt x="12398" y="1579"/>
                        <a:pt x="12398" y="1579"/>
                      </a:cubicBezTo>
                      <a:close/>
                      <a:moveTo>
                        <a:pt x="12398" y="1579"/>
                      </a:moveTo>
                    </a:path>
                  </a:pathLst>
                </a:custGeom>
                <a:solidFill>
                  <a:srgbClr val="7C5024">
                    <a:alpha val="29803"/>
                  </a:srgbClr>
                </a:solidFill>
                <a:ln>
                  <a:noFill/>
                </a:ln>
              </p:spPr>
              <p:txBody>
                <a:bodyPr lIns="0" tIns="0" rIns="0" bIns="0"/>
                <a:lstStyle/>
                <a:p>
                  <a:endParaRPr lang="en-US"/>
                </a:p>
              </p:txBody>
            </p:sp>
          </p:grpSp>
        </p:grpSp>
      </p:grpSp>
      <p:grpSp>
        <p:nvGrpSpPr>
          <p:cNvPr id="139" name="Group 138"/>
          <p:cNvGrpSpPr/>
          <p:nvPr/>
        </p:nvGrpSpPr>
        <p:grpSpPr bwMode="auto">
          <a:xfrm>
            <a:off x="17983200" y="7620000"/>
            <a:ext cx="3679825" cy="3700463"/>
            <a:chOff x="18135600" y="7848600"/>
            <a:chExt cx="3679825" cy="3700463"/>
          </a:xfrm>
        </p:grpSpPr>
        <p:sp>
          <p:nvSpPr>
            <p:cNvPr id="8207" name="AutoShape 24"/>
            <p:cNvSpPr/>
            <p:nvPr/>
          </p:nvSpPr>
          <p:spPr bwMode="auto">
            <a:xfrm>
              <a:off x="18135600" y="7848600"/>
              <a:ext cx="3679825" cy="3700463"/>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0 h 21600"/>
                <a:gd name="T8" fmla="*/ 0 w 21600"/>
                <a:gd name="T9" fmla="*/ 2147483647 h 21600"/>
                <a:gd name="T10" fmla="*/ 0 w 21600"/>
                <a:gd name="T11" fmla="*/ 2147483647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10800"/>
                  </a:moveTo>
                  <a:cubicBezTo>
                    <a:pt x="0" y="16765"/>
                    <a:pt x="4835" y="21600"/>
                    <a:pt x="10800" y="21600"/>
                  </a:cubicBezTo>
                  <a:cubicBezTo>
                    <a:pt x="16765" y="21600"/>
                    <a:pt x="21600" y="16765"/>
                    <a:pt x="21600" y="10800"/>
                  </a:cubicBezTo>
                  <a:cubicBezTo>
                    <a:pt x="21600" y="4835"/>
                    <a:pt x="16765" y="0"/>
                    <a:pt x="10800" y="0"/>
                  </a:cubicBezTo>
                  <a:cubicBezTo>
                    <a:pt x="4835" y="0"/>
                    <a:pt x="0" y="4835"/>
                    <a:pt x="0" y="10800"/>
                  </a:cubicBezTo>
                  <a:close/>
                  <a:moveTo>
                    <a:pt x="0" y="10800"/>
                  </a:moveTo>
                </a:path>
              </a:pathLst>
            </a:custGeom>
            <a:solidFill>
              <a:srgbClr val="36B4D2"/>
            </a:solidFill>
            <a:ln>
              <a:noFill/>
            </a:ln>
          </p:spPr>
          <p:txBody>
            <a:bodyPr lIns="0" tIns="0" rIns="0" bIns="0"/>
            <a:lstStyle/>
            <a:p>
              <a:endParaRPr lang="en-US"/>
            </a:p>
          </p:txBody>
        </p:sp>
        <p:sp>
          <p:nvSpPr>
            <p:cNvPr id="8208" name="AutoShape 57"/>
            <p:cNvSpPr/>
            <p:nvPr/>
          </p:nvSpPr>
          <p:spPr bwMode="auto">
            <a:xfrm>
              <a:off x="18135600" y="7874000"/>
              <a:ext cx="2917825" cy="2670175"/>
            </a:xfrm>
            <a:custGeom>
              <a:avLst/>
              <a:gdLst>
                <a:gd name="T0" fmla="*/ 0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0 h 21600"/>
                <a:gd name="T12" fmla="*/ 0 w 21600"/>
                <a:gd name="T13" fmla="*/ 2147483647 h 21600"/>
                <a:gd name="T14" fmla="*/ 0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0" y="14968"/>
                  </a:moveTo>
                  <a:cubicBezTo>
                    <a:pt x="0" y="16428"/>
                    <a:pt x="194" y="17837"/>
                    <a:pt x="548" y="19171"/>
                  </a:cubicBezTo>
                  <a:cubicBezTo>
                    <a:pt x="2686" y="20705"/>
                    <a:pt x="5238" y="21600"/>
                    <a:pt x="7982" y="21600"/>
                  </a:cubicBezTo>
                  <a:cubicBezTo>
                    <a:pt x="15503" y="21600"/>
                    <a:pt x="21600" y="14899"/>
                    <a:pt x="21600" y="6632"/>
                  </a:cubicBezTo>
                  <a:cubicBezTo>
                    <a:pt x="21600" y="5172"/>
                    <a:pt x="21406" y="3763"/>
                    <a:pt x="21052" y="2429"/>
                  </a:cubicBezTo>
                  <a:cubicBezTo>
                    <a:pt x="18914" y="895"/>
                    <a:pt x="16362" y="0"/>
                    <a:pt x="13618" y="0"/>
                  </a:cubicBezTo>
                  <a:cubicBezTo>
                    <a:pt x="6097" y="0"/>
                    <a:pt x="0" y="6701"/>
                    <a:pt x="0" y="14968"/>
                  </a:cubicBezTo>
                  <a:close/>
                  <a:moveTo>
                    <a:pt x="0" y="14968"/>
                  </a:moveTo>
                </a:path>
              </a:pathLst>
            </a:custGeom>
            <a:solidFill>
              <a:srgbClr val="39C9F0"/>
            </a:solidFill>
            <a:ln>
              <a:noFill/>
            </a:ln>
          </p:spPr>
          <p:txBody>
            <a:bodyPr lIns="0" tIns="0" rIns="0" bIns="0"/>
            <a:lstStyle/>
            <a:p>
              <a:endParaRPr lang="en-US"/>
            </a:p>
          </p:txBody>
        </p:sp>
      </p:grpSp>
    </p:spTree>
  </p:cSld>
  <p:clrMapOvr>
    <a:masterClrMapping/>
  </p:clrMapOvr>
  <p:transition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ppt_x"/>
                                          </p:val>
                                        </p:tav>
                                        <p:tav tm="100000">
                                          <p:val>
                                            <p:strVal val="#ppt_x"/>
                                          </p:val>
                                        </p:tav>
                                      </p:tavLst>
                                    </p:anim>
                                    <p:anim calcmode="lin" valueType="num">
                                      <p:cBhvr additive="base">
                                        <p:cTn id="8" dur="20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2000" fill="hold"/>
                                        <p:tgtEl>
                                          <p:spTgt spid="3"/>
                                        </p:tgtEl>
                                        <p:attrNameLst>
                                          <p:attrName>ppt_x</p:attrName>
                                        </p:attrNameLst>
                                      </p:cBhvr>
                                      <p:tavLst>
                                        <p:tav tm="0">
                                          <p:val>
                                            <p:strVal val="#ppt_x"/>
                                          </p:val>
                                        </p:tav>
                                        <p:tav tm="100000">
                                          <p:val>
                                            <p:strVal val="#ppt_x"/>
                                          </p:val>
                                        </p:tav>
                                      </p:tavLst>
                                    </p:anim>
                                    <p:anim calcmode="lin" valueType="num">
                                      <p:cBhvr additive="base">
                                        <p:cTn id="12" dur="2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1000" fill="hold"/>
                                        <p:tgtEl>
                                          <p:spTgt spid="16"/>
                                        </p:tgtEl>
                                        <p:attrNameLst>
                                          <p:attrName>ppt_x</p:attrName>
                                        </p:attrNameLst>
                                      </p:cBhvr>
                                      <p:tavLst>
                                        <p:tav tm="0">
                                          <p:val>
                                            <p:strVal val="#ppt_x"/>
                                          </p:val>
                                        </p:tav>
                                        <p:tav tm="100000">
                                          <p:val>
                                            <p:strVal val="#ppt_x"/>
                                          </p:val>
                                        </p:tav>
                                      </p:tavLst>
                                    </p:anim>
                                    <p:anim calcmode="lin" valueType="num">
                                      <p:cBhvr additive="base">
                                        <p:cTn id="16" dur="10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9"/>
                                        </p:tgtEl>
                                        <p:attrNameLst>
                                          <p:attrName>style.visibility</p:attrName>
                                        </p:attrNameLst>
                                      </p:cBhvr>
                                      <p:to>
                                        <p:strVal val="visible"/>
                                      </p:to>
                                    </p:set>
                                    <p:anim calcmode="lin" valueType="num">
                                      <p:cBhvr additive="base">
                                        <p:cTn id="19" dur="1000" fill="hold"/>
                                        <p:tgtEl>
                                          <p:spTgt spid="139"/>
                                        </p:tgtEl>
                                        <p:attrNameLst>
                                          <p:attrName>ppt_x</p:attrName>
                                        </p:attrNameLst>
                                      </p:cBhvr>
                                      <p:tavLst>
                                        <p:tav tm="0">
                                          <p:val>
                                            <p:strVal val="#ppt_x"/>
                                          </p:val>
                                        </p:tav>
                                        <p:tav tm="100000">
                                          <p:val>
                                            <p:strVal val="#ppt_x"/>
                                          </p:val>
                                        </p:tav>
                                      </p:tavLst>
                                    </p:anim>
                                    <p:anim calcmode="lin" valueType="num">
                                      <p:cBhvr additive="base">
                                        <p:cTn id="20" dur="10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7262"/>
                                        </p:tgtEl>
                                        <p:attrNameLst>
                                          <p:attrName>style.visibility</p:attrName>
                                        </p:attrNameLst>
                                      </p:cBhvr>
                                      <p:to>
                                        <p:strVal val="visible"/>
                                      </p:to>
                                    </p:set>
                                    <p:animEffect transition="in" filter="fade">
                                      <p:cBhvr>
                                        <p:cTn id="25" dur="1000"/>
                                        <p:tgtEl>
                                          <p:spTgt spid="7262"/>
                                        </p:tgtEl>
                                      </p:cBhvr>
                                    </p:animEffect>
                                    <p:anim calcmode="lin" valueType="num">
                                      <p:cBhvr>
                                        <p:cTn id="26" dur="1000" fill="hold"/>
                                        <p:tgtEl>
                                          <p:spTgt spid="7262"/>
                                        </p:tgtEl>
                                        <p:attrNameLst>
                                          <p:attrName>ppt_x</p:attrName>
                                        </p:attrNameLst>
                                      </p:cBhvr>
                                      <p:tavLst>
                                        <p:tav tm="0">
                                          <p:val>
                                            <p:strVal val="#ppt_x"/>
                                          </p:val>
                                        </p:tav>
                                        <p:tav tm="100000">
                                          <p:val>
                                            <p:strVal val="#ppt_x"/>
                                          </p:val>
                                        </p:tav>
                                      </p:tavLst>
                                    </p:anim>
                                    <p:anim calcmode="lin" valueType="num">
                                      <p:cBhvr>
                                        <p:cTn id="27" dur="1000" fill="hold"/>
                                        <p:tgtEl>
                                          <p:spTgt spid="7262"/>
                                        </p:tgtEl>
                                        <p:attrNameLst>
                                          <p:attrName>ppt_y</p:attrName>
                                        </p:attrNameLst>
                                      </p:cBhvr>
                                      <p:tavLst>
                                        <p:tav tm="0">
                                          <p:val>
                                            <p:strVal val="#ppt_y+.1"/>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8270"/>
                                        </p:tgtEl>
                                        <p:attrNameLst>
                                          <p:attrName>style.visibility</p:attrName>
                                        </p:attrNameLst>
                                      </p:cBhvr>
                                      <p:to>
                                        <p:strVal val="visible"/>
                                      </p:to>
                                    </p:set>
                                    <p:anim calcmode="lin" valueType="num">
                                      <p:cBhvr additive="base">
                                        <p:cTn id="30" dur="2000" fill="hold"/>
                                        <p:tgtEl>
                                          <p:spTgt spid="8270"/>
                                        </p:tgtEl>
                                        <p:attrNameLst>
                                          <p:attrName>ppt_x</p:attrName>
                                        </p:attrNameLst>
                                      </p:cBhvr>
                                      <p:tavLst>
                                        <p:tav tm="0">
                                          <p:val>
                                            <p:strVal val="#ppt_x"/>
                                          </p:val>
                                        </p:tav>
                                        <p:tav tm="100000">
                                          <p:val>
                                            <p:strVal val="#ppt_x"/>
                                          </p:val>
                                        </p:tav>
                                      </p:tavLst>
                                    </p:anim>
                                    <p:anim calcmode="lin" valueType="num">
                                      <p:cBhvr additive="base">
                                        <p:cTn id="31" dur="2000" fill="hold"/>
                                        <p:tgtEl>
                                          <p:spTgt spid="8270"/>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8199"/>
                                        </p:tgtEl>
                                        <p:attrNameLst>
                                          <p:attrName>style.visibility</p:attrName>
                                        </p:attrNameLst>
                                      </p:cBhvr>
                                      <p:to>
                                        <p:strVal val="visible"/>
                                      </p:to>
                                    </p:set>
                                    <p:anim calcmode="lin" valueType="num">
                                      <p:cBhvr additive="base">
                                        <p:cTn id="34" dur="2000" fill="hold"/>
                                        <p:tgtEl>
                                          <p:spTgt spid="8199"/>
                                        </p:tgtEl>
                                        <p:attrNameLst>
                                          <p:attrName>ppt_x</p:attrName>
                                        </p:attrNameLst>
                                      </p:cBhvr>
                                      <p:tavLst>
                                        <p:tav tm="0">
                                          <p:val>
                                            <p:strVal val="#ppt_x"/>
                                          </p:val>
                                        </p:tav>
                                        <p:tav tm="100000">
                                          <p:val>
                                            <p:strVal val="#ppt_x"/>
                                          </p:val>
                                        </p:tav>
                                      </p:tavLst>
                                    </p:anim>
                                    <p:anim calcmode="lin" valueType="num">
                                      <p:cBhvr additive="base">
                                        <p:cTn id="35" dur="2000" fill="hold"/>
                                        <p:tgtEl>
                                          <p:spTgt spid="8199"/>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8308"/>
                                        </p:tgtEl>
                                        <p:attrNameLst>
                                          <p:attrName>style.visibility</p:attrName>
                                        </p:attrNameLst>
                                      </p:cBhvr>
                                      <p:to>
                                        <p:strVal val="visible"/>
                                      </p:to>
                                    </p:set>
                                    <p:anim calcmode="lin" valueType="num">
                                      <p:cBhvr additive="base">
                                        <p:cTn id="38" dur="2000" fill="hold"/>
                                        <p:tgtEl>
                                          <p:spTgt spid="8308"/>
                                        </p:tgtEl>
                                        <p:attrNameLst>
                                          <p:attrName>ppt_x</p:attrName>
                                        </p:attrNameLst>
                                      </p:cBhvr>
                                      <p:tavLst>
                                        <p:tav tm="0">
                                          <p:val>
                                            <p:strVal val="#ppt_x"/>
                                          </p:val>
                                        </p:tav>
                                        <p:tav tm="100000">
                                          <p:val>
                                            <p:strVal val="#ppt_x"/>
                                          </p:val>
                                        </p:tav>
                                      </p:tavLst>
                                    </p:anim>
                                    <p:anim calcmode="lin" valueType="num">
                                      <p:cBhvr additive="base">
                                        <p:cTn id="39" dur="2000" fill="hold"/>
                                        <p:tgtEl>
                                          <p:spTgt spid="83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2" grpId="0"/>
    </p:bldLst>
  </p:timing>
</p:sld>
</file>

<file path=ppt/tags/tag1.xml><?xml version="1.0" encoding="utf-8"?>
<p:tagLst xmlns:p="http://schemas.openxmlformats.org/presentationml/2006/main">
  <p:tag name="KSO_WM_DIAGRAM_VIRTUALLY_FRAME" val="{&quot;height&quot;:594.1250393700788,&quot;left&quot;:170,&quot;top&quot;:312.25,&quot;width&quot;:1567.3750393700786}"/>
</p:tagLst>
</file>

<file path=ppt/tags/tag2.xml><?xml version="1.0" encoding="utf-8"?>
<p:tagLst xmlns:p="http://schemas.openxmlformats.org/presentationml/2006/main">
  <p:tag name="KSO_WM_DIAGRAM_VIRTUALLY_FRAME" val="{&quot;height&quot;:594.1250393700788,&quot;left&quot;:170,&quot;top&quot;:312.25,&quot;width&quot;:1567.3750393700786}"/>
</p:tagLst>
</file>

<file path=ppt/tags/tag3.xml><?xml version="1.0" encoding="utf-8"?>
<p:tagLst xmlns:p="http://schemas.openxmlformats.org/presentationml/2006/main">
  <p:tag name="KSO_WM_DIAGRAM_VIRTUALLY_FRAME" val="{&quot;height&quot;:594.1250393700788,&quot;left&quot;:170,&quot;top&quot;:312.25,&quot;width&quot;:1567.3750393700786}"/>
</p:tagLst>
</file>

<file path=ppt/tags/tag4.xml><?xml version="1.0" encoding="utf-8"?>
<p:tagLst xmlns:p="http://schemas.openxmlformats.org/presentationml/2006/main">
  <p:tag name="KSO_WM_DIAGRAM_VIRTUALLY_FRAME" val="{&quot;height&quot;:594.1250393700788,&quot;left&quot;:170,&quot;top&quot;:312.25,&quot;width&quot;:1567.3750393700786}"/>
</p:tagLst>
</file>

<file path=ppt/tags/tag5.xml><?xml version="1.0" encoding="utf-8"?>
<p:tagLst xmlns:p="http://schemas.openxmlformats.org/presentationml/2006/main">
  <p:tag name="KSO_WM_DIAGRAM_VIRTUALLY_FRAME" val="{&quot;height&quot;:594.1250393700788,&quot;left&quot;:170,&quot;top&quot;:312.25,&quot;width&quot;:1567.3750393700786}"/>
</p:tagLst>
</file>

<file path=ppt/tags/tag6.xml><?xml version="1.0" encoding="utf-8"?>
<p:tagLst xmlns:p="http://schemas.openxmlformats.org/presentationml/2006/main">
  <p:tag name="KSO_WM_DIAGRAM_VIRTUALLY_FRAME" val="{&quot;height&quot;:594.1250393700788,&quot;left&quot;:170,&quot;top&quot;:312.25,&quot;width&quot;:1567.3750393700786}"/>
</p:tagLst>
</file>

<file path=ppt/tags/tag7.xml><?xml version="1.0" encoding="utf-8"?>
<p:tagLst xmlns:p="http://schemas.openxmlformats.org/presentationml/2006/main">
  <p:tag name="KSO_WM_DIAGRAM_VIRTUALLY_FRAME" val="{&quot;height&quot;:594.1250393700788,&quot;left&quot;:170,&quot;top&quot;:312.25,&quot;width&quot;:1567.3750393700786}"/>
</p:tagLst>
</file>

<file path=ppt/tags/tag8.xml><?xml version="1.0" encoding="utf-8"?>
<p:tagLst xmlns:p="http://schemas.openxmlformats.org/presentationml/2006/main">
  <p:tag name="KSO_WM_DIAGRAM_VIRTUALLY_FRAME" val="{&quot;height&quot;:594.1250393700788,&quot;left&quot;:170,&quot;top&quot;:312.25,&quot;width&quot;:1567.3750393700786}"/>
</p:tagLst>
</file>

<file path=ppt/tags/tag9.xml><?xml version="1.0" encoding="utf-8"?>
<p:tagLst xmlns:p="http://schemas.openxmlformats.org/presentationml/2006/main">
  <p:tag name="KSO_WM_DIAGRAM_VIRTUALLY_FRAME" val="{&quot;height&quot;:594.1250393700788,&quot;left&quot;:170,&quot;top&quot;:312.25,&quot;width&quot;:1567.3750393700786}"/>
</p:tagLst>
</file>

<file path=ppt/tags/tag10.xml><?xml version="1.0" encoding="utf-8"?>
<p:tagLst xmlns:p="http://schemas.openxmlformats.org/presentationml/2006/main">
  <p:tag name="KSO_WM_DIAGRAM_VIRTUALLY_FRAME" val="{&quot;height&quot;:594.1250393700788,&quot;left&quot;:170,&quot;top&quot;:312.25,&quot;width&quot;:1567.3750393700786}"/>
</p:tagLst>
</file>

<file path=ppt/tags/tag11.xml><?xml version="1.0" encoding="utf-8"?>
<p:tagLst xmlns:p="http://schemas.openxmlformats.org/presentationml/2006/main">
  <p:tag name="KSO_WM_DIAGRAM_VIRTUALLY_FRAME" val="{&quot;height&quot;:594.1250393700788,&quot;left&quot;:170,&quot;top&quot;:312.25,&quot;width&quot;:1567.3750393700786}"/>
</p:tagLst>
</file>

<file path=ppt/tags/tag12.xml><?xml version="1.0" encoding="utf-8"?>
<p:tagLst xmlns:p="http://schemas.openxmlformats.org/presentationml/2006/main">
  <p:tag name="KSO_WM_DIAGRAM_VIRTUALLY_FRAME" val="{&quot;height&quot;:594.1250393700788,&quot;left&quot;:170,&quot;top&quot;:312.25,&quot;width&quot;:1567.3750393700786}"/>
</p:tagLst>
</file>

<file path=ppt/tags/tag13.xml><?xml version="1.0" encoding="utf-8"?>
<p:tagLst xmlns:p="http://schemas.openxmlformats.org/presentationml/2006/main">
  <p:tag name="KSO_WM_DIAGRAM_VIRTUALLY_FRAME" val="{&quot;height&quot;:594.1250393700788,&quot;left&quot;:170,&quot;top&quot;:312.25,&quot;width&quot;:1567.3750393700786}"/>
</p:tagLst>
</file>

<file path=ppt/tags/tag14.xml><?xml version="1.0" encoding="utf-8"?>
<p:tagLst xmlns:p="http://schemas.openxmlformats.org/presentationml/2006/main">
  <p:tag name="KSO_WM_DIAGRAM_VIRTUALLY_FRAME" val="{&quot;height&quot;:594.1250393700788,&quot;left&quot;:170,&quot;top&quot;:312.25,&quot;width&quot;:1567.3750393700786}"/>
</p:tagLst>
</file>

<file path=ppt/tags/tag15.xml><?xml version="1.0" encoding="utf-8"?>
<p:tagLst xmlns:p="http://schemas.openxmlformats.org/presentationml/2006/main">
  <p:tag name="KSO_WM_DIAGRAM_VIRTUALLY_FRAME" val="{&quot;height&quot;:594.1250393700788,&quot;left&quot;:170,&quot;top&quot;:312.25,&quot;width&quot;:1567.3750393700786}"/>
</p:tagLst>
</file>

<file path=ppt/tags/tag16.xml><?xml version="1.0" encoding="utf-8"?>
<p:tagLst xmlns:p="http://schemas.openxmlformats.org/presentationml/2006/main">
  <p:tag name="KSO_WM_DIAGRAM_VIRTUALLY_FRAME" val="{&quot;height&quot;:594.1250393700788,&quot;left&quot;:170,&quot;top&quot;:312.25,&quot;width&quot;:1567.3750393700786}"/>
</p:tagLst>
</file>

<file path=ppt/tags/tag17.xml><?xml version="1.0" encoding="utf-8"?>
<p:tagLst xmlns:p="http://schemas.openxmlformats.org/presentationml/2006/main">
  <p:tag name="KSO_WM_DIAGRAM_VIRTUALLY_FRAME" val="{&quot;height&quot;:594.1250393700788,&quot;left&quot;:170,&quot;top&quot;:312.25,&quot;width&quot;:1567.3750393700786}"/>
</p:tagLst>
</file>

<file path=ppt/tags/tag18.xml><?xml version="1.0" encoding="utf-8"?>
<p:tagLst xmlns:p="http://schemas.openxmlformats.org/presentationml/2006/main">
  <p:tag name="KSO_WM_DIAGRAM_VIRTUALLY_FRAME" val="{&quot;height&quot;:594.1250393700788,&quot;left&quot;:170,&quot;top&quot;:312.25,&quot;width&quot;:1567.3750393700786}"/>
</p:tagLst>
</file>

<file path=ppt/tags/tag19.xml><?xml version="1.0" encoding="utf-8"?>
<p:tagLst xmlns:p="http://schemas.openxmlformats.org/presentationml/2006/main">
  <p:tag name="KSO_WM_DIAGRAM_VIRTUALLY_FRAME" val="{&quot;height&quot;:594.1250393700788,&quot;left&quot;:170,&quot;top&quot;:312.25,&quot;width&quot;:1567.3750393700786}"/>
</p:tagLst>
</file>

<file path=ppt/tags/tag20.xml><?xml version="1.0" encoding="utf-8"?>
<p:tagLst xmlns:p="http://schemas.openxmlformats.org/presentationml/2006/main">
  <p:tag name="KSO_WM_DIAGRAM_VIRTUALLY_FRAME" val="{&quot;height&quot;:594.1250393700788,&quot;left&quot;:170,&quot;top&quot;:312.25,&quot;width&quot;:1567.3750393700786}"/>
</p:tagLst>
</file>

<file path=ppt/tags/tag21.xml><?xml version="1.0" encoding="utf-8"?>
<p:tagLst xmlns:p="http://schemas.openxmlformats.org/presentationml/2006/main">
  <p:tag name="KSO_WM_DIAGRAM_VIRTUALLY_FRAME" val="{&quot;height&quot;:594.1250393700788,&quot;left&quot;:170,&quot;top&quot;:312.25,&quot;width&quot;:1567.3750393700786}"/>
</p:tagLst>
</file>

<file path=ppt/tags/tag22.xml><?xml version="1.0" encoding="utf-8"?>
<p:tagLst xmlns:p="http://schemas.openxmlformats.org/presentationml/2006/main">
  <p:tag name="KSO_WM_DIAGRAM_VIRTUALLY_FRAME" val="{&quot;height&quot;:594.1250393700788,&quot;left&quot;:170,&quot;top&quot;:312.25,&quot;width&quot;:1567.3750393700786}"/>
</p:tagLst>
</file>

<file path=ppt/tags/tag23.xml><?xml version="1.0" encoding="utf-8"?>
<p:tagLst xmlns:p="http://schemas.openxmlformats.org/presentationml/2006/main">
  <p:tag name="KSO_WM_DIAGRAM_VIRTUALLY_FRAME" val="{&quot;height&quot;:594.1250393700788,&quot;left&quot;:170,&quot;top&quot;:312.25,&quot;width&quot;:1567.3750393700786}"/>
</p:tagLst>
</file>

<file path=ppt/tags/tag24.xml><?xml version="1.0" encoding="utf-8"?>
<p:tagLst xmlns:p="http://schemas.openxmlformats.org/presentationml/2006/main">
  <p:tag name="KSO_WM_DIAGRAM_VIRTUALLY_FRAME" val="{&quot;height&quot;:594.1250393700788,&quot;left&quot;:170,&quot;top&quot;:312.25,&quot;width&quot;:1567.3750393700786}"/>
</p:tagLst>
</file>

<file path=ppt/tags/tag25.xml><?xml version="1.0" encoding="utf-8"?>
<p:tagLst xmlns:p="http://schemas.openxmlformats.org/presentationml/2006/main">
  <p:tag name="ISPRING_PRESENTATION_TITLE" val="PowerPoint Presentation"/>
</p:tagLst>
</file>

<file path=ppt/theme/theme1.xml><?xml version="1.0" encoding="utf-8"?>
<a:theme xmlns:a="http://schemas.openxmlformats.org/drawingml/2006/main" name="Blank">
  <a:themeElements>
    <a:clrScheme name="">
      <a:dk1>
        <a:srgbClr val="000000"/>
      </a:dk1>
      <a:lt1>
        <a:srgbClr val="FFFFFF"/>
      </a:lt1>
      <a:dk2>
        <a:srgbClr val="000000"/>
      </a:dk2>
      <a:lt2>
        <a:srgbClr val="000000"/>
      </a:lt2>
      <a:accent1>
        <a:srgbClr val="1D2835"/>
      </a:accent1>
      <a:accent2>
        <a:srgbClr val="333399"/>
      </a:accent2>
      <a:accent3>
        <a:srgbClr val="FFFFFF"/>
      </a:accent3>
      <a:accent4>
        <a:srgbClr val="000000"/>
      </a:accent4>
      <a:accent5>
        <a:srgbClr val="ABACAE"/>
      </a:accent5>
      <a:accent6>
        <a:srgbClr val="2D2D8A"/>
      </a:accent6>
      <a:hlink>
        <a:srgbClr val="009999"/>
      </a:hlink>
      <a:folHlink>
        <a:srgbClr val="99CC00"/>
      </a:folHlink>
    </a:clrScheme>
    <a:fontScheme name="自定义 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ster #2">
  <a:themeElements>
    <a:clrScheme name="">
      <a:dk1>
        <a:srgbClr val="000000"/>
      </a:dk1>
      <a:lt1>
        <a:srgbClr val="FFFFFF"/>
      </a:lt1>
      <a:dk2>
        <a:srgbClr val="000000"/>
      </a:dk2>
      <a:lt2>
        <a:srgbClr val="0F4233"/>
      </a:lt2>
      <a:accent1>
        <a:srgbClr val="183968"/>
      </a:accent1>
      <a:accent2>
        <a:srgbClr val="333399"/>
      </a:accent2>
      <a:accent3>
        <a:srgbClr val="FFFFFF"/>
      </a:accent3>
      <a:accent4>
        <a:srgbClr val="000000"/>
      </a:accent4>
      <a:accent5>
        <a:srgbClr val="ABAEB9"/>
      </a:accent5>
      <a:accent6>
        <a:srgbClr val="2D2D8A"/>
      </a:accent6>
      <a:hlink>
        <a:srgbClr val="009999"/>
      </a:hlink>
      <a:folHlink>
        <a:srgbClr val="99CC00"/>
      </a:folHlink>
    </a:clrScheme>
    <a:fontScheme name="Master #2">
      <a:majorFont>
        <a:latin typeface="Gill Sans"/>
        <a:ea typeface="Heiti SC Light"/>
        <a:cs typeface="Heiti SC Light"/>
      </a:majorFont>
      <a:minorFont>
        <a:latin typeface="Gill Sans"/>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Master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aster #3">
  <a:themeElements>
    <a:clrScheme name="">
      <a:dk1>
        <a:srgbClr val="000000"/>
      </a:dk1>
      <a:lt1>
        <a:srgbClr val="FFFFFF"/>
      </a:lt1>
      <a:dk2>
        <a:srgbClr val="000000"/>
      </a:dk2>
      <a:lt2>
        <a:srgbClr val="000000"/>
      </a:lt2>
      <a:accent1>
        <a:srgbClr val="219271"/>
      </a:accent1>
      <a:accent2>
        <a:srgbClr val="333399"/>
      </a:accent2>
      <a:accent3>
        <a:srgbClr val="FFFFFF"/>
      </a:accent3>
      <a:accent4>
        <a:srgbClr val="000000"/>
      </a:accent4>
      <a:accent5>
        <a:srgbClr val="ABC7BB"/>
      </a:accent5>
      <a:accent6>
        <a:srgbClr val="2D2D8A"/>
      </a:accent6>
      <a:hlink>
        <a:srgbClr val="009999"/>
      </a:hlink>
      <a:folHlink>
        <a:srgbClr val="99CC00"/>
      </a:folHlink>
    </a:clrScheme>
    <a:fontScheme name="Master #3">
      <a:majorFont>
        <a:latin typeface="Gill Sans"/>
        <a:ea typeface="Heiti SC Light"/>
        <a:cs typeface="Heiti SC Light"/>
      </a:majorFont>
      <a:minorFont>
        <a:latin typeface="Gill Sans"/>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Master #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aster #4">
  <a:themeElements>
    <a:clrScheme name="">
      <a:dk1>
        <a:srgbClr val="000000"/>
      </a:dk1>
      <a:lt1>
        <a:srgbClr val="FFFFFF"/>
      </a:lt1>
      <a:dk2>
        <a:srgbClr val="000000"/>
      </a:dk2>
      <a:lt2>
        <a:srgbClr val="808080"/>
      </a:lt2>
      <a:accent1>
        <a:srgbClr val="CFD6DC"/>
      </a:accent1>
      <a:accent2>
        <a:srgbClr val="333399"/>
      </a:accent2>
      <a:accent3>
        <a:srgbClr val="FFFFFF"/>
      </a:accent3>
      <a:accent4>
        <a:srgbClr val="000000"/>
      </a:accent4>
      <a:accent5>
        <a:srgbClr val="E4E8EB"/>
      </a:accent5>
      <a:accent6>
        <a:srgbClr val="2D2D8A"/>
      </a:accent6>
      <a:hlink>
        <a:srgbClr val="009999"/>
      </a:hlink>
      <a:folHlink>
        <a:srgbClr val="99CC00"/>
      </a:folHlink>
    </a:clrScheme>
    <a:fontScheme name="Master #4">
      <a:majorFont>
        <a:latin typeface="Gill Sans"/>
        <a:ea typeface="Heiti SC Light"/>
        <a:cs typeface="Heiti SC Light"/>
      </a:majorFont>
      <a:minorFont>
        <a:latin typeface="Gill Sans"/>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Master #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Master #5">
  <a:themeElements>
    <a:clrScheme name="">
      <a:dk1>
        <a:srgbClr val="000000"/>
      </a:dk1>
      <a:lt1>
        <a:srgbClr val="FFFFFF"/>
      </a:lt1>
      <a:dk2>
        <a:srgbClr val="000000"/>
      </a:dk2>
      <a:lt2>
        <a:srgbClr val="808080"/>
      </a:lt2>
      <a:accent1>
        <a:srgbClr val="28313B"/>
      </a:accent1>
      <a:accent2>
        <a:srgbClr val="333399"/>
      </a:accent2>
      <a:accent3>
        <a:srgbClr val="FFFFFF"/>
      </a:accent3>
      <a:accent4>
        <a:srgbClr val="000000"/>
      </a:accent4>
      <a:accent5>
        <a:srgbClr val="ACADAF"/>
      </a:accent5>
      <a:accent6>
        <a:srgbClr val="2D2D8A"/>
      </a:accent6>
      <a:hlink>
        <a:srgbClr val="009999"/>
      </a:hlink>
      <a:folHlink>
        <a:srgbClr val="99CC00"/>
      </a:folHlink>
    </a:clrScheme>
    <a:fontScheme name="Master #5">
      <a:majorFont>
        <a:latin typeface="Gill Sans"/>
        <a:ea typeface="Heiti SC Light"/>
        <a:cs typeface="Heiti SC Light"/>
      </a:majorFont>
      <a:minorFont>
        <a:latin typeface="Gill Sans"/>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Master #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Master #6">
  <a:themeElements>
    <a:clrScheme name="">
      <a:dk1>
        <a:srgbClr val="000000"/>
      </a:dk1>
      <a:lt1>
        <a:srgbClr val="FFFFFF"/>
      </a:lt1>
      <a:dk2>
        <a:srgbClr val="000000"/>
      </a:dk2>
      <a:lt2>
        <a:srgbClr val="808080"/>
      </a:lt2>
      <a:accent1>
        <a:srgbClr val="495869"/>
      </a:accent1>
      <a:accent2>
        <a:srgbClr val="333399"/>
      </a:accent2>
      <a:accent3>
        <a:srgbClr val="FFFFFF"/>
      </a:accent3>
      <a:accent4>
        <a:srgbClr val="000000"/>
      </a:accent4>
      <a:accent5>
        <a:srgbClr val="B1B4B9"/>
      </a:accent5>
      <a:accent6>
        <a:srgbClr val="2D2D8A"/>
      </a:accent6>
      <a:hlink>
        <a:srgbClr val="009999"/>
      </a:hlink>
      <a:folHlink>
        <a:srgbClr val="99CC00"/>
      </a:folHlink>
    </a:clrScheme>
    <a:fontScheme name="Master #6">
      <a:majorFont>
        <a:latin typeface="Gill Sans"/>
        <a:ea typeface="Heiti SC Light"/>
        <a:cs typeface="Heiti SC Light"/>
      </a:majorFont>
      <a:minorFont>
        <a:latin typeface="Gill Sans"/>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2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Master #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8415</Words>
  <Application>WPS 演示</Application>
  <PresentationFormat>自定义</PresentationFormat>
  <Paragraphs>566</Paragraphs>
  <Slides>38</Slides>
  <Notes>38</Notes>
  <HiddenSlides>0</HiddenSlides>
  <MMClips>0</MMClips>
  <ScaleCrop>false</ScaleCrop>
  <HeadingPairs>
    <vt:vector size="6" baseType="variant">
      <vt:variant>
        <vt:lpstr>已用的字体</vt:lpstr>
      </vt:variant>
      <vt:variant>
        <vt:i4>28</vt:i4>
      </vt:variant>
      <vt:variant>
        <vt:lpstr>主题</vt:lpstr>
      </vt:variant>
      <vt:variant>
        <vt:i4>6</vt:i4>
      </vt:variant>
      <vt:variant>
        <vt:lpstr>幻灯片标题</vt:lpstr>
      </vt:variant>
      <vt:variant>
        <vt:i4>38</vt:i4>
      </vt:variant>
    </vt:vector>
  </HeadingPairs>
  <TitlesOfParts>
    <vt:vector size="72" baseType="lpstr">
      <vt:lpstr>Arial</vt:lpstr>
      <vt:lpstr>宋体</vt:lpstr>
      <vt:lpstr>Wingdings</vt:lpstr>
      <vt:lpstr>Gill Sans</vt:lpstr>
      <vt:lpstr>Gill Sans MT</vt:lpstr>
      <vt:lpstr>Heiti SC Light</vt:lpstr>
      <vt:lpstr>微软雅黑</vt:lpstr>
      <vt:lpstr>MS PGothic</vt:lpstr>
      <vt:lpstr>Diavlo Black Regular</vt:lpstr>
      <vt:lpstr>AMGDT</vt:lpstr>
      <vt:lpstr>Open Sans</vt:lpstr>
      <vt:lpstr>Diavlo Bold Regular</vt:lpstr>
      <vt:lpstr>Diavlo Book Regular</vt:lpstr>
      <vt:lpstr>FontAwesome Regular</vt:lpstr>
      <vt:lpstr>Open Sans Bold</vt:lpstr>
      <vt:lpstr>Arial Unicode MS</vt:lpstr>
      <vt:lpstr>Calibri</vt:lpstr>
      <vt:lpstr>Open Sans</vt:lpstr>
      <vt:lpstr>Lato</vt:lpstr>
      <vt:lpstr>Modern Pictograms</vt:lpstr>
      <vt:lpstr>Sosa</vt:lpstr>
      <vt:lpstr>Open Sans Light</vt:lpstr>
      <vt:lpstr>Entypo</vt:lpstr>
      <vt:lpstr>et-line</vt:lpstr>
      <vt:lpstr>Varela Round</vt:lpstr>
      <vt:lpstr>Helvetica</vt:lpstr>
      <vt:lpstr>Times New Roman</vt:lpstr>
      <vt:lpstr>黑体</vt:lpstr>
      <vt:lpstr>Blank</vt:lpstr>
      <vt:lpstr>Master #2</vt:lpstr>
      <vt:lpstr>Master #3</vt:lpstr>
      <vt:lpstr>Master #4</vt:lpstr>
      <vt:lpstr>Master #5</vt:lpstr>
      <vt:lpstr>Master #6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锐旗设计；https://9ppt.taobao.com</dc:description>
  <cp:lastModifiedBy>赵长鹏</cp:lastModifiedBy>
  <cp:revision>91</cp:revision>
  <dcterms:created xsi:type="dcterms:W3CDTF">2026-08-30T09:12:19Z</dcterms:created>
  <dcterms:modified xsi:type="dcterms:W3CDTF">2026-08-30T09:16:27Z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9CC4088497C84792823CE1356A5318A0_13</vt:lpwstr>
  </property>
  <property fmtid="{D5CDD505-2E9C-101B-9397-08002B2CF9AE}" pid="3" name="KSOProductBuildVer">
    <vt:lpwstr>2052-12.1.0.23542</vt:lpwstr>
  </property>
</Properties>
</file>